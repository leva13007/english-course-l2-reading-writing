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56" r:id="rId6"/>
    <p:sldId id="257" r:id="rId7"/>
    <p:sldId id="312" r:id="rId8"/>
    <p:sldId id="341" r:id="rId9"/>
    <p:sldId id="259" r:id="rId10"/>
    <p:sldId id="342" r:id="rId11"/>
    <p:sldId id="311" r:id="rId12"/>
    <p:sldId id="34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C719C-F4FB-4A2B-A251-43C3BA823E87}" v="11" dt="2026-03-19T11:23:04.657"/>
    <p1510:client id="{E070F7CC-DEB4-40EF-9ADE-EF71E43785A2}" v="400" dt="2026-03-19T20:23:59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53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E070F7CC-DEB4-40EF-9ADE-EF71E43785A2}"/>
    <pc:docChg chg="undo custSel addSld modSld sldOrd">
      <pc:chgData name="Andrew Patterson" userId="6c8ffccf-7c1b-4173-8b93-861005bd5f70" providerId="ADAL" clId="{E070F7CC-DEB4-40EF-9ADE-EF71E43785A2}" dt="2026-03-19T20:43:11.427" v="575"/>
      <pc:docMkLst>
        <pc:docMk/>
      </pc:docMkLst>
      <pc:sldChg chg="addSp delSp modSp mod delAnim modAnim">
        <pc:chgData name="Andrew Patterson" userId="6c8ffccf-7c1b-4173-8b93-861005bd5f70" providerId="ADAL" clId="{E070F7CC-DEB4-40EF-9ADE-EF71E43785A2}" dt="2026-03-19T16:31:37.542" v="44" actId="115"/>
        <pc:sldMkLst>
          <pc:docMk/>
          <pc:sldMk cId="2624607045" sldId="312"/>
        </pc:sldMkLst>
        <pc:spChg chg="mod">
          <ac:chgData name="Andrew Patterson" userId="6c8ffccf-7c1b-4173-8b93-861005bd5f70" providerId="ADAL" clId="{E070F7CC-DEB4-40EF-9ADE-EF71E43785A2}" dt="2026-03-19T16:31:37.542" v="44" actId="115"/>
          <ac:spMkLst>
            <pc:docMk/>
            <pc:sldMk cId="2624607045" sldId="312"/>
            <ac:spMk id="3" creationId="{2BDBE0DC-F63A-C50C-538A-CD3C95D56123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4" creationId="{461C4649-15D7-2909-73E1-9DFFC44C6F55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5" creationId="{F46C9FA9-E659-33A0-8157-242367002247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7" creationId="{84EFD67E-52F9-CBDD-9623-9D8ECB4C0A06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8" creationId="{C6560E30-2C5A-6CFD-3860-388D3FDB46E9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10" creationId="{C3341805-5648-88B1-0E3F-10CF4DA5A68D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11" creationId="{BF69080D-AC8E-F169-BD0C-D02E9F6E030B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13" creationId="{7F3688B6-623D-E96F-005C-647421BEA2E8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14" creationId="{599B093C-EAF8-E1EE-EA7A-8C592E0F27B7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16" creationId="{867FA96C-A147-A8FF-C591-B7AEB9431CDF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17" creationId="{9CD2ACDC-02AF-7DCC-D77A-DF347AFCAACD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19" creationId="{F623CAD1-E45E-28E7-8B40-E22C8926133F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20" creationId="{D9FD43B3-EB8F-6F70-A403-D5E59B9B7AB6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22" creationId="{0D7F6EA5-A056-BD87-2D07-DD8706ACE122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23" creationId="{28833E13-C8EF-33EB-6651-58BE6C291345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25" creationId="{CDF533B4-E812-E22D-ADF6-72FE47FC1497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26" creationId="{E9F3D7A1-5A10-83AC-6242-0B389D2460A6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28" creationId="{0306171E-0072-BD50-EF3B-B423D5CC4FE0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29" creationId="{F39745F0-1723-4857-DDD8-822AAFCBFB9F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31" creationId="{A6ACD44E-E9AA-5459-044C-38881FD4AB56}"/>
          </ac:spMkLst>
        </pc:spChg>
        <pc:spChg chg="mod">
          <ac:chgData name="Andrew Patterson" userId="6c8ffccf-7c1b-4173-8b93-861005bd5f70" providerId="ADAL" clId="{E070F7CC-DEB4-40EF-9ADE-EF71E43785A2}" dt="2026-03-19T16:30:05.714" v="4"/>
          <ac:spMkLst>
            <pc:docMk/>
            <pc:sldMk cId="2624607045" sldId="312"/>
            <ac:spMk id="32" creationId="{AD3D1A4C-BB5C-9F43-54EC-397DA008EB28}"/>
          </ac:spMkLst>
        </pc:spChg>
        <pc:grpChg chg="add mod">
          <ac:chgData name="Andrew Patterson" userId="6c8ffccf-7c1b-4173-8b93-861005bd5f70" providerId="ADAL" clId="{E070F7CC-DEB4-40EF-9ADE-EF71E43785A2}" dt="2026-03-19T16:30:14.662" v="5" actId="1076"/>
          <ac:grpSpMkLst>
            <pc:docMk/>
            <pc:sldMk cId="2624607045" sldId="312"/>
            <ac:grpSpMk id="2" creationId="{3111BCC9-A602-C9E2-86BD-3DAC81D91910}"/>
          </ac:grpSpMkLst>
        </pc:grpChg>
        <pc:grpChg chg="add mod">
          <ac:chgData name="Andrew Patterson" userId="6c8ffccf-7c1b-4173-8b93-861005bd5f70" providerId="ADAL" clId="{E070F7CC-DEB4-40EF-9ADE-EF71E43785A2}" dt="2026-03-19T16:30:20.290" v="7" actId="1036"/>
          <ac:grpSpMkLst>
            <pc:docMk/>
            <pc:sldMk cId="2624607045" sldId="312"/>
            <ac:grpSpMk id="6" creationId="{F4B0F6DC-74C9-0476-CF4E-5A5D88BFC679}"/>
          </ac:grpSpMkLst>
        </pc:grpChg>
        <pc:grpChg chg="add mod">
          <ac:chgData name="Andrew Patterson" userId="6c8ffccf-7c1b-4173-8b93-861005bd5f70" providerId="ADAL" clId="{E070F7CC-DEB4-40EF-9ADE-EF71E43785A2}" dt="2026-03-19T16:30:31.490" v="17" actId="1036"/>
          <ac:grpSpMkLst>
            <pc:docMk/>
            <pc:sldMk cId="2624607045" sldId="312"/>
            <ac:grpSpMk id="9" creationId="{07EE95DD-2ABB-2CC2-A033-E3F30C0BD56A}"/>
          </ac:grpSpMkLst>
        </pc:grpChg>
        <pc:grpChg chg="add mod">
          <ac:chgData name="Andrew Patterson" userId="6c8ffccf-7c1b-4173-8b93-861005bd5f70" providerId="ADAL" clId="{E070F7CC-DEB4-40EF-9ADE-EF71E43785A2}" dt="2026-03-19T16:30:45.859" v="23" actId="1036"/>
          <ac:grpSpMkLst>
            <pc:docMk/>
            <pc:sldMk cId="2624607045" sldId="312"/>
            <ac:grpSpMk id="12" creationId="{B84C5B49-61ED-8013-F0BC-5672617D9FCC}"/>
          </ac:grpSpMkLst>
        </pc:grpChg>
        <pc:grpChg chg="add mod">
          <ac:chgData name="Andrew Patterson" userId="6c8ffccf-7c1b-4173-8b93-861005bd5f70" providerId="ADAL" clId="{E070F7CC-DEB4-40EF-9ADE-EF71E43785A2}" dt="2026-03-19T16:30:53.594" v="32" actId="1036"/>
          <ac:grpSpMkLst>
            <pc:docMk/>
            <pc:sldMk cId="2624607045" sldId="312"/>
            <ac:grpSpMk id="15" creationId="{24B32C89-5433-A9EC-3D7B-AB39669B2251}"/>
          </ac:grpSpMkLst>
        </pc:grpChg>
        <pc:grpChg chg="add mod">
          <ac:chgData name="Andrew Patterson" userId="6c8ffccf-7c1b-4173-8b93-861005bd5f70" providerId="ADAL" clId="{E070F7CC-DEB4-40EF-9ADE-EF71E43785A2}" dt="2026-03-19T16:31:07.187" v="39" actId="1036"/>
          <ac:grpSpMkLst>
            <pc:docMk/>
            <pc:sldMk cId="2624607045" sldId="312"/>
            <ac:grpSpMk id="18" creationId="{9423C06C-398B-945A-031C-5EDECFAD259A}"/>
          </ac:grpSpMkLst>
        </pc:grpChg>
        <pc:grpChg chg="add mod">
          <ac:chgData name="Andrew Patterson" userId="6c8ffccf-7c1b-4173-8b93-861005bd5f70" providerId="ADAL" clId="{E070F7CC-DEB4-40EF-9ADE-EF71E43785A2}" dt="2026-03-19T16:31:13.181" v="42" actId="1036"/>
          <ac:grpSpMkLst>
            <pc:docMk/>
            <pc:sldMk cId="2624607045" sldId="312"/>
            <ac:grpSpMk id="21" creationId="{FDC0E26B-B303-E436-5894-6502E585CA7C}"/>
          </ac:grpSpMkLst>
        </pc:grpChg>
        <pc:grpChg chg="add del mod">
          <ac:chgData name="Andrew Patterson" userId="6c8ffccf-7c1b-4173-8b93-861005bd5f70" providerId="ADAL" clId="{E070F7CC-DEB4-40EF-9ADE-EF71E43785A2}" dt="2026-03-19T16:31:18.193" v="43" actId="478"/>
          <ac:grpSpMkLst>
            <pc:docMk/>
            <pc:sldMk cId="2624607045" sldId="312"/>
            <ac:grpSpMk id="24" creationId="{F2D7337D-6687-0CE7-72F1-D4BB0147F22D}"/>
          </ac:grpSpMkLst>
        </pc:grpChg>
        <pc:grpChg chg="add del mod">
          <ac:chgData name="Andrew Patterson" userId="6c8ffccf-7c1b-4173-8b93-861005bd5f70" providerId="ADAL" clId="{E070F7CC-DEB4-40EF-9ADE-EF71E43785A2}" dt="2026-03-19T16:31:18.193" v="43" actId="478"/>
          <ac:grpSpMkLst>
            <pc:docMk/>
            <pc:sldMk cId="2624607045" sldId="312"/>
            <ac:grpSpMk id="27" creationId="{E04BE58A-709C-624C-D0C0-7B16876F4FF8}"/>
          </ac:grpSpMkLst>
        </pc:grpChg>
        <pc:grpChg chg="add del mod">
          <ac:chgData name="Andrew Patterson" userId="6c8ffccf-7c1b-4173-8b93-861005bd5f70" providerId="ADAL" clId="{E070F7CC-DEB4-40EF-9ADE-EF71E43785A2}" dt="2026-03-19T16:31:18.193" v="43" actId="478"/>
          <ac:grpSpMkLst>
            <pc:docMk/>
            <pc:sldMk cId="2624607045" sldId="312"/>
            <ac:grpSpMk id="30" creationId="{313AE14E-E545-8834-896D-94F8FF2FF660}"/>
          </ac:grpSpMkLst>
        </pc:grpChg>
      </pc:sldChg>
      <pc:sldChg chg="addSp modSp mod ord modAnim">
        <pc:chgData name="Andrew Patterson" userId="6c8ffccf-7c1b-4173-8b93-861005bd5f70" providerId="ADAL" clId="{E070F7CC-DEB4-40EF-9ADE-EF71E43785A2}" dt="2026-03-19T16:39:15.240" v="200" actId="1038"/>
        <pc:sldMkLst>
          <pc:docMk/>
          <pc:sldMk cId="551364960" sldId="341"/>
        </pc:sldMkLst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3" creationId="{A572F783-0846-894E-7ED4-0DDD56B77EE3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4" creationId="{C4190E2B-51E4-4D9C-8822-AB7E508BFA6E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5" creationId="{D6E2530F-B413-1BD8-1CAE-C9A7C58DA323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7" creationId="{5656F044-3BE1-3755-226F-699CA0D6D5B7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8" creationId="{0779EC83-D69D-750B-8F33-6C591AEEBE4A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10" creationId="{A3556DB9-7EBF-B04F-02BB-113A78194BA1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11" creationId="{905F8CF6-DAC3-8874-92E7-4E8D3E72E97B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13" creationId="{6AA9777F-408D-BE68-40A0-E4F4B7F9112F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14" creationId="{E38F6F97-7864-49E0-EA16-5D9B555C6240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16" creationId="{D75CCDDF-7B33-7735-DB32-8BB317D4E628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17" creationId="{030CDFA9-BDB7-09BD-7B99-05E1A6188CB9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19" creationId="{77E5FED5-7682-8DDC-EF51-821503D3880B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20" creationId="{09DD7C92-3F36-29A3-42F1-41F7D4B531F0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22" creationId="{97393177-3631-AFE3-281A-66459B5B82EE}"/>
          </ac:spMkLst>
        </pc:spChg>
        <pc:spChg chg="mod">
          <ac:chgData name="Andrew Patterson" userId="6c8ffccf-7c1b-4173-8b93-861005bd5f70" providerId="ADAL" clId="{E070F7CC-DEB4-40EF-9ADE-EF71E43785A2}" dt="2026-03-19T16:39:15.240" v="200" actId="1038"/>
          <ac:spMkLst>
            <pc:docMk/>
            <pc:sldMk cId="551364960" sldId="341"/>
            <ac:spMk id="23" creationId="{4BF49BEB-BFEC-C807-57C1-6C8042276BBC}"/>
          </ac:spMkLst>
        </pc:spChg>
        <pc:grpChg chg="add mod">
          <ac:chgData name="Andrew Patterson" userId="6c8ffccf-7c1b-4173-8b93-861005bd5f70" providerId="ADAL" clId="{E070F7CC-DEB4-40EF-9ADE-EF71E43785A2}" dt="2026-03-19T16:39:15.240" v="200" actId="1038"/>
          <ac:grpSpMkLst>
            <pc:docMk/>
            <pc:sldMk cId="551364960" sldId="341"/>
            <ac:grpSpMk id="2" creationId="{4203E779-A146-9C1A-1787-9A42E0C8AE8E}"/>
          </ac:grpSpMkLst>
        </pc:grpChg>
        <pc:grpChg chg="add mod">
          <ac:chgData name="Andrew Patterson" userId="6c8ffccf-7c1b-4173-8b93-861005bd5f70" providerId="ADAL" clId="{E070F7CC-DEB4-40EF-9ADE-EF71E43785A2}" dt="2026-03-19T16:39:15.240" v="200" actId="1038"/>
          <ac:grpSpMkLst>
            <pc:docMk/>
            <pc:sldMk cId="551364960" sldId="341"/>
            <ac:grpSpMk id="6" creationId="{81DF200E-63E9-6EC6-007B-8557DA8A5CDB}"/>
          </ac:grpSpMkLst>
        </pc:grpChg>
        <pc:grpChg chg="add mod">
          <ac:chgData name="Andrew Patterson" userId="6c8ffccf-7c1b-4173-8b93-861005bd5f70" providerId="ADAL" clId="{E070F7CC-DEB4-40EF-9ADE-EF71E43785A2}" dt="2026-03-19T16:39:15.240" v="200" actId="1038"/>
          <ac:grpSpMkLst>
            <pc:docMk/>
            <pc:sldMk cId="551364960" sldId="341"/>
            <ac:grpSpMk id="9" creationId="{1EAD12D5-3CD7-8855-9107-79C772793B29}"/>
          </ac:grpSpMkLst>
        </pc:grpChg>
        <pc:grpChg chg="add mod">
          <ac:chgData name="Andrew Patterson" userId="6c8ffccf-7c1b-4173-8b93-861005bd5f70" providerId="ADAL" clId="{E070F7CC-DEB4-40EF-9ADE-EF71E43785A2}" dt="2026-03-19T16:39:15.240" v="200" actId="1038"/>
          <ac:grpSpMkLst>
            <pc:docMk/>
            <pc:sldMk cId="551364960" sldId="341"/>
            <ac:grpSpMk id="12" creationId="{E8CC1D0B-D522-1AFE-69DA-CF3D96FFB25E}"/>
          </ac:grpSpMkLst>
        </pc:grpChg>
        <pc:grpChg chg="add mod">
          <ac:chgData name="Andrew Patterson" userId="6c8ffccf-7c1b-4173-8b93-861005bd5f70" providerId="ADAL" clId="{E070F7CC-DEB4-40EF-9ADE-EF71E43785A2}" dt="2026-03-19T16:39:15.240" v="200" actId="1038"/>
          <ac:grpSpMkLst>
            <pc:docMk/>
            <pc:sldMk cId="551364960" sldId="341"/>
            <ac:grpSpMk id="15" creationId="{D6B0194F-7B48-F167-8A40-1AAEF9E8EA8D}"/>
          </ac:grpSpMkLst>
        </pc:grpChg>
        <pc:grpChg chg="add mod">
          <ac:chgData name="Andrew Patterson" userId="6c8ffccf-7c1b-4173-8b93-861005bd5f70" providerId="ADAL" clId="{E070F7CC-DEB4-40EF-9ADE-EF71E43785A2}" dt="2026-03-19T16:39:15.240" v="200" actId="1038"/>
          <ac:grpSpMkLst>
            <pc:docMk/>
            <pc:sldMk cId="551364960" sldId="341"/>
            <ac:grpSpMk id="18" creationId="{65DD6037-83F2-84CF-1E79-308804B3AA24}"/>
          </ac:grpSpMkLst>
        </pc:grpChg>
        <pc:grpChg chg="add mod">
          <ac:chgData name="Andrew Patterson" userId="6c8ffccf-7c1b-4173-8b93-861005bd5f70" providerId="ADAL" clId="{E070F7CC-DEB4-40EF-9ADE-EF71E43785A2}" dt="2026-03-19T16:39:15.240" v="200" actId="1038"/>
          <ac:grpSpMkLst>
            <pc:docMk/>
            <pc:sldMk cId="551364960" sldId="341"/>
            <ac:grpSpMk id="21" creationId="{4F61CE64-5722-8262-701A-ED6A9F4DC127}"/>
          </ac:grpSpMkLst>
        </pc:grpChg>
      </pc:sldChg>
      <pc:sldChg chg="delSp modSp add mod ord">
        <pc:chgData name="Andrew Patterson" userId="6c8ffccf-7c1b-4173-8b93-861005bd5f70" providerId="ADAL" clId="{E070F7CC-DEB4-40EF-9ADE-EF71E43785A2}" dt="2026-03-19T20:43:11.427" v="575"/>
        <pc:sldMkLst>
          <pc:docMk/>
          <pc:sldMk cId="2071052272" sldId="343"/>
        </pc:sldMkLst>
        <pc:spChg chg="mod">
          <ac:chgData name="Andrew Patterson" userId="6c8ffccf-7c1b-4173-8b93-861005bd5f70" providerId="ADAL" clId="{E070F7CC-DEB4-40EF-9ADE-EF71E43785A2}" dt="2026-03-19T20:23:59.176" v="573" actId="20577"/>
          <ac:spMkLst>
            <pc:docMk/>
            <pc:sldMk cId="2071052272" sldId="343"/>
            <ac:spMk id="2" creationId="{CD6D394D-A124-0A37-92F7-266E85F80F9E}"/>
          </ac:spMkLst>
        </pc:spChg>
        <pc:spChg chg="del">
          <ac:chgData name="Andrew Patterson" userId="6c8ffccf-7c1b-4173-8b93-861005bd5f70" providerId="ADAL" clId="{E070F7CC-DEB4-40EF-9ADE-EF71E43785A2}" dt="2026-03-19T20:12:41.708" v="204" actId="478"/>
          <ac:spMkLst>
            <pc:docMk/>
            <pc:sldMk cId="2071052272" sldId="343"/>
            <ac:spMk id="3" creationId="{BB96F764-EBEB-6175-1DF4-F8F6A372E31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addSld modSld sldOrd">
      <pc:chgData name="Andrew Patterson" userId="6c8ffccf-7c1b-4173-8b93-861005bd5f70" providerId="ADAL" clId="{340A04FB-801D-4D33-9372-268FA29A2369}" dt="2026-03-19T11:23:19.295" v="47" actId="2711"/>
      <pc:docMkLst>
        <pc:docMk/>
      </pc:docMkLst>
      <pc:sldChg chg="modSp new mod">
        <pc:chgData name="Andrew Patterson" userId="6c8ffccf-7c1b-4173-8b93-861005bd5f70" providerId="ADAL" clId="{340A04FB-801D-4D33-9372-268FA29A2369}" dt="2026-03-19T11:08:16.393" v="2" actId="20577"/>
        <pc:sldMkLst>
          <pc:docMk/>
          <pc:sldMk cId="3924705366" sldId="256"/>
        </pc:sldMkLst>
        <pc:spChg chg="mod">
          <ac:chgData name="Andrew Patterson" userId="6c8ffccf-7c1b-4173-8b93-861005bd5f70" providerId="ADAL" clId="{340A04FB-801D-4D33-9372-268FA29A2369}" dt="2026-03-19T11:08:16.393" v="2" actId="20577"/>
          <ac:spMkLst>
            <pc:docMk/>
            <pc:sldMk cId="3924705366" sldId="256"/>
            <ac:spMk id="2" creationId="{11ADFE4B-4E99-2C0A-8EAE-C81384C12BFA}"/>
          </ac:spMkLst>
        </pc:spChg>
      </pc:sldChg>
      <pc:sldChg chg="modSp add mod">
        <pc:chgData name="Andrew Patterson" userId="6c8ffccf-7c1b-4173-8b93-861005bd5f70" providerId="ADAL" clId="{340A04FB-801D-4D33-9372-268FA29A2369}" dt="2026-03-19T11:09:48.204" v="12" actId="20577"/>
        <pc:sldMkLst>
          <pc:docMk/>
          <pc:sldMk cId="3345573719" sldId="257"/>
        </pc:sldMkLst>
        <pc:spChg chg="mod">
          <ac:chgData name="Andrew Patterson" userId="6c8ffccf-7c1b-4173-8b93-861005bd5f70" providerId="ADAL" clId="{340A04FB-801D-4D33-9372-268FA29A2369}" dt="2026-03-19T11:09:48.204" v="12" actId="20577"/>
          <ac:spMkLst>
            <pc:docMk/>
            <pc:sldMk cId="3345573719" sldId="257"/>
            <ac:spMk id="2" creationId="{B46C6785-5287-802A-5CCB-9E287EB68794}"/>
          </ac:spMkLst>
        </pc:spChg>
      </pc:sldChg>
      <pc:sldChg chg="add">
        <pc:chgData name="Andrew Patterson" userId="6c8ffccf-7c1b-4173-8b93-861005bd5f70" providerId="ADAL" clId="{340A04FB-801D-4D33-9372-268FA29A2369}" dt="2026-03-19T11:20:54.958" v="35"/>
        <pc:sldMkLst>
          <pc:docMk/>
          <pc:sldMk cId="1700952183" sldId="259"/>
        </pc:sldMkLst>
      </pc:sldChg>
      <pc:sldChg chg="modSp add mod ord">
        <pc:chgData name="Andrew Patterson" userId="6c8ffccf-7c1b-4173-8b93-861005bd5f70" providerId="ADAL" clId="{340A04FB-801D-4D33-9372-268FA29A2369}" dt="2026-03-19T11:09:14.414" v="9" actId="20577"/>
        <pc:sldMkLst>
          <pc:docMk/>
          <pc:sldMk cId="1201532438" sldId="311"/>
        </pc:sldMkLst>
        <pc:spChg chg="mod">
          <ac:chgData name="Andrew Patterson" userId="6c8ffccf-7c1b-4173-8b93-861005bd5f70" providerId="ADAL" clId="{340A04FB-801D-4D33-9372-268FA29A2369}" dt="2026-03-19T11:09:14.414" v="9" actId="20577"/>
          <ac:spMkLst>
            <pc:docMk/>
            <pc:sldMk cId="1201532438" sldId="311"/>
            <ac:spMk id="2" creationId="{8ABC872D-4CC6-5F41-37AA-E4345552FE53}"/>
          </ac:spMkLst>
        </pc:spChg>
      </pc:sldChg>
      <pc:sldChg chg="delSp modSp add mod ord">
        <pc:chgData name="Andrew Patterson" userId="6c8ffccf-7c1b-4173-8b93-861005bd5f70" providerId="ADAL" clId="{340A04FB-801D-4D33-9372-268FA29A2369}" dt="2026-03-19T11:21:47.382" v="37" actId="478"/>
        <pc:sldMkLst>
          <pc:docMk/>
          <pc:sldMk cId="2624607045" sldId="312"/>
        </pc:sldMkLst>
        <pc:spChg chg="del">
          <ac:chgData name="Andrew Patterson" userId="6c8ffccf-7c1b-4173-8b93-861005bd5f70" providerId="ADAL" clId="{340A04FB-801D-4D33-9372-268FA29A2369}" dt="2026-03-19T11:21:47.382" v="37" actId="478"/>
          <ac:spMkLst>
            <pc:docMk/>
            <pc:sldMk cId="2624607045" sldId="312"/>
            <ac:spMk id="2" creationId="{0F8F80B6-E861-1EE8-0404-5C2863C3CD60}"/>
          </ac:spMkLst>
        </pc:spChg>
        <pc:spChg chg="mod">
          <ac:chgData name="Andrew Patterson" userId="6c8ffccf-7c1b-4173-8b93-861005bd5f70" providerId="ADAL" clId="{340A04FB-801D-4D33-9372-268FA29A2369}" dt="2026-03-19T11:10:19.300" v="34" actId="20577"/>
          <ac:spMkLst>
            <pc:docMk/>
            <pc:sldMk cId="2624607045" sldId="312"/>
            <ac:spMk id="3" creationId="{2BDBE0DC-F63A-C50C-538A-CD3C95D56123}"/>
          </ac:spMkLst>
        </pc:spChg>
      </pc:sldChg>
      <pc:sldChg chg="add ord">
        <pc:chgData name="Andrew Patterson" userId="6c8ffccf-7c1b-4173-8b93-861005bd5f70" providerId="ADAL" clId="{340A04FB-801D-4D33-9372-268FA29A2369}" dt="2026-03-19T11:09:00.793" v="5"/>
        <pc:sldMkLst>
          <pc:docMk/>
          <pc:sldMk cId="551364960" sldId="341"/>
        </pc:sldMkLst>
      </pc:sldChg>
      <pc:sldChg chg="addSp modSp new mod">
        <pc:chgData name="Andrew Patterson" userId="6c8ffccf-7c1b-4173-8b93-861005bd5f70" providerId="ADAL" clId="{340A04FB-801D-4D33-9372-268FA29A2369}" dt="2026-03-19T11:23:19.295" v="47" actId="2711"/>
        <pc:sldMkLst>
          <pc:docMk/>
          <pc:sldMk cId="2771178039" sldId="342"/>
        </pc:sldMkLst>
        <pc:spChg chg="add mod">
          <ac:chgData name="Andrew Patterson" userId="6c8ffccf-7c1b-4173-8b93-861005bd5f70" providerId="ADAL" clId="{340A04FB-801D-4D33-9372-268FA29A2369}" dt="2026-03-19T11:22:19.343" v="41" actId="1076"/>
          <ac:spMkLst>
            <pc:docMk/>
            <pc:sldMk cId="2771178039" sldId="342"/>
            <ac:spMk id="2" creationId="{CD6D394D-A124-0A37-92F7-266E85F80F9E}"/>
          </ac:spMkLst>
        </pc:spChg>
        <pc:spChg chg="add mod">
          <ac:chgData name="Andrew Patterson" userId="6c8ffccf-7c1b-4173-8b93-861005bd5f70" providerId="ADAL" clId="{340A04FB-801D-4D33-9372-268FA29A2369}" dt="2026-03-19T11:23:19.295" v="47" actId="2711"/>
          <ac:spMkLst>
            <pc:docMk/>
            <pc:sldMk cId="2771178039" sldId="342"/>
            <ac:spMk id="3" creationId="{BB96F764-EBEB-6175-1DF4-F8F6A372E3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4E04-4B85-14BC-A277-078E7948F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59B5F-3130-258F-5B9E-E38854BCF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E5A54-7944-DEF8-0BE6-7F4935EE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ED9D-286D-4753-B6D5-826FEC85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243BA-CDDC-2B54-5BA0-33E767DE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270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829E-0D7F-C5AD-DECB-E422D486E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8053-29FE-6593-AD56-B1551471C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500D-8BFC-348E-C32E-B4A0BD71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0EFD-5561-6108-2421-42E952C3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6C030-F706-AB23-F9E8-BFB10077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F486-575B-109B-7870-ACD8C542E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42695-6277-1F16-B47D-11BF3AAC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ADEB5-3166-349D-7E07-FB418C5C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C1E07-C7B9-3A91-D9F8-64457B71B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5AD7F-A8C4-0DC5-5AF3-EE928421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222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2E72-2DBB-F88D-0D86-10CA0920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01018-E077-E809-AAC4-66147FB29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3C741-6442-C4EA-E8B6-95107A895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C149F-2AC4-09F2-C953-1CBF6781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CCF87-172E-4429-946B-3133B0AC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8DEFD-9549-484A-D879-66C919FB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64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F708-EF45-06CD-A9DD-12453BC03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977C7-F29C-B2C0-4DA5-2B4C72857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4C02E-C489-8923-9729-F4F62FD29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EB1CA3-6F93-29A1-C629-5C60F65D9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998F7-44E1-FA7A-A326-2B8351A79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EFFBC-9F4A-2B82-8ABC-6200F8D6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95593C-C85E-8973-1030-A873BC94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86A75-A63F-46CF-0D28-04F5C1BA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671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2FC0-8101-25F9-FB36-381A0CA9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C8C9C-E520-1949-1FD0-8AC6A536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993DDC-AB64-6BBF-DE86-291AB8B3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E9636-1571-BC0F-7C3E-9D35BC10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121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9DEBF8-364E-B6DA-4B4B-8AB2D9DA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313D7-63AF-189F-1722-1F77BAA25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2C479-BB8E-A9F4-50CC-EED3B0DC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2028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4B4C-86D2-59FA-459B-CBCAF5B8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AB37-A5B0-A9E6-3B9F-A0B17CE42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3DC86-F81C-AC66-5D31-D05622E93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71CEF-8C91-4A4F-5661-0A58F040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9755E-FED0-8A67-55BE-DBF24D82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C1845-B61D-C1E6-1998-207D65FC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504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5224-3F27-8041-CB3C-F3F4A120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4A1DD-438C-1755-E878-4AFC0BA95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F8CE9-1706-FEAA-0D25-E9110E312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5EC9C-95D3-2CDB-3622-F7BC8490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BA290-F6F5-AAAC-98B8-808F1C21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581F5-65B7-DCE0-2BA8-44DB6996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5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6A95-711D-65B0-246E-80ED9A1F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F531F-1427-1993-0A1E-FE5698C58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4EFC0-46C8-CDAA-A5EC-CB4A7BF6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C6D64-8306-1443-28AA-05710772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581ED-3F02-E2A9-D198-0F44A664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736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182F08-7DC2-0234-0095-82368DB9B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74FE3-E558-33EC-E4AE-907FF60B8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59781-1FCF-1917-6F8F-EE2AEBA3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B2DAA-B835-2AF7-813E-12B04BD6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9A00C-CF74-AB9A-7E4A-6834F646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856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51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194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6604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8836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345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82496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388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80996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15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3979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93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92C52-4143-D344-A515-1C4D3517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CECCE-E0BE-0FCF-686F-E20A64FE4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A138C-087B-3856-87A9-0D32AE1B2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0E61F-3A9F-4611-AFB3-EEF8A1CB0319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9F9A0-5296-DE5B-FA0B-932CAA7F1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1965-FC24-1DBF-F78D-947C89E7C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CC29F-B50A-4536-ADD1-64E7E29AA5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287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0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AXGpo4_UiBS5GL7r9ZW8lsAWVzPlTGsSLb-bYjBvz-RAI?e=44nLmQ" TargetMode="External"/><Relationship Id="rId2" Type="http://schemas.openxmlformats.org/officeDocument/2006/relationships/hyperlink" Target="https://thecardiffandvalecollege.sharepoint.com/:p:/s/Section_ESCCCP24_2025_2026/IQARq5sk26KVQptODzTpFE_dAU38ze0bozutQAmG4V7wIAw?e=NHo2KV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CS57qxRe61SIr0aPtapzaKAXIIa87ZzRdJ73Ohmf337rw?e=AA6Evp" TargetMode="External"/><Relationship Id="rId2" Type="http://schemas.openxmlformats.org/officeDocument/2006/relationships/hyperlink" Target="https://thecardiffandvalecollege.sharepoint.com/:p:/s/Section_ESCCCP24_2025_2026/IQAxfcSP4ut9RKHJnb4fkrQkAS6X_hV7fkJ2W_lZ0TOS_zs?e=k6Ztx5" TargetMode="Externa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CS57qxRe61SIr0aPtapzaKAXIIa87ZzRdJ73Ohmf337rw?e=AA6Evp" TargetMode="External"/><Relationship Id="rId2" Type="http://schemas.openxmlformats.org/officeDocument/2006/relationships/hyperlink" Target="https://thecardiffandvalecollege.sharepoint.com/:p:/s/Section_ESCCCP24_2025_2026/IQAxfcSP4ut9RKHJnb4fkrQkAS6X_hV7fkJ2W_lZ0TOS_zs?e=k6Ztx5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FE4B-4E99-2C0A-8EAE-C81384C12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4) ESCCCP24 2025-2026 </a:t>
            </a:r>
            <a:br>
              <a:rPr lang="pt-BR" dirty="0"/>
            </a:br>
            <a:r>
              <a:rPr lang="pt-BR" dirty="0"/>
              <a:t>19 Mar 2026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11AB0-ADF9-7CD3-CE2B-BF9D18A75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4705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C6785-5287-802A-5CCB-9E287EB68794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19 Mar 2026</a:t>
            </a:r>
          </a:p>
        </p:txBody>
      </p:sp>
    </p:spTree>
    <p:extLst>
      <p:ext uri="{BB962C8B-B14F-4D97-AF65-F5344CB8AC3E}">
        <p14:creationId xmlns:p14="http://schemas.microsoft.com/office/powerpoint/2010/main" val="33455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DBE0DC-F63A-C50C-538A-CD3C95D56123}"/>
              </a:ext>
            </a:extLst>
          </p:cNvPr>
          <p:cNvSpPr txBox="1"/>
          <p:nvPr/>
        </p:nvSpPr>
        <p:spPr>
          <a:xfrm>
            <a:off x="1320384" y="697028"/>
            <a:ext cx="7934452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/>
                <a:ea typeface="+mn-ea"/>
                <a:cs typeface="+mn-cs"/>
              </a:rPr>
              <a:t>Work from 12 Mar 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/>
                <a:ea typeface="+mn-ea"/>
                <a:cs typeface="+mn-cs"/>
              </a:rPr>
              <a:t>Using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/>
                <a:ea typeface="+mn-ea"/>
                <a:cs typeface="+mn-cs"/>
                <a:hlinkClick r:id="rId2"/>
              </a:rPr>
              <a:t>Writing an Article (I) Plus FCE.pptx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/>
                <a:ea typeface="+mn-ea"/>
                <a:cs typeface="+mn-cs"/>
              </a:rPr>
              <a:t> and 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/>
                <a:ea typeface="+mn-ea"/>
                <a:cs typeface="+mn-cs"/>
                <a:hlinkClick r:id="rId2"/>
              </a:rPr>
              <a:t>Writing an Article (I) Plus FCE.pptx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Aptos" panose="020B0004020202020204" pitchFamily="34" charset="0"/>
                <a:cs typeface="Times New Roman"/>
              </a:rPr>
              <a:t>, we 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/>
              <a:ea typeface="Aptos" panose="020B0004020202020204" pitchFamily="34" charset="0"/>
              <a:cs typeface="Times New Roman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Aptos" panose="020B0004020202020204" pitchFamily="34" charset="0"/>
                <a:cs typeface="Times New Roman"/>
              </a:rPr>
              <a:t>learnt to write articles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adi ExtraLight" panose="020B0204020104020204" pitchFamily="34" charset="0"/>
              <a:ea typeface="Aptos" panose="020B0004020202020204" pitchFamily="34" charset="0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0" i="0" u="sng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Times New Roman" panose="02020603050405020304" pitchFamily="18" charset="0"/>
              </a:rPr>
              <a:t>Homework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/>
                <a:ea typeface="+mn-ea"/>
                <a:cs typeface="+mn-cs"/>
                <a:hlinkClick r:id="rId3"/>
              </a:rPr>
              <a:t>04)PlusFCE Article (I) pp53-56.pdf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Page 56 Ex 3. See next slide.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11BCC9-A602-C9E2-86BD-3DAC81D91910}"/>
              </a:ext>
            </a:extLst>
          </p:cNvPr>
          <p:cNvGrpSpPr>
            <a:grpSpLocks noChangeAspect="1"/>
          </p:cNvGrpSpPr>
          <p:nvPr/>
        </p:nvGrpSpPr>
        <p:grpSpPr>
          <a:xfrm>
            <a:off x="1023010" y="860780"/>
            <a:ext cx="297374" cy="297521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461C4649-15D7-2909-73E1-9DFFC44C6F5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F46C9FA9-E659-33A0-8157-24236700224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4B0F6DC-74C9-0476-CF4E-5A5D88BFC679}"/>
              </a:ext>
            </a:extLst>
          </p:cNvPr>
          <p:cNvGrpSpPr>
            <a:grpSpLocks noChangeAspect="1"/>
          </p:cNvGrpSpPr>
          <p:nvPr/>
        </p:nvGrpSpPr>
        <p:grpSpPr>
          <a:xfrm>
            <a:off x="1023010" y="1316963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84EFD67E-52F9-CBDD-9623-9D8ECB4C0A0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6560E30-2C5A-6CFD-3860-388D3FDB46E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7EE95DD-2ABB-2CC2-A033-E3F30C0BD56A}"/>
              </a:ext>
            </a:extLst>
          </p:cNvPr>
          <p:cNvGrpSpPr>
            <a:grpSpLocks noChangeAspect="1"/>
          </p:cNvGrpSpPr>
          <p:nvPr/>
        </p:nvGrpSpPr>
        <p:grpSpPr>
          <a:xfrm>
            <a:off x="1023010" y="1829363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C3341805-5648-88B1-0E3F-10CF4DA5A68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BF69080D-AC8E-F169-BD0C-D02E9F6E030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4C5B49-61ED-8013-F0BC-5672617D9FCC}"/>
              </a:ext>
            </a:extLst>
          </p:cNvPr>
          <p:cNvGrpSpPr>
            <a:grpSpLocks noChangeAspect="1"/>
          </p:cNvGrpSpPr>
          <p:nvPr/>
        </p:nvGrpSpPr>
        <p:grpSpPr>
          <a:xfrm>
            <a:off x="1023010" y="2289491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F3688B6-623D-E96F-005C-647421BEA2E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599B093C-EAF8-E1EE-EA7A-8C592E0F27B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4B32C89-5433-A9EC-3D7B-AB39669B2251}"/>
              </a:ext>
            </a:extLst>
          </p:cNvPr>
          <p:cNvGrpSpPr>
            <a:grpSpLocks noChangeAspect="1"/>
          </p:cNvGrpSpPr>
          <p:nvPr/>
        </p:nvGrpSpPr>
        <p:grpSpPr>
          <a:xfrm>
            <a:off x="1023010" y="2779987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867FA96C-A147-A8FF-C591-B7AEB9431CDF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9CD2ACDC-02AF-7DCC-D77A-DF347AFCAACD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23C06C-398B-945A-031C-5EDECFAD259A}"/>
              </a:ext>
            </a:extLst>
          </p:cNvPr>
          <p:cNvGrpSpPr>
            <a:grpSpLocks noChangeAspect="1"/>
          </p:cNvGrpSpPr>
          <p:nvPr/>
        </p:nvGrpSpPr>
        <p:grpSpPr>
          <a:xfrm>
            <a:off x="1023010" y="3304074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F623CAD1-E45E-28E7-8B40-E22C8926133F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D9FD43B3-EB8F-6F70-A403-D5E59B9B7AB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C0E26B-B303-E436-5894-6502E585CA7C}"/>
              </a:ext>
            </a:extLst>
          </p:cNvPr>
          <p:cNvGrpSpPr>
            <a:grpSpLocks noChangeAspect="1"/>
          </p:cNvGrpSpPr>
          <p:nvPr/>
        </p:nvGrpSpPr>
        <p:grpSpPr>
          <a:xfrm>
            <a:off x="1023010" y="3772733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0D7F6EA5-A056-BD87-2D07-DD8706ACE122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28833E13-C8EF-33EB-6651-58BE6C29134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460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4190E2B-51E4-4D9C-8822-AB7E508BF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10" y="612844"/>
            <a:ext cx="1137804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Calibri" panose="020F0502020204030204" pitchFamily="34" charset="0"/>
              </a:rPr>
              <a:t>3 Task for homework</a:t>
            </a:r>
            <a:b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Calibri" panose="020F0502020204030204" pitchFamily="34" charset="0"/>
              </a:rPr>
              <a:t>A local English language newspaper is going to publish articles about places worth visiting in your country. </a:t>
            </a:r>
            <a:b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Calibri" panose="020F0502020204030204" pitchFamily="34" charset="0"/>
              </a:rPr>
            </a:b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Calibri" panose="020F0502020204030204" pitchFamily="34" charset="0"/>
              </a:rPr>
              <a:t>Write an article to be published in this newspaper. (120-180 words)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Depending on your preference, y</a:t>
            </a:r>
            <a:r>
              <a:rPr kumimoji="0" lang="en-GB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our country 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may refer to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• the UK, or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• your country of origin.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If you want the extra practice, you could of course do one of each.</a:t>
            </a:r>
            <a:endParaRPr kumimoji="0" lang="en-GB" sz="3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03E779-A146-9C1A-1787-9A42E0C8AE8E}"/>
              </a:ext>
            </a:extLst>
          </p:cNvPr>
          <p:cNvGrpSpPr>
            <a:grpSpLocks noChangeAspect="1"/>
          </p:cNvGrpSpPr>
          <p:nvPr/>
        </p:nvGrpSpPr>
        <p:grpSpPr>
          <a:xfrm>
            <a:off x="386701" y="846926"/>
            <a:ext cx="297374" cy="297521"/>
            <a:chOff x="1752597" y="2171695"/>
            <a:chExt cx="4317849" cy="4320005"/>
          </a:xfrm>
        </p:grpSpPr>
        <p:sp>
          <p:nvSpPr>
            <p:cNvPr id="3" name="Free-form: Shape 3">
              <a:extLst>
                <a:ext uri="{FF2B5EF4-FFF2-40B4-BE49-F238E27FC236}">
                  <a16:creationId xmlns:a16="http://schemas.microsoft.com/office/drawing/2014/main" id="{A572F783-0846-894E-7ED4-0DDD56B77EE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D6E2530F-B413-1BD8-1CAE-C9A7C58DA32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1DF200E-63E9-6EC6-007B-8557DA8A5CDB}"/>
              </a:ext>
            </a:extLst>
          </p:cNvPr>
          <p:cNvGrpSpPr>
            <a:grpSpLocks noChangeAspect="1"/>
          </p:cNvGrpSpPr>
          <p:nvPr/>
        </p:nvGrpSpPr>
        <p:grpSpPr>
          <a:xfrm>
            <a:off x="386701" y="1400094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5656F044-3BE1-3755-226F-699CA0D6D5B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0779EC83-D69D-750B-8F33-6C591AEEBE4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EAD12D5-3CD7-8855-9107-79C772793B29}"/>
              </a:ext>
            </a:extLst>
          </p:cNvPr>
          <p:cNvGrpSpPr>
            <a:grpSpLocks noChangeAspect="1"/>
          </p:cNvGrpSpPr>
          <p:nvPr/>
        </p:nvGrpSpPr>
        <p:grpSpPr>
          <a:xfrm>
            <a:off x="386701" y="3020866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A3556DB9-7EBF-B04F-02BB-113A78194BA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905F8CF6-DAC3-8874-92E7-4E8D3E72E97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CC1D0B-D522-1AFE-69DA-CF3D96FFB25E}"/>
              </a:ext>
            </a:extLst>
          </p:cNvPr>
          <p:cNvGrpSpPr>
            <a:grpSpLocks noChangeAspect="1"/>
          </p:cNvGrpSpPr>
          <p:nvPr/>
        </p:nvGrpSpPr>
        <p:grpSpPr>
          <a:xfrm>
            <a:off x="386701" y="4132165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6AA9777F-408D-BE68-40A0-E4F4B7F9112F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E38F6F97-7864-49E0-EA16-5D9B555C624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B0194F-7B48-F167-8A40-1AAEF9E8EA8D}"/>
              </a:ext>
            </a:extLst>
          </p:cNvPr>
          <p:cNvGrpSpPr>
            <a:grpSpLocks noChangeAspect="1"/>
          </p:cNvGrpSpPr>
          <p:nvPr/>
        </p:nvGrpSpPr>
        <p:grpSpPr>
          <a:xfrm>
            <a:off x="386701" y="4678081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D75CCDDF-7B33-7735-DB32-8BB317D4E62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030CDFA9-BDB7-09BD-7B99-05E1A6188CB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DD6037-83F2-84CF-1E79-308804B3AA24}"/>
              </a:ext>
            </a:extLst>
          </p:cNvPr>
          <p:cNvGrpSpPr>
            <a:grpSpLocks noChangeAspect="1"/>
          </p:cNvGrpSpPr>
          <p:nvPr/>
        </p:nvGrpSpPr>
        <p:grpSpPr>
          <a:xfrm>
            <a:off x="386701" y="5216023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77E5FED5-7682-8DDC-EF51-821503D3880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09DD7C92-3F36-29A3-42F1-41F7D4B531F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61CE64-5722-8262-701A-ED6A9F4DC127}"/>
              </a:ext>
            </a:extLst>
          </p:cNvPr>
          <p:cNvGrpSpPr>
            <a:grpSpLocks noChangeAspect="1"/>
          </p:cNvGrpSpPr>
          <p:nvPr/>
        </p:nvGrpSpPr>
        <p:grpSpPr>
          <a:xfrm>
            <a:off x="386701" y="5753957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97393177-3631-AFE3-281A-66459B5B82EE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4BF49BEB-BFEC-C807-57C1-6C8042276BB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36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62880-872B-7C90-3DBE-A2E103D5CE40}"/>
              </a:ext>
            </a:extLst>
          </p:cNvPr>
          <p:cNvSpPr txBox="1"/>
          <p:nvPr/>
        </p:nvSpPr>
        <p:spPr>
          <a:xfrm>
            <a:off x="1891145" y="1843950"/>
            <a:ext cx="84097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Reading/Writing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17:45-20:45</a:t>
            </a:r>
          </a:p>
        </p:txBody>
      </p:sp>
    </p:spTree>
    <p:extLst>
      <p:ext uri="{BB962C8B-B14F-4D97-AF65-F5344CB8AC3E}">
        <p14:creationId xmlns:p14="http://schemas.microsoft.com/office/powerpoint/2010/main" val="1700952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6D394D-A124-0A37-92F7-266E85F80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259" y="1092888"/>
            <a:ext cx="496674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hlinkClick r:id="rId2"/>
              </a:rPr>
              <a:t>Writing a film review.pptx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96F764-EBEB-6175-1DF4-F8F6A372E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259" y="2001632"/>
            <a:ext cx="55568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3"/>
              </a:rPr>
              <a:t>07) PlusPreIntU7 Film review.pdf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78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890BC-D04E-5C19-2EE1-A751FDDD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BC872D-4CC6-5F41-37AA-E4345552FE53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19 Mar 2026</a:t>
            </a:r>
          </a:p>
        </p:txBody>
      </p:sp>
    </p:spTree>
    <p:extLst>
      <p:ext uri="{BB962C8B-B14F-4D97-AF65-F5344CB8AC3E}">
        <p14:creationId xmlns:p14="http://schemas.microsoft.com/office/powerpoint/2010/main" val="120153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6D394D-A124-0A37-92F7-266E85F80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878" y="417915"/>
            <a:ext cx="9441759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Work from 19 Mar 2026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Using 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hlinkClick r:id="rId2"/>
              </a:rPr>
              <a:t>Writing a film review.pptx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made from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3"/>
              </a:rPr>
              <a:t>07) PlusPreIntU7 Film review.pdf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, we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3200" dirty="0">
                <a:solidFill>
                  <a:prstClr val="black"/>
                </a:solidFill>
                <a:latin typeface="Abadi ExtraLight" panose="020B0204020104020204" pitchFamily="34" charset="0"/>
              </a:rPr>
              <a:t>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earnt to write a film review.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en-US" sz="3200" u="sng" dirty="0">
                <a:solidFill>
                  <a:prstClr val="black"/>
                </a:solidFill>
                <a:latin typeface="Abadi ExtraLight" panose="020B0204020104020204" pitchFamily="34" charset="0"/>
              </a:rPr>
              <a:t>Homework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3"/>
              </a:rPr>
              <a:t>07) PlusPreIntU7 Film review.pdf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3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Using the plan template </a:t>
            </a:r>
            <a:r>
              <a:rPr kumimoji="0" lang="en-US" altLang="en-US" sz="3200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i</a:t>
            </a:r>
            <a:r>
              <a:rPr lang="en-US" altLang="en-US" sz="3200" dirty="0">
                <a:solidFill>
                  <a:prstClr val="black"/>
                </a:solidFill>
                <a:latin typeface="Abadi ExtraLight" panose="020B0204020104020204" pitchFamily="34" charset="0"/>
              </a:rPr>
              <a:t>n </a:t>
            </a:r>
            <a:r>
              <a:rPr kumimoji="0" lang="en-US" altLang="en-US" sz="3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Ex 3 p. 56 of </a:t>
            </a:r>
            <a:r>
              <a:rPr lang="en-US" altLang="en-US" sz="3200" dirty="0">
                <a:latin typeface="Tw Cen MT Condensed Extra Bold" panose="020B0803020202020204" pitchFamily="34" charset="0"/>
                <a:hlinkClick r:id="rId3"/>
              </a:rPr>
              <a:t>07) PlusPreIntU7 Film review.pdf </a:t>
            </a:r>
            <a:r>
              <a:rPr kumimoji="0" lang="en-US" altLang="en-US" sz="3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, or your own plan – experience has taught me that not everyone likes this framework, plan and write a film review of a film of your choice. P. 56 Ex 4. </a:t>
            </a:r>
            <a:r>
              <a:rPr lang="en-US" altLang="en-US" sz="3200" dirty="0">
                <a:solidFill>
                  <a:prstClr val="black"/>
                </a:solidFill>
                <a:latin typeface="Abadi ExtraLight" panose="020B0204020104020204" pitchFamily="34" charset="0"/>
              </a:rPr>
              <a:t>Use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hlinkClick r:id="rId2"/>
              </a:rPr>
              <a:t>Writing a film review.pptx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</a:rPr>
              <a:t> </a:t>
            </a:r>
            <a:r>
              <a:rPr lang="en-US" altLang="en-US" sz="3200" dirty="0">
                <a:solidFill>
                  <a:prstClr val="black"/>
                </a:solidFill>
                <a:latin typeface="Abadi ExtraLight" panose="020B0204020104020204" pitchFamily="34" charset="0"/>
              </a:rPr>
              <a:t>to help you.</a:t>
            </a:r>
            <a:endParaRPr kumimoji="0" lang="en-US" altLang="en-US" sz="32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052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SCC1P05 2025-2026 Class PowerPoint Template" id="{F58FAF5F-5C02-4A36-BBBE-708991514D85}" vid="{06B0B8DE-CAF2-47FC-91F8-BBC73CB6C2F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88E2A-DE84-483E-BD55-C5EBA95DF2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BD4CDF-6EB3-42E8-8992-E93B4302E83D}">
  <ds:schemaRefs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1635c7e-3a11-4128-b6ca-f17fd774e46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5A200E8-D539-4839-92B8-8F0812522C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266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Abadi ExtraLight</vt:lpstr>
      <vt:lpstr>Aptos</vt:lpstr>
      <vt:lpstr>Aptos Display</vt:lpstr>
      <vt:lpstr>Arial</vt:lpstr>
      <vt:lpstr>Arial Narrow</vt:lpstr>
      <vt:lpstr>Tw Cen MT Condensed Extra Bold</vt:lpstr>
      <vt:lpstr>Office Theme</vt:lpstr>
      <vt:lpstr>1_office theme</vt:lpstr>
      <vt:lpstr>4) ESCCCP24 2025-2026  19 Mar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Cardiff and Vale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Patterson</dc:creator>
  <cp:lastModifiedBy>Andrew Patterson</cp:lastModifiedBy>
  <cp:revision>1</cp:revision>
  <dcterms:created xsi:type="dcterms:W3CDTF">2026-03-19T11:08:07Z</dcterms:created>
  <dcterms:modified xsi:type="dcterms:W3CDTF">2026-03-19T20:43:20Z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