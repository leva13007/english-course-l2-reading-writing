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61" r:id="rId7"/>
    <p:sldId id="2725" r:id="rId8"/>
    <p:sldId id="2724" r:id="rId9"/>
    <p:sldId id="262" r:id="rId10"/>
    <p:sldId id="305" r:id="rId11"/>
    <p:sldId id="2726" r:id="rId12"/>
    <p:sldId id="304" r:id="rId13"/>
    <p:sldId id="2728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C9819E-1FD8-47E2-B5DC-D17B927D1B24}" v="3" dt="2026-07-09T15:48:35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S::apatterson@cavc.ac.uk::6c8ffccf-7c1b-4173-8b93-861005bd5f70" providerId="AD" clId="Web-{FD007A6E-F15E-4DF2-ACB7-47FA52DF426F}"/>
    <pc:docChg chg="modSld">
      <pc:chgData name="Andrew Patterson" userId="S::apatterson@cavc.ac.uk::6c8ffccf-7c1b-4173-8b93-861005bd5f70" providerId="AD" clId="Web-{FD007A6E-F15E-4DF2-ACB7-47FA52DF426F}" dt="2026-07-01T15:05:30.580" v="12" actId="1076"/>
      <pc:docMkLst>
        <pc:docMk/>
      </pc:docMkLst>
      <pc:sldChg chg="addSp delSp modSp">
        <pc:chgData name="Andrew Patterson" userId="S::apatterson@cavc.ac.uk::6c8ffccf-7c1b-4173-8b93-861005bd5f70" providerId="AD" clId="Web-{FD007A6E-F15E-4DF2-ACB7-47FA52DF426F}" dt="2026-07-01T15:05:30.580" v="12" actId="1076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FD007A6E-F15E-4DF2-ACB7-47FA52DF426F}" dt="2026-07-01T15:04:49.171" v="10" actId="1076"/>
          <ac:spMkLst>
            <pc:docMk/>
            <pc:sldMk cId="109857222" sldId="256"/>
            <ac:spMk id="2" creationId="{00000000-0000-0000-0000-000000000000}"/>
          </ac:spMkLst>
        </pc:spChg>
        <pc:picChg chg="add mod">
          <ac:chgData name="Andrew Patterson" userId="S::apatterson@cavc.ac.uk::6c8ffccf-7c1b-4173-8b93-861005bd5f70" providerId="AD" clId="Web-{FD007A6E-F15E-4DF2-ACB7-47FA52DF426F}" dt="2026-07-01T15:05:30.580" v="12" actId="1076"/>
          <ac:picMkLst>
            <pc:docMk/>
            <pc:sldMk cId="109857222" sldId="256"/>
            <ac:picMk id="4" creationId="{3919B134-FE83-2929-39B1-11824036B3DC}"/>
          </ac:picMkLst>
        </pc:picChg>
      </pc:sldChg>
    </pc:docChg>
  </pc:docChgLst>
  <pc:docChgLst>
    <pc:chgData name="Andrew Patterson" userId="6c8ffccf-7c1b-4173-8b93-861005bd5f70" providerId="ADAL" clId="{340A04FB-801D-4D33-9372-268FA29A2369}"/>
    <pc:docChg chg="addSld delSld modSld sldOrd">
      <pc:chgData name="Andrew Patterson" userId="6c8ffccf-7c1b-4173-8b93-861005bd5f70" providerId="ADAL" clId="{340A04FB-801D-4D33-9372-268FA29A2369}" dt="2026-07-09T15:49:11.429" v="178" actId="20577"/>
      <pc:docMkLst>
        <pc:docMk/>
      </pc:docMkLst>
      <pc:sldChg chg="modSp mod">
        <pc:chgData name="Andrew Patterson" userId="6c8ffccf-7c1b-4173-8b93-861005bd5f70" providerId="ADAL" clId="{340A04FB-801D-4D33-9372-268FA29A2369}" dt="2026-07-02T16:09:35.606" v="11" actId="1076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7-02T16:09:35.606" v="11" actId="1076"/>
          <ac:spMkLst>
            <pc:docMk/>
            <pc:sldMk cId="109857222" sldId="256"/>
            <ac:spMk id="2" creationId="{00000000-0000-0000-0000-000000000000}"/>
          </ac:spMkLst>
        </pc:spChg>
      </pc:sldChg>
      <pc:sldChg chg="add">
        <pc:chgData name="Andrew Patterson" userId="6c8ffccf-7c1b-4173-8b93-861005bd5f70" providerId="ADAL" clId="{340A04FB-801D-4D33-9372-268FA29A2369}" dt="2026-07-01T15:08:15.937" v="0"/>
        <pc:sldMkLst>
          <pc:docMk/>
          <pc:sldMk cId="839210519" sldId="261"/>
        </pc:sldMkLst>
      </pc:sldChg>
      <pc:sldChg chg="add">
        <pc:chgData name="Andrew Patterson" userId="6c8ffccf-7c1b-4173-8b93-861005bd5f70" providerId="ADAL" clId="{340A04FB-801D-4D33-9372-268FA29A2369}" dt="2026-07-01T15:11:42.534" v="2"/>
        <pc:sldMkLst>
          <pc:docMk/>
          <pc:sldMk cId="748540512" sldId="262"/>
        </pc:sldMkLst>
      </pc:sldChg>
      <pc:sldChg chg="add">
        <pc:chgData name="Andrew Patterson" userId="6c8ffccf-7c1b-4173-8b93-861005bd5f70" providerId="ADAL" clId="{340A04FB-801D-4D33-9372-268FA29A2369}" dt="2026-07-01T15:11:01.675" v="1"/>
        <pc:sldMkLst>
          <pc:docMk/>
          <pc:sldMk cId="287456303" sldId="304"/>
        </pc:sldMkLst>
      </pc:sldChg>
      <pc:sldChg chg="addSp modSp new mod">
        <pc:chgData name="Andrew Patterson" userId="6c8ffccf-7c1b-4173-8b93-861005bd5f70" providerId="ADAL" clId="{340A04FB-801D-4D33-9372-268FA29A2369}" dt="2026-07-01T15:21:02.003" v="8" actId="1076"/>
        <pc:sldMkLst>
          <pc:docMk/>
          <pc:sldMk cId="2961454371" sldId="305"/>
        </pc:sldMkLst>
        <pc:spChg chg="add mod">
          <ac:chgData name="Andrew Patterson" userId="6c8ffccf-7c1b-4173-8b93-861005bd5f70" providerId="ADAL" clId="{340A04FB-801D-4D33-9372-268FA29A2369}" dt="2026-07-01T15:21:02.003" v="8" actId="1076"/>
          <ac:spMkLst>
            <pc:docMk/>
            <pc:sldMk cId="2961454371" sldId="305"/>
            <ac:spMk id="3" creationId="{B17CBA8E-E2FA-978C-F8E0-D3F57171B102}"/>
          </ac:spMkLst>
        </pc:spChg>
      </pc:sldChg>
      <pc:sldChg chg="modSp add mod">
        <pc:chgData name="Andrew Patterson" userId="6c8ffccf-7c1b-4173-8b93-861005bd5f70" providerId="ADAL" clId="{340A04FB-801D-4D33-9372-268FA29A2369}" dt="2026-07-02T16:10:50.226" v="14" actId="1076"/>
        <pc:sldMkLst>
          <pc:docMk/>
          <pc:sldMk cId="3879813981" sldId="2724"/>
        </pc:sldMkLst>
        <pc:spChg chg="mod">
          <ac:chgData name="Andrew Patterson" userId="6c8ffccf-7c1b-4173-8b93-861005bd5f70" providerId="ADAL" clId="{340A04FB-801D-4D33-9372-268FA29A2369}" dt="2026-07-02T16:10:50.226" v="14" actId="1076"/>
          <ac:spMkLst>
            <pc:docMk/>
            <pc:sldMk cId="3879813981" sldId="2724"/>
            <ac:spMk id="3" creationId="{076F03FE-BFEE-1EBB-E88F-1037E35A97BA}"/>
          </ac:spMkLst>
        </pc:spChg>
        <pc:picChg chg="mod">
          <ac:chgData name="Andrew Patterson" userId="6c8ffccf-7c1b-4173-8b93-861005bd5f70" providerId="ADAL" clId="{340A04FB-801D-4D33-9372-268FA29A2369}" dt="2026-07-02T16:10:29.910" v="12" actId="14100"/>
          <ac:picMkLst>
            <pc:docMk/>
            <pc:sldMk cId="3879813981" sldId="2724"/>
            <ac:picMk id="2" creationId="{A62C59FD-BE75-585D-CE31-FB2A575F5562}"/>
          </ac:picMkLst>
        </pc:picChg>
      </pc:sldChg>
      <pc:sldChg chg="add">
        <pc:chgData name="Andrew Patterson" userId="6c8ffccf-7c1b-4173-8b93-861005bd5f70" providerId="ADAL" clId="{340A04FB-801D-4D33-9372-268FA29A2369}" dt="2026-07-01T15:12:49.022" v="4"/>
        <pc:sldMkLst>
          <pc:docMk/>
          <pc:sldMk cId="175287232" sldId="2725"/>
        </pc:sldMkLst>
      </pc:sldChg>
      <pc:sldChg chg="addSp modSp new mod">
        <pc:chgData name="Andrew Patterson" userId="6c8ffccf-7c1b-4173-8b93-861005bd5f70" providerId="ADAL" clId="{340A04FB-801D-4D33-9372-268FA29A2369}" dt="2026-07-02T19:24:55.443" v="59" actId="1076"/>
        <pc:sldMkLst>
          <pc:docMk/>
          <pc:sldMk cId="958332071" sldId="2726"/>
        </pc:sldMkLst>
        <pc:spChg chg="add mod">
          <ac:chgData name="Andrew Patterson" userId="6c8ffccf-7c1b-4173-8b93-861005bd5f70" providerId="ADAL" clId="{340A04FB-801D-4D33-9372-268FA29A2369}" dt="2026-07-02T19:24:55.443" v="59" actId="1076"/>
          <ac:spMkLst>
            <pc:docMk/>
            <pc:sldMk cId="958332071" sldId="2726"/>
            <ac:spMk id="3" creationId="{81E24FD0-8A30-EC2C-14DB-4DD158B408BE}"/>
          </ac:spMkLst>
        </pc:spChg>
      </pc:sldChg>
      <pc:sldChg chg="modSp add del mod ord">
        <pc:chgData name="Andrew Patterson" userId="6c8ffccf-7c1b-4173-8b93-861005bd5f70" providerId="ADAL" clId="{340A04FB-801D-4D33-9372-268FA29A2369}" dt="2026-07-09T15:49:03.050" v="176" actId="47"/>
        <pc:sldMkLst>
          <pc:docMk/>
          <pc:sldMk cId="1570256917" sldId="2727"/>
        </pc:sldMkLst>
        <pc:spChg chg="mod">
          <ac:chgData name="Andrew Patterson" userId="6c8ffccf-7c1b-4173-8b93-861005bd5f70" providerId="ADAL" clId="{340A04FB-801D-4D33-9372-268FA29A2369}" dt="2026-07-09T15:48:55.439" v="174" actId="14100"/>
          <ac:spMkLst>
            <pc:docMk/>
            <pc:sldMk cId="1570256917" sldId="2727"/>
            <ac:spMk id="3" creationId="{367F423A-C313-D909-2F44-BBD155954D8C}"/>
          </ac:spMkLst>
        </pc:spChg>
      </pc:sldChg>
      <pc:sldChg chg="modSp add mod">
        <pc:chgData name="Andrew Patterson" userId="6c8ffccf-7c1b-4173-8b93-861005bd5f70" providerId="ADAL" clId="{340A04FB-801D-4D33-9372-268FA29A2369}" dt="2026-07-09T15:49:11.429" v="178" actId="20577"/>
        <pc:sldMkLst>
          <pc:docMk/>
          <pc:sldMk cId="2297741036" sldId="2728"/>
        </pc:sldMkLst>
        <pc:spChg chg="mod">
          <ac:chgData name="Andrew Patterson" userId="6c8ffccf-7c1b-4173-8b93-861005bd5f70" providerId="ADAL" clId="{340A04FB-801D-4D33-9372-268FA29A2369}" dt="2026-07-09T15:49:11.429" v="178" actId="20577"/>
          <ac:spMkLst>
            <pc:docMk/>
            <pc:sldMk cId="2297741036" sldId="2728"/>
            <ac:spMk id="3" creationId="{EDB77CE1-98C2-B953-21C6-2E3C120050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307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338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37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746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701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914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935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258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099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314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3583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56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51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DIQcDIP00aS7R9zyO1tlhSAaJsqv1YfZ149xxFEzu0k_E?e=hmZZSw" TargetMode="External"/><Relationship Id="rId2" Type="http://schemas.openxmlformats.org/officeDocument/2006/relationships/hyperlink" Target="https://thecardiffandvalecollege.sharepoint.com/:p:/s/Section_ESCC1FJ1_2025_2026/IQAMH10WD_JXRpWu8BL_wnhcAVJrqzGcpQm1D54DYQ5Kahw?e=K5KTvk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mailto:info@acmetravelbag.co.uk" TargetMode="External"/><Relationship Id="rId4" Type="http://schemas.openxmlformats.org/officeDocument/2006/relationships/hyperlink" Target="https://wordwall.net/en-us/community/indirect-question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hecardiffandvalecollege.sharepoint.com/:b:/s/Section_ESCCCP24_2025_2026/IQDxKBknQKIOS7r0e9oCh0RwAaU9nHUET7hD7sDLMNrL2AY?e=de48QN" TargetMode="Externa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hecardiffandvalecollege.sharepoint.com/:b:/s/Section_ESCCCP24_2025_2026/IQDxKBknQKIOS7r0e9oCh0RwAaU9nHUET7hD7sDLMNrL2AY?e=de48QN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8197" y="2386057"/>
            <a:ext cx="9144000" cy="2387600"/>
          </a:xfrm>
        </p:spPr>
        <p:txBody>
          <a:bodyPr/>
          <a:lstStyle/>
          <a:p>
            <a:r>
              <a:rPr lang="en-GB" dirty="0">
                <a:ea typeface="+mj-lt"/>
                <a:cs typeface="+mj-lt"/>
              </a:rPr>
              <a:t>17) ESCCCP24 2025-2026 </a:t>
            </a:r>
            <a:br>
              <a:rPr lang="en-GB" dirty="0">
                <a:ea typeface="+mj-lt"/>
                <a:cs typeface="+mj-lt"/>
              </a:rPr>
            </a:br>
            <a:r>
              <a:rPr lang="en-GB" dirty="0">
                <a:ea typeface="+mj-lt"/>
                <a:cs typeface="+mj-lt"/>
              </a:rPr>
              <a:t>2 July 2026</a:t>
            </a:r>
            <a:endParaRPr lang="en-US" dirty="0"/>
          </a:p>
        </p:txBody>
      </p:sp>
      <p:pic>
        <p:nvPicPr>
          <p:cNvPr id="4" name="Picture 3" descr="A cartoon of a person with a badge&#10;&#10;AI-generated content may be incorrect.">
            <a:extLst>
              <a:ext uri="{FF2B5EF4-FFF2-40B4-BE49-F238E27FC236}">
                <a16:creationId xmlns:a16="http://schemas.microsoft.com/office/drawing/2014/main" id="{3919B134-FE83-2929-39B1-11824036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" y="0"/>
            <a:ext cx="2932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 July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4FD2A-1929-FEEE-784F-BFF8C139022B}"/>
              </a:ext>
            </a:extLst>
          </p:cNvPr>
          <p:cNvSpPr txBox="1"/>
          <p:nvPr/>
        </p:nvSpPr>
        <p:spPr>
          <a:xfrm>
            <a:off x="1427747" y="677200"/>
            <a:ext cx="9031705" cy="502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Plus Int Letter of Enquiry.pptx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we</a:t>
            </a:r>
          </a:p>
          <a:p>
            <a:pPr marL="457200" marR="0" lvl="0" indent="-4572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learnt how to write a letter asking for information, and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ask indirect questions.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English Grammar In Use Unit 46 Have Something Done.pptx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slides 1-9, we</a:t>
            </a:r>
          </a:p>
          <a:p>
            <a:pPr marL="457200" marR="0" lvl="0" indent="-4572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practiced have/get something done.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indirect questions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Ex 3. Write as an email rather than a letter. The email address is: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weselltravelbags.co.uk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See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7528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C59FD-BE75-585D-CE31-FB2A575F5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" y="0"/>
            <a:ext cx="11824907" cy="63108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6F03FE-BFEE-1EBB-E88F-1037E35A97BA}"/>
              </a:ext>
            </a:extLst>
          </p:cNvPr>
          <p:cNvSpPr/>
          <p:nvPr/>
        </p:nvSpPr>
        <p:spPr>
          <a:xfrm>
            <a:off x="4832882" y="5011589"/>
            <a:ext cx="5053262" cy="914400"/>
          </a:xfrm>
          <a:prstGeom prst="rect">
            <a:avLst/>
          </a:prstGeom>
          <a:solidFill>
            <a:srgbClr val="FEC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Email: </a:t>
            </a:r>
            <a:r>
              <a:rPr kumimoji="0" lang="en-GB" sz="3200" b="0" i="0" u="none" strike="noStrike" kern="1200" cap="none" spc="-1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weselltravelbags.co.uk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For further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7981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CBA8E-E2FA-978C-F8E0-D3F57171B102}"/>
              </a:ext>
            </a:extLst>
          </p:cNvPr>
          <p:cNvSpPr txBox="1"/>
          <p:nvPr/>
        </p:nvSpPr>
        <p:spPr>
          <a:xfrm>
            <a:off x="2642017" y="3136612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2"/>
              </a:rPr>
              <a:t>2025 Reading Booklet July 25.pdf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61454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24FD0-8A30-EC2C-14DB-4DD158B408BE}"/>
              </a:ext>
            </a:extLst>
          </p:cNvPr>
          <p:cNvSpPr txBox="1"/>
          <p:nvPr/>
        </p:nvSpPr>
        <p:spPr>
          <a:xfrm>
            <a:off x="273570" y="684947"/>
            <a:ext cx="11918430" cy="548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13 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 (Padel)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are hopes that the sport might one day be included in the Olympics.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14 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 (Real Tennis)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a shame because it’s a fast-paced and thrilling sport.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15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(Pickleball)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game is a combination of badminton, table tennis and tennis.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16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(Stoolball)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Stoolball, which later developed into the games of cricket and baseball.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17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 (Pelota)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most Basque villages have a court for residents to play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18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 (Pelota)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it’s the incredible variety of game play which really stands out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and it can be played with racquets, gloves, bare hands, or a basket.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19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 (Padel)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Padel is always played as doubles, so there are four people on the enclosed court for every game.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en-GB" sz="2800" b="1" kern="100" spc="-8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(Pickleball) – “</a:t>
            </a:r>
            <a:r>
              <a:rPr lang="en-GB" sz="2800" b="1" i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was thanks to the Internet that the game really took off.</a:t>
            </a:r>
            <a:r>
              <a:rPr lang="en-GB" sz="2800" b="1" kern="100" spc="-8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GB" sz="2800" kern="100" spc="-8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33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 July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C9C3-AFB9-DE7B-8FFF-13485597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B77CE1-98C2-B953-21C6-2E3C120050E3}"/>
              </a:ext>
            </a:extLst>
          </p:cNvPr>
          <p:cNvSpPr txBox="1"/>
          <p:nvPr/>
        </p:nvSpPr>
        <p:spPr>
          <a:xfrm>
            <a:off x="1892716" y="1333212"/>
            <a:ext cx="77465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2"/>
              </a:rPr>
              <a:t>2025 Reading Booklet July 25.pdf</a:t>
            </a:r>
            <a:r>
              <a:rPr lang="en-GB" sz="3200" dirty="0"/>
              <a:t> p. 35-39</a:t>
            </a:r>
          </a:p>
          <a:p>
            <a:r>
              <a:rPr lang="en-GB" sz="3200" dirty="0"/>
              <a:t>Week 10 Reading Practice</a:t>
            </a:r>
          </a:p>
          <a:p>
            <a:r>
              <a:rPr lang="en-GB" sz="3200" dirty="0"/>
              <a:t>Treasure island comprehension.</a:t>
            </a:r>
          </a:p>
          <a:p>
            <a:r>
              <a:rPr lang="en-GB" sz="3200" dirty="0"/>
              <a:t>Week 11 Reading Practice</a:t>
            </a:r>
          </a:p>
          <a:p>
            <a:r>
              <a:rPr lang="en-GB" sz="3200" dirty="0"/>
              <a:t>Unusual Raquet Sports.</a:t>
            </a:r>
          </a:p>
          <a:p>
            <a:r>
              <a:rPr lang="en-GB" sz="3200" u="sng" dirty="0"/>
              <a:t>Homework</a:t>
            </a:r>
          </a:p>
          <a:p>
            <a:r>
              <a:rPr lang="en-GB" sz="3200" dirty="0">
                <a:hlinkClick r:id="rId2"/>
              </a:rPr>
              <a:t>2025 Reading Booklet July 25.pdf</a:t>
            </a:r>
            <a:r>
              <a:rPr lang="en-GB" sz="3200" dirty="0"/>
              <a:t> p. 40-41</a:t>
            </a:r>
            <a:endParaRPr lang="en-GB" sz="3200" u="sng" dirty="0"/>
          </a:p>
        </p:txBody>
      </p:sp>
    </p:spTree>
    <p:extLst>
      <p:ext uri="{BB962C8B-B14F-4D97-AF65-F5344CB8AC3E}">
        <p14:creationId xmlns:p14="http://schemas.microsoft.com/office/powerpoint/2010/main" val="2297741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BD036F-82C4-436E-9F61-61EE9C633B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793F31-3B13-4CDD-832A-21BFF32060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68D2A0-A853-45ED-A0D8-333F6F766990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31635c7e-3a11-4128-b6ca-f17fd774e46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</TotalTime>
  <Words>341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17) ESCCCP24 2025-2026  2 July 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9</cp:revision>
  <dcterms:created xsi:type="dcterms:W3CDTF">2026-07-01T15:04:00Z</dcterms:created>
  <dcterms:modified xsi:type="dcterms:W3CDTF">2026-07-09T15:49:19Z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