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66" r:id="rId6"/>
    <p:sldId id="257" r:id="rId7"/>
    <p:sldId id="258" r:id="rId8"/>
    <p:sldId id="260" r:id="rId9"/>
    <p:sldId id="259" r:id="rId10"/>
    <p:sldId id="267" r:id="rId11"/>
    <p:sldId id="261" r:id="rId12"/>
    <p:sldId id="262" r:id="rId13"/>
    <p:sldId id="263" r:id="rId14"/>
    <p:sldId id="264" r:id="rId15"/>
    <p:sldId id="265" r:id="rId16"/>
    <p:sldId id="268" r:id="rId17"/>
    <p:sldId id="269" r:id="rId18"/>
    <p:sldId id="270" r:id="rId19"/>
    <p:sldId id="271" r:id="rId20"/>
    <p:sldId id="272" r:id="rId21"/>
    <p:sldId id="273" r:id="rId22"/>
    <p:sldId id="277" r:id="rId23"/>
    <p:sldId id="283" r:id="rId24"/>
    <p:sldId id="274" r:id="rId25"/>
    <p:sldId id="284" r:id="rId26"/>
    <p:sldId id="275" r:id="rId27"/>
    <p:sldId id="276" r:id="rId28"/>
    <p:sldId id="278" r:id="rId29"/>
    <p:sldId id="279" r:id="rId30"/>
    <p:sldId id="280" r:id="rId31"/>
    <p:sldId id="281" r:id="rId32"/>
    <p:sldId id="282"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D28588-A3AB-4923-A480-659B07468D1E}" v="73" dt="2026-05-14T18:37:44.4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111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5/10/relationships/revisionInfo" Target="revisionInfo.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w Patterson" userId="6c8ffccf-7c1b-4173-8b93-861005bd5f70" providerId="ADAL" clId="{340A04FB-801D-4D33-9372-268FA29A2369}"/>
    <pc:docChg chg="undo custSel addSld delSld modSld">
      <pc:chgData name="Andrew Patterson" userId="6c8ffccf-7c1b-4173-8b93-861005bd5f70" providerId="ADAL" clId="{340A04FB-801D-4D33-9372-268FA29A2369}" dt="2026-05-14T18:39:36.986" v="782" actId="207"/>
      <pc:docMkLst>
        <pc:docMk/>
      </pc:docMkLst>
      <pc:sldChg chg="addSp delSp modSp mod">
        <pc:chgData name="Andrew Patterson" userId="6c8ffccf-7c1b-4173-8b93-861005bd5f70" providerId="ADAL" clId="{340A04FB-801D-4D33-9372-268FA29A2369}" dt="2026-05-14T16:21:02.195" v="707" actId="207"/>
        <pc:sldMkLst>
          <pc:docMk/>
          <pc:sldMk cId="863085985" sldId="269"/>
        </pc:sldMkLst>
        <pc:spChg chg="mod">
          <ac:chgData name="Andrew Patterson" userId="6c8ffccf-7c1b-4173-8b93-861005bd5f70" providerId="ADAL" clId="{340A04FB-801D-4D33-9372-268FA29A2369}" dt="2026-05-14T16:05:57.326" v="642" actId="1038"/>
          <ac:spMkLst>
            <pc:docMk/>
            <pc:sldMk cId="863085985" sldId="269"/>
            <ac:spMk id="2" creationId="{2BB33CBF-8740-66D0-0DBA-2D5E7CC83033}"/>
          </ac:spMkLst>
        </pc:spChg>
        <pc:spChg chg="mod">
          <ac:chgData name="Andrew Patterson" userId="6c8ffccf-7c1b-4173-8b93-861005bd5f70" providerId="ADAL" clId="{340A04FB-801D-4D33-9372-268FA29A2369}" dt="2026-05-14T16:05:57.326" v="642" actId="1038"/>
          <ac:spMkLst>
            <pc:docMk/>
            <pc:sldMk cId="863085985" sldId="269"/>
            <ac:spMk id="4" creationId="{85B75701-632F-35DE-8C76-36CC98585884}"/>
          </ac:spMkLst>
        </pc:spChg>
        <pc:spChg chg="mod">
          <ac:chgData name="Andrew Patterson" userId="6c8ffccf-7c1b-4173-8b93-861005bd5f70" providerId="ADAL" clId="{340A04FB-801D-4D33-9372-268FA29A2369}" dt="2026-05-14T16:05:57.326" v="642" actId="1038"/>
          <ac:spMkLst>
            <pc:docMk/>
            <pc:sldMk cId="863085985" sldId="269"/>
            <ac:spMk id="5" creationId="{1193C839-8A4D-EF9F-73D1-11579001D061}"/>
          </ac:spMkLst>
        </pc:spChg>
        <pc:spChg chg="mod">
          <ac:chgData name="Andrew Patterson" userId="6c8ffccf-7c1b-4173-8b93-861005bd5f70" providerId="ADAL" clId="{340A04FB-801D-4D33-9372-268FA29A2369}" dt="2026-05-14T16:05:57.326" v="642" actId="1038"/>
          <ac:spMkLst>
            <pc:docMk/>
            <pc:sldMk cId="863085985" sldId="269"/>
            <ac:spMk id="6" creationId="{3AE8027E-1806-E9F4-7AF9-F874BAEC197E}"/>
          </ac:spMkLst>
        </pc:spChg>
        <pc:spChg chg="mod">
          <ac:chgData name="Andrew Patterson" userId="6c8ffccf-7c1b-4173-8b93-861005bd5f70" providerId="ADAL" clId="{340A04FB-801D-4D33-9372-268FA29A2369}" dt="2026-05-14T16:05:57.326" v="642" actId="1038"/>
          <ac:spMkLst>
            <pc:docMk/>
            <pc:sldMk cId="863085985" sldId="269"/>
            <ac:spMk id="7" creationId="{639FECE3-9384-4D4D-F1C8-84941D3BDDE3}"/>
          </ac:spMkLst>
        </pc:spChg>
        <pc:spChg chg="mod">
          <ac:chgData name="Andrew Patterson" userId="6c8ffccf-7c1b-4173-8b93-861005bd5f70" providerId="ADAL" clId="{340A04FB-801D-4D33-9372-268FA29A2369}" dt="2026-05-14T16:05:57.326" v="642" actId="1038"/>
          <ac:spMkLst>
            <pc:docMk/>
            <pc:sldMk cId="863085985" sldId="269"/>
            <ac:spMk id="8" creationId="{233B8E61-7B57-1899-B739-B58D67AF4F4F}"/>
          </ac:spMkLst>
        </pc:spChg>
        <pc:spChg chg="add mod">
          <ac:chgData name="Andrew Patterson" userId="6c8ffccf-7c1b-4173-8b93-861005bd5f70" providerId="ADAL" clId="{340A04FB-801D-4D33-9372-268FA29A2369}" dt="2026-05-14T16:10:29.462" v="654" actId="1076"/>
          <ac:spMkLst>
            <pc:docMk/>
            <pc:sldMk cId="863085985" sldId="269"/>
            <ac:spMk id="9" creationId="{3AD39491-4387-5A61-06C0-ABC3F3E379C5}"/>
          </ac:spMkLst>
        </pc:spChg>
        <pc:spChg chg="add mod">
          <ac:chgData name="Andrew Patterson" userId="6c8ffccf-7c1b-4173-8b93-861005bd5f70" providerId="ADAL" clId="{340A04FB-801D-4D33-9372-268FA29A2369}" dt="2026-05-14T16:11:28.751" v="659" actId="1076"/>
          <ac:spMkLst>
            <pc:docMk/>
            <pc:sldMk cId="863085985" sldId="269"/>
            <ac:spMk id="10" creationId="{965391FF-95A3-D638-F916-1C425ECC391E}"/>
          </ac:spMkLst>
        </pc:spChg>
        <pc:spChg chg="add mod">
          <ac:chgData name="Andrew Patterson" userId="6c8ffccf-7c1b-4173-8b93-861005bd5f70" providerId="ADAL" clId="{340A04FB-801D-4D33-9372-268FA29A2369}" dt="2026-05-14T16:12:43.501" v="665" actId="1076"/>
          <ac:spMkLst>
            <pc:docMk/>
            <pc:sldMk cId="863085985" sldId="269"/>
            <ac:spMk id="11" creationId="{8FCE7051-1CA2-2222-7BEC-7A40B308EC78}"/>
          </ac:spMkLst>
        </pc:spChg>
        <pc:spChg chg="add mod">
          <ac:chgData name="Andrew Patterson" userId="6c8ffccf-7c1b-4173-8b93-861005bd5f70" providerId="ADAL" clId="{340A04FB-801D-4D33-9372-268FA29A2369}" dt="2026-05-14T16:13:52.503" v="671" actId="1076"/>
          <ac:spMkLst>
            <pc:docMk/>
            <pc:sldMk cId="863085985" sldId="269"/>
            <ac:spMk id="12" creationId="{5D35E9EC-EB50-C4A4-8723-D70C2F9E125D}"/>
          </ac:spMkLst>
        </pc:spChg>
        <pc:spChg chg="add del mod">
          <ac:chgData name="Andrew Patterson" userId="6c8ffccf-7c1b-4173-8b93-861005bd5f70" providerId="ADAL" clId="{340A04FB-801D-4D33-9372-268FA29A2369}" dt="2026-05-14T16:14:59.170" v="673" actId="478"/>
          <ac:spMkLst>
            <pc:docMk/>
            <pc:sldMk cId="863085985" sldId="269"/>
            <ac:spMk id="13" creationId="{4C29DC49-1A90-23E7-1D9C-FE5E4C3CC155}"/>
          </ac:spMkLst>
        </pc:spChg>
        <pc:spChg chg="add mod">
          <ac:chgData name="Andrew Patterson" userId="6c8ffccf-7c1b-4173-8b93-861005bd5f70" providerId="ADAL" clId="{340A04FB-801D-4D33-9372-268FA29A2369}" dt="2026-05-14T16:17:22.774" v="677" actId="1076"/>
          <ac:spMkLst>
            <pc:docMk/>
            <pc:sldMk cId="863085985" sldId="269"/>
            <ac:spMk id="14" creationId="{BE3BEE70-56F7-8844-F873-9B31B6E7F8E3}"/>
          </ac:spMkLst>
        </pc:spChg>
        <pc:spChg chg="add del mod">
          <ac:chgData name="Andrew Patterson" userId="6c8ffccf-7c1b-4173-8b93-861005bd5f70" providerId="ADAL" clId="{340A04FB-801D-4D33-9372-268FA29A2369}" dt="2026-05-14T16:18:58.016" v="683"/>
          <ac:spMkLst>
            <pc:docMk/>
            <pc:sldMk cId="863085985" sldId="269"/>
            <ac:spMk id="15" creationId="{E2002250-4E5D-5A5F-3CCB-7B5CC0DE5AC6}"/>
          </ac:spMkLst>
        </pc:spChg>
        <pc:spChg chg="add mod">
          <ac:chgData name="Andrew Patterson" userId="6c8ffccf-7c1b-4173-8b93-861005bd5f70" providerId="ADAL" clId="{340A04FB-801D-4D33-9372-268FA29A2369}" dt="2026-05-14T16:21:02.195" v="707" actId="207"/>
          <ac:spMkLst>
            <pc:docMk/>
            <pc:sldMk cId="863085985" sldId="269"/>
            <ac:spMk id="16" creationId="{EE6AF22C-37C8-6B8E-72CC-A9A9154F0834}"/>
          </ac:spMkLst>
        </pc:spChg>
        <pc:picChg chg="mod">
          <ac:chgData name="Andrew Patterson" userId="6c8ffccf-7c1b-4173-8b93-861005bd5f70" providerId="ADAL" clId="{340A04FB-801D-4D33-9372-268FA29A2369}" dt="2026-05-14T16:05:57.326" v="642" actId="1038"/>
          <ac:picMkLst>
            <pc:docMk/>
            <pc:sldMk cId="863085985" sldId="269"/>
            <ac:picMk id="3" creationId="{91E400FE-E35C-A438-231F-05B15B085EAC}"/>
          </ac:picMkLst>
        </pc:picChg>
      </pc:sldChg>
      <pc:sldChg chg="modSp mod">
        <pc:chgData name="Andrew Patterson" userId="6c8ffccf-7c1b-4173-8b93-861005bd5f70" providerId="ADAL" clId="{340A04FB-801D-4D33-9372-268FA29A2369}" dt="2026-05-14T17:46:42.854" v="729" actId="20577"/>
        <pc:sldMkLst>
          <pc:docMk/>
          <pc:sldMk cId="3178477653" sldId="277"/>
        </pc:sldMkLst>
        <pc:spChg chg="mod">
          <ac:chgData name="Andrew Patterson" userId="6c8ffccf-7c1b-4173-8b93-861005bd5f70" providerId="ADAL" clId="{340A04FB-801D-4D33-9372-268FA29A2369}" dt="2026-05-14T17:46:42.854" v="729" actId="20577"/>
          <ac:spMkLst>
            <pc:docMk/>
            <pc:sldMk cId="3178477653" sldId="277"/>
            <ac:spMk id="2" creationId="{A801374D-8477-8924-0D14-BD72FACD402E}"/>
          </ac:spMkLst>
        </pc:spChg>
      </pc:sldChg>
      <pc:sldChg chg="modSp mod">
        <pc:chgData name="Andrew Patterson" userId="6c8ffccf-7c1b-4173-8b93-861005bd5f70" providerId="ADAL" clId="{340A04FB-801D-4D33-9372-268FA29A2369}" dt="2026-05-14T18:39:36.986" v="782" actId="207"/>
        <pc:sldMkLst>
          <pc:docMk/>
          <pc:sldMk cId="3606593023" sldId="278"/>
        </pc:sldMkLst>
        <pc:spChg chg="mod">
          <ac:chgData name="Andrew Patterson" userId="6c8ffccf-7c1b-4173-8b93-861005bd5f70" providerId="ADAL" clId="{340A04FB-801D-4D33-9372-268FA29A2369}" dt="2026-05-14T18:39:36.986" v="782" actId="207"/>
          <ac:spMkLst>
            <pc:docMk/>
            <pc:sldMk cId="3606593023" sldId="278"/>
            <ac:spMk id="2" creationId="{4D0C8E61-0DB1-39D0-EFB9-0AE828B899AD}"/>
          </ac:spMkLst>
        </pc:spChg>
      </pc:sldChg>
      <pc:sldChg chg="modSp mod">
        <pc:chgData name="Andrew Patterson" userId="6c8ffccf-7c1b-4173-8b93-861005bd5f70" providerId="ADAL" clId="{340A04FB-801D-4D33-9372-268FA29A2369}" dt="2026-05-14T16:23:49.632" v="708" actId="1076"/>
        <pc:sldMkLst>
          <pc:docMk/>
          <pc:sldMk cId="2904700287" sldId="279"/>
        </pc:sldMkLst>
        <pc:spChg chg="mod">
          <ac:chgData name="Andrew Patterson" userId="6c8ffccf-7c1b-4173-8b93-861005bd5f70" providerId="ADAL" clId="{340A04FB-801D-4D33-9372-268FA29A2369}" dt="2026-05-14T16:23:49.632" v="708" actId="1076"/>
          <ac:spMkLst>
            <pc:docMk/>
            <pc:sldMk cId="2904700287" sldId="279"/>
            <ac:spMk id="5" creationId="{F0A8CBA4-6527-D660-2FEE-D40B816F4955}"/>
          </ac:spMkLst>
        </pc:spChg>
      </pc:sldChg>
      <pc:sldChg chg="modSp mod">
        <pc:chgData name="Andrew Patterson" userId="6c8ffccf-7c1b-4173-8b93-861005bd5f70" providerId="ADAL" clId="{340A04FB-801D-4D33-9372-268FA29A2369}" dt="2026-05-14T16:24:29.071" v="715" actId="14100"/>
        <pc:sldMkLst>
          <pc:docMk/>
          <pc:sldMk cId="3459702431" sldId="280"/>
        </pc:sldMkLst>
        <pc:spChg chg="mod">
          <ac:chgData name="Andrew Patterson" userId="6c8ffccf-7c1b-4173-8b93-861005bd5f70" providerId="ADAL" clId="{340A04FB-801D-4D33-9372-268FA29A2369}" dt="2026-05-14T16:24:05.859" v="709" actId="14100"/>
          <ac:spMkLst>
            <pc:docMk/>
            <pc:sldMk cId="3459702431" sldId="280"/>
            <ac:spMk id="5" creationId="{37F6C9D2-B66C-0EA9-8DD5-CD27E0F68999}"/>
          </ac:spMkLst>
        </pc:spChg>
        <pc:picChg chg="mod">
          <ac:chgData name="Andrew Patterson" userId="6c8ffccf-7c1b-4173-8b93-861005bd5f70" providerId="ADAL" clId="{340A04FB-801D-4D33-9372-268FA29A2369}" dt="2026-05-14T16:24:29.071" v="715" actId="14100"/>
          <ac:picMkLst>
            <pc:docMk/>
            <pc:sldMk cId="3459702431" sldId="280"/>
            <ac:picMk id="3" creationId="{B5DB59A3-DF1F-F950-6405-80061F39524E}"/>
          </ac:picMkLst>
        </pc:picChg>
      </pc:sldChg>
      <pc:sldChg chg="addSp delSp modSp mod addAnim delAnim modAnim">
        <pc:chgData name="Andrew Patterson" userId="6c8ffccf-7c1b-4173-8b93-861005bd5f70" providerId="ADAL" clId="{340A04FB-801D-4D33-9372-268FA29A2369}" dt="2026-05-14T15:18:51.374" v="508" actId="14100"/>
        <pc:sldMkLst>
          <pc:docMk/>
          <pc:sldMk cId="3156461205" sldId="281"/>
        </pc:sldMkLst>
        <pc:spChg chg="add mod">
          <ac:chgData name="Andrew Patterson" userId="6c8ffccf-7c1b-4173-8b93-861005bd5f70" providerId="ADAL" clId="{340A04FB-801D-4D33-9372-268FA29A2369}" dt="2026-05-14T15:18:51.374" v="508" actId="14100"/>
          <ac:spMkLst>
            <pc:docMk/>
            <pc:sldMk cId="3156461205" sldId="281"/>
            <ac:spMk id="2" creationId="{5273518E-412D-E7C7-EB4C-0FC685DDF143}"/>
          </ac:spMkLst>
        </pc:spChg>
        <pc:spChg chg="add del mod">
          <ac:chgData name="Andrew Patterson" userId="6c8ffccf-7c1b-4173-8b93-861005bd5f70" providerId="ADAL" clId="{340A04FB-801D-4D33-9372-268FA29A2369}" dt="2026-05-14T15:05:26.474" v="58" actId="478"/>
          <ac:spMkLst>
            <pc:docMk/>
            <pc:sldMk cId="3156461205" sldId="281"/>
            <ac:spMk id="4" creationId="{5D08A09B-58A9-FD33-5908-8E200AB7E5DD}"/>
          </ac:spMkLst>
        </pc:spChg>
        <pc:spChg chg="add del">
          <ac:chgData name="Andrew Patterson" userId="6c8ffccf-7c1b-4173-8b93-861005bd5f70" providerId="ADAL" clId="{340A04FB-801D-4D33-9372-268FA29A2369}" dt="2026-05-14T15:05:44.110" v="60" actId="478"/>
          <ac:spMkLst>
            <pc:docMk/>
            <pc:sldMk cId="3156461205" sldId="281"/>
            <ac:spMk id="5" creationId="{8F9981FD-CD34-22B6-AF36-CE657A90501D}"/>
          </ac:spMkLst>
        </pc:spChg>
        <pc:spChg chg="add mod">
          <ac:chgData name="Andrew Patterson" userId="6c8ffccf-7c1b-4173-8b93-861005bd5f70" providerId="ADAL" clId="{340A04FB-801D-4D33-9372-268FA29A2369}" dt="2026-05-14T15:07:20.893" v="81" actId="1036"/>
          <ac:spMkLst>
            <pc:docMk/>
            <pc:sldMk cId="3156461205" sldId="281"/>
            <ac:spMk id="6" creationId="{E5B27840-E94A-B3B0-0D74-AA7863696FF6}"/>
          </ac:spMkLst>
        </pc:spChg>
        <pc:spChg chg="mod">
          <ac:chgData name="Andrew Patterson" userId="6c8ffccf-7c1b-4173-8b93-861005bd5f70" providerId="ADAL" clId="{340A04FB-801D-4D33-9372-268FA29A2369}" dt="2026-05-14T15:11:54.584" v="85"/>
          <ac:spMkLst>
            <pc:docMk/>
            <pc:sldMk cId="3156461205" sldId="281"/>
            <ac:spMk id="8" creationId="{CE289795-9350-3828-C403-39B59571E6C7}"/>
          </ac:spMkLst>
        </pc:spChg>
        <pc:spChg chg="mod">
          <ac:chgData name="Andrew Patterson" userId="6c8ffccf-7c1b-4173-8b93-861005bd5f70" providerId="ADAL" clId="{340A04FB-801D-4D33-9372-268FA29A2369}" dt="2026-05-14T15:11:54.584" v="85"/>
          <ac:spMkLst>
            <pc:docMk/>
            <pc:sldMk cId="3156461205" sldId="281"/>
            <ac:spMk id="9" creationId="{5894DE3E-8133-A155-4086-BDFF71B90685}"/>
          </ac:spMkLst>
        </pc:spChg>
        <pc:spChg chg="mod">
          <ac:chgData name="Andrew Patterson" userId="6c8ffccf-7c1b-4173-8b93-861005bd5f70" providerId="ADAL" clId="{340A04FB-801D-4D33-9372-268FA29A2369}" dt="2026-05-14T15:11:54.584" v="85"/>
          <ac:spMkLst>
            <pc:docMk/>
            <pc:sldMk cId="3156461205" sldId="281"/>
            <ac:spMk id="11" creationId="{9478A676-543F-8921-5588-69ACB3E01BCD}"/>
          </ac:spMkLst>
        </pc:spChg>
        <pc:spChg chg="mod">
          <ac:chgData name="Andrew Patterson" userId="6c8ffccf-7c1b-4173-8b93-861005bd5f70" providerId="ADAL" clId="{340A04FB-801D-4D33-9372-268FA29A2369}" dt="2026-05-14T15:11:54.584" v="85"/>
          <ac:spMkLst>
            <pc:docMk/>
            <pc:sldMk cId="3156461205" sldId="281"/>
            <ac:spMk id="12" creationId="{2D781ACA-CD5D-887D-627A-6F2F7C17C407}"/>
          </ac:spMkLst>
        </pc:spChg>
        <pc:spChg chg="mod">
          <ac:chgData name="Andrew Patterson" userId="6c8ffccf-7c1b-4173-8b93-861005bd5f70" providerId="ADAL" clId="{340A04FB-801D-4D33-9372-268FA29A2369}" dt="2026-05-14T15:11:54.584" v="85"/>
          <ac:spMkLst>
            <pc:docMk/>
            <pc:sldMk cId="3156461205" sldId="281"/>
            <ac:spMk id="14" creationId="{3ECBA54B-E252-2940-4E51-32284B92452C}"/>
          </ac:spMkLst>
        </pc:spChg>
        <pc:spChg chg="mod">
          <ac:chgData name="Andrew Patterson" userId="6c8ffccf-7c1b-4173-8b93-861005bd5f70" providerId="ADAL" clId="{340A04FB-801D-4D33-9372-268FA29A2369}" dt="2026-05-14T15:11:54.584" v="85"/>
          <ac:spMkLst>
            <pc:docMk/>
            <pc:sldMk cId="3156461205" sldId="281"/>
            <ac:spMk id="15" creationId="{2E271A2E-3835-8364-E52E-E96D796CB336}"/>
          </ac:spMkLst>
        </pc:spChg>
        <pc:spChg chg="mod">
          <ac:chgData name="Andrew Patterson" userId="6c8ffccf-7c1b-4173-8b93-861005bd5f70" providerId="ADAL" clId="{340A04FB-801D-4D33-9372-268FA29A2369}" dt="2026-05-14T15:13:43.713" v="155"/>
          <ac:spMkLst>
            <pc:docMk/>
            <pc:sldMk cId="3156461205" sldId="281"/>
            <ac:spMk id="17" creationId="{97874DC9-5C57-7AED-1CB9-69AD0BC4D1A0}"/>
          </ac:spMkLst>
        </pc:spChg>
        <pc:spChg chg="mod">
          <ac:chgData name="Andrew Patterson" userId="6c8ffccf-7c1b-4173-8b93-861005bd5f70" providerId="ADAL" clId="{340A04FB-801D-4D33-9372-268FA29A2369}" dt="2026-05-14T15:13:43.713" v="155"/>
          <ac:spMkLst>
            <pc:docMk/>
            <pc:sldMk cId="3156461205" sldId="281"/>
            <ac:spMk id="18" creationId="{F21D91D7-8D57-9272-3765-23005D392790}"/>
          </ac:spMkLst>
        </pc:spChg>
        <pc:spChg chg="mod">
          <ac:chgData name="Andrew Patterson" userId="6c8ffccf-7c1b-4173-8b93-861005bd5f70" providerId="ADAL" clId="{340A04FB-801D-4D33-9372-268FA29A2369}" dt="2026-05-14T15:14:10.438" v="159"/>
          <ac:spMkLst>
            <pc:docMk/>
            <pc:sldMk cId="3156461205" sldId="281"/>
            <ac:spMk id="20" creationId="{3A892534-4DF9-3D10-2576-8D51365820D7}"/>
          </ac:spMkLst>
        </pc:spChg>
        <pc:spChg chg="mod">
          <ac:chgData name="Andrew Patterson" userId="6c8ffccf-7c1b-4173-8b93-861005bd5f70" providerId="ADAL" clId="{340A04FB-801D-4D33-9372-268FA29A2369}" dt="2026-05-14T15:14:10.438" v="159"/>
          <ac:spMkLst>
            <pc:docMk/>
            <pc:sldMk cId="3156461205" sldId="281"/>
            <ac:spMk id="21" creationId="{BC4D19BC-C430-0827-BB1B-1DA7DCF0F9BF}"/>
          </ac:spMkLst>
        </pc:spChg>
        <pc:spChg chg="mod">
          <ac:chgData name="Andrew Patterson" userId="6c8ffccf-7c1b-4173-8b93-861005bd5f70" providerId="ADAL" clId="{340A04FB-801D-4D33-9372-268FA29A2369}" dt="2026-05-14T15:14:25.699" v="164"/>
          <ac:spMkLst>
            <pc:docMk/>
            <pc:sldMk cId="3156461205" sldId="281"/>
            <ac:spMk id="23" creationId="{A802EF32-F9DF-F22D-503C-4CEDE22EE551}"/>
          </ac:spMkLst>
        </pc:spChg>
        <pc:spChg chg="mod">
          <ac:chgData name="Andrew Patterson" userId="6c8ffccf-7c1b-4173-8b93-861005bd5f70" providerId="ADAL" clId="{340A04FB-801D-4D33-9372-268FA29A2369}" dt="2026-05-14T15:14:25.699" v="164"/>
          <ac:spMkLst>
            <pc:docMk/>
            <pc:sldMk cId="3156461205" sldId="281"/>
            <ac:spMk id="24" creationId="{B5606921-62E1-BE74-4D58-609B26A00710}"/>
          </ac:spMkLst>
        </pc:spChg>
        <pc:spChg chg="mod">
          <ac:chgData name="Andrew Patterson" userId="6c8ffccf-7c1b-4173-8b93-861005bd5f70" providerId="ADAL" clId="{340A04FB-801D-4D33-9372-268FA29A2369}" dt="2026-05-14T15:14:42.296" v="166"/>
          <ac:spMkLst>
            <pc:docMk/>
            <pc:sldMk cId="3156461205" sldId="281"/>
            <ac:spMk id="26" creationId="{1BC3A1A6-AADC-7391-C4B9-1D18F14A84BC}"/>
          </ac:spMkLst>
        </pc:spChg>
        <pc:spChg chg="mod">
          <ac:chgData name="Andrew Patterson" userId="6c8ffccf-7c1b-4173-8b93-861005bd5f70" providerId="ADAL" clId="{340A04FB-801D-4D33-9372-268FA29A2369}" dt="2026-05-14T15:14:42.296" v="166"/>
          <ac:spMkLst>
            <pc:docMk/>
            <pc:sldMk cId="3156461205" sldId="281"/>
            <ac:spMk id="27" creationId="{F9733029-AABC-B5CF-AE65-88A42D3D76A5}"/>
          </ac:spMkLst>
        </pc:spChg>
        <pc:spChg chg="mod">
          <ac:chgData name="Andrew Patterson" userId="6c8ffccf-7c1b-4173-8b93-861005bd5f70" providerId="ADAL" clId="{340A04FB-801D-4D33-9372-268FA29A2369}" dt="2026-05-14T15:14:51.404" v="168"/>
          <ac:spMkLst>
            <pc:docMk/>
            <pc:sldMk cId="3156461205" sldId="281"/>
            <ac:spMk id="29" creationId="{00524D07-E8E8-177E-C504-DA743D5FD030}"/>
          </ac:spMkLst>
        </pc:spChg>
        <pc:spChg chg="mod">
          <ac:chgData name="Andrew Patterson" userId="6c8ffccf-7c1b-4173-8b93-861005bd5f70" providerId="ADAL" clId="{340A04FB-801D-4D33-9372-268FA29A2369}" dt="2026-05-14T15:14:51.404" v="168"/>
          <ac:spMkLst>
            <pc:docMk/>
            <pc:sldMk cId="3156461205" sldId="281"/>
            <ac:spMk id="30" creationId="{1C484FB2-1DDC-1B91-C352-D4E0B2181586}"/>
          </ac:spMkLst>
        </pc:spChg>
        <pc:spChg chg="mod">
          <ac:chgData name="Andrew Patterson" userId="6c8ffccf-7c1b-4173-8b93-861005bd5f70" providerId="ADAL" clId="{340A04FB-801D-4D33-9372-268FA29A2369}" dt="2026-05-14T15:15:33.600" v="293"/>
          <ac:spMkLst>
            <pc:docMk/>
            <pc:sldMk cId="3156461205" sldId="281"/>
            <ac:spMk id="32" creationId="{555C7FD8-DE28-5AD6-8B12-49FB99746C24}"/>
          </ac:spMkLst>
        </pc:spChg>
        <pc:spChg chg="mod">
          <ac:chgData name="Andrew Patterson" userId="6c8ffccf-7c1b-4173-8b93-861005bd5f70" providerId="ADAL" clId="{340A04FB-801D-4D33-9372-268FA29A2369}" dt="2026-05-14T15:15:33.600" v="293"/>
          <ac:spMkLst>
            <pc:docMk/>
            <pc:sldMk cId="3156461205" sldId="281"/>
            <ac:spMk id="33" creationId="{0B3A21AD-7A8C-9ED4-EB00-533D1129F64E}"/>
          </ac:spMkLst>
        </pc:spChg>
        <pc:spChg chg="mod">
          <ac:chgData name="Andrew Patterson" userId="6c8ffccf-7c1b-4173-8b93-861005bd5f70" providerId="ADAL" clId="{340A04FB-801D-4D33-9372-268FA29A2369}" dt="2026-05-14T15:16:44.926" v="503"/>
          <ac:spMkLst>
            <pc:docMk/>
            <pc:sldMk cId="3156461205" sldId="281"/>
            <ac:spMk id="35" creationId="{E9116AE7-B805-D393-4957-4BC5C570F826}"/>
          </ac:spMkLst>
        </pc:spChg>
        <pc:spChg chg="mod">
          <ac:chgData name="Andrew Patterson" userId="6c8ffccf-7c1b-4173-8b93-861005bd5f70" providerId="ADAL" clId="{340A04FB-801D-4D33-9372-268FA29A2369}" dt="2026-05-14T15:16:44.926" v="503"/>
          <ac:spMkLst>
            <pc:docMk/>
            <pc:sldMk cId="3156461205" sldId="281"/>
            <ac:spMk id="36" creationId="{8E84A6DD-7960-C421-83E8-C0A5D13B3244}"/>
          </ac:spMkLst>
        </pc:spChg>
        <pc:grpChg chg="add mod">
          <ac:chgData name="Andrew Patterson" userId="6c8ffccf-7c1b-4173-8b93-861005bd5f70" providerId="ADAL" clId="{340A04FB-801D-4D33-9372-268FA29A2369}" dt="2026-05-14T15:12:12.790" v="86" actId="1076"/>
          <ac:grpSpMkLst>
            <pc:docMk/>
            <pc:sldMk cId="3156461205" sldId="281"/>
            <ac:grpSpMk id="7" creationId="{CEF84921-2EF2-F5E3-CF9B-556C3865FBA5}"/>
          </ac:grpSpMkLst>
        </pc:grpChg>
        <pc:grpChg chg="add mod">
          <ac:chgData name="Andrew Patterson" userId="6c8ffccf-7c1b-4173-8b93-861005bd5f70" providerId="ADAL" clId="{340A04FB-801D-4D33-9372-268FA29A2369}" dt="2026-05-14T15:13:03.205" v="146" actId="1036"/>
          <ac:grpSpMkLst>
            <pc:docMk/>
            <pc:sldMk cId="3156461205" sldId="281"/>
            <ac:grpSpMk id="10" creationId="{445951EE-9E50-F861-813D-F1665285BAF7}"/>
          </ac:grpSpMkLst>
        </pc:grpChg>
        <pc:grpChg chg="add mod">
          <ac:chgData name="Andrew Patterson" userId="6c8ffccf-7c1b-4173-8b93-861005bd5f70" providerId="ADAL" clId="{340A04FB-801D-4D33-9372-268FA29A2369}" dt="2026-05-14T15:13:23.131" v="154" actId="1035"/>
          <ac:grpSpMkLst>
            <pc:docMk/>
            <pc:sldMk cId="3156461205" sldId="281"/>
            <ac:grpSpMk id="13" creationId="{5F8243FD-6ABD-8A3F-81D3-FBC7506C4E4B}"/>
          </ac:grpSpMkLst>
        </pc:grpChg>
        <pc:grpChg chg="add mod">
          <ac:chgData name="Andrew Patterson" userId="6c8ffccf-7c1b-4173-8b93-861005bd5f70" providerId="ADAL" clId="{340A04FB-801D-4D33-9372-268FA29A2369}" dt="2026-05-14T15:14:00.583" v="158" actId="1076"/>
          <ac:grpSpMkLst>
            <pc:docMk/>
            <pc:sldMk cId="3156461205" sldId="281"/>
            <ac:grpSpMk id="16" creationId="{8B758532-AC69-1772-E07A-58E767B833AC}"/>
          </ac:grpSpMkLst>
        </pc:grpChg>
        <pc:grpChg chg="add mod">
          <ac:chgData name="Andrew Patterson" userId="6c8ffccf-7c1b-4173-8b93-861005bd5f70" providerId="ADAL" clId="{340A04FB-801D-4D33-9372-268FA29A2369}" dt="2026-05-14T15:14:23.176" v="163" actId="1038"/>
          <ac:grpSpMkLst>
            <pc:docMk/>
            <pc:sldMk cId="3156461205" sldId="281"/>
            <ac:grpSpMk id="19" creationId="{E5C2A965-5A3B-2C5D-BE8C-CF6D56CCC040}"/>
          </ac:grpSpMkLst>
        </pc:grpChg>
        <pc:grpChg chg="add mod">
          <ac:chgData name="Andrew Patterson" userId="6c8ffccf-7c1b-4173-8b93-861005bd5f70" providerId="ADAL" clId="{340A04FB-801D-4D33-9372-268FA29A2369}" dt="2026-05-14T15:14:36.686" v="165" actId="1076"/>
          <ac:grpSpMkLst>
            <pc:docMk/>
            <pc:sldMk cId="3156461205" sldId="281"/>
            <ac:grpSpMk id="22" creationId="{E58CAA66-8A46-5627-85BF-6257E1C9D547}"/>
          </ac:grpSpMkLst>
        </pc:grpChg>
        <pc:grpChg chg="add mod">
          <ac:chgData name="Andrew Patterson" userId="6c8ffccf-7c1b-4173-8b93-861005bd5f70" providerId="ADAL" clId="{340A04FB-801D-4D33-9372-268FA29A2369}" dt="2026-05-14T15:14:48.502" v="167" actId="1076"/>
          <ac:grpSpMkLst>
            <pc:docMk/>
            <pc:sldMk cId="3156461205" sldId="281"/>
            <ac:grpSpMk id="25" creationId="{B425BF7B-C92A-41FD-AA30-057CD88F4EC6}"/>
          </ac:grpSpMkLst>
        </pc:grpChg>
        <pc:grpChg chg="add mod">
          <ac:chgData name="Andrew Patterson" userId="6c8ffccf-7c1b-4173-8b93-861005bd5f70" providerId="ADAL" clId="{340A04FB-801D-4D33-9372-268FA29A2369}" dt="2026-05-14T15:15:17.459" v="292" actId="1036"/>
          <ac:grpSpMkLst>
            <pc:docMk/>
            <pc:sldMk cId="3156461205" sldId="281"/>
            <ac:grpSpMk id="28" creationId="{00EA734B-52ED-607A-4622-E292D920B789}"/>
          </ac:grpSpMkLst>
        </pc:grpChg>
        <pc:grpChg chg="add mod">
          <ac:chgData name="Andrew Patterson" userId="6c8ffccf-7c1b-4173-8b93-861005bd5f70" providerId="ADAL" clId="{340A04FB-801D-4D33-9372-268FA29A2369}" dt="2026-05-14T15:16:35.352" v="502" actId="1036"/>
          <ac:grpSpMkLst>
            <pc:docMk/>
            <pc:sldMk cId="3156461205" sldId="281"/>
            <ac:grpSpMk id="31" creationId="{6FCEACBC-C922-BD80-E853-48A3774E51AC}"/>
          </ac:grpSpMkLst>
        </pc:grpChg>
        <pc:grpChg chg="add mod">
          <ac:chgData name="Andrew Patterson" userId="6c8ffccf-7c1b-4173-8b93-861005bd5f70" providerId="ADAL" clId="{340A04FB-801D-4D33-9372-268FA29A2369}" dt="2026-05-14T15:17:16.191" v="506" actId="1035"/>
          <ac:grpSpMkLst>
            <pc:docMk/>
            <pc:sldMk cId="3156461205" sldId="281"/>
            <ac:grpSpMk id="34" creationId="{A873A84A-740E-E30B-1DAE-34F23F35168D}"/>
          </ac:grpSpMkLst>
        </pc:grpChg>
        <pc:picChg chg="mod">
          <ac:chgData name="Andrew Patterson" userId="6c8ffccf-7c1b-4173-8b93-861005bd5f70" providerId="ADAL" clId="{340A04FB-801D-4D33-9372-268FA29A2369}" dt="2026-05-14T15:13:51.904" v="157" actId="1076"/>
          <ac:picMkLst>
            <pc:docMk/>
            <pc:sldMk cId="3156461205" sldId="281"/>
            <ac:picMk id="3" creationId="{4C57B446-A6D7-E04B-CDBD-BF5A61A7B054}"/>
          </ac:picMkLst>
        </pc:picChg>
      </pc:sldChg>
      <pc:sldChg chg="addSp delSp modSp mod">
        <pc:chgData name="Andrew Patterson" userId="6c8ffccf-7c1b-4173-8b93-861005bd5f70" providerId="ADAL" clId="{340A04FB-801D-4D33-9372-268FA29A2369}" dt="2026-05-14T15:22:28.515" v="619" actId="1076"/>
        <pc:sldMkLst>
          <pc:docMk/>
          <pc:sldMk cId="2655279064" sldId="282"/>
        </pc:sldMkLst>
        <pc:spChg chg="add mod">
          <ac:chgData name="Andrew Patterson" userId="6c8ffccf-7c1b-4173-8b93-861005bd5f70" providerId="ADAL" clId="{340A04FB-801D-4D33-9372-268FA29A2369}" dt="2026-05-14T15:22:28.515" v="619" actId="1076"/>
          <ac:spMkLst>
            <pc:docMk/>
            <pc:sldMk cId="2655279064" sldId="282"/>
            <ac:spMk id="2" creationId="{FCEEF781-F2E1-BCC7-2B5C-1BA86C6AA8E0}"/>
          </ac:spMkLst>
        </pc:spChg>
        <pc:picChg chg="del">
          <ac:chgData name="Andrew Patterson" userId="6c8ffccf-7c1b-4173-8b93-861005bd5f70" providerId="ADAL" clId="{340A04FB-801D-4D33-9372-268FA29A2369}" dt="2026-05-14T15:22:02.177" v="617" actId="478"/>
          <ac:picMkLst>
            <pc:docMk/>
            <pc:sldMk cId="2655279064" sldId="282"/>
            <ac:picMk id="3" creationId="{8FAD1FEC-7FC7-E544-50AE-F0A28459D273}"/>
          </ac:picMkLst>
        </pc:picChg>
      </pc:sldChg>
      <pc:sldChg chg="modSp mod">
        <pc:chgData name="Andrew Patterson" userId="6c8ffccf-7c1b-4173-8b93-861005bd5f70" providerId="ADAL" clId="{340A04FB-801D-4D33-9372-268FA29A2369}" dt="2026-05-14T14:55:48.110" v="14" actId="14100"/>
        <pc:sldMkLst>
          <pc:docMk/>
          <pc:sldMk cId="2215361999" sldId="283"/>
        </pc:sldMkLst>
        <pc:spChg chg="mod">
          <ac:chgData name="Andrew Patterson" userId="6c8ffccf-7c1b-4173-8b93-861005bd5f70" providerId="ADAL" clId="{340A04FB-801D-4D33-9372-268FA29A2369}" dt="2026-05-14T14:55:12.439" v="13" actId="1076"/>
          <ac:spMkLst>
            <pc:docMk/>
            <pc:sldMk cId="2215361999" sldId="283"/>
            <ac:spMk id="3" creationId="{55D51E35-5AC2-39EE-0F15-2C5FF6C18A51}"/>
          </ac:spMkLst>
        </pc:spChg>
        <pc:picChg chg="mod">
          <ac:chgData name="Andrew Patterson" userId="6c8ffccf-7c1b-4173-8b93-861005bd5f70" providerId="ADAL" clId="{340A04FB-801D-4D33-9372-268FA29A2369}" dt="2026-05-14T14:55:48.110" v="14" actId="14100"/>
          <ac:picMkLst>
            <pc:docMk/>
            <pc:sldMk cId="2215361999" sldId="283"/>
            <ac:picMk id="1026" creationId="{9BF54C84-972F-4D21-5F86-FB64777629B7}"/>
          </ac:picMkLst>
        </pc:picChg>
      </pc:sldChg>
      <pc:sldChg chg="new del">
        <pc:chgData name="Andrew Patterson" userId="6c8ffccf-7c1b-4173-8b93-861005bd5f70" providerId="ADAL" clId="{340A04FB-801D-4D33-9372-268FA29A2369}" dt="2026-05-14T16:08:19.580" v="644" actId="47"/>
        <pc:sldMkLst>
          <pc:docMk/>
          <pc:sldMk cId="109732426" sldId="284"/>
        </pc:sldMkLst>
      </pc:sldChg>
      <pc:sldChg chg="addSp modSp new mod">
        <pc:chgData name="Andrew Patterson" userId="6c8ffccf-7c1b-4173-8b93-861005bd5f70" providerId="ADAL" clId="{340A04FB-801D-4D33-9372-268FA29A2369}" dt="2026-05-14T17:51:58.696" v="746" actId="14100"/>
        <pc:sldMkLst>
          <pc:docMk/>
          <pc:sldMk cId="2467699895" sldId="284"/>
        </pc:sldMkLst>
        <pc:picChg chg="add mod">
          <ac:chgData name="Andrew Patterson" userId="6c8ffccf-7c1b-4173-8b93-861005bd5f70" providerId="ADAL" clId="{340A04FB-801D-4D33-9372-268FA29A2369}" dt="2026-05-14T17:51:58.696" v="746" actId="14100"/>
          <ac:picMkLst>
            <pc:docMk/>
            <pc:sldMk cId="2467699895" sldId="284"/>
            <ac:picMk id="2" creationId="{D797D344-80FA-A784-8149-CEC94530DAEA}"/>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5/14/2026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5/14/2026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5/14/2026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5/14/2026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slide" Target="slide6.xml"/><Relationship Id="rId7" Type="http://schemas.openxmlformats.org/officeDocument/2006/relationships/image" Target="../media/image50.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slide" Target="slide7.xml"/><Relationship Id="rId5" Type="http://schemas.openxmlformats.org/officeDocument/2006/relationships/image" Target="../media/image5.png"/><Relationship Id="rId4" Type="http://schemas.openxmlformats.org/officeDocument/2006/relationships/image" Target="../media/image4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slide" Target="slide12.xml"/><Relationship Id="rId3" Type="http://schemas.openxmlformats.org/officeDocument/2006/relationships/image" Target="../media/image10.png"/><Relationship Id="rId7" Type="http://schemas.openxmlformats.org/officeDocument/2006/relationships/image" Target="../media/image12.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10.png"/><Relationship Id="rId5" Type="http://schemas.openxmlformats.org/officeDocument/2006/relationships/slide" Target="slide11.xml"/><Relationship Id="rId4" Type="http://schemas.openxmlformats.org/officeDocument/2006/relationships/image" Target="../media/image11.png"/><Relationship Id="rId9" Type="http://schemas.openxmlformats.org/officeDocument/2006/relationships/image" Target="../media/image120.png"/></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atin typeface="Tw Cen MT Condensed Extra Bold" panose="020B0803020202020204" pitchFamily="34" charset="0"/>
              </a:rPr>
              <a:t>Plus FCE Letter of Complaint</a:t>
            </a:r>
          </a:p>
        </p:txBody>
      </p:sp>
      <p:sp>
        <p:nvSpPr>
          <p:cNvPr id="3" name="Subtitle 2"/>
          <p:cNvSpPr>
            <a:spLocks noGrp="1"/>
          </p:cNvSpPr>
          <p:nvPr>
            <p:ph type="subTitle" idx="1"/>
          </p:nvPr>
        </p:nvSpPr>
        <p:spPr/>
        <p:txBody>
          <a:bodyPr/>
          <a:lstStyle/>
          <a:p>
            <a:r>
              <a:rPr lang="en-US"/>
              <a:t>pp62-68</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ED2BF0-D7BE-D602-66E4-59C0104A2059}"/>
              </a:ext>
            </a:extLst>
          </p:cNvPr>
          <p:cNvPicPr>
            <a:picLocks noChangeAspect="1"/>
          </p:cNvPicPr>
          <p:nvPr/>
        </p:nvPicPr>
        <p:blipFill>
          <a:blip r:embed="rId2"/>
          <a:stretch>
            <a:fillRect/>
          </a:stretch>
        </p:blipFill>
        <p:spPr>
          <a:xfrm>
            <a:off x="585350" y="857250"/>
            <a:ext cx="11468100" cy="5143500"/>
          </a:xfrm>
          <a:prstGeom prst="rect">
            <a:avLst/>
          </a:prstGeom>
        </p:spPr>
      </p:pic>
      <p:sp>
        <p:nvSpPr>
          <p:cNvPr id="2" name="Freeform: Shape 10">
            <a:extLst>
              <a:ext uri="{FF2B5EF4-FFF2-40B4-BE49-F238E27FC236}">
                <a16:creationId xmlns:a16="http://schemas.microsoft.com/office/drawing/2014/main" id="{5E0CE4D2-191B-2A96-9AF6-2B85D1A23929}"/>
              </a:ext>
            </a:extLst>
          </p:cNvPr>
          <p:cNvSpPr>
            <a:spLocks noChangeAspect="1"/>
          </p:cNvSpPr>
          <p:nvPr/>
        </p:nvSpPr>
        <p:spPr>
          <a:xfrm>
            <a:off x="339063" y="4391702"/>
            <a:ext cx="287852" cy="288000"/>
          </a:xfrm>
          <a:custGeom>
            <a:avLst/>
            <a:gdLst>
              <a:gd name="connsiteX0" fmla="*/ 7591 w 337267"/>
              <a:gd name="connsiteY0" fmla="*/ 653 h 337441"/>
              <a:gd name="connsiteX1" fmla="*/ 16293 w 337267"/>
              <a:gd name="connsiteY1" fmla="*/ 1114 h 337441"/>
              <a:gd name="connsiteX2" fmla="*/ 170555 w 337267"/>
              <a:gd name="connsiteY2" fmla="*/ 78426 h 337441"/>
              <a:gd name="connsiteX3" fmla="*/ 180603 w 337267"/>
              <a:gd name="connsiteY3" fmla="*/ 80793 h 337441"/>
              <a:gd name="connsiteX4" fmla="*/ 189955 w 337267"/>
              <a:gd name="connsiteY4" fmla="*/ 88149 h 337441"/>
              <a:gd name="connsiteX5" fmla="*/ 330948 w 337267"/>
              <a:gd name="connsiteY5" fmla="*/ 158810 h 337441"/>
              <a:gd name="connsiteX6" fmla="*/ 333779 w 337267"/>
              <a:gd name="connsiteY6" fmla="*/ 160792 h 337441"/>
              <a:gd name="connsiteX7" fmla="*/ 334122 w 337267"/>
              <a:gd name="connsiteY7" fmla="*/ 176797 h 337441"/>
              <a:gd name="connsiteX8" fmla="*/ 331086 w 337267"/>
              <a:gd name="connsiteY8" fmla="*/ 179005 h 337441"/>
              <a:gd name="connsiteX9" fmla="*/ 189708 w 337267"/>
              <a:gd name="connsiteY9" fmla="*/ 249684 h 337441"/>
              <a:gd name="connsiteX10" fmla="*/ 180603 w 337267"/>
              <a:gd name="connsiteY10" fmla="*/ 256846 h 337441"/>
              <a:gd name="connsiteX11" fmla="*/ 170731 w 337267"/>
              <a:gd name="connsiteY11" fmla="*/ 259171 h 337441"/>
              <a:gd name="connsiteX12" fmla="*/ 16477 w 337267"/>
              <a:gd name="connsiteY12" fmla="*/ 336286 h 337441"/>
              <a:gd name="connsiteX13" fmla="*/ 6483 w 337267"/>
              <a:gd name="connsiteY13" fmla="*/ 336286 h 337441"/>
              <a:gd name="connsiteX14" fmla="*/ 1250 w 337267"/>
              <a:gd name="connsiteY14" fmla="*/ 321060 h 337441"/>
              <a:gd name="connsiteX15" fmla="*/ 53646 w 337267"/>
              <a:gd name="connsiteY15" fmla="*/ 209688 h 337441"/>
              <a:gd name="connsiteX16" fmla="*/ 53554 w 337267"/>
              <a:gd name="connsiteY16" fmla="*/ 127804 h 337441"/>
              <a:gd name="connsiteX17" fmla="*/ 1112 w 337267"/>
              <a:gd name="connsiteY17" fmla="*/ 16295 h 337441"/>
              <a:gd name="connsiteX18" fmla="*/ 1112 w 337267"/>
              <a:gd name="connsiteY18" fmla="*/ 6479 h 337441"/>
              <a:gd name="connsiteX19" fmla="*/ 7591 w 337267"/>
              <a:gd name="connsiteY19" fmla="*/ 653 h 337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7267" h="337441">
                <a:moveTo>
                  <a:pt x="7591" y="653"/>
                </a:moveTo>
                <a:cubicBezTo>
                  <a:pt x="10338" y="-318"/>
                  <a:pt x="13456" y="-241"/>
                  <a:pt x="16293" y="1114"/>
                </a:cubicBezTo>
                <a:lnTo>
                  <a:pt x="170555" y="78426"/>
                </a:lnTo>
                <a:lnTo>
                  <a:pt x="180603" y="80793"/>
                </a:lnTo>
                <a:lnTo>
                  <a:pt x="189955" y="88149"/>
                </a:lnTo>
                <a:lnTo>
                  <a:pt x="330948" y="158810"/>
                </a:lnTo>
                <a:cubicBezTo>
                  <a:pt x="331988" y="159321"/>
                  <a:pt x="332942" y="159990"/>
                  <a:pt x="333779" y="160792"/>
                </a:cubicBezTo>
                <a:cubicBezTo>
                  <a:pt x="338293" y="165117"/>
                  <a:pt x="338447" y="172282"/>
                  <a:pt x="334122" y="176797"/>
                </a:cubicBezTo>
                <a:cubicBezTo>
                  <a:pt x="333236" y="177692"/>
                  <a:pt x="332211" y="178438"/>
                  <a:pt x="331086" y="179005"/>
                </a:cubicBezTo>
                <a:lnTo>
                  <a:pt x="189708" y="249684"/>
                </a:lnTo>
                <a:lnTo>
                  <a:pt x="180603" y="256846"/>
                </a:lnTo>
                <a:lnTo>
                  <a:pt x="170731" y="259171"/>
                </a:lnTo>
                <a:lnTo>
                  <a:pt x="16477" y="336286"/>
                </a:lnTo>
                <a:cubicBezTo>
                  <a:pt x="13323" y="337827"/>
                  <a:pt x="9637" y="337827"/>
                  <a:pt x="6483" y="336286"/>
                </a:cubicBezTo>
                <a:cubicBezTo>
                  <a:pt x="833" y="333527"/>
                  <a:pt x="-1510" y="326709"/>
                  <a:pt x="1250" y="321060"/>
                </a:cubicBezTo>
                <a:lnTo>
                  <a:pt x="53646" y="209688"/>
                </a:lnTo>
                <a:lnTo>
                  <a:pt x="53554" y="127804"/>
                </a:lnTo>
                <a:lnTo>
                  <a:pt x="1112" y="16295"/>
                </a:lnTo>
                <a:cubicBezTo>
                  <a:pt x="-371" y="13191"/>
                  <a:pt x="-371" y="9583"/>
                  <a:pt x="1112" y="6479"/>
                </a:cubicBezTo>
                <a:cubicBezTo>
                  <a:pt x="2467" y="3642"/>
                  <a:pt x="4844" y="1623"/>
                  <a:pt x="7591" y="653"/>
                </a:cubicBez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4" name="Freeform: Shape 11">
            <a:extLst>
              <a:ext uri="{FF2B5EF4-FFF2-40B4-BE49-F238E27FC236}">
                <a16:creationId xmlns:a16="http://schemas.microsoft.com/office/drawing/2014/main" id="{540AC9C1-81EE-CAC7-E419-CABACDF22677}"/>
              </a:ext>
            </a:extLst>
          </p:cNvPr>
          <p:cNvSpPr>
            <a:spLocks noChangeAspect="1"/>
          </p:cNvSpPr>
          <p:nvPr/>
        </p:nvSpPr>
        <p:spPr>
          <a:xfrm>
            <a:off x="325208" y="5495480"/>
            <a:ext cx="287852" cy="288000"/>
          </a:xfrm>
          <a:custGeom>
            <a:avLst/>
            <a:gdLst>
              <a:gd name="connsiteX0" fmla="*/ 7591 w 337267"/>
              <a:gd name="connsiteY0" fmla="*/ 653 h 337441"/>
              <a:gd name="connsiteX1" fmla="*/ 16293 w 337267"/>
              <a:gd name="connsiteY1" fmla="*/ 1114 h 337441"/>
              <a:gd name="connsiteX2" fmla="*/ 170555 w 337267"/>
              <a:gd name="connsiteY2" fmla="*/ 78426 h 337441"/>
              <a:gd name="connsiteX3" fmla="*/ 180603 w 337267"/>
              <a:gd name="connsiteY3" fmla="*/ 80793 h 337441"/>
              <a:gd name="connsiteX4" fmla="*/ 189955 w 337267"/>
              <a:gd name="connsiteY4" fmla="*/ 88149 h 337441"/>
              <a:gd name="connsiteX5" fmla="*/ 330948 w 337267"/>
              <a:gd name="connsiteY5" fmla="*/ 158810 h 337441"/>
              <a:gd name="connsiteX6" fmla="*/ 333779 w 337267"/>
              <a:gd name="connsiteY6" fmla="*/ 160792 h 337441"/>
              <a:gd name="connsiteX7" fmla="*/ 334122 w 337267"/>
              <a:gd name="connsiteY7" fmla="*/ 176797 h 337441"/>
              <a:gd name="connsiteX8" fmla="*/ 331086 w 337267"/>
              <a:gd name="connsiteY8" fmla="*/ 179005 h 337441"/>
              <a:gd name="connsiteX9" fmla="*/ 189708 w 337267"/>
              <a:gd name="connsiteY9" fmla="*/ 249684 h 337441"/>
              <a:gd name="connsiteX10" fmla="*/ 180603 w 337267"/>
              <a:gd name="connsiteY10" fmla="*/ 256846 h 337441"/>
              <a:gd name="connsiteX11" fmla="*/ 170731 w 337267"/>
              <a:gd name="connsiteY11" fmla="*/ 259171 h 337441"/>
              <a:gd name="connsiteX12" fmla="*/ 16477 w 337267"/>
              <a:gd name="connsiteY12" fmla="*/ 336286 h 337441"/>
              <a:gd name="connsiteX13" fmla="*/ 6483 w 337267"/>
              <a:gd name="connsiteY13" fmla="*/ 336286 h 337441"/>
              <a:gd name="connsiteX14" fmla="*/ 1250 w 337267"/>
              <a:gd name="connsiteY14" fmla="*/ 321060 h 337441"/>
              <a:gd name="connsiteX15" fmla="*/ 53646 w 337267"/>
              <a:gd name="connsiteY15" fmla="*/ 209688 h 337441"/>
              <a:gd name="connsiteX16" fmla="*/ 53554 w 337267"/>
              <a:gd name="connsiteY16" fmla="*/ 127804 h 337441"/>
              <a:gd name="connsiteX17" fmla="*/ 1112 w 337267"/>
              <a:gd name="connsiteY17" fmla="*/ 16295 h 337441"/>
              <a:gd name="connsiteX18" fmla="*/ 1112 w 337267"/>
              <a:gd name="connsiteY18" fmla="*/ 6479 h 337441"/>
              <a:gd name="connsiteX19" fmla="*/ 7591 w 337267"/>
              <a:gd name="connsiteY19" fmla="*/ 653 h 337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7267" h="337441">
                <a:moveTo>
                  <a:pt x="7591" y="653"/>
                </a:moveTo>
                <a:cubicBezTo>
                  <a:pt x="10338" y="-318"/>
                  <a:pt x="13456" y="-241"/>
                  <a:pt x="16293" y="1114"/>
                </a:cubicBezTo>
                <a:lnTo>
                  <a:pt x="170555" y="78426"/>
                </a:lnTo>
                <a:lnTo>
                  <a:pt x="180603" y="80793"/>
                </a:lnTo>
                <a:lnTo>
                  <a:pt x="189955" y="88149"/>
                </a:lnTo>
                <a:lnTo>
                  <a:pt x="330948" y="158810"/>
                </a:lnTo>
                <a:cubicBezTo>
                  <a:pt x="331988" y="159321"/>
                  <a:pt x="332942" y="159990"/>
                  <a:pt x="333779" y="160792"/>
                </a:cubicBezTo>
                <a:cubicBezTo>
                  <a:pt x="338293" y="165117"/>
                  <a:pt x="338447" y="172282"/>
                  <a:pt x="334122" y="176797"/>
                </a:cubicBezTo>
                <a:cubicBezTo>
                  <a:pt x="333236" y="177692"/>
                  <a:pt x="332211" y="178438"/>
                  <a:pt x="331086" y="179005"/>
                </a:cubicBezTo>
                <a:lnTo>
                  <a:pt x="189708" y="249684"/>
                </a:lnTo>
                <a:lnTo>
                  <a:pt x="180603" y="256846"/>
                </a:lnTo>
                <a:lnTo>
                  <a:pt x="170731" y="259171"/>
                </a:lnTo>
                <a:lnTo>
                  <a:pt x="16477" y="336286"/>
                </a:lnTo>
                <a:cubicBezTo>
                  <a:pt x="13323" y="337827"/>
                  <a:pt x="9637" y="337827"/>
                  <a:pt x="6483" y="336286"/>
                </a:cubicBezTo>
                <a:cubicBezTo>
                  <a:pt x="833" y="333527"/>
                  <a:pt x="-1510" y="326709"/>
                  <a:pt x="1250" y="321060"/>
                </a:cubicBezTo>
                <a:lnTo>
                  <a:pt x="53646" y="209688"/>
                </a:lnTo>
                <a:lnTo>
                  <a:pt x="53554" y="127804"/>
                </a:lnTo>
                <a:lnTo>
                  <a:pt x="1112" y="16295"/>
                </a:lnTo>
                <a:cubicBezTo>
                  <a:pt x="-371" y="13191"/>
                  <a:pt x="-371" y="9583"/>
                  <a:pt x="1112" y="6479"/>
                </a:cubicBezTo>
                <a:cubicBezTo>
                  <a:pt x="2467" y="3642"/>
                  <a:pt x="4844" y="1623"/>
                  <a:pt x="7591" y="653"/>
                </a:cubicBez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1577545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2"/>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4" grpId="0" animBg="1"/>
      <p:bldP spid="4"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EB3FA771-B1E2-1F09-23E5-81AC1196576D}"/>
              </a:ext>
            </a:extLst>
          </p:cNvPr>
          <p:cNvPicPr>
            <a:picLocks noChangeAspect="1"/>
          </p:cNvPicPr>
          <p:nvPr/>
        </p:nvPicPr>
        <p:blipFill>
          <a:blip r:embed="rId2"/>
          <a:stretch>
            <a:fillRect/>
          </a:stretch>
        </p:blipFill>
        <p:spPr>
          <a:xfrm>
            <a:off x="548159" y="636814"/>
            <a:ext cx="11095682" cy="5110843"/>
          </a:xfrm>
          <a:prstGeom prst="rect">
            <a:avLst/>
          </a:prstGeom>
        </p:spPr>
      </p:pic>
      <p:sp>
        <p:nvSpPr>
          <p:cNvPr id="2" name="Freeform: Shape 10">
            <a:extLst>
              <a:ext uri="{FF2B5EF4-FFF2-40B4-BE49-F238E27FC236}">
                <a16:creationId xmlns:a16="http://schemas.microsoft.com/office/drawing/2014/main" id="{8ED3C89B-DD65-1AE3-972C-CC190672E5AF}"/>
              </a:ext>
            </a:extLst>
          </p:cNvPr>
          <p:cNvSpPr>
            <a:spLocks noChangeAspect="1"/>
          </p:cNvSpPr>
          <p:nvPr/>
        </p:nvSpPr>
        <p:spPr>
          <a:xfrm>
            <a:off x="339063" y="1565372"/>
            <a:ext cx="287852" cy="288000"/>
          </a:xfrm>
          <a:custGeom>
            <a:avLst/>
            <a:gdLst>
              <a:gd name="connsiteX0" fmla="*/ 7591 w 337267"/>
              <a:gd name="connsiteY0" fmla="*/ 653 h 337441"/>
              <a:gd name="connsiteX1" fmla="*/ 16293 w 337267"/>
              <a:gd name="connsiteY1" fmla="*/ 1114 h 337441"/>
              <a:gd name="connsiteX2" fmla="*/ 170555 w 337267"/>
              <a:gd name="connsiteY2" fmla="*/ 78426 h 337441"/>
              <a:gd name="connsiteX3" fmla="*/ 180603 w 337267"/>
              <a:gd name="connsiteY3" fmla="*/ 80793 h 337441"/>
              <a:gd name="connsiteX4" fmla="*/ 189955 w 337267"/>
              <a:gd name="connsiteY4" fmla="*/ 88149 h 337441"/>
              <a:gd name="connsiteX5" fmla="*/ 330948 w 337267"/>
              <a:gd name="connsiteY5" fmla="*/ 158810 h 337441"/>
              <a:gd name="connsiteX6" fmla="*/ 333779 w 337267"/>
              <a:gd name="connsiteY6" fmla="*/ 160792 h 337441"/>
              <a:gd name="connsiteX7" fmla="*/ 334122 w 337267"/>
              <a:gd name="connsiteY7" fmla="*/ 176797 h 337441"/>
              <a:gd name="connsiteX8" fmla="*/ 331086 w 337267"/>
              <a:gd name="connsiteY8" fmla="*/ 179005 h 337441"/>
              <a:gd name="connsiteX9" fmla="*/ 189708 w 337267"/>
              <a:gd name="connsiteY9" fmla="*/ 249684 h 337441"/>
              <a:gd name="connsiteX10" fmla="*/ 180603 w 337267"/>
              <a:gd name="connsiteY10" fmla="*/ 256846 h 337441"/>
              <a:gd name="connsiteX11" fmla="*/ 170731 w 337267"/>
              <a:gd name="connsiteY11" fmla="*/ 259171 h 337441"/>
              <a:gd name="connsiteX12" fmla="*/ 16477 w 337267"/>
              <a:gd name="connsiteY12" fmla="*/ 336286 h 337441"/>
              <a:gd name="connsiteX13" fmla="*/ 6483 w 337267"/>
              <a:gd name="connsiteY13" fmla="*/ 336286 h 337441"/>
              <a:gd name="connsiteX14" fmla="*/ 1250 w 337267"/>
              <a:gd name="connsiteY14" fmla="*/ 321060 h 337441"/>
              <a:gd name="connsiteX15" fmla="*/ 53646 w 337267"/>
              <a:gd name="connsiteY15" fmla="*/ 209688 h 337441"/>
              <a:gd name="connsiteX16" fmla="*/ 53554 w 337267"/>
              <a:gd name="connsiteY16" fmla="*/ 127804 h 337441"/>
              <a:gd name="connsiteX17" fmla="*/ 1112 w 337267"/>
              <a:gd name="connsiteY17" fmla="*/ 16295 h 337441"/>
              <a:gd name="connsiteX18" fmla="*/ 1112 w 337267"/>
              <a:gd name="connsiteY18" fmla="*/ 6479 h 337441"/>
              <a:gd name="connsiteX19" fmla="*/ 7591 w 337267"/>
              <a:gd name="connsiteY19" fmla="*/ 653 h 337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7267" h="337441">
                <a:moveTo>
                  <a:pt x="7591" y="653"/>
                </a:moveTo>
                <a:cubicBezTo>
                  <a:pt x="10338" y="-318"/>
                  <a:pt x="13456" y="-241"/>
                  <a:pt x="16293" y="1114"/>
                </a:cubicBezTo>
                <a:lnTo>
                  <a:pt x="170555" y="78426"/>
                </a:lnTo>
                <a:lnTo>
                  <a:pt x="180603" y="80793"/>
                </a:lnTo>
                <a:lnTo>
                  <a:pt x="189955" y="88149"/>
                </a:lnTo>
                <a:lnTo>
                  <a:pt x="330948" y="158810"/>
                </a:lnTo>
                <a:cubicBezTo>
                  <a:pt x="331988" y="159321"/>
                  <a:pt x="332942" y="159990"/>
                  <a:pt x="333779" y="160792"/>
                </a:cubicBezTo>
                <a:cubicBezTo>
                  <a:pt x="338293" y="165117"/>
                  <a:pt x="338447" y="172282"/>
                  <a:pt x="334122" y="176797"/>
                </a:cubicBezTo>
                <a:cubicBezTo>
                  <a:pt x="333236" y="177692"/>
                  <a:pt x="332211" y="178438"/>
                  <a:pt x="331086" y="179005"/>
                </a:cubicBezTo>
                <a:lnTo>
                  <a:pt x="189708" y="249684"/>
                </a:lnTo>
                <a:lnTo>
                  <a:pt x="180603" y="256846"/>
                </a:lnTo>
                <a:lnTo>
                  <a:pt x="170731" y="259171"/>
                </a:lnTo>
                <a:lnTo>
                  <a:pt x="16477" y="336286"/>
                </a:lnTo>
                <a:cubicBezTo>
                  <a:pt x="13323" y="337827"/>
                  <a:pt x="9637" y="337827"/>
                  <a:pt x="6483" y="336286"/>
                </a:cubicBezTo>
                <a:cubicBezTo>
                  <a:pt x="833" y="333527"/>
                  <a:pt x="-1510" y="326709"/>
                  <a:pt x="1250" y="321060"/>
                </a:cubicBezTo>
                <a:lnTo>
                  <a:pt x="53646" y="209688"/>
                </a:lnTo>
                <a:lnTo>
                  <a:pt x="53554" y="127804"/>
                </a:lnTo>
                <a:lnTo>
                  <a:pt x="1112" y="16295"/>
                </a:lnTo>
                <a:cubicBezTo>
                  <a:pt x="-371" y="13191"/>
                  <a:pt x="-371" y="9583"/>
                  <a:pt x="1112" y="6479"/>
                </a:cubicBezTo>
                <a:cubicBezTo>
                  <a:pt x="2467" y="3642"/>
                  <a:pt x="4844" y="1623"/>
                  <a:pt x="7591" y="653"/>
                </a:cubicBez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 name="Freeform: Shape 11">
            <a:extLst>
              <a:ext uri="{FF2B5EF4-FFF2-40B4-BE49-F238E27FC236}">
                <a16:creationId xmlns:a16="http://schemas.microsoft.com/office/drawing/2014/main" id="{6A98E793-7669-C6D7-93E4-BA84CDA61C8C}"/>
              </a:ext>
            </a:extLst>
          </p:cNvPr>
          <p:cNvSpPr>
            <a:spLocks noChangeAspect="1"/>
          </p:cNvSpPr>
          <p:nvPr/>
        </p:nvSpPr>
        <p:spPr>
          <a:xfrm>
            <a:off x="325208" y="2114962"/>
            <a:ext cx="287852" cy="288000"/>
          </a:xfrm>
          <a:custGeom>
            <a:avLst/>
            <a:gdLst>
              <a:gd name="connsiteX0" fmla="*/ 7591 w 337267"/>
              <a:gd name="connsiteY0" fmla="*/ 653 h 337441"/>
              <a:gd name="connsiteX1" fmla="*/ 16293 w 337267"/>
              <a:gd name="connsiteY1" fmla="*/ 1114 h 337441"/>
              <a:gd name="connsiteX2" fmla="*/ 170555 w 337267"/>
              <a:gd name="connsiteY2" fmla="*/ 78426 h 337441"/>
              <a:gd name="connsiteX3" fmla="*/ 180603 w 337267"/>
              <a:gd name="connsiteY3" fmla="*/ 80793 h 337441"/>
              <a:gd name="connsiteX4" fmla="*/ 189955 w 337267"/>
              <a:gd name="connsiteY4" fmla="*/ 88149 h 337441"/>
              <a:gd name="connsiteX5" fmla="*/ 330948 w 337267"/>
              <a:gd name="connsiteY5" fmla="*/ 158810 h 337441"/>
              <a:gd name="connsiteX6" fmla="*/ 333779 w 337267"/>
              <a:gd name="connsiteY6" fmla="*/ 160792 h 337441"/>
              <a:gd name="connsiteX7" fmla="*/ 334122 w 337267"/>
              <a:gd name="connsiteY7" fmla="*/ 176797 h 337441"/>
              <a:gd name="connsiteX8" fmla="*/ 331086 w 337267"/>
              <a:gd name="connsiteY8" fmla="*/ 179005 h 337441"/>
              <a:gd name="connsiteX9" fmla="*/ 189708 w 337267"/>
              <a:gd name="connsiteY9" fmla="*/ 249684 h 337441"/>
              <a:gd name="connsiteX10" fmla="*/ 180603 w 337267"/>
              <a:gd name="connsiteY10" fmla="*/ 256846 h 337441"/>
              <a:gd name="connsiteX11" fmla="*/ 170731 w 337267"/>
              <a:gd name="connsiteY11" fmla="*/ 259171 h 337441"/>
              <a:gd name="connsiteX12" fmla="*/ 16477 w 337267"/>
              <a:gd name="connsiteY12" fmla="*/ 336286 h 337441"/>
              <a:gd name="connsiteX13" fmla="*/ 6483 w 337267"/>
              <a:gd name="connsiteY13" fmla="*/ 336286 h 337441"/>
              <a:gd name="connsiteX14" fmla="*/ 1250 w 337267"/>
              <a:gd name="connsiteY14" fmla="*/ 321060 h 337441"/>
              <a:gd name="connsiteX15" fmla="*/ 53646 w 337267"/>
              <a:gd name="connsiteY15" fmla="*/ 209688 h 337441"/>
              <a:gd name="connsiteX16" fmla="*/ 53554 w 337267"/>
              <a:gd name="connsiteY16" fmla="*/ 127804 h 337441"/>
              <a:gd name="connsiteX17" fmla="*/ 1112 w 337267"/>
              <a:gd name="connsiteY17" fmla="*/ 16295 h 337441"/>
              <a:gd name="connsiteX18" fmla="*/ 1112 w 337267"/>
              <a:gd name="connsiteY18" fmla="*/ 6479 h 337441"/>
              <a:gd name="connsiteX19" fmla="*/ 7591 w 337267"/>
              <a:gd name="connsiteY19" fmla="*/ 653 h 337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7267" h="337441">
                <a:moveTo>
                  <a:pt x="7591" y="653"/>
                </a:moveTo>
                <a:cubicBezTo>
                  <a:pt x="10338" y="-318"/>
                  <a:pt x="13456" y="-241"/>
                  <a:pt x="16293" y="1114"/>
                </a:cubicBezTo>
                <a:lnTo>
                  <a:pt x="170555" y="78426"/>
                </a:lnTo>
                <a:lnTo>
                  <a:pt x="180603" y="80793"/>
                </a:lnTo>
                <a:lnTo>
                  <a:pt x="189955" y="88149"/>
                </a:lnTo>
                <a:lnTo>
                  <a:pt x="330948" y="158810"/>
                </a:lnTo>
                <a:cubicBezTo>
                  <a:pt x="331988" y="159321"/>
                  <a:pt x="332942" y="159990"/>
                  <a:pt x="333779" y="160792"/>
                </a:cubicBezTo>
                <a:cubicBezTo>
                  <a:pt x="338293" y="165117"/>
                  <a:pt x="338447" y="172282"/>
                  <a:pt x="334122" y="176797"/>
                </a:cubicBezTo>
                <a:cubicBezTo>
                  <a:pt x="333236" y="177692"/>
                  <a:pt x="332211" y="178438"/>
                  <a:pt x="331086" y="179005"/>
                </a:cubicBezTo>
                <a:lnTo>
                  <a:pt x="189708" y="249684"/>
                </a:lnTo>
                <a:lnTo>
                  <a:pt x="180603" y="256846"/>
                </a:lnTo>
                <a:lnTo>
                  <a:pt x="170731" y="259171"/>
                </a:lnTo>
                <a:lnTo>
                  <a:pt x="16477" y="336286"/>
                </a:lnTo>
                <a:cubicBezTo>
                  <a:pt x="13323" y="337827"/>
                  <a:pt x="9637" y="337827"/>
                  <a:pt x="6483" y="336286"/>
                </a:cubicBezTo>
                <a:cubicBezTo>
                  <a:pt x="833" y="333527"/>
                  <a:pt x="-1510" y="326709"/>
                  <a:pt x="1250" y="321060"/>
                </a:cubicBezTo>
                <a:lnTo>
                  <a:pt x="53646" y="209688"/>
                </a:lnTo>
                <a:lnTo>
                  <a:pt x="53554" y="127804"/>
                </a:lnTo>
                <a:lnTo>
                  <a:pt x="1112" y="16295"/>
                </a:lnTo>
                <a:cubicBezTo>
                  <a:pt x="-371" y="13191"/>
                  <a:pt x="-371" y="9583"/>
                  <a:pt x="1112" y="6479"/>
                </a:cubicBezTo>
                <a:cubicBezTo>
                  <a:pt x="2467" y="3642"/>
                  <a:pt x="4844" y="1623"/>
                  <a:pt x="7591" y="653"/>
                </a:cubicBez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4" name="Rectangle 3">
            <a:extLst>
              <a:ext uri="{FF2B5EF4-FFF2-40B4-BE49-F238E27FC236}">
                <a16:creationId xmlns:a16="http://schemas.microsoft.com/office/drawing/2014/main" id="{63284F2C-CD38-8FFA-4AD8-3BF53DF381C6}"/>
              </a:ext>
            </a:extLst>
          </p:cNvPr>
          <p:cNvSpPr/>
          <p:nvPr/>
        </p:nvSpPr>
        <p:spPr>
          <a:xfrm>
            <a:off x="548159" y="2867891"/>
            <a:ext cx="11095682" cy="220287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Freeform: Shape 11">
            <a:extLst>
              <a:ext uri="{FF2B5EF4-FFF2-40B4-BE49-F238E27FC236}">
                <a16:creationId xmlns:a16="http://schemas.microsoft.com/office/drawing/2014/main" id="{82A37774-AA78-F192-05D3-17F3760BD770}"/>
              </a:ext>
            </a:extLst>
          </p:cNvPr>
          <p:cNvSpPr>
            <a:spLocks noChangeAspect="1"/>
          </p:cNvSpPr>
          <p:nvPr/>
        </p:nvSpPr>
        <p:spPr>
          <a:xfrm>
            <a:off x="274375" y="5192258"/>
            <a:ext cx="287852" cy="288000"/>
          </a:xfrm>
          <a:custGeom>
            <a:avLst/>
            <a:gdLst>
              <a:gd name="connsiteX0" fmla="*/ 7591 w 337267"/>
              <a:gd name="connsiteY0" fmla="*/ 653 h 337441"/>
              <a:gd name="connsiteX1" fmla="*/ 16293 w 337267"/>
              <a:gd name="connsiteY1" fmla="*/ 1114 h 337441"/>
              <a:gd name="connsiteX2" fmla="*/ 170555 w 337267"/>
              <a:gd name="connsiteY2" fmla="*/ 78426 h 337441"/>
              <a:gd name="connsiteX3" fmla="*/ 180603 w 337267"/>
              <a:gd name="connsiteY3" fmla="*/ 80793 h 337441"/>
              <a:gd name="connsiteX4" fmla="*/ 189955 w 337267"/>
              <a:gd name="connsiteY4" fmla="*/ 88149 h 337441"/>
              <a:gd name="connsiteX5" fmla="*/ 330948 w 337267"/>
              <a:gd name="connsiteY5" fmla="*/ 158810 h 337441"/>
              <a:gd name="connsiteX6" fmla="*/ 333779 w 337267"/>
              <a:gd name="connsiteY6" fmla="*/ 160792 h 337441"/>
              <a:gd name="connsiteX7" fmla="*/ 334122 w 337267"/>
              <a:gd name="connsiteY7" fmla="*/ 176797 h 337441"/>
              <a:gd name="connsiteX8" fmla="*/ 331086 w 337267"/>
              <a:gd name="connsiteY8" fmla="*/ 179005 h 337441"/>
              <a:gd name="connsiteX9" fmla="*/ 189708 w 337267"/>
              <a:gd name="connsiteY9" fmla="*/ 249684 h 337441"/>
              <a:gd name="connsiteX10" fmla="*/ 180603 w 337267"/>
              <a:gd name="connsiteY10" fmla="*/ 256846 h 337441"/>
              <a:gd name="connsiteX11" fmla="*/ 170731 w 337267"/>
              <a:gd name="connsiteY11" fmla="*/ 259171 h 337441"/>
              <a:gd name="connsiteX12" fmla="*/ 16477 w 337267"/>
              <a:gd name="connsiteY12" fmla="*/ 336286 h 337441"/>
              <a:gd name="connsiteX13" fmla="*/ 6483 w 337267"/>
              <a:gd name="connsiteY13" fmla="*/ 336286 h 337441"/>
              <a:gd name="connsiteX14" fmla="*/ 1250 w 337267"/>
              <a:gd name="connsiteY14" fmla="*/ 321060 h 337441"/>
              <a:gd name="connsiteX15" fmla="*/ 53646 w 337267"/>
              <a:gd name="connsiteY15" fmla="*/ 209688 h 337441"/>
              <a:gd name="connsiteX16" fmla="*/ 53554 w 337267"/>
              <a:gd name="connsiteY16" fmla="*/ 127804 h 337441"/>
              <a:gd name="connsiteX17" fmla="*/ 1112 w 337267"/>
              <a:gd name="connsiteY17" fmla="*/ 16295 h 337441"/>
              <a:gd name="connsiteX18" fmla="*/ 1112 w 337267"/>
              <a:gd name="connsiteY18" fmla="*/ 6479 h 337441"/>
              <a:gd name="connsiteX19" fmla="*/ 7591 w 337267"/>
              <a:gd name="connsiteY19" fmla="*/ 653 h 337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7267" h="337441">
                <a:moveTo>
                  <a:pt x="7591" y="653"/>
                </a:moveTo>
                <a:cubicBezTo>
                  <a:pt x="10338" y="-318"/>
                  <a:pt x="13456" y="-241"/>
                  <a:pt x="16293" y="1114"/>
                </a:cubicBezTo>
                <a:lnTo>
                  <a:pt x="170555" y="78426"/>
                </a:lnTo>
                <a:lnTo>
                  <a:pt x="180603" y="80793"/>
                </a:lnTo>
                <a:lnTo>
                  <a:pt x="189955" y="88149"/>
                </a:lnTo>
                <a:lnTo>
                  <a:pt x="330948" y="158810"/>
                </a:lnTo>
                <a:cubicBezTo>
                  <a:pt x="331988" y="159321"/>
                  <a:pt x="332942" y="159990"/>
                  <a:pt x="333779" y="160792"/>
                </a:cubicBezTo>
                <a:cubicBezTo>
                  <a:pt x="338293" y="165117"/>
                  <a:pt x="338447" y="172282"/>
                  <a:pt x="334122" y="176797"/>
                </a:cubicBezTo>
                <a:cubicBezTo>
                  <a:pt x="333236" y="177692"/>
                  <a:pt x="332211" y="178438"/>
                  <a:pt x="331086" y="179005"/>
                </a:cubicBezTo>
                <a:lnTo>
                  <a:pt x="189708" y="249684"/>
                </a:lnTo>
                <a:lnTo>
                  <a:pt x="180603" y="256846"/>
                </a:lnTo>
                <a:lnTo>
                  <a:pt x="170731" y="259171"/>
                </a:lnTo>
                <a:lnTo>
                  <a:pt x="16477" y="336286"/>
                </a:lnTo>
                <a:cubicBezTo>
                  <a:pt x="13323" y="337827"/>
                  <a:pt x="9637" y="337827"/>
                  <a:pt x="6483" y="336286"/>
                </a:cubicBezTo>
                <a:cubicBezTo>
                  <a:pt x="833" y="333527"/>
                  <a:pt x="-1510" y="326709"/>
                  <a:pt x="1250" y="321060"/>
                </a:cubicBezTo>
                <a:lnTo>
                  <a:pt x="53646" y="209688"/>
                </a:lnTo>
                <a:lnTo>
                  <a:pt x="53554" y="127804"/>
                </a:lnTo>
                <a:lnTo>
                  <a:pt x="1112" y="16295"/>
                </a:lnTo>
                <a:cubicBezTo>
                  <a:pt x="-371" y="13191"/>
                  <a:pt x="-371" y="9583"/>
                  <a:pt x="1112" y="6479"/>
                </a:cubicBezTo>
                <a:cubicBezTo>
                  <a:pt x="2467" y="3642"/>
                  <a:pt x="4844" y="1623"/>
                  <a:pt x="7591" y="653"/>
                </a:cubicBez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GB"/>
              <a:t> </a:t>
            </a:r>
          </a:p>
        </p:txBody>
      </p:sp>
    </p:spTree>
    <p:extLst>
      <p:ext uri="{BB962C8B-B14F-4D97-AF65-F5344CB8AC3E}">
        <p14:creationId xmlns:p14="http://schemas.microsoft.com/office/powerpoint/2010/main" val="1255573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2"/>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3"/>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4" grpId="0" animBg="1"/>
      <p:bldP spid="4" grpId="1" animBg="1"/>
      <p:bldP spid="5" grpId="0" animBg="1"/>
      <p:bldP spid="5"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5F0A6CC-CD91-081A-5861-48694765C4F9}"/>
              </a:ext>
            </a:extLst>
          </p:cNvPr>
          <p:cNvPicPr>
            <a:picLocks noGrp="1" noRot="1" noChangeAspect="1" noMove="1" noResize="1" noEditPoints="1" noAdjustHandles="1" noChangeArrowheads="1" noChangeShapeType="1" noCrop="1"/>
          </p:cNvPicPr>
          <p:nvPr/>
        </p:nvPicPr>
        <p:blipFill>
          <a:blip r:embed="rId2"/>
          <a:stretch>
            <a:fillRect/>
          </a:stretch>
        </p:blipFill>
        <p:spPr>
          <a:xfrm>
            <a:off x="2423545" y="0"/>
            <a:ext cx="7344910" cy="6858000"/>
          </a:xfrm>
          <a:prstGeom prst="rect">
            <a:avLst/>
          </a:prstGeom>
        </p:spPr>
      </p:pic>
      <p:grpSp>
        <p:nvGrpSpPr>
          <p:cNvPr id="10" name="Group 9">
            <a:extLst>
              <a:ext uri="{FF2B5EF4-FFF2-40B4-BE49-F238E27FC236}">
                <a16:creationId xmlns:a16="http://schemas.microsoft.com/office/drawing/2014/main" id="{1D427A8B-4577-6C55-EA48-3B2B88A4C057}"/>
              </a:ext>
            </a:extLst>
          </p:cNvPr>
          <p:cNvGrpSpPr/>
          <p:nvPr/>
        </p:nvGrpSpPr>
        <p:grpSpPr>
          <a:xfrm>
            <a:off x="5303520" y="452882"/>
            <a:ext cx="4464935" cy="1572866"/>
            <a:chOff x="5303520" y="452882"/>
            <a:chExt cx="4464935" cy="1572866"/>
          </a:xfrm>
        </p:grpSpPr>
        <p:sp>
          <p:nvSpPr>
            <p:cNvPr id="2" name="Oval 1">
              <a:extLst>
                <a:ext uri="{FF2B5EF4-FFF2-40B4-BE49-F238E27FC236}">
                  <a16:creationId xmlns:a16="http://schemas.microsoft.com/office/drawing/2014/main" id="{6D352474-497D-4CB8-60C3-AD36F035EB5B}"/>
                </a:ext>
              </a:extLst>
            </p:cNvPr>
            <p:cNvSpPr/>
            <p:nvPr/>
          </p:nvSpPr>
          <p:spPr>
            <a:xfrm>
              <a:off x="5303520" y="1659987"/>
              <a:ext cx="2982351" cy="365761"/>
            </a:xfrm>
            <a:prstGeom prst="ellipse">
              <a:avLst/>
            </a:prstGeom>
            <a:solidFill>
              <a:srgbClr val="FFFF00">
                <a:alpha val="25000"/>
              </a:srgbClr>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D2C75471-E87D-F408-A3C6-BE7D04863748}"/>
                </a:ext>
              </a:extLst>
            </p:cNvPr>
            <p:cNvSpPr/>
            <p:nvPr/>
          </p:nvSpPr>
          <p:spPr>
            <a:xfrm>
              <a:off x="8830762" y="452882"/>
              <a:ext cx="937693" cy="70949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2" name="Group 11">
            <a:extLst>
              <a:ext uri="{FF2B5EF4-FFF2-40B4-BE49-F238E27FC236}">
                <a16:creationId xmlns:a16="http://schemas.microsoft.com/office/drawing/2014/main" id="{C70C6F45-E506-C57C-8190-95253C43F9D2}"/>
              </a:ext>
            </a:extLst>
          </p:cNvPr>
          <p:cNvGrpSpPr/>
          <p:nvPr/>
        </p:nvGrpSpPr>
        <p:grpSpPr>
          <a:xfrm>
            <a:off x="2423545" y="1345011"/>
            <a:ext cx="3407630" cy="918504"/>
            <a:chOff x="2423545" y="1345011"/>
            <a:chExt cx="3407630" cy="918504"/>
          </a:xfrm>
        </p:grpSpPr>
        <p:sp>
          <p:nvSpPr>
            <p:cNvPr id="4" name="Oval 3">
              <a:extLst>
                <a:ext uri="{FF2B5EF4-FFF2-40B4-BE49-F238E27FC236}">
                  <a16:creationId xmlns:a16="http://schemas.microsoft.com/office/drawing/2014/main" id="{F07D18D8-4DD1-CA4F-0537-23BF21231DF6}"/>
                </a:ext>
              </a:extLst>
            </p:cNvPr>
            <p:cNvSpPr/>
            <p:nvPr/>
          </p:nvSpPr>
          <p:spPr>
            <a:xfrm>
              <a:off x="5141127" y="2025748"/>
              <a:ext cx="690048" cy="237767"/>
            </a:xfrm>
            <a:prstGeom prst="ellipse">
              <a:avLst/>
            </a:prstGeom>
            <a:solidFill>
              <a:srgbClr val="FFFF00">
                <a:alpha val="25000"/>
              </a:srgbClr>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CAC057A5-C7F8-4FC5-33E0-A71D92AF7236}"/>
                </a:ext>
              </a:extLst>
            </p:cNvPr>
            <p:cNvSpPr/>
            <p:nvPr/>
          </p:nvSpPr>
          <p:spPr>
            <a:xfrm>
              <a:off x="2423545" y="1345011"/>
              <a:ext cx="1001580" cy="68073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5" name="Group 14">
            <a:extLst>
              <a:ext uri="{FF2B5EF4-FFF2-40B4-BE49-F238E27FC236}">
                <a16:creationId xmlns:a16="http://schemas.microsoft.com/office/drawing/2014/main" id="{CFEFAF37-4F03-93AA-3F6E-D162B677DFE9}"/>
              </a:ext>
            </a:extLst>
          </p:cNvPr>
          <p:cNvGrpSpPr/>
          <p:nvPr/>
        </p:nvGrpSpPr>
        <p:grpSpPr>
          <a:xfrm>
            <a:off x="5548357" y="2025749"/>
            <a:ext cx="4220099" cy="630006"/>
            <a:chOff x="5548357" y="2025749"/>
            <a:chExt cx="4220099" cy="630006"/>
          </a:xfrm>
        </p:grpSpPr>
        <p:sp>
          <p:nvSpPr>
            <p:cNvPr id="5" name="Oval 4">
              <a:extLst>
                <a:ext uri="{FF2B5EF4-FFF2-40B4-BE49-F238E27FC236}">
                  <a16:creationId xmlns:a16="http://schemas.microsoft.com/office/drawing/2014/main" id="{9E706478-FDC8-7501-6813-9F0A0639903E}"/>
                </a:ext>
              </a:extLst>
            </p:cNvPr>
            <p:cNvSpPr/>
            <p:nvPr/>
          </p:nvSpPr>
          <p:spPr>
            <a:xfrm>
              <a:off x="5548357" y="2417988"/>
              <a:ext cx="690048" cy="237767"/>
            </a:xfrm>
            <a:prstGeom prst="ellipse">
              <a:avLst/>
            </a:prstGeom>
            <a:solidFill>
              <a:srgbClr val="FFFF00">
                <a:alpha val="25000"/>
              </a:srgbClr>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A9B8F781-BD02-11C1-7146-D955F73EFB8D}"/>
                </a:ext>
              </a:extLst>
            </p:cNvPr>
            <p:cNvSpPr/>
            <p:nvPr/>
          </p:nvSpPr>
          <p:spPr>
            <a:xfrm>
              <a:off x="8769238" y="2025749"/>
              <a:ext cx="999218" cy="39223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7" name="Group 16">
            <a:extLst>
              <a:ext uri="{FF2B5EF4-FFF2-40B4-BE49-F238E27FC236}">
                <a16:creationId xmlns:a16="http://schemas.microsoft.com/office/drawing/2014/main" id="{AB9CF06E-A9BE-0178-6B67-0F854226DC29}"/>
              </a:ext>
            </a:extLst>
          </p:cNvPr>
          <p:cNvGrpSpPr/>
          <p:nvPr/>
        </p:nvGrpSpPr>
        <p:grpSpPr>
          <a:xfrm>
            <a:off x="2577681" y="2765258"/>
            <a:ext cx="3633243" cy="663741"/>
            <a:chOff x="2577681" y="2765258"/>
            <a:chExt cx="3633243" cy="663741"/>
          </a:xfrm>
        </p:grpSpPr>
        <p:sp>
          <p:nvSpPr>
            <p:cNvPr id="6" name="Oval 5">
              <a:extLst>
                <a:ext uri="{FF2B5EF4-FFF2-40B4-BE49-F238E27FC236}">
                  <a16:creationId xmlns:a16="http://schemas.microsoft.com/office/drawing/2014/main" id="{E5791B3C-C689-B663-E7DE-D6CE40C1D713}"/>
                </a:ext>
              </a:extLst>
            </p:cNvPr>
            <p:cNvSpPr/>
            <p:nvPr/>
          </p:nvSpPr>
          <p:spPr>
            <a:xfrm>
              <a:off x="5303520" y="2765258"/>
              <a:ext cx="907404" cy="237767"/>
            </a:xfrm>
            <a:prstGeom prst="ellipse">
              <a:avLst/>
            </a:prstGeom>
            <a:solidFill>
              <a:srgbClr val="FFFF00">
                <a:alpha val="25000"/>
              </a:srgbClr>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E69B982A-18FA-FE2A-D4F0-D1C5FC43E6D4}"/>
                </a:ext>
              </a:extLst>
            </p:cNvPr>
            <p:cNvSpPr/>
            <p:nvPr/>
          </p:nvSpPr>
          <p:spPr>
            <a:xfrm>
              <a:off x="2577681" y="3003024"/>
              <a:ext cx="847444" cy="42597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9" name="Group 18">
            <a:extLst>
              <a:ext uri="{FF2B5EF4-FFF2-40B4-BE49-F238E27FC236}">
                <a16:creationId xmlns:a16="http://schemas.microsoft.com/office/drawing/2014/main" id="{3B5E61F2-2A68-5F1F-7948-7DA419A4F11A}"/>
              </a:ext>
            </a:extLst>
          </p:cNvPr>
          <p:cNvGrpSpPr/>
          <p:nvPr/>
        </p:nvGrpSpPr>
        <p:grpSpPr>
          <a:xfrm>
            <a:off x="2265623" y="3429000"/>
            <a:ext cx="3453252" cy="751114"/>
            <a:chOff x="2265623" y="3429000"/>
            <a:chExt cx="3453252" cy="751114"/>
          </a:xfrm>
        </p:grpSpPr>
        <p:sp>
          <p:nvSpPr>
            <p:cNvPr id="7" name="Oval 6">
              <a:extLst>
                <a:ext uri="{FF2B5EF4-FFF2-40B4-BE49-F238E27FC236}">
                  <a16:creationId xmlns:a16="http://schemas.microsoft.com/office/drawing/2014/main" id="{E0FE74A2-3BB7-F841-585F-156AD5D40627}"/>
                </a:ext>
              </a:extLst>
            </p:cNvPr>
            <p:cNvSpPr/>
            <p:nvPr/>
          </p:nvSpPr>
          <p:spPr>
            <a:xfrm>
              <a:off x="4385619" y="3429000"/>
              <a:ext cx="1333256" cy="237767"/>
            </a:xfrm>
            <a:prstGeom prst="ellipse">
              <a:avLst/>
            </a:prstGeom>
            <a:solidFill>
              <a:srgbClr val="FFFF00">
                <a:alpha val="25000"/>
              </a:srgbClr>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C58910D2-1193-EDA7-34B4-4DD6D8BEC087}"/>
                </a:ext>
              </a:extLst>
            </p:cNvPr>
            <p:cNvSpPr/>
            <p:nvPr/>
          </p:nvSpPr>
          <p:spPr>
            <a:xfrm>
              <a:off x="2265623" y="3815893"/>
              <a:ext cx="1159501" cy="36422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0" name="Group 19">
            <a:extLst>
              <a:ext uri="{FF2B5EF4-FFF2-40B4-BE49-F238E27FC236}">
                <a16:creationId xmlns:a16="http://schemas.microsoft.com/office/drawing/2014/main" id="{404B760A-07A6-7BF5-2C16-C325CCAE3D5A}"/>
              </a:ext>
            </a:extLst>
          </p:cNvPr>
          <p:cNvGrpSpPr/>
          <p:nvPr/>
        </p:nvGrpSpPr>
        <p:grpSpPr>
          <a:xfrm>
            <a:off x="6096000" y="4074252"/>
            <a:ext cx="3541487" cy="1078319"/>
            <a:chOff x="6096000" y="4074252"/>
            <a:chExt cx="3541487" cy="1078319"/>
          </a:xfrm>
        </p:grpSpPr>
        <p:sp>
          <p:nvSpPr>
            <p:cNvPr id="8" name="Oval 7">
              <a:extLst>
                <a:ext uri="{FF2B5EF4-FFF2-40B4-BE49-F238E27FC236}">
                  <a16:creationId xmlns:a16="http://schemas.microsoft.com/office/drawing/2014/main" id="{16E1C2A8-C6A6-A927-E94F-B92E9ACB71C3}"/>
                </a:ext>
              </a:extLst>
            </p:cNvPr>
            <p:cNvSpPr/>
            <p:nvPr/>
          </p:nvSpPr>
          <p:spPr>
            <a:xfrm>
              <a:off x="6096000" y="4074252"/>
              <a:ext cx="1578964" cy="482758"/>
            </a:xfrm>
            <a:prstGeom prst="ellipse">
              <a:avLst/>
            </a:prstGeom>
            <a:solidFill>
              <a:srgbClr val="FFFF00">
                <a:alpha val="25000"/>
              </a:srgbClr>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extLst>
                <a:ext uri="{FF2B5EF4-FFF2-40B4-BE49-F238E27FC236}">
                  <a16:creationId xmlns:a16="http://schemas.microsoft.com/office/drawing/2014/main" id="{80B0EEF8-36D1-4BE8-33B3-EC8A5444EBE4}"/>
                </a:ext>
              </a:extLst>
            </p:cNvPr>
            <p:cNvSpPr/>
            <p:nvPr/>
          </p:nvSpPr>
          <p:spPr>
            <a:xfrm>
              <a:off x="8830763" y="4273772"/>
              <a:ext cx="806724" cy="87879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3608933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0"/>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12"/>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15"/>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nodeType="click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19"/>
                                        </p:tgtEl>
                                        <p:attrNameLst>
                                          <p:attrName>style.visibility</p:attrName>
                                        </p:attrNameLst>
                                      </p:cBhvr>
                                      <p:to>
                                        <p:strVal val="hidden"/>
                                      </p:to>
                                    </p:set>
                                  </p:childTnLst>
                                </p:cTn>
                              </p:par>
                              <p:par>
                                <p:cTn id="35" presetID="1"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nodeType="clickEffect">
                                  <p:stCondLst>
                                    <p:cond delay="0"/>
                                  </p:stCondLst>
                                  <p:childTnLst>
                                    <p:set>
                                      <p:cBhvr>
                                        <p:cTn id="40" dur="1" fill="hold">
                                          <p:stCondLst>
                                            <p:cond delay="0"/>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slz="http://schemas.microsoft.com/office/powerpoint/2016/slidezoom">
        <mc:Choice Requires="pslz">
          <p:graphicFrame>
            <p:nvGraphicFramePr>
              <p:cNvPr id="3" name="Slide Zoom 2">
                <a:extLst>
                  <a:ext uri="{FF2B5EF4-FFF2-40B4-BE49-F238E27FC236}">
                    <a16:creationId xmlns:a16="http://schemas.microsoft.com/office/drawing/2014/main" id="{E9E21A0A-62D4-905F-4C25-4FB7B2502885}"/>
                  </a:ext>
                </a:extLst>
              </p:cNvPr>
              <p:cNvGraphicFramePr>
                <a:graphicFrameLocks noChangeAspect="1"/>
              </p:cNvGraphicFramePr>
              <p:nvPr>
                <p:extLst>
                  <p:ext uri="{D42A27DB-BD31-4B8C-83A1-F6EECF244321}">
                    <p14:modId xmlns:p14="http://schemas.microsoft.com/office/powerpoint/2010/main" val="3838249552"/>
                  </p:ext>
                </p:extLst>
              </p:nvPr>
            </p:nvGraphicFramePr>
            <p:xfrm>
              <a:off x="0" y="1275862"/>
              <a:ext cx="5939691" cy="3341076"/>
            </p:xfrm>
            <a:graphic>
              <a:graphicData uri="http://schemas.microsoft.com/office/powerpoint/2016/slidezoom">
                <pslz:sldZm>
                  <pslz:sldZmObj sldId="259" cId="2655852009">
                    <pslz:zmPr id="{D618981F-17F9-4A12-9EB7-1CE8A031E307}" transitionDur="1000">
                      <p166:blipFill xmlns:p166="http://schemas.microsoft.com/office/powerpoint/2016/6/main">
                        <a:blip r:embed="rId2"/>
                        <a:stretch>
                          <a:fillRect/>
                        </a:stretch>
                      </p166:blipFill>
                      <p166:spPr xmlns:p166="http://schemas.microsoft.com/office/powerpoint/2016/6/main">
                        <a:xfrm>
                          <a:off x="0" y="0"/>
                          <a:ext cx="5939691" cy="3341076"/>
                        </a:xfrm>
                        <a:prstGeom prst="rect">
                          <a:avLst/>
                        </a:prstGeom>
                        <a:ln w="3175">
                          <a:solidFill>
                            <a:prstClr val="ltGray"/>
                          </a:solidFill>
                        </a:ln>
                      </p166:spPr>
                    </pslz:zmPr>
                  </pslz:sldZmObj>
                </pslz:sldZm>
              </a:graphicData>
            </a:graphic>
          </p:graphicFrame>
        </mc:Choice>
        <mc:Fallback xmlns="">
          <p:pic>
            <p:nvPicPr>
              <p:cNvPr id="3" name="Slide Zoom 2">
                <a:hlinkClick r:id="rId3" action="ppaction://hlinksldjump"/>
                <a:extLst>
                  <a:ext uri="{FF2B5EF4-FFF2-40B4-BE49-F238E27FC236}">
                    <a16:creationId xmlns:a16="http://schemas.microsoft.com/office/drawing/2014/main" id="{E9E21A0A-62D4-905F-4C25-4FB7B2502885}"/>
                  </a:ext>
                </a:extLst>
              </p:cNvPr>
              <p:cNvPicPr>
                <a:picLocks noGrp="1" noRot="1" noChangeAspect="1" noMove="1" noResize="1" noEditPoints="1" noAdjustHandles="1" noChangeArrowheads="1" noChangeShapeType="1"/>
              </p:cNvPicPr>
              <p:nvPr/>
            </p:nvPicPr>
            <p:blipFill>
              <a:blip r:embed="rId4"/>
              <a:stretch>
                <a:fillRect/>
              </a:stretch>
            </p:blipFill>
            <p:spPr>
              <a:xfrm>
                <a:off x="0" y="1275862"/>
                <a:ext cx="5939691" cy="3341076"/>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5" name="Slide Zoom 4">
                <a:extLst>
                  <a:ext uri="{FF2B5EF4-FFF2-40B4-BE49-F238E27FC236}">
                    <a16:creationId xmlns:a16="http://schemas.microsoft.com/office/drawing/2014/main" id="{2C675894-3CDB-F60C-A9D0-78C55B127EB0}"/>
                  </a:ext>
                </a:extLst>
              </p:cNvPr>
              <p:cNvGraphicFramePr>
                <a:graphicFrameLocks noChangeAspect="1"/>
              </p:cNvGraphicFramePr>
              <p:nvPr>
                <p:extLst>
                  <p:ext uri="{D42A27DB-BD31-4B8C-83A1-F6EECF244321}">
                    <p14:modId xmlns:p14="http://schemas.microsoft.com/office/powerpoint/2010/main" val="3616435562"/>
                  </p:ext>
                </p:extLst>
              </p:nvPr>
            </p:nvGraphicFramePr>
            <p:xfrm>
              <a:off x="6096000" y="1275862"/>
              <a:ext cx="5939691" cy="3341076"/>
            </p:xfrm>
            <a:graphic>
              <a:graphicData uri="http://schemas.microsoft.com/office/powerpoint/2016/slidezoom">
                <pslz:sldZm>
                  <pslz:sldZmObj sldId="267" cId="1771958843">
                    <pslz:zmPr id="{2CCA4D92-696C-4A51-9D0A-7E0E19F449DE}" transitionDur="1000">
                      <p166:blipFill xmlns:p166="http://schemas.microsoft.com/office/powerpoint/2016/6/main">
                        <a:blip r:embed="rId5"/>
                        <a:stretch>
                          <a:fillRect/>
                        </a:stretch>
                      </p166:blipFill>
                      <p166:spPr xmlns:p166="http://schemas.microsoft.com/office/powerpoint/2016/6/main">
                        <a:xfrm>
                          <a:off x="0" y="0"/>
                          <a:ext cx="5939691" cy="3341076"/>
                        </a:xfrm>
                        <a:prstGeom prst="rect">
                          <a:avLst/>
                        </a:prstGeom>
                        <a:ln w="3175">
                          <a:solidFill>
                            <a:prstClr val="ltGray"/>
                          </a:solidFill>
                        </a:ln>
                      </p166:spPr>
                    </pslz:zmPr>
                  </pslz:sldZmObj>
                </pslz:sldZm>
              </a:graphicData>
            </a:graphic>
          </p:graphicFrame>
        </mc:Choice>
        <mc:Fallback xmlns="">
          <p:pic>
            <p:nvPicPr>
              <p:cNvPr id="5" name="Slide Zoom 4">
                <a:hlinkClick r:id="rId6" action="ppaction://hlinksldjump"/>
                <a:extLst>
                  <a:ext uri="{FF2B5EF4-FFF2-40B4-BE49-F238E27FC236}">
                    <a16:creationId xmlns:a16="http://schemas.microsoft.com/office/drawing/2014/main" id="{2C675894-3CDB-F60C-A9D0-78C55B127EB0}"/>
                  </a:ext>
                </a:extLst>
              </p:cNvPr>
              <p:cNvPicPr>
                <a:picLocks noGrp="1" noRot="1" noChangeAspect="1" noMove="1" noResize="1" noEditPoints="1" noAdjustHandles="1" noChangeArrowheads="1" noChangeShapeType="1"/>
              </p:cNvPicPr>
              <p:nvPr/>
            </p:nvPicPr>
            <p:blipFill>
              <a:blip r:embed="rId7"/>
              <a:stretch>
                <a:fillRect/>
              </a:stretch>
            </p:blipFill>
            <p:spPr>
              <a:xfrm>
                <a:off x="6096000" y="1275862"/>
                <a:ext cx="5939691" cy="3341076"/>
              </a:xfrm>
              <a:prstGeom prst="rect">
                <a:avLst/>
              </a:prstGeom>
              <a:ln w="3175">
                <a:solidFill>
                  <a:prstClr val="ltGray"/>
                </a:solidFill>
              </a:ln>
            </p:spPr>
          </p:pic>
        </mc:Fallback>
      </mc:AlternateContent>
    </p:spTree>
    <p:extLst>
      <p:ext uri="{BB962C8B-B14F-4D97-AF65-F5344CB8AC3E}">
        <p14:creationId xmlns:p14="http://schemas.microsoft.com/office/powerpoint/2010/main" val="21151027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30CFE31-C229-6A64-A0FA-A1C67DE54542}"/>
              </a:ext>
            </a:extLst>
          </p:cNvPr>
          <p:cNvSpPr>
            <a:spLocks noChangeArrowheads="1"/>
          </p:cNvSpPr>
          <p:nvPr/>
        </p:nvSpPr>
        <p:spPr bwMode="auto">
          <a:xfrm>
            <a:off x="233136" y="0"/>
            <a:ext cx="11725728" cy="7271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ts val="3100"/>
              </a:lnSpc>
              <a:spcBef>
                <a:spcPct val="0"/>
              </a:spcBef>
              <a:spcAft>
                <a:spcPct val="0"/>
              </a:spcAft>
              <a:buClrTx/>
              <a:buSzTx/>
              <a:buFontTx/>
              <a:buNone/>
              <a:tabLst/>
            </a:pPr>
            <a:r>
              <a:rPr kumimoji="0" lang="en-US" altLang="en-US" sz="3200" b="0" i="0" u="none" strike="noStrike" cap="none" spc="-130" normalizeH="0">
                <a:ln>
                  <a:noFill/>
                </a:ln>
                <a:solidFill>
                  <a:schemeClr val="tx1"/>
                </a:solidFill>
                <a:effectLst/>
                <a:latin typeface="Segoe Print" panose="02000600000000000000" pitchFamily="2" charset="0"/>
                <a:cs typeface="Calibri" panose="020F0502020204030204" pitchFamily="34" charset="0"/>
              </a:rPr>
              <a:t>Dear Sir / Madam,</a:t>
            </a:r>
          </a:p>
          <a:p>
            <a:pPr marL="0" marR="0" lvl="0" indent="0" algn="l" defTabSz="914400" rtl="0" eaLnBrk="0" fontAlgn="base" latinLnBrk="0" hangingPunct="0">
              <a:lnSpc>
                <a:spcPts val="3100"/>
              </a:lnSpc>
              <a:spcBef>
                <a:spcPct val="0"/>
              </a:spcBef>
              <a:spcAft>
                <a:spcPct val="0"/>
              </a:spcAft>
              <a:buClrTx/>
              <a:buSzTx/>
              <a:buFontTx/>
              <a:buNone/>
              <a:tabLst/>
            </a:pPr>
            <a:br>
              <a:rPr kumimoji="0" lang="en-US" altLang="en-US" sz="3200" b="0" i="0" u="none" strike="noStrike" cap="none" spc="-130" normalizeH="0">
                <a:ln>
                  <a:noFill/>
                </a:ln>
                <a:solidFill>
                  <a:schemeClr val="tx1"/>
                </a:solidFill>
                <a:effectLst/>
                <a:latin typeface="Segoe Print" panose="02000600000000000000" pitchFamily="2" charset="0"/>
                <a:cs typeface="Calibri" panose="020F0502020204030204" pitchFamily="34" charset="0"/>
              </a:rPr>
            </a:br>
            <a:r>
              <a:rPr kumimoji="0" lang="en-US" altLang="en-US" sz="3200" b="0" i="0" u="none" strike="noStrike" cap="none" spc="-130" normalizeH="0">
                <a:ln>
                  <a:noFill/>
                </a:ln>
                <a:solidFill>
                  <a:schemeClr val="tx1"/>
                </a:solidFill>
                <a:effectLst/>
                <a:latin typeface="Segoe Print" panose="02000600000000000000" pitchFamily="2" charset="0"/>
                <a:cs typeface="Calibri" panose="020F0502020204030204" pitchFamily="34" charset="0"/>
              </a:rPr>
              <a:t>I feel I must complain about the lunch we had at your restaurant on Thursday 17th December. Unfortunately, both the food and the service were not satisfactory.</a:t>
            </a:r>
          </a:p>
          <a:p>
            <a:pPr marL="0" marR="0" lvl="0" indent="0" algn="l" defTabSz="914400" rtl="0" eaLnBrk="0" fontAlgn="base" latinLnBrk="0" hangingPunct="0">
              <a:lnSpc>
                <a:spcPts val="3100"/>
              </a:lnSpc>
              <a:spcBef>
                <a:spcPct val="0"/>
              </a:spcBef>
              <a:spcAft>
                <a:spcPct val="0"/>
              </a:spcAft>
              <a:buClrTx/>
              <a:buSzTx/>
              <a:buFontTx/>
              <a:buNone/>
              <a:tabLst/>
            </a:pPr>
            <a:r>
              <a:rPr kumimoji="0" lang="en-US" altLang="en-US" sz="3200" b="0" i="0" u="none" strike="noStrike" cap="none" spc="-130" normalizeH="0">
                <a:ln>
                  <a:noFill/>
                </a:ln>
                <a:solidFill>
                  <a:schemeClr val="tx1"/>
                </a:solidFill>
                <a:effectLst/>
                <a:latin typeface="Segoe Print" panose="02000600000000000000" pitchFamily="2" charset="0"/>
                <a:cs typeface="Calibri" panose="020F0502020204030204" pitchFamily="34" charset="0"/>
              </a:rPr>
              <a:t> </a:t>
            </a:r>
            <a:br>
              <a:rPr kumimoji="0" lang="en-US" altLang="en-US" sz="3200" b="0" i="0" u="none" strike="noStrike" cap="none" spc="-130" normalizeH="0">
                <a:ln>
                  <a:noFill/>
                </a:ln>
                <a:solidFill>
                  <a:schemeClr val="tx1"/>
                </a:solidFill>
                <a:effectLst/>
                <a:latin typeface="Segoe Print" panose="02000600000000000000" pitchFamily="2" charset="0"/>
                <a:cs typeface="Calibri" panose="020F0502020204030204" pitchFamily="34" charset="0"/>
              </a:rPr>
            </a:br>
            <a:r>
              <a:rPr kumimoji="0" lang="en-US" altLang="en-US" sz="3200" b="0" i="0" u="none" strike="noStrike" cap="none" spc="-130" normalizeH="0">
                <a:ln>
                  <a:noFill/>
                </a:ln>
                <a:solidFill>
                  <a:schemeClr val="tx1"/>
                </a:solidFill>
                <a:effectLst/>
                <a:latin typeface="Segoe Print" panose="02000600000000000000" pitchFamily="2" charset="0"/>
                <a:cs typeface="Calibri" panose="020F0502020204030204" pitchFamily="34" charset="0"/>
              </a:rPr>
              <a:t>To begin with, the dishes we ordered were over-seasoned. There was so much salt and pepper on the food that it was impossible to eat the whole meal. Furthermore, your advertisement was misleading as there were only two vegetarian dishes on the menu.</a:t>
            </a:r>
          </a:p>
          <a:p>
            <a:pPr marL="0" marR="0" lvl="0" indent="0" algn="l" defTabSz="914400" rtl="0" eaLnBrk="0" fontAlgn="base" latinLnBrk="0" hangingPunct="0">
              <a:lnSpc>
                <a:spcPts val="3100"/>
              </a:lnSpc>
              <a:spcBef>
                <a:spcPct val="0"/>
              </a:spcBef>
              <a:spcAft>
                <a:spcPct val="0"/>
              </a:spcAft>
              <a:buClrTx/>
              <a:buSzTx/>
              <a:buFontTx/>
              <a:buNone/>
              <a:tabLst/>
            </a:pPr>
            <a:br>
              <a:rPr kumimoji="0" lang="en-US" altLang="en-US" sz="3200" b="0" i="0" u="none" strike="noStrike" cap="none" spc="-130" normalizeH="0">
                <a:ln>
                  <a:noFill/>
                </a:ln>
                <a:solidFill>
                  <a:schemeClr val="tx1"/>
                </a:solidFill>
                <a:effectLst/>
                <a:latin typeface="Segoe Print" panose="02000600000000000000" pitchFamily="2" charset="0"/>
                <a:cs typeface="Calibri" panose="020F0502020204030204" pitchFamily="34" charset="0"/>
              </a:rPr>
            </a:br>
            <a:r>
              <a:rPr kumimoji="0" lang="en-US" altLang="en-US" sz="3200" b="0" i="0" u="none" strike="noStrike" cap="none" spc="-130" normalizeH="0">
                <a:ln>
                  <a:noFill/>
                </a:ln>
                <a:solidFill>
                  <a:schemeClr val="tx1"/>
                </a:solidFill>
                <a:effectLst/>
                <a:latin typeface="Segoe Print" panose="02000600000000000000" pitchFamily="2" charset="0"/>
                <a:cs typeface="Calibri" panose="020F0502020204030204" pitchFamily="34" charset="0"/>
              </a:rPr>
              <a:t>I must also point out that none of the desserts we ordered were fresh. In fact, the "delicious Italian cakes" were stale. As if this were not bad enough, the prices were far from reasonable and contrary to what was stated in your advertisement, we found everything outrageously priced. </a:t>
            </a:r>
            <a:br>
              <a:rPr kumimoji="0" lang="en-US" altLang="en-US" sz="3200" b="0" i="0" u="none" strike="noStrike" cap="none" spc="-130" normalizeH="0">
                <a:ln>
                  <a:noFill/>
                </a:ln>
                <a:solidFill>
                  <a:schemeClr val="tx1"/>
                </a:solidFill>
                <a:effectLst/>
                <a:latin typeface="Segoe Print" panose="02000600000000000000" pitchFamily="2" charset="0"/>
                <a:cs typeface="Calibri" panose="020F0502020204030204" pitchFamily="34" charset="0"/>
              </a:rPr>
            </a:br>
            <a:endParaRPr kumimoji="0" lang="en-US" altLang="en-US" sz="3200" b="0" i="0" u="none" strike="noStrike" cap="none" spc="-130" normalizeH="0">
              <a:ln>
                <a:noFill/>
              </a:ln>
              <a:solidFill>
                <a:schemeClr val="tx1"/>
              </a:solidFill>
              <a:effectLst/>
              <a:latin typeface="Segoe Print" panose="02000600000000000000" pitchFamily="2" charset="0"/>
            </a:endParaRPr>
          </a:p>
        </p:txBody>
      </p:sp>
    </p:spTree>
    <p:extLst>
      <p:ext uri="{BB962C8B-B14F-4D97-AF65-F5344CB8AC3E}">
        <p14:creationId xmlns:p14="http://schemas.microsoft.com/office/powerpoint/2010/main" val="26558520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30CFE31-C229-6A64-A0FA-A1C67DE54542}"/>
              </a:ext>
            </a:extLst>
          </p:cNvPr>
          <p:cNvSpPr>
            <a:spLocks noChangeArrowheads="1"/>
          </p:cNvSpPr>
          <p:nvPr/>
        </p:nvSpPr>
        <p:spPr bwMode="auto">
          <a:xfrm>
            <a:off x="74386" y="198772"/>
            <a:ext cx="12043228" cy="6476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ts val="3100"/>
              </a:lnSpc>
              <a:spcBef>
                <a:spcPct val="0"/>
              </a:spcBef>
              <a:spcAft>
                <a:spcPct val="0"/>
              </a:spcAft>
              <a:buClrTx/>
              <a:buSzTx/>
              <a:buFontTx/>
              <a:buNone/>
              <a:tabLst/>
            </a:pPr>
            <a:r>
              <a:rPr kumimoji="0" lang="en-US" altLang="en-US" sz="3200" b="0" i="0" u="none" strike="noStrike" cap="none" spc="-130" normalizeH="0" baseline="0">
                <a:ln>
                  <a:noFill/>
                </a:ln>
                <a:solidFill>
                  <a:schemeClr val="tx1"/>
                </a:solidFill>
                <a:effectLst/>
                <a:latin typeface="Segoe Print" panose="02000600000000000000" pitchFamily="2" charset="0"/>
                <a:cs typeface="Calibri" panose="020F0502020204030204" pitchFamily="34" charset="0"/>
              </a:rPr>
              <a:t>To make matters worse, the air-conditioning was out of order. As a result, we were hot and extremely uncomfortable.</a:t>
            </a:r>
            <a:br>
              <a:rPr kumimoji="0" lang="en-US" altLang="en-US" sz="3200" b="0" i="0" u="none" strike="noStrike" cap="none" spc="-130" normalizeH="0" baseline="0">
                <a:ln>
                  <a:noFill/>
                </a:ln>
                <a:solidFill>
                  <a:schemeClr val="tx1"/>
                </a:solidFill>
                <a:effectLst/>
                <a:latin typeface="Segoe Print" panose="02000600000000000000" pitchFamily="2" charset="0"/>
                <a:cs typeface="Calibri" panose="020F0502020204030204" pitchFamily="34" charset="0"/>
              </a:rPr>
            </a:br>
            <a:endParaRPr kumimoji="0" lang="en-US" altLang="en-US" sz="3200" b="0" i="0" u="none" strike="noStrike" cap="none" spc="-130" normalizeH="0" baseline="0">
              <a:ln>
                <a:noFill/>
              </a:ln>
              <a:solidFill>
                <a:schemeClr val="tx1"/>
              </a:solidFill>
              <a:effectLst/>
              <a:latin typeface="Abadi Extra Light" panose="020B0204020104020204" pitchFamily="34" charset="0"/>
              <a:cs typeface="Calibri" panose="020F0502020204030204" pitchFamily="34" charset="0"/>
            </a:endParaRPr>
          </a:p>
          <a:p>
            <a:pPr marL="0" marR="0" lvl="0" indent="0" algn="l" defTabSz="914400" rtl="0" eaLnBrk="0" fontAlgn="base" latinLnBrk="0" hangingPunct="0">
              <a:lnSpc>
                <a:spcPts val="3100"/>
              </a:lnSpc>
              <a:spcBef>
                <a:spcPct val="0"/>
              </a:spcBef>
              <a:spcAft>
                <a:spcPct val="0"/>
              </a:spcAft>
              <a:buClrTx/>
              <a:buSzTx/>
              <a:buFontTx/>
              <a:buNone/>
              <a:tabLst/>
            </a:pPr>
            <a:r>
              <a:rPr kumimoji="0" lang="en-US" altLang="en-US" sz="3200" b="0" i="0" u="none" strike="noStrike" cap="none" spc="-130" normalizeH="0" baseline="0">
                <a:ln>
                  <a:noFill/>
                </a:ln>
                <a:solidFill>
                  <a:schemeClr val="tx1"/>
                </a:solidFill>
                <a:effectLst/>
                <a:latin typeface="Segoe Print" panose="02000600000000000000" pitchFamily="2" charset="0"/>
                <a:cs typeface="Calibri" panose="020F0502020204030204" pitchFamily="34" charset="0"/>
              </a:rPr>
              <a:t>Finally, when we asked for the bill, we were surprised at the staff’s ignorance of the 10% discount for group bookings. Again, this was something highlighted in your advertisement. We could have made a fuss about it, but we decided not to. </a:t>
            </a:r>
          </a:p>
          <a:p>
            <a:pPr marL="0" marR="0" lvl="0" indent="0" algn="l" defTabSz="914400" rtl="0" eaLnBrk="0" fontAlgn="base" latinLnBrk="0" hangingPunct="0">
              <a:lnSpc>
                <a:spcPts val="3100"/>
              </a:lnSpc>
              <a:spcBef>
                <a:spcPct val="0"/>
              </a:spcBef>
              <a:spcAft>
                <a:spcPct val="0"/>
              </a:spcAft>
              <a:buClrTx/>
              <a:buSzTx/>
              <a:buFontTx/>
              <a:buNone/>
              <a:tabLst/>
            </a:pPr>
            <a:br>
              <a:rPr kumimoji="0" lang="en-US" altLang="en-US" sz="3200" b="0" i="0" u="none" strike="noStrike" cap="none" spc="-130" normalizeH="0" baseline="0">
                <a:ln>
                  <a:noFill/>
                </a:ln>
                <a:solidFill>
                  <a:schemeClr val="tx1"/>
                </a:solidFill>
                <a:effectLst/>
                <a:latin typeface="Segoe Print" panose="02000600000000000000" pitchFamily="2" charset="0"/>
                <a:cs typeface="Calibri" panose="020F0502020204030204" pitchFamily="34" charset="0"/>
              </a:rPr>
            </a:br>
            <a:r>
              <a:rPr kumimoji="0" lang="en-US" altLang="en-US" sz="3200" b="0" i="0" u="none" strike="noStrike" cap="none" spc="-130" normalizeH="0" baseline="0">
                <a:ln>
                  <a:noFill/>
                </a:ln>
                <a:solidFill>
                  <a:schemeClr val="tx1"/>
                </a:solidFill>
                <a:effectLst/>
                <a:latin typeface="Segoe Print" panose="02000600000000000000" pitchFamily="2" charset="0"/>
                <a:cs typeface="Calibri" panose="020F0502020204030204" pitchFamily="34" charset="0"/>
              </a:rPr>
              <a:t>Considering all the above, I believe I am entitled to a partial refund. I am confident that this matter will receive your prompt attention. </a:t>
            </a:r>
          </a:p>
          <a:p>
            <a:pPr marL="0" marR="0" lvl="0" indent="0" algn="l" defTabSz="914400" rtl="0" eaLnBrk="0" fontAlgn="base" latinLnBrk="0" hangingPunct="0">
              <a:lnSpc>
                <a:spcPts val="3100"/>
              </a:lnSpc>
              <a:spcBef>
                <a:spcPct val="0"/>
              </a:spcBef>
              <a:spcAft>
                <a:spcPct val="0"/>
              </a:spcAft>
              <a:buClrTx/>
              <a:buSzTx/>
              <a:buFontTx/>
              <a:buNone/>
              <a:tabLst/>
            </a:pPr>
            <a:endParaRPr lang="en-US" altLang="en-US" sz="3200" spc="-130">
              <a:latin typeface="Segoe Print" panose="02000600000000000000" pitchFamily="2" charset="0"/>
              <a:cs typeface="Calibri" panose="020F0502020204030204" pitchFamily="34" charset="0"/>
            </a:endParaRPr>
          </a:p>
          <a:p>
            <a:pPr marL="0" marR="0" lvl="0" indent="0" algn="l" defTabSz="914400" rtl="0" eaLnBrk="0" fontAlgn="base" latinLnBrk="0" hangingPunct="0">
              <a:lnSpc>
                <a:spcPts val="3100"/>
              </a:lnSpc>
              <a:spcBef>
                <a:spcPct val="0"/>
              </a:spcBef>
              <a:spcAft>
                <a:spcPct val="0"/>
              </a:spcAft>
              <a:buClrTx/>
              <a:buSzTx/>
              <a:buFontTx/>
              <a:buNone/>
              <a:tabLst/>
            </a:pPr>
            <a:r>
              <a:rPr kumimoji="0" lang="en-US" altLang="en-US" sz="3200" b="0" i="0" u="none" strike="noStrike" cap="none" spc="-130" normalizeH="0" baseline="0">
                <a:ln>
                  <a:noFill/>
                </a:ln>
                <a:solidFill>
                  <a:schemeClr val="tx1"/>
                </a:solidFill>
                <a:effectLst/>
                <a:latin typeface="Segoe Print" panose="02000600000000000000" pitchFamily="2" charset="0"/>
                <a:cs typeface="Calibri" panose="020F0502020204030204" pitchFamily="34" charset="0"/>
              </a:rPr>
              <a:t>I look forward to hearing from you.</a:t>
            </a:r>
          </a:p>
          <a:p>
            <a:pPr marL="0" marR="0" lvl="0" indent="0" algn="l" defTabSz="914400" rtl="0" eaLnBrk="0" fontAlgn="base" latinLnBrk="0" hangingPunct="0">
              <a:lnSpc>
                <a:spcPts val="3100"/>
              </a:lnSpc>
              <a:spcBef>
                <a:spcPct val="0"/>
              </a:spcBef>
              <a:spcAft>
                <a:spcPct val="0"/>
              </a:spcAft>
              <a:buClrTx/>
              <a:buSzTx/>
              <a:buFontTx/>
              <a:buNone/>
              <a:tabLst/>
            </a:pPr>
            <a:br>
              <a:rPr kumimoji="0" lang="en-US" altLang="en-US" sz="3200" b="0" i="0" u="none" strike="noStrike" cap="none" spc="-130" normalizeH="0" baseline="0">
                <a:ln>
                  <a:noFill/>
                </a:ln>
                <a:solidFill>
                  <a:schemeClr val="tx1"/>
                </a:solidFill>
                <a:effectLst/>
                <a:latin typeface="Segoe Print" panose="02000600000000000000" pitchFamily="2" charset="0"/>
                <a:cs typeface="Calibri" panose="020F0502020204030204" pitchFamily="34" charset="0"/>
              </a:rPr>
            </a:br>
            <a:r>
              <a:rPr kumimoji="0" lang="en-US" altLang="en-US" sz="3200" b="0" i="0" u="none" strike="noStrike" cap="none" spc="-130" normalizeH="0" baseline="0">
                <a:ln>
                  <a:noFill/>
                </a:ln>
                <a:solidFill>
                  <a:schemeClr val="tx1"/>
                </a:solidFill>
                <a:effectLst/>
                <a:latin typeface="Segoe Print" panose="02000600000000000000" pitchFamily="2" charset="0"/>
                <a:cs typeface="Calibri" panose="020F0502020204030204" pitchFamily="34" charset="0"/>
              </a:rPr>
              <a:t>Yours faithfully, </a:t>
            </a:r>
            <a:br>
              <a:rPr kumimoji="0" lang="en-US" altLang="en-US" sz="3200" b="0" i="0" u="none" strike="noStrike" cap="none" spc="-130" normalizeH="0" baseline="0">
                <a:ln>
                  <a:noFill/>
                </a:ln>
                <a:solidFill>
                  <a:schemeClr val="tx1"/>
                </a:solidFill>
                <a:effectLst/>
                <a:latin typeface="Segoe Print" panose="02000600000000000000" pitchFamily="2" charset="0"/>
                <a:cs typeface="Calibri" panose="020F0502020204030204" pitchFamily="34" charset="0"/>
              </a:rPr>
            </a:br>
            <a:r>
              <a:rPr kumimoji="0" lang="en-US" altLang="en-US" sz="3200" b="0" i="0" u="none" strike="noStrike" cap="none" spc="-130" normalizeH="0" baseline="0">
                <a:ln>
                  <a:noFill/>
                </a:ln>
                <a:solidFill>
                  <a:schemeClr val="tx1"/>
                </a:solidFill>
                <a:effectLst/>
                <a:latin typeface="Segoe Print" panose="02000600000000000000" pitchFamily="2" charset="0"/>
                <a:cs typeface="Calibri" panose="020F0502020204030204" pitchFamily="34" charset="0"/>
              </a:rPr>
              <a:t>James Kent.</a:t>
            </a:r>
            <a:endParaRPr kumimoji="0" lang="en-US" altLang="en-US" sz="3200" b="0" i="0" u="none" strike="noStrike" cap="none" spc="-130" normalizeH="0" baseline="0">
              <a:ln>
                <a:noFill/>
              </a:ln>
              <a:solidFill>
                <a:schemeClr val="tx1"/>
              </a:solidFill>
              <a:effectLst/>
              <a:latin typeface="Segoe Print" panose="02000600000000000000" pitchFamily="2" charset="0"/>
            </a:endParaRPr>
          </a:p>
        </p:txBody>
      </p:sp>
    </p:spTree>
    <p:extLst>
      <p:ext uri="{BB962C8B-B14F-4D97-AF65-F5344CB8AC3E}">
        <p14:creationId xmlns:p14="http://schemas.microsoft.com/office/powerpoint/2010/main" val="17719588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DF10B65-09DD-860F-3D1B-11FBB81CF05E}"/>
              </a:ext>
            </a:extLst>
          </p:cNvPr>
          <p:cNvPicPr>
            <a:picLocks noGrp="1" noRot="1" noChangeAspect="1" noMove="1" noResize="1" noEditPoints="1" noAdjustHandles="1" noChangeArrowheads="1" noChangeShapeType="1" noCrop="1"/>
          </p:cNvPicPr>
          <p:nvPr/>
        </p:nvPicPr>
        <p:blipFill>
          <a:blip r:embed="rId2"/>
          <a:stretch>
            <a:fillRect/>
          </a:stretch>
        </p:blipFill>
        <p:spPr>
          <a:xfrm>
            <a:off x="419813" y="1152762"/>
            <a:ext cx="11352372" cy="4552474"/>
          </a:xfrm>
          <a:prstGeom prst="rect">
            <a:avLst/>
          </a:prstGeom>
        </p:spPr>
      </p:pic>
      <p:sp>
        <p:nvSpPr>
          <p:cNvPr id="4" name="TextBox 3">
            <a:extLst>
              <a:ext uri="{FF2B5EF4-FFF2-40B4-BE49-F238E27FC236}">
                <a16:creationId xmlns:a16="http://schemas.microsoft.com/office/drawing/2014/main" id="{FA2367EE-6490-344F-0E96-2EDA2F572BE0}"/>
              </a:ext>
            </a:extLst>
          </p:cNvPr>
          <p:cNvSpPr txBox="1"/>
          <p:nvPr/>
        </p:nvSpPr>
        <p:spPr>
          <a:xfrm>
            <a:off x="2115457" y="2358571"/>
            <a:ext cx="640443" cy="707886"/>
          </a:xfrm>
          <a:prstGeom prst="rect">
            <a:avLst/>
          </a:prstGeom>
          <a:noFill/>
        </p:spPr>
        <p:txBody>
          <a:bodyPr wrap="square" rtlCol="0">
            <a:spAutoFit/>
          </a:bodyPr>
          <a:lstStyle/>
          <a:p>
            <a:r>
              <a:rPr lang="en-GB" sz="4000">
                <a:solidFill>
                  <a:srgbClr val="FF0000"/>
                </a:solidFill>
                <a:latin typeface="Wingdings 2" panose="05020102010507070707" pitchFamily="18" charset="2"/>
                <a:ea typeface="UD Digi Kyokasho N-R" panose="020B0400000000000000" pitchFamily="18" charset="-128"/>
              </a:rPr>
              <a:t>O</a:t>
            </a:r>
          </a:p>
        </p:txBody>
      </p:sp>
      <p:sp>
        <p:nvSpPr>
          <p:cNvPr id="5" name="TextBox 4">
            <a:extLst>
              <a:ext uri="{FF2B5EF4-FFF2-40B4-BE49-F238E27FC236}">
                <a16:creationId xmlns:a16="http://schemas.microsoft.com/office/drawing/2014/main" id="{388027D4-A68F-D96E-0800-C87ECE55B0B8}"/>
              </a:ext>
            </a:extLst>
          </p:cNvPr>
          <p:cNvSpPr txBox="1"/>
          <p:nvPr/>
        </p:nvSpPr>
        <p:spPr>
          <a:xfrm>
            <a:off x="2128156" y="2801414"/>
            <a:ext cx="640443" cy="707886"/>
          </a:xfrm>
          <a:prstGeom prst="rect">
            <a:avLst/>
          </a:prstGeom>
          <a:noFill/>
        </p:spPr>
        <p:txBody>
          <a:bodyPr wrap="square" rtlCol="0">
            <a:spAutoFit/>
          </a:bodyPr>
          <a:lstStyle/>
          <a:p>
            <a:r>
              <a:rPr lang="en-GB" sz="4000">
                <a:solidFill>
                  <a:srgbClr val="00B050"/>
                </a:solidFill>
                <a:latin typeface="Wingdings 2" panose="05020102010507070707" pitchFamily="18" charset="2"/>
                <a:ea typeface="UD Digi Kyokasho N-R" panose="020B0400000000000000" pitchFamily="18" charset="-128"/>
              </a:rPr>
              <a:t>P</a:t>
            </a:r>
          </a:p>
        </p:txBody>
      </p:sp>
      <p:sp>
        <p:nvSpPr>
          <p:cNvPr id="6" name="TextBox 5">
            <a:extLst>
              <a:ext uri="{FF2B5EF4-FFF2-40B4-BE49-F238E27FC236}">
                <a16:creationId xmlns:a16="http://schemas.microsoft.com/office/drawing/2014/main" id="{CDA13B60-923D-4392-B814-73A8014276C8}"/>
              </a:ext>
            </a:extLst>
          </p:cNvPr>
          <p:cNvSpPr txBox="1"/>
          <p:nvPr/>
        </p:nvSpPr>
        <p:spPr>
          <a:xfrm>
            <a:off x="2115455" y="3244257"/>
            <a:ext cx="640443" cy="707886"/>
          </a:xfrm>
          <a:prstGeom prst="rect">
            <a:avLst/>
          </a:prstGeom>
          <a:noFill/>
        </p:spPr>
        <p:txBody>
          <a:bodyPr wrap="square" rtlCol="0">
            <a:spAutoFit/>
          </a:bodyPr>
          <a:lstStyle/>
          <a:p>
            <a:r>
              <a:rPr lang="en-GB" sz="4000">
                <a:solidFill>
                  <a:srgbClr val="FF0000"/>
                </a:solidFill>
                <a:latin typeface="Wingdings 2" panose="05020102010507070707" pitchFamily="18" charset="2"/>
                <a:ea typeface="UD Digi Kyokasho N-R" panose="020B0400000000000000" pitchFamily="18" charset="-128"/>
              </a:rPr>
              <a:t>O</a:t>
            </a:r>
          </a:p>
        </p:txBody>
      </p:sp>
      <p:sp>
        <p:nvSpPr>
          <p:cNvPr id="7" name="TextBox 6">
            <a:extLst>
              <a:ext uri="{FF2B5EF4-FFF2-40B4-BE49-F238E27FC236}">
                <a16:creationId xmlns:a16="http://schemas.microsoft.com/office/drawing/2014/main" id="{82EB643E-93C0-C683-7B4A-49EBD47D615C}"/>
              </a:ext>
            </a:extLst>
          </p:cNvPr>
          <p:cNvSpPr txBox="1"/>
          <p:nvPr/>
        </p:nvSpPr>
        <p:spPr>
          <a:xfrm>
            <a:off x="2077352" y="3703596"/>
            <a:ext cx="640443" cy="707886"/>
          </a:xfrm>
          <a:prstGeom prst="rect">
            <a:avLst/>
          </a:prstGeom>
          <a:noFill/>
        </p:spPr>
        <p:txBody>
          <a:bodyPr wrap="square" rtlCol="0">
            <a:spAutoFit/>
          </a:bodyPr>
          <a:lstStyle/>
          <a:p>
            <a:r>
              <a:rPr lang="en-GB" sz="4000">
                <a:solidFill>
                  <a:srgbClr val="00B050"/>
                </a:solidFill>
                <a:latin typeface="Wingdings 2" panose="05020102010507070707" pitchFamily="18" charset="2"/>
                <a:ea typeface="UD Digi Kyokasho N-R" panose="020B0400000000000000" pitchFamily="18" charset="-128"/>
              </a:rPr>
              <a:t>P</a:t>
            </a:r>
          </a:p>
        </p:txBody>
      </p:sp>
      <p:sp>
        <p:nvSpPr>
          <p:cNvPr id="8" name="TextBox 7">
            <a:extLst>
              <a:ext uri="{FF2B5EF4-FFF2-40B4-BE49-F238E27FC236}">
                <a16:creationId xmlns:a16="http://schemas.microsoft.com/office/drawing/2014/main" id="{603EFB70-D06F-F030-A6A0-A8660F53DC31}"/>
              </a:ext>
            </a:extLst>
          </p:cNvPr>
          <p:cNvSpPr txBox="1"/>
          <p:nvPr/>
        </p:nvSpPr>
        <p:spPr>
          <a:xfrm>
            <a:off x="2096403" y="4120803"/>
            <a:ext cx="640443" cy="707886"/>
          </a:xfrm>
          <a:prstGeom prst="rect">
            <a:avLst/>
          </a:prstGeom>
          <a:noFill/>
        </p:spPr>
        <p:txBody>
          <a:bodyPr wrap="square" rtlCol="0">
            <a:spAutoFit/>
          </a:bodyPr>
          <a:lstStyle/>
          <a:p>
            <a:r>
              <a:rPr lang="en-GB" sz="4000">
                <a:solidFill>
                  <a:srgbClr val="FF0000"/>
                </a:solidFill>
                <a:latin typeface="Wingdings 2" panose="05020102010507070707" pitchFamily="18" charset="2"/>
                <a:ea typeface="UD Digi Kyokasho N-R" panose="020B0400000000000000" pitchFamily="18" charset="-128"/>
              </a:rPr>
              <a:t>O</a:t>
            </a:r>
          </a:p>
        </p:txBody>
      </p:sp>
      <p:sp>
        <p:nvSpPr>
          <p:cNvPr id="9" name="TextBox 8">
            <a:extLst>
              <a:ext uri="{FF2B5EF4-FFF2-40B4-BE49-F238E27FC236}">
                <a16:creationId xmlns:a16="http://schemas.microsoft.com/office/drawing/2014/main" id="{64057F41-8DE5-2F10-994D-DC650525A92B}"/>
              </a:ext>
            </a:extLst>
          </p:cNvPr>
          <p:cNvSpPr txBox="1"/>
          <p:nvPr/>
        </p:nvSpPr>
        <p:spPr>
          <a:xfrm>
            <a:off x="2096403" y="4559076"/>
            <a:ext cx="640443" cy="707886"/>
          </a:xfrm>
          <a:prstGeom prst="rect">
            <a:avLst/>
          </a:prstGeom>
          <a:noFill/>
        </p:spPr>
        <p:txBody>
          <a:bodyPr wrap="square" rtlCol="0">
            <a:spAutoFit/>
          </a:bodyPr>
          <a:lstStyle/>
          <a:p>
            <a:r>
              <a:rPr lang="en-GB" sz="4000">
                <a:solidFill>
                  <a:srgbClr val="00B050"/>
                </a:solidFill>
                <a:latin typeface="Wingdings 2" panose="05020102010507070707" pitchFamily="18" charset="2"/>
                <a:ea typeface="UD Digi Kyokasho N-R" panose="020B0400000000000000" pitchFamily="18" charset="-128"/>
              </a:rPr>
              <a:t>P</a:t>
            </a:r>
          </a:p>
        </p:txBody>
      </p:sp>
      <p:sp>
        <p:nvSpPr>
          <p:cNvPr id="10" name="TextBox 9">
            <a:extLst>
              <a:ext uri="{FF2B5EF4-FFF2-40B4-BE49-F238E27FC236}">
                <a16:creationId xmlns:a16="http://schemas.microsoft.com/office/drawing/2014/main" id="{7E92F1A2-FC5C-AF38-9ED8-BEE19F72E16E}"/>
              </a:ext>
            </a:extLst>
          </p:cNvPr>
          <p:cNvSpPr txBox="1"/>
          <p:nvPr/>
        </p:nvSpPr>
        <p:spPr>
          <a:xfrm>
            <a:off x="2077351" y="4997349"/>
            <a:ext cx="640443" cy="707886"/>
          </a:xfrm>
          <a:prstGeom prst="rect">
            <a:avLst/>
          </a:prstGeom>
          <a:noFill/>
        </p:spPr>
        <p:txBody>
          <a:bodyPr wrap="square" rtlCol="0">
            <a:spAutoFit/>
          </a:bodyPr>
          <a:lstStyle/>
          <a:p>
            <a:r>
              <a:rPr lang="en-GB" sz="4000">
                <a:solidFill>
                  <a:srgbClr val="FF0000"/>
                </a:solidFill>
                <a:latin typeface="Wingdings 2" panose="05020102010507070707" pitchFamily="18" charset="2"/>
                <a:ea typeface="UD Digi Kyokasho N-R" panose="020B0400000000000000" pitchFamily="18" charset="-128"/>
              </a:rPr>
              <a:t>O</a:t>
            </a:r>
          </a:p>
        </p:txBody>
      </p:sp>
      <p:sp>
        <p:nvSpPr>
          <p:cNvPr id="12" name="TextBox 11">
            <a:extLst>
              <a:ext uri="{FF2B5EF4-FFF2-40B4-BE49-F238E27FC236}">
                <a16:creationId xmlns:a16="http://schemas.microsoft.com/office/drawing/2014/main" id="{FE7BAD90-17BE-8EDE-ED49-CB2773D29900}"/>
              </a:ext>
            </a:extLst>
          </p:cNvPr>
          <p:cNvSpPr txBox="1"/>
          <p:nvPr/>
        </p:nvSpPr>
        <p:spPr>
          <a:xfrm>
            <a:off x="2794000" y="2862969"/>
            <a:ext cx="5971627" cy="584775"/>
          </a:xfrm>
          <a:prstGeom prst="rect">
            <a:avLst/>
          </a:prstGeom>
          <a:noFill/>
        </p:spPr>
        <p:txBody>
          <a:bodyPr wrap="square">
            <a:spAutoFit/>
          </a:bodyPr>
          <a:lstStyle/>
          <a:p>
            <a:r>
              <a:rPr kumimoji="0" lang="en-US" altLang="en-US" sz="3200" b="0" i="0" u="none" strike="noStrike" cap="none" spc="-130" normalizeH="0">
                <a:ln>
                  <a:noFill/>
                </a:ln>
                <a:solidFill>
                  <a:schemeClr val="tx1"/>
                </a:solidFill>
                <a:effectLst/>
                <a:latin typeface="Segoe Print" panose="02000600000000000000" pitchFamily="2" charset="0"/>
                <a:cs typeface="Calibri" panose="020F0502020204030204" pitchFamily="34" charset="0"/>
              </a:rPr>
              <a:t>I feel I must complain . . .</a:t>
            </a:r>
            <a:endParaRPr lang="en-GB" sz="3200"/>
          </a:p>
        </p:txBody>
      </p:sp>
      <p:sp>
        <p:nvSpPr>
          <p:cNvPr id="13" name="TextBox 12">
            <a:extLst>
              <a:ext uri="{FF2B5EF4-FFF2-40B4-BE49-F238E27FC236}">
                <a16:creationId xmlns:a16="http://schemas.microsoft.com/office/drawing/2014/main" id="{B4AE45D0-5A70-6DF9-7EDC-32604E68EBEC}"/>
              </a:ext>
            </a:extLst>
          </p:cNvPr>
          <p:cNvSpPr txBox="1"/>
          <p:nvPr/>
        </p:nvSpPr>
        <p:spPr>
          <a:xfrm>
            <a:off x="2794000" y="3767700"/>
            <a:ext cx="6444593" cy="584775"/>
          </a:xfrm>
          <a:prstGeom prst="rect">
            <a:avLst/>
          </a:prstGeom>
          <a:noFill/>
        </p:spPr>
        <p:txBody>
          <a:bodyPr wrap="square">
            <a:spAutoFit/>
          </a:bodyPr>
          <a:lstStyle/>
          <a:p>
            <a:r>
              <a:rPr kumimoji="0" lang="en-US" altLang="en-US" sz="3200" b="0" i="0" u="none" strike="noStrike" cap="none" spc="-130" normalizeH="0">
                <a:ln>
                  <a:noFill/>
                </a:ln>
                <a:solidFill>
                  <a:schemeClr val="tx1"/>
                </a:solidFill>
                <a:effectLst/>
                <a:latin typeface="Segoe Print" panose="02000600000000000000" pitchFamily="2" charset="0"/>
                <a:cs typeface="Calibri" panose="020F0502020204030204" pitchFamily="34" charset="0"/>
              </a:rPr>
              <a:t>if this were not bad enough</a:t>
            </a:r>
            <a:r>
              <a:rPr lang="en-US" altLang="en-US" sz="3200" spc="-130">
                <a:latin typeface="Segoe Print" panose="02000600000000000000" pitchFamily="2" charset="0"/>
                <a:cs typeface="Calibri" panose="020F0502020204030204" pitchFamily="34" charset="0"/>
              </a:rPr>
              <a:t>, . . .</a:t>
            </a:r>
            <a:endParaRPr lang="en-GB" sz="3200"/>
          </a:p>
        </p:txBody>
      </p:sp>
      <p:sp>
        <p:nvSpPr>
          <p:cNvPr id="15" name="TextBox 14">
            <a:extLst>
              <a:ext uri="{FF2B5EF4-FFF2-40B4-BE49-F238E27FC236}">
                <a16:creationId xmlns:a16="http://schemas.microsoft.com/office/drawing/2014/main" id="{CBD04A53-D1CA-B7DD-A3F6-BB0A6686F229}"/>
              </a:ext>
            </a:extLst>
          </p:cNvPr>
          <p:cNvSpPr txBox="1"/>
          <p:nvPr/>
        </p:nvSpPr>
        <p:spPr>
          <a:xfrm>
            <a:off x="2717794" y="4628017"/>
            <a:ext cx="7763589" cy="1077218"/>
          </a:xfrm>
          <a:prstGeom prst="rect">
            <a:avLst/>
          </a:prstGeom>
          <a:noFill/>
        </p:spPr>
        <p:txBody>
          <a:bodyPr wrap="square">
            <a:spAutoFit/>
          </a:bodyPr>
          <a:lstStyle/>
          <a:p>
            <a:r>
              <a:rPr kumimoji="0" lang="en-US" altLang="en-US" sz="3200" b="0" i="0" u="none" strike="noStrike" cap="none" spc="-130" normalizeH="0" baseline="0">
                <a:ln>
                  <a:noFill/>
                </a:ln>
                <a:solidFill>
                  <a:schemeClr val="tx1"/>
                </a:solidFill>
                <a:effectLst/>
                <a:latin typeface="Segoe Print" panose="02000600000000000000" pitchFamily="2" charset="0"/>
                <a:cs typeface="Calibri" panose="020F0502020204030204" pitchFamily="34" charset="0"/>
              </a:rPr>
              <a:t>Considering all the above, I believe I am entitled to a partial refund. </a:t>
            </a:r>
            <a:endParaRPr lang="en-GB" sz="3200"/>
          </a:p>
        </p:txBody>
      </p:sp>
    </p:spTree>
    <p:extLst>
      <p:ext uri="{BB962C8B-B14F-4D97-AF65-F5344CB8AC3E}">
        <p14:creationId xmlns:p14="http://schemas.microsoft.com/office/powerpoint/2010/main" val="1281333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wipe(left)">
                                      <p:cBhvr>
                                        <p:cTn id="28" dur="500"/>
                                        <p:tgtEl>
                                          <p:spTgt spid="13"/>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wipe(left)">
                                      <p:cBhvr>
                                        <p:cTn id="41" dur="500"/>
                                        <p:tgtEl>
                                          <p:spTgt spid="1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2" grpId="0"/>
      <p:bldP spid="13" grpId="0"/>
      <p:bldP spid="1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A5BAF18-CE34-0BDB-42BC-42149FEB8348}"/>
              </a:ext>
            </a:extLst>
          </p:cNvPr>
          <p:cNvPicPr>
            <a:picLocks noChangeAspect="1"/>
          </p:cNvPicPr>
          <p:nvPr/>
        </p:nvPicPr>
        <p:blipFill>
          <a:blip r:embed="rId2"/>
          <a:stretch>
            <a:fillRect/>
          </a:stretch>
        </p:blipFill>
        <p:spPr>
          <a:xfrm>
            <a:off x="356425" y="884207"/>
            <a:ext cx="11479149" cy="5089585"/>
          </a:xfrm>
          <a:prstGeom prst="rect">
            <a:avLst/>
          </a:prstGeom>
        </p:spPr>
      </p:pic>
      <p:sp>
        <p:nvSpPr>
          <p:cNvPr id="4" name="TextBox 3">
            <a:extLst>
              <a:ext uri="{FF2B5EF4-FFF2-40B4-BE49-F238E27FC236}">
                <a16:creationId xmlns:a16="http://schemas.microsoft.com/office/drawing/2014/main" id="{8F396B1C-D27F-A6A4-7AE5-4E2D072E6567}"/>
              </a:ext>
            </a:extLst>
          </p:cNvPr>
          <p:cNvSpPr txBox="1"/>
          <p:nvPr/>
        </p:nvSpPr>
        <p:spPr>
          <a:xfrm>
            <a:off x="6220373" y="1983075"/>
            <a:ext cx="2475053" cy="584775"/>
          </a:xfrm>
          <a:prstGeom prst="rect">
            <a:avLst/>
          </a:prstGeom>
          <a:noFill/>
        </p:spPr>
        <p:txBody>
          <a:bodyPr wrap="square">
            <a:spAutoFit/>
          </a:bodyPr>
          <a:lstStyle/>
          <a:p>
            <a:r>
              <a:rPr lang="en-US" sz="3200" spc="-130">
                <a:latin typeface="Segoe Print" panose="02000600000000000000" pitchFamily="2" charset="0"/>
                <a:cs typeface="Calibri" panose="020F0502020204030204" pitchFamily="34" charset="0"/>
              </a:rPr>
              <a:t>Main part.</a:t>
            </a:r>
            <a:endParaRPr lang="en-GB" sz="3200"/>
          </a:p>
        </p:txBody>
      </p:sp>
      <p:sp>
        <p:nvSpPr>
          <p:cNvPr id="5" name="TextBox 4">
            <a:extLst>
              <a:ext uri="{FF2B5EF4-FFF2-40B4-BE49-F238E27FC236}">
                <a16:creationId xmlns:a16="http://schemas.microsoft.com/office/drawing/2014/main" id="{5606509E-A01C-EE1D-A1E2-14567865FFE7}"/>
              </a:ext>
            </a:extLst>
          </p:cNvPr>
          <p:cNvSpPr txBox="1"/>
          <p:nvPr/>
        </p:nvSpPr>
        <p:spPr>
          <a:xfrm>
            <a:off x="6220373" y="2844224"/>
            <a:ext cx="3822261" cy="584775"/>
          </a:xfrm>
          <a:prstGeom prst="rect">
            <a:avLst/>
          </a:prstGeom>
          <a:noFill/>
        </p:spPr>
        <p:txBody>
          <a:bodyPr wrap="square">
            <a:spAutoFit/>
          </a:bodyPr>
          <a:lstStyle/>
          <a:p>
            <a:r>
              <a:rPr lang="en-US" sz="3200" spc="-130">
                <a:latin typeface="Segoe Print" panose="02000600000000000000" pitchFamily="2" charset="0"/>
                <a:cs typeface="Calibri" panose="020F0502020204030204" pitchFamily="34" charset="0"/>
              </a:rPr>
              <a:t>Closing paragraph.</a:t>
            </a:r>
            <a:endParaRPr lang="en-GB" sz="3200"/>
          </a:p>
        </p:txBody>
      </p:sp>
      <p:sp>
        <p:nvSpPr>
          <p:cNvPr id="6" name="TextBox 5">
            <a:extLst>
              <a:ext uri="{FF2B5EF4-FFF2-40B4-BE49-F238E27FC236}">
                <a16:creationId xmlns:a16="http://schemas.microsoft.com/office/drawing/2014/main" id="{D396DED3-8C0C-640B-9764-0896C0570B45}"/>
              </a:ext>
            </a:extLst>
          </p:cNvPr>
          <p:cNvSpPr txBox="1"/>
          <p:nvPr/>
        </p:nvSpPr>
        <p:spPr>
          <a:xfrm>
            <a:off x="6220373" y="3705373"/>
            <a:ext cx="4452882" cy="584775"/>
          </a:xfrm>
          <a:prstGeom prst="rect">
            <a:avLst/>
          </a:prstGeom>
          <a:noFill/>
        </p:spPr>
        <p:txBody>
          <a:bodyPr wrap="square">
            <a:spAutoFit/>
          </a:bodyPr>
          <a:lstStyle/>
          <a:p>
            <a:r>
              <a:rPr lang="en-US" sz="3200" spc="-130">
                <a:latin typeface="Segoe Print" panose="02000600000000000000" pitchFamily="2" charset="0"/>
                <a:cs typeface="Calibri" panose="020F0502020204030204" pitchFamily="34" charset="0"/>
              </a:rPr>
              <a:t>Opening paragraph.</a:t>
            </a:r>
            <a:endParaRPr lang="en-GB" sz="3200"/>
          </a:p>
        </p:txBody>
      </p:sp>
      <p:sp>
        <p:nvSpPr>
          <p:cNvPr id="7" name="TextBox 6">
            <a:extLst>
              <a:ext uri="{FF2B5EF4-FFF2-40B4-BE49-F238E27FC236}">
                <a16:creationId xmlns:a16="http://schemas.microsoft.com/office/drawing/2014/main" id="{61D9A944-D676-7C41-6AF2-EABC1B7AAC67}"/>
              </a:ext>
            </a:extLst>
          </p:cNvPr>
          <p:cNvSpPr txBox="1"/>
          <p:nvPr/>
        </p:nvSpPr>
        <p:spPr>
          <a:xfrm>
            <a:off x="6220373" y="4527867"/>
            <a:ext cx="4452882" cy="584775"/>
          </a:xfrm>
          <a:prstGeom prst="rect">
            <a:avLst/>
          </a:prstGeom>
          <a:noFill/>
        </p:spPr>
        <p:txBody>
          <a:bodyPr wrap="square">
            <a:spAutoFit/>
          </a:bodyPr>
          <a:lstStyle/>
          <a:p>
            <a:r>
              <a:rPr lang="en-US" sz="3200" spc="-130">
                <a:latin typeface="Segoe Print" panose="02000600000000000000" pitchFamily="2" charset="0"/>
                <a:cs typeface="Calibri" panose="020F0502020204030204" pitchFamily="34" charset="0"/>
              </a:rPr>
              <a:t>Opening paragraph.</a:t>
            </a:r>
            <a:endParaRPr lang="en-GB" sz="3200"/>
          </a:p>
        </p:txBody>
      </p:sp>
      <p:sp>
        <p:nvSpPr>
          <p:cNvPr id="8" name="TextBox 7">
            <a:extLst>
              <a:ext uri="{FF2B5EF4-FFF2-40B4-BE49-F238E27FC236}">
                <a16:creationId xmlns:a16="http://schemas.microsoft.com/office/drawing/2014/main" id="{41A69191-21C5-5E0A-700C-E21B8490368D}"/>
              </a:ext>
            </a:extLst>
          </p:cNvPr>
          <p:cNvSpPr txBox="1"/>
          <p:nvPr/>
        </p:nvSpPr>
        <p:spPr>
          <a:xfrm>
            <a:off x="6220373" y="5250829"/>
            <a:ext cx="2475053" cy="584775"/>
          </a:xfrm>
          <a:prstGeom prst="rect">
            <a:avLst/>
          </a:prstGeom>
          <a:noFill/>
        </p:spPr>
        <p:txBody>
          <a:bodyPr wrap="square">
            <a:spAutoFit/>
          </a:bodyPr>
          <a:lstStyle/>
          <a:p>
            <a:r>
              <a:rPr lang="en-US" sz="3200" spc="-130">
                <a:latin typeface="Segoe Print" panose="02000600000000000000" pitchFamily="2" charset="0"/>
                <a:cs typeface="Calibri" panose="020F0502020204030204" pitchFamily="34" charset="0"/>
              </a:rPr>
              <a:t>Main part.</a:t>
            </a:r>
            <a:endParaRPr lang="en-GB" sz="3200"/>
          </a:p>
        </p:txBody>
      </p:sp>
      <p:pic>
        <p:nvPicPr>
          <p:cNvPr id="9" name="Show/Hide">
            <a:extLst>
              <a:ext uri="{FF2B5EF4-FFF2-40B4-BE49-F238E27FC236}">
                <a16:creationId xmlns:a16="http://schemas.microsoft.com/office/drawing/2014/main" id="{609FA7CA-E870-E2B4-EC8A-3B2DD7276F78}"/>
              </a:ext>
            </a:extLst>
          </p:cNvPr>
          <p:cNvPicPr>
            <a:picLocks noChangeAspect="1"/>
          </p:cNvPicPr>
          <p:nvPr/>
        </p:nvPicPr>
        <p:blipFill>
          <a:blip r:embed="rId3"/>
          <a:srcRect l="12418" t="12353" r="9421" b="12353"/>
          <a:stretch>
            <a:fillRect/>
          </a:stretch>
        </p:blipFill>
        <p:spPr>
          <a:xfrm>
            <a:off x="4427433" y="2047621"/>
            <a:ext cx="1040458" cy="1040458"/>
          </a:xfrm>
          <a:custGeom>
            <a:avLst/>
            <a:gdLst>
              <a:gd name="connsiteX0" fmla="*/ 390856 w 781712"/>
              <a:gd name="connsiteY0" fmla="*/ 0 h 781712"/>
              <a:gd name="connsiteX1" fmla="*/ 781712 w 781712"/>
              <a:gd name="connsiteY1" fmla="*/ 390856 h 781712"/>
              <a:gd name="connsiteX2" fmla="*/ 390856 w 781712"/>
              <a:gd name="connsiteY2" fmla="*/ 781712 h 781712"/>
              <a:gd name="connsiteX3" fmla="*/ 0 w 781712"/>
              <a:gd name="connsiteY3" fmla="*/ 390856 h 781712"/>
              <a:gd name="connsiteX4" fmla="*/ 390856 w 781712"/>
              <a:gd name="connsiteY4" fmla="*/ 0 h 7817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12" h="781712">
                <a:moveTo>
                  <a:pt x="390856" y="0"/>
                </a:moveTo>
                <a:cubicBezTo>
                  <a:pt x="606720" y="0"/>
                  <a:pt x="781712" y="174992"/>
                  <a:pt x="781712" y="390856"/>
                </a:cubicBezTo>
                <a:cubicBezTo>
                  <a:pt x="781712" y="606720"/>
                  <a:pt x="606720" y="781712"/>
                  <a:pt x="390856" y="781712"/>
                </a:cubicBezTo>
                <a:cubicBezTo>
                  <a:pt x="174992" y="781712"/>
                  <a:pt x="0" y="606720"/>
                  <a:pt x="0" y="390856"/>
                </a:cubicBezTo>
                <a:cubicBezTo>
                  <a:pt x="0" y="174992"/>
                  <a:pt x="174992" y="0"/>
                  <a:pt x="390856" y="0"/>
                </a:cubicBezTo>
                <a:close/>
              </a:path>
            </a:pathLst>
          </a:custGeom>
          <a:scene3d>
            <a:camera prst="orthographicFront"/>
            <a:lightRig rig="threePt" dir="t"/>
          </a:scene3d>
          <a:sp3d>
            <a:bevelT/>
          </a:sp3d>
        </p:spPr>
      </p:pic>
    </p:spTree>
    <p:extLst>
      <p:ext uri="{BB962C8B-B14F-4D97-AF65-F5344CB8AC3E}">
        <p14:creationId xmlns:p14="http://schemas.microsoft.com/office/powerpoint/2010/main" val="127290490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9"/>
                    </p:tgtEl>
                  </p:cond>
                </p:stCondLst>
                <p:endSync evt="end" delay="0">
                  <p:rtn val="all"/>
                </p:endSync>
                <p:childTnLst>
                  <p:par>
                    <p:cTn id="3" fill="hold">
                      <p:stCondLst>
                        <p:cond delay="0"/>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500"/>
                                        <p:tgtEl>
                                          <p:spTgt spid="6"/>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xit" presetSubtype="2" fill="hold" grpId="1" nodeType="clickEffect">
                                  <p:stCondLst>
                                    <p:cond delay="0"/>
                                  </p:stCondLst>
                                  <p:childTnLst>
                                    <p:animEffect transition="out" filter="wipe(right)">
                                      <p:cBhvr>
                                        <p:cTn id="23" dur="500"/>
                                        <p:tgtEl>
                                          <p:spTgt spid="4"/>
                                        </p:tgtEl>
                                      </p:cBhvr>
                                    </p:animEffect>
                                    <p:set>
                                      <p:cBhvr>
                                        <p:cTn id="24" dur="1" fill="hold">
                                          <p:stCondLst>
                                            <p:cond delay="499"/>
                                          </p:stCondLst>
                                        </p:cTn>
                                        <p:tgtEl>
                                          <p:spTgt spid="4"/>
                                        </p:tgtEl>
                                        <p:attrNameLst>
                                          <p:attrName>style.visibility</p:attrName>
                                        </p:attrNameLst>
                                      </p:cBhvr>
                                      <p:to>
                                        <p:strVal val="hidden"/>
                                      </p:to>
                                    </p:set>
                                  </p:childTnLst>
                                </p:cTn>
                              </p:par>
                              <p:par>
                                <p:cTn id="25" presetID="22" presetClass="exit" presetSubtype="2" fill="hold" grpId="1" nodeType="withEffect">
                                  <p:stCondLst>
                                    <p:cond delay="0"/>
                                  </p:stCondLst>
                                  <p:childTnLst>
                                    <p:animEffect transition="out" filter="wipe(right)">
                                      <p:cBhvr>
                                        <p:cTn id="26" dur="500"/>
                                        <p:tgtEl>
                                          <p:spTgt spid="5"/>
                                        </p:tgtEl>
                                      </p:cBhvr>
                                    </p:animEffect>
                                    <p:set>
                                      <p:cBhvr>
                                        <p:cTn id="27" dur="1" fill="hold">
                                          <p:stCondLst>
                                            <p:cond delay="499"/>
                                          </p:stCondLst>
                                        </p:cTn>
                                        <p:tgtEl>
                                          <p:spTgt spid="5"/>
                                        </p:tgtEl>
                                        <p:attrNameLst>
                                          <p:attrName>style.visibility</p:attrName>
                                        </p:attrNameLst>
                                      </p:cBhvr>
                                      <p:to>
                                        <p:strVal val="hidden"/>
                                      </p:to>
                                    </p:set>
                                  </p:childTnLst>
                                </p:cTn>
                              </p:par>
                              <p:par>
                                <p:cTn id="28" presetID="22" presetClass="exit" presetSubtype="2" fill="hold" grpId="1" nodeType="withEffect">
                                  <p:stCondLst>
                                    <p:cond delay="0"/>
                                  </p:stCondLst>
                                  <p:childTnLst>
                                    <p:animEffect transition="out" filter="wipe(right)">
                                      <p:cBhvr>
                                        <p:cTn id="29" dur="500"/>
                                        <p:tgtEl>
                                          <p:spTgt spid="6"/>
                                        </p:tgtEl>
                                      </p:cBhvr>
                                    </p:animEffect>
                                    <p:set>
                                      <p:cBhvr>
                                        <p:cTn id="30" dur="1" fill="hold">
                                          <p:stCondLst>
                                            <p:cond delay="499"/>
                                          </p:stCondLst>
                                        </p:cTn>
                                        <p:tgtEl>
                                          <p:spTgt spid="6"/>
                                        </p:tgtEl>
                                        <p:attrNameLst>
                                          <p:attrName>style.visibility</p:attrName>
                                        </p:attrNameLst>
                                      </p:cBhvr>
                                      <p:to>
                                        <p:strVal val="hidden"/>
                                      </p:to>
                                    </p:set>
                                  </p:childTnLst>
                                </p:cTn>
                              </p:par>
                              <p:par>
                                <p:cTn id="31" presetID="22" presetClass="exit" presetSubtype="2" fill="hold" grpId="1" nodeType="withEffect">
                                  <p:stCondLst>
                                    <p:cond delay="0"/>
                                  </p:stCondLst>
                                  <p:childTnLst>
                                    <p:animEffect transition="out" filter="wipe(right)">
                                      <p:cBhvr>
                                        <p:cTn id="32" dur="500"/>
                                        <p:tgtEl>
                                          <p:spTgt spid="7"/>
                                        </p:tgtEl>
                                      </p:cBhvr>
                                    </p:animEffect>
                                    <p:set>
                                      <p:cBhvr>
                                        <p:cTn id="33" dur="1" fill="hold">
                                          <p:stCondLst>
                                            <p:cond delay="499"/>
                                          </p:stCondLst>
                                        </p:cTn>
                                        <p:tgtEl>
                                          <p:spTgt spid="7"/>
                                        </p:tgtEl>
                                        <p:attrNameLst>
                                          <p:attrName>style.visibility</p:attrName>
                                        </p:attrNameLst>
                                      </p:cBhvr>
                                      <p:to>
                                        <p:strVal val="hidden"/>
                                      </p:to>
                                    </p:set>
                                  </p:childTnLst>
                                </p:cTn>
                              </p:par>
                              <p:par>
                                <p:cTn id="34" presetID="22" presetClass="exit" presetSubtype="2" fill="hold" grpId="1" nodeType="withEffect">
                                  <p:stCondLst>
                                    <p:cond delay="0"/>
                                  </p:stCondLst>
                                  <p:childTnLst>
                                    <p:animEffect transition="out" filter="wipe(right)">
                                      <p:cBhvr>
                                        <p:cTn id="35" dur="500"/>
                                        <p:tgtEl>
                                          <p:spTgt spid="8"/>
                                        </p:tgtEl>
                                      </p:cBhvr>
                                    </p:animEffect>
                                    <p:set>
                                      <p:cBhvr>
                                        <p:cTn id="36" dur="1" fill="hold">
                                          <p:stCondLst>
                                            <p:cond delay="499"/>
                                          </p:stCondLst>
                                        </p:cTn>
                                        <p:tgtEl>
                                          <p:spTgt spid="8"/>
                                        </p:tgtEl>
                                        <p:attrNameLst>
                                          <p:attrName>style.visibility</p:attrName>
                                        </p:attrNameLst>
                                      </p:cBhvr>
                                      <p:to>
                                        <p:strVal val="hidden"/>
                                      </p:to>
                                    </p:set>
                                  </p:childTnLst>
                                </p:cTn>
                              </p:par>
                            </p:childTnLst>
                          </p:cTn>
                        </p:par>
                      </p:childTnLst>
                    </p:cTn>
                  </p:par>
                </p:childTnLst>
              </p:cTn>
              <p:nextCondLst>
                <p:cond evt="onClick" delay="0">
                  <p:tgtEl>
                    <p:spTgt spid="9"/>
                  </p:tgtEl>
                </p:cond>
              </p:nextCondLst>
            </p:seq>
          </p:childTnLst>
        </p:cTn>
      </p:par>
    </p:tnLst>
    <p:bldLst>
      <p:bldP spid="4" grpId="0"/>
      <p:bldP spid="4" grpId="1"/>
      <p:bldP spid="5" grpId="0"/>
      <p:bldP spid="5" grpId="1"/>
      <p:bldP spid="6" grpId="0"/>
      <p:bldP spid="6" grpId="1"/>
      <p:bldP spid="7" grpId="0"/>
      <p:bldP spid="7" grpId="1"/>
      <p:bldP spid="8" grpId="0"/>
      <p:bldP spid="8"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0555D05-E396-43FC-2A88-E6E717758C18}"/>
              </a:ext>
            </a:extLst>
          </p:cNvPr>
          <p:cNvPicPr>
            <a:picLocks noChangeAspect="1"/>
          </p:cNvPicPr>
          <p:nvPr/>
        </p:nvPicPr>
        <p:blipFill>
          <a:blip r:embed="rId2"/>
          <a:stretch>
            <a:fillRect/>
          </a:stretch>
        </p:blipFill>
        <p:spPr>
          <a:xfrm>
            <a:off x="549241" y="0"/>
            <a:ext cx="5236918" cy="841321"/>
          </a:xfrm>
          <a:prstGeom prst="rect">
            <a:avLst/>
          </a:prstGeom>
        </p:spPr>
      </p:pic>
      <p:pic>
        <p:nvPicPr>
          <p:cNvPr id="12" name="Picture 11">
            <a:extLst>
              <a:ext uri="{FF2B5EF4-FFF2-40B4-BE49-F238E27FC236}">
                <a16:creationId xmlns:a16="http://schemas.microsoft.com/office/drawing/2014/main" id="{B32E839E-0CAD-AE1D-1A2E-F26ED850FFC2}"/>
              </a:ext>
            </a:extLst>
          </p:cNvPr>
          <p:cNvPicPr>
            <a:picLocks noChangeAspect="1"/>
          </p:cNvPicPr>
          <p:nvPr/>
        </p:nvPicPr>
        <p:blipFill>
          <a:blip r:embed="rId3"/>
          <a:stretch>
            <a:fillRect/>
          </a:stretch>
        </p:blipFill>
        <p:spPr>
          <a:xfrm>
            <a:off x="644775" y="841321"/>
            <a:ext cx="11421523" cy="1328673"/>
          </a:xfrm>
          <a:prstGeom prst="rect">
            <a:avLst/>
          </a:prstGeom>
        </p:spPr>
      </p:pic>
      <mc:AlternateContent xmlns:mc="http://schemas.openxmlformats.org/markup-compatibility/2006" xmlns:pslz="http://schemas.microsoft.com/office/powerpoint/2016/slidezoom">
        <mc:Choice Requires="pslz">
          <p:graphicFrame>
            <p:nvGraphicFramePr>
              <p:cNvPr id="16" name="Slide Zoom 15">
                <a:extLst>
                  <a:ext uri="{FF2B5EF4-FFF2-40B4-BE49-F238E27FC236}">
                    <a16:creationId xmlns:a16="http://schemas.microsoft.com/office/drawing/2014/main" id="{BEE7BB81-9A80-4CF7-9EEC-498B8ADAD163}"/>
                  </a:ext>
                </a:extLst>
              </p:cNvPr>
              <p:cNvGraphicFramePr>
                <a:graphicFrameLocks noChangeAspect="1"/>
              </p:cNvGraphicFramePr>
              <p:nvPr>
                <p:extLst>
                  <p:ext uri="{D42A27DB-BD31-4B8C-83A1-F6EECF244321}">
                    <p14:modId xmlns:p14="http://schemas.microsoft.com/office/powerpoint/2010/main" val="1915024041"/>
                  </p:ext>
                </p:extLst>
              </p:nvPr>
            </p:nvGraphicFramePr>
            <p:xfrm>
              <a:off x="0" y="2018127"/>
              <a:ext cx="5939691" cy="3341076"/>
            </p:xfrm>
            <a:graphic>
              <a:graphicData uri="http://schemas.microsoft.com/office/powerpoint/2016/slidezoom">
                <pslz:sldZm>
                  <pslz:sldZmObj sldId="264" cId="724151662">
                    <pslz:zmPr id="{E12F6C6E-2D95-4244-83B1-98378FC5A409}" transitionDur="1000">
                      <p166:blipFill xmlns:p166="http://schemas.microsoft.com/office/powerpoint/2016/6/main">
                        <a:blip r:embed="rId4"/>
                        <a:stretch>
                          <a:fillRect/>
                        </a:stretch>
                      </p166:blipFill>
                      <p166:spPr xmlns:p166="http://schemas.microsoft.com/office/powerpoint/2016/6/main">
                        <a:xfrm>
                          <a:off x="0" y="0"/>
                          <a:ext cx="5939691" cy="3341076"/>
                        </a:xfrm>
                        <a:prstGeom prst="rect">
                          <a:avLst/>
                        </a:prstGeom>
                        <a:ln w="3175">
                          <a:solidFill>
                            <a:prstClr val="ltGray"/>
                          </a:solidFill>
                        </a:ln>
                      </p166:spPr>
                    </pslz:zmPr>
                  </pslz:sldZmObj>
                </pslz:sldZm>
              </a:graphicData>
            </a:graphic>
          </p:graphicFrame>
        </mc:Choice>
        <mc:Fallback xmlns="">
          <p:pic>
            <p:nvPicPr>
              <p:cNvPr id="16" name="Slide Zoom 15">
                <a:hlinkClick r:id="rId5" action="ppaction://hlinksldjump"/>
                <a:extLst>
                  <a:ext uri="{FF2B5EF4-FFF2-40B4-BE49-F238E27FC236}">
                    <a16:creationId xmlns:a16="http://schemas.microsoft.com/office/drawing/2014/main" id="{BEE7BB81-9A80-4CF7-9EEC-498B8ADAD163}"/>
                  </a:ext>
                </a:extLst>
              </p:cNvPr>
              <p:cNvPicPr>
                <a:picLocks noGrp="1" noRot="1" noChangeAspect="1" noMove="1" noResize="1" noEditPoints="1" noAdjustHandles="1" noChangeArrowheads="1" noChangeShapeType="1"/>
              </p:cNvPicPr>
              <p:nvPr/>
            </p:nvPicPr>
            <p:blipFill>
              <a:blip r:embed="rId6"/>
              <a:stretch>
                <a:fillRect/>
              </a:stretch>
            </p:blipFill>
            <p:spPr>
              <a:xfrm>
                <a:off x="0" y="2018127"/>
                <a:ext cx="5939691" cy="3341076"/>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8" name="Slide Zoom 17">
                <a:extLst>
                  <a:ext uri="{FF2B5EF4-FFF2-40B4-BE49-F238E27FC236}">
                    <a16:creationId xmlns:a16="http://schemas.microsoft.com/office/drawing/2014/main" id="{7B6AC7E8-38BC-0A7A-C6B7-7FA56EDDA4EE}"/>
                  </a:ext>
                </a:extLst>
              </p:cNvPr>
              <p:cNvGraphicFramePr>
                <a:graphicFrameLocks noChangeAspect="1"/>
              </p:cNvGraphicFramePr>
              <p:nvPr>
                <p:extLst>
                  <p:ext uri="{D42A27DB-BD31-4B8C-83A1-F6EECF244321}">
                    <p14:modId xmlns:p14="http://schemas.microsoft.com/office/powerpoint/2010/main" val="1770864410"/>
                  </p:ext>
                </p:extLst>
              </p:nvPr>
            </p:nvGraphicFramePr>
            <p:xfrm>
              <a:off x="6126607" y="2018127"/>
              <a:ext cx="5939691" cy="3341076"/>
            </p:xfrm>
            <a:graphic>
              <a:graphicData uri="http://schemas.microsoft.com/office/powerpoint/2016/slidezoom">
                <pslz:sldZm>
                  <pslz:sldZmObj sldId="265" cId="72616558">
                    <pslz:zmPr id="{8B34AFA3-0FCE-4B90-B993-C18079FB5A28}" transitionDur="1000">
                      <p166:blipFill xmlns:p166="http://schemas.microsoft.com/office/powerpoint/2016/6/main">
                        <a:blip r:embed="rId7"/>
                        <a:stretch>
                          <a:fillRect/>
                        </a:stretch>
                      </p166:blipFill>
                      <p166:spPr xmlns:p166="http://schemas.microsoft.com/office/powerpoint/2016/6/main">
                        <a:xfrm>
                          <a:off x="0" y="0"/>
                          <a:ext cx="5939691" cy="3341076"/>
                        </a:xfrm>
                        <a:prstGeom prst="rect">
                          <a:avLst/>
                        </a:prstGeom>
                        <a:ln w="3175">
                          <a:solidFill>
                            <a:prstClr val="ltGray"/>
                          </a:solidFill>
                        </a:ln>
                      </p166:spPr>
                    </pslz:zmPr>
                  </pslz:sldZmObj>
                </pslz:sldZm>
              </a:graphicData>
            </a:graphic>
          </p:graphicFrame>
        </mc:Choice>
        <mc:Fallback xmlns="">
          <p:pic>
            <p:nvPicPr>
              <p:cNvPr id="18" name="Slide Zoom 17">
                <a:hlinkClick r:id="rId8" action="ppaction://hlinksldjump"/>
                <a:extLst>
                  <a:ext uri="{FF2B5EF4-FFF2-40B4-BE49-F238E27FC236}">
                    <a16:creationId xmlns:a16="http://schemas.microsoft.com/office/drawing/2014/main" id="{7B6AC7E8-38BC-0A7A-C6B7-7FA56EDDA4EE}"/>
                  </a:ext>
                </a:extLst>
              </p:cNvPr>
              <p:cNvPicPr>
                <a:picLocks noGrp="1" noRot="1" noChangeAspect="1" noMove="1" noResize="1" noEditPoints="1" noAdjustHandles="1" noChangeArrowheads="1" noChangeShapeType="1"/>
              </p:cNvPicPr>
              <p:nvPr/>
            </p:nvPicPr>
            <p:blipFill>
              <a:blip r:embed="rId9"/>
              <a:stretch>
                <a:fillRect/>
              </a:stretch>
            </p:blipFill>
            <p:spPr>
              <a:xfrm>
                <a:off x="6126607" y="2018127"/>
                <a:ext cx="5939691" cy="3341076"/>
              </a:xfrm>
              <a:prstGeom prst="rect">
                <a:avLst/>
              </a:prstGeom>
              <a:ln w="3175">
                <a:solidFill>
                  <a:prstClr val="ltGray"/>
                </a:solidFill>
              </a:ln>
            </p:spPr>
          </p:pic>
        </mc:Fallback>
      </mc:AlternateContent>
    </p:spTree>
    <p:extLst>
      <p:ext uri="{BB962C8B-B14F-4D97-AF65-F5344CB8AC3E}">
        <p14:creationId xmlns:p14="http://schemas.microsoft.com/office/powerpoint/2010/main" val="23504661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AC62A72-7656-9BEF-0940-FF7100FC8F25}"/>
              </a:ext>
            </a:extLst>
          </p:cNvPr>
          <p:cNvPicPr>
            <a:picLocks noChangeAspect="1"/>
          </p:cNvPicPr>
          <p:nvPr/>
        </p:nvPicPr>
        <p:blipFill>
          <a:blip r:embed="rId2"/>
          <a:stretch>
            <a:fillRect/>
          </a:stretch>
        </p:blipFill>
        <p:spPr>
          <a:xfrm>
            <a:off x="477440" y="177422"/>
            <a:ext cx="11237119" cy="6414448"/>
          </a:xfrm>
          <a:prstGeom prst="rect">
            <a:avLst/>
          </a:prstGeom>
        </p:spPr>
      </p:pic>
    </p:spTree>
    <p:extLst>
      <p:ext uri="{BB962C8B-B14F-4D97-AF65-F5344CB8AC3E}">
        <p14:creationId xmlns:p14="http://schemas.microsoft.com/office/powerpoint/2010/main" val="7241516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3E20C63-1E6E-DABE-10A5-5D28638CB2F9}"/>
              </a:ext>
            </a:extLst>
          </p:cNvPr>
          <p:cNvPicPr>
            <a:picLocks noChangeAspect="1"/>
          </p:cNvPicPr>
          <p:nvPr/>
        </p:nvPicPr>
        <p:blipFill>
          <a:blip r:embed="rId2"/>
          <a:stretch>
            <a:fillRect/>
          </a:stretch>
        </p:blipFill>
        <p:spPr>
          <a:xfrm>
            <a:off x="506253" y="1306773"/>
            <a:ext cx="11179493" cy="4244453"/>
          </a:xfrm>
          <a:prstGeom prst="rect">
            <a:avLst/>
          </a:prstGeom>
        </p:spPr>
      </p:pic>
      <p:cxnSp>
        <p:nvCxnSpPr>
          <p:cNvPr id="4" name="Straight Connector 3">
            <a:extLst>
              <a:ext uri="{FF2B5EF4-FFF2-40B4-BE49-F238E27FC236}">
                <a16:creationId xmlns:a16="http://schemas.microsoft.com/office/drawing/2014/main" id="{1CFD1000-81AA-10BA-7852-778831DAB494}"/>
              </a:ext>
            </a:extLst>
          </p:cNvPr>
          <p:cNvCxnSpPr/>
          <p:nvPr/>
        </p:nvCxnSpPr>
        <p:spPr>
          <a:xfrm>
            <a:off x="8941981" y="4486938"/>
            <a:ext cx="2615610"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0AB3B884-7CA1-428A-E0B6-2E608FDDA683}"/>
              </a:ext>
            </a:extLst>
          </p:cNvPr>
          <p:cNvCxnSpPr>
            <a:cxnSpLocks/>
          </p:cNvCxnSpPr>
          <p:nvPr/>
        </p:nvCxnSpPr>
        <p:spPr>
          <a:xfrm>
            <a:off x="2640418" y="5117804"/>
            <a:ext cx="2314354"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26165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8F6C904-4551-D33D-56D0-A2400A2408A7}"/>
              </a:ext>
            </a:extLst>
          </p:cNvPr>
          <p:cNvPicPr>
            <a:picLocks noChangeAspect="1"/>
          </p:cNvPicPr>
          <p:nvPr/>
        </p:nvPicPr>
        <p:blipFill>
          <a:blip r:embed="rId2"/>
          <a:stretch>
            <a:fillRect/>
          </a:stretch>
        </p:blipFill>
        <p:spPr>
          <a:xfrm>
            <a:off x="448628" y="532262"/>
            <a:ext cx="11294745" cy="5745707"/>
          </a:xfrm>
          <a:prstGeom prst="rect">
            <a:avLst/>
          </a:prstGeom>
        </p:spPr>
      </p:pic>
      <p:sp>
        <p:nvSpPr>
          <p:cNvPr id="2" name="Freeform: Shape 10">
            <a:extLst>
              <a:ext uri="{FF2B5EF4-FFF2-40B4-BE49-F238E27FC236}">
                <a16:creationId xmlns:a16="http://schemas.microsoft.com/office/drawing/2014/main" id="{3A9EAD21-BA81-B450-9972-E389C1EE5E57}"/>
              </a:ext>
            </a:extLst>
          </p:cNvPr>
          <p:cNvSpPr>
            <a:spLocks noChangeAspect="1"/>
          </p:cNvSpPr>
          <p:nvPr/>
        </p:nvSpPr>
        <p:spPr>
          <a:xfrm>
            <a:off x="304701" y="1725028"/>
            <a:ext cx="287852" cy="288000"/>
          </a:xfrm>
          <a:custGeom>
            <a:avLst/>
            <a:gdLst>
              <a:gd name="connsiteX0" fmla="*/ 7591 w 337267"/>
              <a:gd name="connsiteY0" fmla="*/ 653 h 337441"/>
              <a:gd name="connsiteX1" fmla="*/ 16293 w 337267"/>
              <a:gd name="connsiteY1" fmla="*/ 1114 h 337441"/>
              <a:gd name="connsiteX2" fmla="*/ 170555 w 337267"/>
              <a:gd name="connsiteY2" fmla="*/ 78426 h 337441"/>
              <a:gd name="connsiteX3" fmla="*/ 180603 w 337267"/>
              <a:gd name="connsiteY3" fmla="*/ 80793 h 337441"/>
              <a:gd name="connsiteX4" fmla="*/ 189955 w 337267"/>
              <a:gd name="connsiteY4" fmla="*/ 88149 h 337441"/>
              <a:gd name="connsiteX5" fmla="*/ 330948 w 337267"/>
              <a:gd name="connsiteY5" fmla="*/ 158810 h 337441"/>
              <a:gd name="connsiteX6" fmla="*/ 333779 w 337267"/>
              <a:gd name="connsiteY6" fmla="*/ 160792 h 337441"/>
              <a:gd name="connsiteX7" fmla="*/ 334122 w 337267"/>
              <a:gd name="connsiteY7" fmla="*/ 176797 h 337441"/>
              <a:gd name="connsiteX8" fmla="*/ 331086 w 337267"/>
              <a:gd name="connsiteY8" fmla="*/ 179005 h 337441"/>
              <a:gd name="connsiteX9" fmla="*/ 189708 w 337267"/>
              <a:gd name="connsiteY9" fmla="*/ 249684 h 337441"/>
              <a:gd name="connsiteX10" fmla="*/ 180603 w 337267"/>
              <a:gd name="connsiteY10" fmla="*/ 256846 h 337441"/>
              <a:gd name="connsiteX11" fmla="*/ 170731 w 337267"/>
              <a:gd name="connsiteY11" fmla="*/ 259171 h 337441"/>
              <a:gd name="connsiteX12" fmla="*/ 16477 w 337267"/>
              <a:gd name="connsiteY12" fmla="*/ 336286 h 337441"/>
              <a:gd name="connsiteX13" fmla="*/ 6483 w 337267"/>
              <a:gd name="connsiteY13" fmla="*/ 336286 h 337441"/>
              <a:gd name="connsiteX14" fmla="*/ 1250 w 337267"/>
              <a:gd name="connsiteY14" fmla="*/ 321060 h 337441"/>
              <a:gd name="connsiteX15" fmla="*/ 53646 w 337267"/>
              <a:gd name="connsiteY15" fmla="*/ 209688 h 337441"/>
              <a:gd name="connsiteX16" fmla="*/ 53554 w 337267"/>
              <a:gd name="connsiteY16" fmla="*/ 127804 h 337441"/>
              <a:gd name="connsiteX17" fmla="*/ 1112 w 337267"/>
              <a:gd name="connsiteY17" fmla="*/ 16295 h 337441"/>
              <a:gd name="connsiteX18" fmla="*/ 1112 w 337267"/>
              <a:gd name="connsiteY18" fmla="*/ 6479 h 337441"/>
              <a:gd name="connsiteX19" fmla="*/ 7591 w 337267"/>
              <a:gd name="connsiteY19" fmla="*/ 653 h 337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7267" h="337441">
                <a:moveTo>
                  <a:pt x="7591" y="653"/>
                </a:moveTo>
                <a:cubicBezTo>
                  <a:pt x="10338" y="-318"/>
                  <a:pt x="13456" y="-241"/>
                  <a:pt x="16293" y="1114"/>
                </a:cubicBezTo>
                <a:lnTo>
                  <a:pt x="170555" y="78426"/>
                </a:lnTo>
                <a:lnTo>
                  <a:pt x="180603" y="80793"/>
                </a:lnTo>
                <a:lnTo>
                  <a:pt x="189955" y="88149"/>
                </a:lnTo>
                <a:lnTo>
                  <a:pt x="330948" y="158810"/>
                </a:lnTo>
                <a:cubicBezTo>
                  <a:pt x="331988" y="159321"/>
                  <a:pt x="332942" y="159990"/>
                  <a:pt x="333779" y="160792"/>
                </a:cubicBezTo>
                <a:cubicBezTo>
                  <a:pt x="338293" y="165117"/>
                  <a:pt x="338447" y="172282"/>
                  <a:pt x="334122" y="176797"/>
                </a:cubicBezTo>
                <a:cubicBezTo>
                  <a:pt x="333236" y="177692"/>
                  <a:pt x="332211" y="178438"/>
                  <a:pt x="331086" y="179005"/>
                </a:cubicBezTo>
                <a:lnTo>
                  <a:pt x="189708" y="249684"/>
                </a:lnTo>
                <a:lnTo>
                  <a:pt x="180603" y="256846"/>
                </a:lnTo>
                <a:lnTo>
                  <a:pt x="170731" y="259171"/>
                </a:lnTo>
                <a:lnTo>
                  <a:pt x="16477" y="336286"/>
                </a:lnTo>
                <a:cubicBezTo>
                  <a:pt x="13323" y="337827"/>
                  <a:pt x="9637" y="337827"/>
                  <a:pt x="6483" y="336286"/>
                </a:cubicBezTo>
                <a:cubicBezTo>
                  <a:pt x="833" y="333527"/>
                  <a:pt x="-1510" y="326709"/>
                  <a:pt x="1250" y="321060"/>
                </a:cubicBezTo>
                <a:lnTo>
                  <a:pt x="53646" y="209688"/>
                </a:lnTo>
                <a:lnTo>
                  <a:pt x="53554" y="127804"/>
                </a:lnTo>
                <a:lnTo>
                  <a:pt x="1112" y="16295"/>
                </a:lnTo>
                <a:cubicBezTo>
                  <a:pt x="-371" y="13191"/>
                  <a:pt x="-371" y="9583"/>
                  <a:pt x="1112" y="6479"/>
                </a:cubicBezTo>
                <a:cubicBezTo>
                  <a:pt x="2467" y="3642"/>
                  <a:pt x="4844" y="1623"/>
                  <a:pt x="7591" y="653"/>
                </a:cubicBez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4" name="Freeform: Shape 11">
            <a:extLst>
              <a:ext uri="{FF2B5EF4-FFF2-40B4-BE49-F238E27FC236}">
                <a16:creationId xmlns:a16="http://schemas.microsoft.com/office/drawing/2014/main" id="{1E877C37-48DF-0E94-9FB3-3327AFA3C6AE}"/>
              </a:ext>
            </a:extLst>
          </p:cNvPr>
          <p:cNvSpPr>
            <a:spLocks noChangeAspect="1"/>
          </p:cNvSpPr>
          <p:nvPr/>
        </p:nvSpPr>
        <p:spPr>
          <a:xfrm>
            <a:off x="290846" y="2361702"/>
            <a:ext cx="287852" cy="288000"/>
          </a:xfrm>
          <a:custGeom>
            <a:avLst/>
            <a:gdLst>
              <a:gd name="connsiteX0" fmla="*/ 7591 w 337267"/>
              <a:gd name="connsiteY0" fmla="*/ 653 h 337441"/>
              <a:gd name="connsiteX1" fmla="*/ 16293 w 337267"/>
              <a:gd name="connsiteY1" fmla="*/ 1114 h 337441"/>
              <a:gd name="connsiteX2" fmla="*/ 170555 w 337267"/>
              <a:gd name="connsiteY2" fmla="*/ 78426 h 337441"/>
              <a:gd name="connsiteX3" fmla="*/ 180603 w 337267"/>
              <a:gd name="connsiteY3" fmla="*/ 80793 h 337441"/>
              <a:gd name="connsiteX4" fmla="*/ 189955 w 337267"/>
              <a:gd name="connsiteY4" fmla="*/ 88149 h 337441"/>
              <a:gd name="connsiteX5" fmla="*/ 330948 w 337267"/>
              <a:gd name="connsiteY5" fmla="*/ 158810 h 337441"/>
              <a:gd name="connsiteX6" fmla="*/ 333779 w 337267"/>
              <a:gd name="connsiteY6" fmla="*/ 160792 h 337441"/>
              <a:gd name="connsiteX7" fmla="*/ 334122 w 337267"/>
              <a:gd name="connsiteY7" fmla="*/ 176797 h 337441"/>
              <a:gd name="connsiteX8" fmla="*/ 331086 w 337267"/>
              <a:gd name="connsiteY8" fmla="*/ 179005 h 337441"/>
              <a:gd name="connsiteX9" fmla="*/ 189708 w 337267"/>
              <a:gd name="connsiteY9" fmla="*/ 249684 h 337441"/>
              <a:gd name="connsiteX10" fmla="*/ 180603 w 337267"/>
              <a:gd name="connsiteY10" fmla="*/ 256846 h 337441"/>
              <a:gd name="connsiteX11" fmla="*/ 170731 w 337267"/>
              <a:gd name="connsiteY11" fmla="*/ 259171 h 337441"/>
              <a:gd name="connsiteX12" fmla="*/ 16477 w 337267"/>
              <a:gd name="connsiteY12" fmla="*/ 336286 h 337441"/>
              <a:gd name="connsiteX13" fmla="*/ 6483 w 337267"/>
              <a:gd name="connsiteY13" fmla="*/ 336286 h 337441"/>
              <a:gd name="connsiteX14" fmla="*/ 1250 w 337267"/>
              <a:gd name="connsiteY14" fmla="*/ 321060 h 337441"/>
              <a:gd name="connsiteX15" fmla="*/ 53646 w 337267"/>
              <a:gd name="connsiteY15" fmla="*/ 209688 h 337441"/>
              <a:gd name="connsiteX16" fmla="*/ 53554 w 337267"/>
              <a:gd name="connsiteY16" fmla="*/ 127804 h 337441"/>
              <a:gd name="connsiteX17" fmla="*/ 1112 w 337267"/>
              <a:gd name="connsiteY17" fmla="*/ 16295 h 337441"/>
              <a:gd name="connsiteX18" fmla="*/ 1112 w 337267"/>
              <a:gd name="connsiteY18" fmla="*/ 6479 h 337441"/>
              <a:gd name="connsiteX19" fmla="*/ 7591 w 337267"/>
              <a:gd name="connsiteY19" fmla="*/ 653 h 337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7267" h="337441">
                <a:moveTo>
                  <a:pt x="7591" y="653"/>
                </a:moveTo>
                <a:cubicBezTo>
                  <a:pt x="10338" y="-318"/>
                  <a:pt x="13456" y="-241"/>
                  <a:pt x="16293" y="1114"/>
                </a:cubicBezTo>
                <a:lnTo>
                  <a:pt x="170555" y="78426"/>
                </a:lnTo>
                <a:lnTo>
                  <a:pt x="180603" y="80793"/>
                </a:lnTo>
                <a:lnTo>
                  <a:pt x="189955" y="88149"/>
                </a:lnTo>
                <a:lnTo>
                  <a:pt x="330948" y="158810"/>
                </a:lnTo>
                <a:cubicBezTo>
                  <a:pt x="331988" y="159321"/>
                  <a:pt x="332942" y="159990"/>
                  <a:pt x="333779" y="160792"/>
                </a:cubicBezTo>
                <a:cubicBezTo>
                  <a:pt x="338293" y="165117"/>
                  <a:pt x="338447" y="172282"/>
                  <a:pt x="334122" y="176797"/>
                </a:cubicBezTo>
                <a:cubicBezTo>
                  <a:pt x="333236" y="177692"/>
                  <a:pt x="332211" y="178438"/>
                  <a:pt x="331086" y="179005"/>
                </a:cubicBezTo>
                <a:lnTo>
                  <a:pt x="189708" y="249684"/>
                </a:lnTo>
                <a:lnTo>
                  <a:pt x="180603" y="256846"/>
                </a:lnTo>
                <a:lnTo>
                  <a:pt x="170731" y="259171"/>
                </a:lnTo>
                <a:lnTo>
                  <a:pt x="16477" y="336286"/>
                </a:lnTo>
                <a:cubicBezTo>
                  <a:pt x="13323" y="337827"/>
                  <a:pt x="9637" y="337827"/>
                  <a:pt x="6483" y="336286"/>
                </a:cubicBezTo>
                <a:cubicBezTo>
                  <a:pt x="833" y="333527"/>
                  <a:pt x="-1510" y="326709"/>
                  <a:pt x="1250" y="321060"/>
                </a:cubicBezTo>
                <a:lnTo>
                  <a:pt x="53646" y="209688"/>
                </a:lnTo>
                <a:lnTo>
                  <a:pt x="53554" y="127804"/>
                </a:lnTo>
                <a:lnTo>
                  <a:pt x="1112" y="16295"/>
                </a:lnTo>
                <a:cubicBezTo>
                  <a:pt x="-371" y="13191"/>
                  <a:pt x="-371" y="9583"/>
                  <a:pt x="1112" y="6479"/>
                </a:cubicBezTo>
                <a:cubicBezTo>
                  <a:pt x="2467" y="3642"/>
                  <a:pt x="4844" y="1623"/>
                  <a:pt x="7591" y="653"/>
                </a:cubicBez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5" name="Freeform: Shape 11">
            <a:extLst>
              <a:ext uri="{FF2B5EF4-FFF2-40B4-BE49-F238E27FC236}">
                <a16:creationId xmlns:a16="http://schemas.microsoft.com/office/drawing/2014/main" id="{72612A03-172B-B02B-ADEC-84AAAD5D28C0}"/>
              </a:ext>
            </a:extLst>
          </p:cNvPr>
          <p:cNvSpPr>
            <a:spLocks noChangeAspect="1"/>
          </p:cNvSpPr>
          <p:nvPr/>
        </p:nvSpPr>
        <p:spPr>
          <a:xfrm>
            <a:off x="288973" y="3012890"/>
            <a:ext cx="287852" cy="288000"/>
          </a:xfrm>
          <a:custGeom>
            <a:avLst/>
            <a:gdLst>
              <a:gd name="connsiteX0" fmla="*/ 7591 w 337267"/>
              <a:gd name="connsiteY0" fmla="*/ 653 h 337441"/>
              <a:gd name="connsiteX1" fmla="*/ 16293 w 337267"/>
              <a:gd name="connsiteY1" fmla="*/ 1114 h 337441"/>
              <a:gd name="connsiteX2" fmla="*/ 170555 w 337267"/>
              <a:gd name="connsiteY2" fmla="*/ 78426 h 337441"/>
              <a:gd name="connsiteX3" fmla="*/ 180603 w 337267"/>
              <a:gd name="connsiteY3" fmla="*/ 80793 h 337441"/>
              <a:gd name="connsiteX4" fmla="*/ 189955 w 337267"/>
              <a:gd name="connsiteY4" fmla="*/ 88149 h 337441"/>
              <a:gd name="connsiteX5" fmla="*/ 330948 w 337267"/>
              <a:gd name="connsiteY5" fmla="*/ 158810 h 337441"/>
              <a:gd name="connsiteX6" fmla="*/ 333779 w 337267"/>
              <a:gd name="connsiteY6" fmla="*/ 160792 h 337441"/>
              <a:gd name="connsiteX7" fmla="*/ 334122 w 337267"/>
              <a:gd name="connsiteY7" fmla="*/ 176797 h 337441"/>
              <a:gd name="connsiteX8" fmla="*/ 331086 w 337267"/>
              <a:gd name="connsiteY8" fmla="*/ 179005 h 337441"/>
              <a:gd name="connsiteX9" fmla="*/ 189708 w 337267"/>
              <a:gd name="connsiteY9" fmla="*/ 249684 h 337441"/>
              <a:gd name="connsiteX10" fmla="*/ 180603 w 337267"/>
              <a:gd name="connsiteY10" fmla="*/ 256846 h 337441"/>
              <a:gd name="connsiteX11" fmla="*/ 170731 w 337267"/>
              <a:gd name="connsiteY11" fmla="*/ 259171 h 337441"/>
              <a:gd name="connsiteX12" fmla="*/ 16477 w 337267"/>
              <a:gd name="connsiteY12" fmla="*/ 336286 h 337441"/>
              <a:gd name="connsiteX13" fmla="*/ 6483 w 337267"/>
              <a:gd name="connsiteY13" fmla="*/ 336286 h 337441"/>
              <a:gd name="connsiteX14" fmla="*/ 1250 w 337267"/>
              <a:gd name="connsiteY14" fmla="*/ 321060 h 337441"/>
              <a:gd name="connsiteX15" fmla="*/ 53646 w 337267"/>
              <a:gd name="connsiteY15" fmla="*/ 209688 h 337441"/>
              <a:gd name="connsiteX16" fmla="*/ 53554 w 337267"/>
              <a:gd name="connsiteY16" fmla="*/ 127804 h 337441"/>
              <a:gd name="connsiteX17" fmla="*/ 1112 w 337267"/>
              <a:gd name="connsiteY17" fmla="*/ 16295 h 337441"/>
              <a:gd name="connsiteX18" fmla="*/ 1112 w 337267"/>
              <a:gd name="connsiteY18" fmla="*/ 6479 h 337441"/>
              <a:gd name="connsiteX19" fmla="*/ 7591 w 337267"/>
              <a:gd name="connsiteY19" fmla="*/ 653 h 337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7267" h="337441">
                <a:moveTo>
                  <a:pt x="7591" y="653"/>
                </a:moveTo>
                <a:cubicBezTo>
                  <a:pt x="10338" y="-318"/>
                  <a:pt x="13456" y="-241"/>
                  <a:pt x="16293" y="1114"/>
                </a:cubicBezTo>
                <a:lnTo>
                  <a:pt x="170555" y="78426"/>
                </a:lnTo>
                <a:lnTo>
                  <a:pt x="180603" y="80793"/>
                </a:lnTo>
                <a:lnTo>
                  <a:pt x="189955" y="88149"/>
                </a:lnTo>
                <a:lnTo>
                  <a:pt x="330948" y="158810"/>
                </a:lnTo>
                <a:cubicBezTo>
                  <a:pt x="331988" y="159321"/>
                  <a:pt x="332942" y="159990"/>
                  <a:pt x="333779" y="160792"/>
                </a:cubicBezTo>
                <a:cubicBezTo>
                  <a:pt x="338293" y="165117"/>
                  <a:pt x="338447" y="172282"/>
                  <a:pt x="334122" y="176797"/>
                </a:cubicBezTo>
                <a:cubicBezTo>
                  <a:pt x="333236" y="177692"/>
                  <a:pt x="332211" y="178438"/>
                  <a:pt x="331086" y="179005"/>
                </a:cubicBezTo>
                <a:lnTo>
                  <a:pt x="189708" y="249684"/>
                </a:lnTo>
                <a:lnTo>
                  <a:pt x="180603" y="256846"/>
                </a:lnTo>
                <a:lnTo>
                  <a:pt x="170731" y="259171"/>
                </a:lnTo>
                <a:lnTo>
                  <a:pt x="16477" y="336286"/>
                </a:lnTo>
                <a:cubicBezTo>
                  <a:pt x="13323" y="337827"/>
                  <a:pt x="9637" y="337827"/>
                  <a:pt x="6483" y="336286"/>
                </a:cubicBezTo>
                <a:cubicBezTo>
                  <a:pt x="833" y="333527"/>
                  <a:pt x="-1510" y="326709"/>
                  <a:pt x="1250" y="321060"/>
                </a:cubicBezTo>
                <a:lnTo>
                  <a:pt x="53646" y="209688"/>
                </a:lnTo>
                <a:lnTo>
                  <a:pt x="53554" y="127804"/>
                </a:lnTo>
                <a:lnTo>
                  <a:pt x="1112" y="16295"/>
                </a:lnTo>
                <a:cubicBezTo>
                  <a:pt x="-371" y="13191"/>
                  <a:pt x="-371" y="9583"/>
                  <a:pt x="1112" y="6479"/>
                </a:cubicBezTo>
                <a:cubicBezTo>
                  <a:pt x="2467" y="3642"/>
                  <a:pt x="4844" y="1623"/>
                  <a:pt x="7591" y="653"/>
                </a:cubicBez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6" name="Freeform: Shape 11">
            <a:extLst>
              <a:ext uri="{FF2B5EF4-FFF2-40B4-BE49-F238E27FC236}">
                <a16:creationId xmlns:a16="http://schemas.microsoft.com/office/drawing/2014/main" id="{5BE9335B-098B-4CD1-1E17-978A2E87B7E1}"/>
              </a:ext>
            </a:extLst>
          </p:cNvPr>
          <p:cNvSpPr>
            <a:spLocks noChangeAspect="1"/>
          </p:cNvSpPr>
          <p:nvPr/>
        </p:nvSpPr>
        <p:spPr>
          <a:xfrm>
            <a:off x="304701" y="4282439"/>
            <a:ext cx="287852" cy="288000"/>
          </a:xfrm>
          <a:custGeom>
            <a:avLst/>
            <a:gdLst>
              <a:gd name="connsiteX0" fmla="*/ 7591 w 337267"/>
              <a:gd name="connsiteY0" fmla="*/ 653 h 337441"/>
              <a:gd name="connsiteX1" fmla="*/ 16293 w 337267"/>
              <a:gd name="connsiteY1" fmla="*/ 1114 h 337441"/>
              <a:gd name="connsiteX2" fmla="*/ 170555 w 337267"/>
              <a:gd name="connsiteY2" fmla="*/ 78426 h 337441"/>
              <a:gd name="connsiteX3" fmla="*/ 180603 w 337267"/>
              <a:gd name="connsiteY3" fmla="*/ 80793 h 337441"/>
              <a:gd name="connsiteX4" fmla="*/ 189955 w 337267"/>
              <a:gd name="connsiteY4" fmla="*/ 88149 h 337441"/>
              <a:gd name="connsiteX5" fmla="*/ 330948 w 337267"/>
              <a:gd name="connsiteY5" fmla="*/ 158810 h 337441"/>
              <a:gd name="connsiteX6" fmla="*/ 333779 w 337267"/>
              <a:gd name="connsiteY6" fmla="*/ 160792 h 337441"/>
              <a:gd name="connsiteX7" fmla="*/ 334122 w 337267"/>
              <a:gd name="connsiteY7" fmla="*/ 176797 h 337441"/>
              <a:gd name="connsiteX8" fmla="*/ 331086 w 337267"/>
              <a:gd name="connsiteY8" fmla="*/ 179005 h 337441"/>
              <a:gd name="connsiteX9" fmla="*/ 189708 w 337267"/>
              <a:gd name="connsiteY9" fmla="*/ 249684 h 337441"/>
              <a:gd name="connsiteX10" fmla="*/ 180603 w 337267"/>
              <a:gd name="connsiteY10" fmla="*/ 256846 h 337441"/>
              <a:gd name="connsiteX11" fmla="*/ 170731 w 337267"/>
              <a:gd name="connsiteY11" fmla="*/ 259171 h 337441"/>
              <a:gd name="connsiteX12" fmla="*/ 16477 w 337267"/>
              <a:gd name="connsiteY12" fmla="*/ 336286 h 337441"/>
              <a:gd name="connsiteX13" fmla="*/ 6483 w 337267"/>
              <a:gd name="connsiteY13" fmla="*/ 336286 h 337441"/>
              <a:gd name="connsiteX14" fmla="*/ 1250 w 337267"/>
              <a:gd name="connsiteY14" fmla="*/ 321060 h 337441"/>
              <a:gd name="connsiteX15" fmla="*/ 53646 w 337267"/>
              <a:gd name="connsiteY15" fmla="*/ 209688 h 337441"/>
              <a:gd name="connsiteX16" fmla="*/ 53554 w 337267"/>
              <a:gd name="connsiteY16" fmla="*/ 127804 h 337441"/>
              <a:gd name="connsiteX17" fmla="*/ 1112 w 337267"/>
              <a:gd name="connsiteY17" fmla="*/ 16295 h 337441"/>
              <a:gd name="connsiteX18" fmla="*/ 1112 w 337267"/>
              <a:gd name="connsiteY18" fmla="*/ 6479 h 337441"/>
              <a:gd name="connsiteX19" fmla="*/ 7591 w 337267"/>
              <a:gd name="connsiteY19" fmla="*/ 653 h 337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7267" h="337441">
                <a:moveTo>
                  <a:pt x="7591" y="653"/>
                </a:moveTo>
                <a:cubicBezTo>
                  <a:pt x="10338" y="-318"/>
                  <a:pt x="13456" y="-241"/>
                  <a:pt x="16293" y="1114"/>
                </a:cubicBezTo>
                <a:lnTo>
                  <a:pt x="170555" y="78426"/>
                </a:lnTo>
                <a:lnTo>
                  <a:pt x="180603" y="80793"/>
                </a:lnTo>
                <a:lnTo>
                  <a:pt x="189955" y="88149"/>
                </a:lnTo>
                <a:lnTo>
                  <a:pt x="330948" y="158810"/>
                </a:lnTo>
                <a:cubicBezTo>
                  <a:pt x="331988" y="159321"/>
                  <a:pt x="332942" y="159990"/>
                  <a:pt x="333779" y="160792"/>
                </a:cubicBezTo>
                <a:cubicBezTo>
                  <a:pt x="338293" y="165117"/>
                  <a:pt x="338447" y="172282"/>
                  <a:pt x="334122" y="176797"/>
                </a:cubicBezTo>
                <a:cubicBezTo>
                  <a:pt x="333236" y="177692"/>
                  <a:pt x="332211" y="178438"/>
                  <a:pt x="331086" y="179005"/>
                </a:cubicBezTo>
                <a:lnTo>
                  <a:pt x="189708" y="249684"/>
                </a:lnTo>
                <a:lnTo>
                  <a:pt x="180603" y="256846"/>
                </a:lnTo>
                <a:lnTo>
                  <a:pt x="170731" y="259171"/>
                </a:lnTo>
                <a:lnTo>
                  <a:pt x="16477" y="336286"/>
                </a:lnTo>
                <a:cubicBezTo>
                  <a:pt x="13323" y="337827"/>
                  <a:pt x="9637" y="337827"/>
                  <a:pt x="6483" y="336286"/>
                </a:cubicBezTo>
                <a:cubicBezTo>
                  <a:pt x="833" y="333527"/>
                  <a:pt x="-1510" y="326709"/>
                  <a:pt x="1250" y="321060"/>
                </a:cubicBezTo>
                <a:lnTo>
                  <a:pt x="53646" y="209688"/>
                </a:lnTo>
                <a:lnTo>
                  <a:pt x="53554" y="127804"/>
                </a:lnTo>
                <a:lnTo>
                  <a:pt x="1112" y="16295"/>
                </a:lnTo>
                <a:cubicBezTo>
                  <a:pt x="-371" y="13191"/>
                  <a:pt x="-371" y="9583"/>
                  <a:pt x="1112" y="6479"/>
                </a:cubicBezTo>
                <a:cubicBezTo>
                  <a:pt x="2467" y="3642"/>
                  <a:pt x="4844" y="1623"/>
                  <a:pt x="7591" y="653"/>
                </a:cubicBez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7" name="Freeform: Shape 11">
            <a:extLst>
              <a:ext uri="{FF2B5EF4-FFF2-40B4-BE49-F238E27FC236}">
                <a16:creationId xmlns:a16="http://schemas.microsoft.com/office/drawing/2014/main" id="{CEA05245-018C-2EDB-4FCA-A6CFA214447E}"/>
              </a:ext>
            </a:extLst>
          </p:cNvPr>
          <p:cNvSpPr>
            <a:spLocks noChangeAspect="1"/>
          </p:cNvSpPr>
          <p:nvPr/>
        </p:nvSpPr>
        <p:spPr>
          <a:xfrm>
            <a:off x="320429" y="5581016"/>
            <a:ext cx="287852" cy="288000"/>
          </a:xfrm>
          <a:custGeom>
            <a:avLst/>
            <a:gdLst>
              <a:gd name="connsiteX0" fmla="*/ 7591 w 337267"/>
              <a:gd name="connsiteY0" fmla="*/ 653 h 337441"/>
              <a:gd name="connsiteX1" fmla="*/ 16293 w 337267"/>
              <a:gd name="connsiteY1" fmla="*/ 1114 h 337441"/>
              <a:gd name="connsiteX2" fmla="*/ 170555 w 337267"/>
              <a:gd name="connsiteY2" fmla="*/ 78426 h 337441"/>
              <a:gd name="connsiteX3" fmla="*/ 180603 w 337267"/>
              <a:gd name="connsiteY3" fmla="*/ 80793 h 337441"/>
              <a:gd name="connsiteX4" fmla="*/ 189955 w 337267"/>
              <a:gd name="connsiteY4" fmla="*/ 88149 h 337441"/>
              <a:gd name="connsiteX5" fmla="*/ 330948 w 337267"/>
              <a:gd name="connsiteY5" fmla="*/ 158810 h 337441"/>
              <a:gd name="connsiteX6" fmla="*/ 333779 w 337267"/>
              <a:gd name="connsiteY6" fmla="*/ 160792 h 337441"/>
              <a:gd name="connsiteX7" fmla="*/ 334122 w 337267"/>
              <a:gd name="connsiteY7" fmla="*/ 176797 h 337441"/>
              <a:gd name="connsiteX8" fmla="*/ 331086 w 337267"/>
              <a:gd name="connsiteY8" fmla="*/ 179005 h 337441"/>
              <a:gd name="connsiteX9" fmla="*/ 189708 w 337267"/>
              <a:gd name="connsiteY9" fmla="*/ 249684 h 337441"/>
              <a:gd name="connsiteX10" fmla="*/ 180603 w 337267"/>
              <a:gd name="connsiteY10" fmla="*/ 256846 h 337441"/>
              <a:gd name="connsiteX11" fmla="*/ 170731 w 337267"/>
              <a:gd name="connsiteY11" fmla="*/ 259171 h 337441"/>
              <a:gd name="connsiteX12" fmla="*/ 16477 w 337267"/>
              <a:gd name="connsiteY12" fmla="*/ 336286 h 337441"/>
              <a:gd name="connsiteX13" fmla="*/ 6483 w 337267"/>
              <a:gd name="connsiteY13" fmla="*/ 336286 h 337441"/>
              <a:gd name="connsiteX14" fmla="*/ 1250 w 337267"/>
              <a:gd name="connsiteY14" fmla="*/ 321060 h 337441"/>
              <a:gd name="connsiteX15" fmla="*/ 53646 w 337267"/>
              <a:gd name="connsiteY15" fmla="*/ 209688 h 337441"/>
              <a:gd name="connsiteX16" fmla="*/ 53554 w 337267"/>
              <a:gd name="connsiteY16" fmla="*/ 127804 h 337441"/>
              <a:gd name="connsiteX17" fmla="*/ 1112 w 337267"/>
              <a:gd name="connsiteY17" fmla="*/ 16295 h 337441"/>
              <a:gd name="connsiteX18" fmla="*/ 1112 w 337267"/>
              <a:gd name="connsiteY18" fmla="*/ 6479 h 337441"/>
              <a:gd name="connsiteX19" fmla="*/ 7591 w 337267"/>
              <a:gd name="connsiteY19" fmla="*/ 653 h 337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7267" h="337441">
                <a:moveTo>
                  <a:pt x="7591" y="653"/>
                </a:moveTo>
                <a:cubicBezTo>
                  <a:pt x="10338" y="-318"/>
                  <a:pt x="13456" y="-241"/>
                  <a:pt x="16293" y="1114"/>
                </a:cubicBezTo>
                <a:lnTo>
                  <a:pt x="170555" y="78426"/>
                </a:lnTo>
                <a:lnTo>
                  <a:pt x="180603" y="80793"/>
                </a:lnTo>
                <a:lnTo>
                  <a:pt x="189955" y="88149"/>
                </a:lnTo>
                <a:lnTo>
                  <a:pt x="330948" y="158810"/>
                </a:lnTo>
                <a:cubicBezTo>
                  <a:pt x="331988" y="159321"/>
                  <a:pt x="332942" y="159990"/>
                  <a:pt x="333779" y="160792"/>
                </a:cubicBezTo>
                <a:cubicBezTo>
                  <a:pt x="338293" y="165117"/>
                  <a:pt x="338447" y="172282"/>
                  <a:pt x="334122" y="176797"/>
                </a:cubicBezTo>
                <a:cubicBezTo>
                  <a:pt x="333236" y="177692"/>
                  <a:pt x="332211" y="178438"/>
                  <a:pt x="331086" y="179005"/>
                </a:cubicBezTo>
                <a:lnTo>
                  <a:pt x="189708" y="249684"/>
                </a:lnTo>
                <a:lnTo>
                  <a:pt x="180603" y="256846"/>
                </a:lnTo>
                <a:lnTo>
                  <a:pt x="170731" y="259171"/>
                </a:lnTo>
                <a:lnTo>
                  <a:pt x="16477" y="336286"/>
                </a:lnTo>
                <a:cubicBezTo>
                  <a:pt x="13323" y="337827"/>
                  <a:pt x="9637" y="337827"/>
                  <a:pt x="6483" y="336286"/>
                </a:cubicBezTo>
                <a:cubicBezTo>
                  <a:pt x="833" y="333527"/>
                  <a:pt x="-1510" y="326709"/>
                  <a:pt x="1250" y="321060"/>
                </a:cubicBezTo>
                <a:lnTo>
                  <a:pt x="53646" y="209688"/>
                </a:lnTo>
                <a:lnTo>
                  <a:pt x="53554" y="127804"/>
                </a:lnTo>
                <a:lnTo>
                  <a:pt x="1112" y="16295"/>
                </a:lnTo>
                <a:cubicBezTo>
                  <a:pt x="-371" y="13191"/>
                  <a:pt x="-371" y="9583"/>
                  <a:pt x="1112" y="6479"/>
                </a:cubicBezTo>
                <a:cubicBezTo>
                  <a:pt x="2467" y="3642"/>
                  <a:pt x="4844" y="1623"/>
                  <a:pt x="7591" y="653"/>
                </a:cubicBez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1780031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2"/>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4"/>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5"/>
                                        </p:tgtEl>
                                        <p:attrNameLst>
                                          <p:attrName>style.visibility</p:attrName>
                                        </p:attrNameLst>
                                      </p:cBhvr>
                                      <p:to>
                                        <p:strVal val="hidden"/>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6"/>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4" grpId="0" animBg="1"/>
      <p:bldP spid="4" grpId="1" animBg="1"/>
      <p:bldP spid="5" grpId="0" animBg="1"/>
      <p:bldP spid="5" grpId="1" animBg="1"/>
      <p:bldP spid="6" grpId="0" animBg="1"/>
      <p:bldP spid="6" grpId="1" animBg="1"/>
      <p:bldP spid="7" grpId="0" animBg="1"/>
      <p:bldP spid="7"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1E400FE-E35C-A438-231F-05B15B085EAC}"/>
              </a:ext>
            </a:extLst>
          </p:cNvPr>
          <p:cNvPicPr>
            <a:picLocks noChangeAspect="1"/>
          </p:cNvPicPr>
          <p:nvPr/>
        </p:nvPicPr>
        <p:blipFill>
          <a:blip r:embed="rId2"/>
          <a:stretch>
            <a:fillRect/>
          </a:stretch>
        </p:blipFill>
        <p:spPr>
          <a:xfrm>
            <a:off x="1068766" y="450376"/>
            <a:ext cx="11016987" cy="6059606"/>
          </a:xfrm>
          <a:prstGeom prst="rect">
            <a:avLst/>
          </a:prstGeom>
        </p:spPr>
      </p:pic>
      <p:sp>
        <p:nvSpPr>
          <p:cNvPr id="2" name="Rectangle 1">
            <a:extLst>
              <a:ext uri="{FF2B5EF4-FFF2-40B4-BE49-F238E27FC236}">
                <a16:creationId xmlns:a16="http://schemas.microsoft.com/office/drawing/2014/main" id="{2BB33CBF-8740-66D0-0DBA-2D5E7CC83033}"/>
              </a:ext>
            </a:extLst>
          </p:cNvPr>
          <p:cNvSpPr/>
          <p:nvPr/>
        </p:nvSpPr>
        <p:spPr>
          <a:xfrm>
            <a:off x="913305" y="450376"/>
            <a:ext cx="11066654" cy="69625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85B75701-632F-35DE-8C76-36CC98585884}"/>
              </a:ext>
            </a:extLst>
          </p:cNvPr>
          <p:cNvSpPr/>
          <p:nvPr/>
        </p:nvSpPr>
        <p:spPr>
          <a:xfrm>
            <a:off x="913305" y="1146629"/>
            <a:ext cx="11066654" cy="119017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1193C839-8A4D-EF9F-73D1-11579001D061}"/>
              </a:ext>
            </a:extLst>
          </p:cNvPr>
          <p:cNvSpPr/>
          <p:nvPr/>
        </p:nvSpPr>
        <p:spPr>
          <a:xfrm>
            <a:off x="913305" y="2336800"/>
            <a:ext cx="11066654" cy="119017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3AE8027E-1806-E9F4-7AF9-F874BAEC197E}"/>
              </a:ext>
            </a:extLst>
          </p:cNvPr>
          <p:cNvSpPr/>
          <p:nvPr/>
        </p:nvSpPr>
        <p:spPr>
          <a:xfrm>
            <a:off x="913305" y="3526971"/>
            <a:ext cx="11066654" cy="119017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639FECE3-9384-4D4D-F1C8-84941D3BDDE3}"/>
              </a:ext>
            </a:extLst>
          </p:cNvPr>
          <p:cNvSpPr/>
          <p:nvPr/>
        </p:nvSpPr>
        <p:spPr>
          <a:xfrm>
            <a:off x="913305" y="4717142"/>
            <a:ext cx="11066654" cy="99422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233B8E61-7B57-1899-B739-B58D67AF4F4F}"/>
              </a:ext>
            </a:extLst>
          </p:cNvPr>
          <p:cNvSpPr/>
          <p:nvPr/>
        </p:nvSpPr>
        <p:spPr>
          <a:xfrm>
            <a:off x="913305" y="5711371"/>
            <a:ext cx="11066654" cy="69625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3AD39491-4387-5A61-06C0-ABC3F3E379C5}"/>
              </a:ext>
            </a:extLst>
          </p:cNvPr>
          <p:cNvSpPr txBox="1"/>
          <p:nvPr/>
        </p:nvSpPr>
        <p:spPr>
          <a:xfrm>
            <a:off x="16042" y="383003"/>
            <a:ext cx="701265" cy="830997"/>
          </a:xfrm>
          <a:prstGeom prst="rect">
            <a:avLst/>
          </a:prstGeom>
          <a:noFill/>
        </p:spPr>
        <p:txBody>
          <a:bodyPr wrap="square" rtlCol="0">
            <a:spAutoFit/>
          </a:bodyPr>
          <a:lstStyle/>
          <a:p>
            <a:r>
              <a:rPr lang="en-GB" sz="4800" dirty="0"/>
              <a:t>📃</a:t>
            </a:r>
          </a:p>
        </p:txBody>
      </p:sp>
      <p:sp>
        <p:nvSpPr>
          <p:cNvPr id="10" name="TextBox 9">
            <a:extLst>
              <a:ext uri="{FF2B5EF4-FFF2-40B4-BE49-F238E27FC236}">
                <a16:creationId xmlns:a16="http://schemas.microsoft.com/office/drawing/2014/main" id="{965391FF-95A3-D638-F916-1C425ECC391E}"/>
              </a:ext>
            </a:extLst>
          </p:cNvPr>
          <p:cNvSpPr txBox="1"/>
          <p:nvPr/>
        </p:nvSpPr>
        <p:spPr>
          <a:xfrm>
            <a:off x="0" y="1411705"/>
            <a:ext cx="897263" cy="830997"/>
          </a:xfrm>
          <a:prstGeom prst="rect">
            <a:avLst/>
          </a:prstGeom>
          <a:noFill/>
        </p:spPr>
        <p:txBody>
          <a:bodyPr wrap="square" rtlCol="0">
            <a:spAutoFit/>
          </a:bodyPr>
          <a:lstStyle/>
          <a:p>
            <a:r>
              <a:rPr lang="en-GB" sz="4800" dirty="0"/>
              <a:t>➕</a:t>
            </a:r>
          </a:p>
        </p:txBody>
      </p:sp>
      <p:sp>
        <p:nvSpPr>
          <p:cNvPr id="11" name="TextBox 10">
            <a:extLst>
              <a:ext uri="{FF2B5EF4-FFF2-40B4-BE49-F238E27FC236}">
                <a16:creationId xmlns:a16="http://schemas.microsoft.com/office/drawing/2014/main" id="{8FCE7051-1CA2-2222-7BEC-7A40B308EC78}"/>
              </a:ext>
            </a:extLst>
          </p:cNvPr>
          <p:cNvSpPr txBox="1"/>
          <p:nvPr/>
        </p:nvSpPr>
        <p:spPr>
          <a:xfrm>
            <a:off x="16042" y="2516387"/>
            <a:ext cx="897263" cy="830997"/>
          </a:xfrm>
          <a:prstGeom prst="rect">
            <a:avLst/>
          </a:prstGeom>
          <a:noFill/>
        </p:spPr>
        <p:txBody>
          <a:bodyPr wrap="square" rtlCol="0">
            <a:spAutoFit/>
          </a:bodyPr>
          <a:lstStyle/>
          <a:p>
            <a:r>
              <a:rPr lang="en-GB" sz="4800" dirty="0"/>
              <a:t>🔨</a:t>
            </a:r>
          </a:p>
        </p:txBody>
      </p:sp>
      <p:sp>
        <p:nvSpPr>
          <p:cNvPr id="12" name="TextBox 11">
            <a:extLst>
              <a:ext uri="{FF2B5EF4-FFF2-40B4-BE49-F238E27FC236}">
                <a16:creationId xmlns:a16="http://schemas.microsoft.com/office/drawing/2014/main" id="{5D35E9EC-EB50-C4A4-8723-D70C2F9E125D}"/>
              </a:ext>
            </a:extLst>
          </p:cNvPr>
          <p:cNvSpPr txBox="1"/>
          <p:nvPr/>
        </p:nvSpPr>
        <p:spPr>
          <a:xfrm>
            <a:off x="-1" y="3784302"/>
            <a:ext cx="897263" cy="830997"/>
          </a:xfrm>
          <a:prstGeom prst="rect">
            <a:avLst/>
          </a:prstGeom>
          <a:noFill/>
        </p:spPr>
        <p:txBody>
          <a:bodyPr wrap="square" rtlCol="0">
            <a:spAutoFit/>
          </a:bodyPr>
          <a:lstStyle/>
          <a:p>
            <a:r>
              <a:rPr lang="en-GB" sz="4800" dirty="0"/>
              <a:t>☯️</a:t>
            </a:r>
          </a:p>
        </p:txBody>
      </p:sp>
      <p:sp>
        <p:nvSpPr>
          <p:cNvPr id="14" name="TextBox 13">
            <a:extLst>
              <a:ext uri="{FF2B5EF4-FFF2-40B4-BE49-F238E27FC236}">
                <a16:creationId xmlns:a16="http://schemas.microsoft.com/office/drawing/2014/main" id="{BE3BEE70-56F7-8844-F873-9B31B6E7F8E3}"/>
              </a:ext>
            </a:extLst>
          </p:cNvPr>
          <p:cNvSpPr txBox="1"/>
          <p:nvPr/>
        </p:nvSpPr>
        <p:spPr>
          <a:xfrm>
            <a:off x="214331" y="4727594"/>
            <a:ext cx="621244" cy="1015663"/>
          </a:xfrm>
          <a:prstGeom prst="rect">
            <a:avLst/>
          </a:prstGeom>
          <a:noFill/>
        </p:spPr>
        <p:txBody>
          <a:bodyPr wrap="square" rtlCol="0">
            <a:spAutoFit/>
          </a:bodyPr>
          <a:lstStyle/>
          <a:p>
            <a:r>
              <a:rPr lang="en-GB" sz="6000" dirty="0">
                <a:latin typeface="Times New Roman" panose="02020603050405020304" pitchFamily="18" charset="0"/>
                <a:cs typeface="Times New Roman" panose="02020603050405020304" pitchFamily="18" charset="0"/>
              </a:rPr>
              <a:t>⸫</a:t>
            </a:r>
            <a:endParaRPr lang="en-GB" sz="6000" dirty="0"/>
          </a:p>
        </p:txBody>
      </p:sp>
      <p:sp>
        <p:nvSpPr>
          <p:cNvPr id="16" name="Call-out: Down Arrow 15">
            <a:extLst>
              <a:ext uri="{FF2B5EF4-FFF2-40B4-BE49-F238E27FC236}">
                <a16:creationId xmlns:a16="http://schemas.microsoft.com/office/drawing/2014/main" id="{EE6AF22C-37C8-6B8E-72CC-A9A9154F0834}"/>
              </a:ext>
            </a:extLst>
          </p:cNvPr>
          <p:cNvSpPr/>
          <p:nvPr/>
        </p:nvSpPr>
        <p:spPr>
          <a:xfrm>
            <a:off x="106247" y="5808354"/>
            <a:ext cx="737892" cy="552340"/>
          </a:xfrm>
          <a:prstGeom prst="downArrowCallout">
            <a:avLst>
              <a:gd name="adj1" fmla="val 17038"/>
              <a:gd name="adj2" fmla="val 31896"/>
              <a:gd name="adj3" fmla="val 25000"/>
              <a:gd name="adj4" fmla="val 47048"/>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863085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2"/>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4"/>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5"/>
                                        </p:tgtEl>
                                        <p:attrNameLst>
                                          <p:attrName>style.visibility</p:attrName>
                                        </p:attrNameLst>
                                      </p:cBhvr>
                                      <p:to>
                                        <p:strVal val="hidden"/>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6"/>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7"/>
                                        </p:tgtEl>
                                        <p:attrNameLst>
                                          <p:attrName>style.visibility</p:attrName>
                                        </p:attrNameLst>
                                      </p:cBhvr>
                                      <p:to>
                                        <p:strVal val="hidden"/>
                                      </p:to>
                                    </p:set>
                                  </p:childTnLst>
                                </p:cTn>
                              </p:par>
                              <p:par>
                                <p:cTn id="35" presetID="1" presetClass="entr" presetSubtype="0" fill="hold" grpId="0" nodeType="withEffect">
                                  <p:stCondLst>
                                    <p:cond delay="0"/>
                                  </p:stCondLst>
                                  <p:childTnLst>
                                    <p:set>
                                      <p:cBhvr>
                                        <p:cTn id="36" dur="1" fill="hold">
                                          <p:stCondLst>
                                            <p:cond delay="0"/>
                                          </p:stCondLst>
                                        </p:cTn>
                                        <p:tgtEl>
                                          <p:spTgt spid="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grpId="1" nodeType="clickEffect">
                                  <p:stCondLst>
                                    <p:cond delay="0"/>
                                  </p:stCondLst>
                                  <p:childTnLst>
                                    <p:set>
                                      <p:cBhvr>
                                        <p:cTn id="40"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4" grpId="0" animBg="1"/>
      <p:bldP spid="4" grpId="1" animBg="1"/>
      <p:bldP spid="5" grpId="0" animBg="1"/>
      <p:bldP spid="5" grpId="1" animBg="1"/>
      <p:bldP spid="6" grpId="0" animBg="1"/>
      <p:bldP spid="6" grpId="1" animBg="1"/>
      <p:bldP spid="7" grpId="0" animBg="1"/>
      <p:bldP spid="7" grpId="1" animBg="1"/>
      <p:bldP spid="8" grpId="0" animBg="1"/>
      <p:bldP spid="8"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F142F66-BD6C-1422-BAB6-C07111016901}"/>
              </a:ext>
            </a:extLst>
          </p:cNvPr>
          <p:cNvPicPr>
            <a:picLocks noChangeAspect="1"/>
          </p:cNvPicPr>
          <p:nvPr/>
        </p:nvPicPr>
        <p:blipFill>
          <a:blip r:embed="rId2"/>
          <a:stretch>
            <a:fillRect/>
          </a:stretch>
        </p:blipFill>
        <p:spPr>
          <a:xfrm>
            <a:off x="548159" y="499618"/>
            <a:ext cx="11095682" cy="5858764"/>
          </a:xfrm>
          <a:prstGeom prst="rect">
            <a:avLst/>
          </a:prstGeom>
        </p:spPr>
      </p:pic>
      <p:sp>
        <p:nvSpPr>
          <p:cNvPr id="6" name="Rectangle 5">
            <a:extLst>
              <a:ext uri="{FF2B5EF4-FFF2-40B4-BE49-F238E27FC236}">
                <a16:creationId xmlns:a16="http://schemas.microsoft.com/office/drawing/2014/main" id="{83623C83-BC6A-C0CD-022C-68DBAA5E8BCB}"/>
              </a:ext>
            </a:extLst>
          </p:cNvPr>
          <p:cNvSpPr/>
          <p:nvPr/>
        </p:nvSpPr>
        <p:spPr>
          <a:xfrm>
            <a:off x="598507" y="450376"/>
            <a:ext cx="11145084" cy="119017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93A7BD5B-D2F9-6357-E0BD-CBEC3958E434}"/>
              </a:ext>
            </a:extLst>
          </p:cNvPr>
          <p:cNvSpPr/>
          <p:nvPr/>
        </p:nvSpPr>
        <p:spPr>
          <a:xfrm>
            <a:off x="598507" y="1811647"/>
            <a:ext cx="11066654" cy="219508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B42B6EFE-62C7-8EF6-B8D3-04CF0F3E020B}"/>
              </a:ext>
            </a:extLst>
          </p:cNvPr>
          <p:cNvSpPr/>
          <p:nvPr/>
        </p:nvSpPr>
        <p:spPr>
          <a:xfrm>
            <a:off x="591701" y="4006734"/>
            <a:ext cx="11066654" cy="235164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985819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6"/>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7"/>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P spid="8" grpId="0" animBg="1"/>
      <p:bldP spid="8"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14062E1-E6C6-3560-3A88-DCBF8194DDCA}"/>
              </a:ext>
            </a:extLst>
          </p:cNvPr>
          <p:cNvPicPr>
            <a:picLocks noChangeAspect="1"/>
          </p:cNvPicPr>
          <p:nvPr/>
        </p:nvPicPr>
        <p:blipFill>
          <a:blip r:embed="rId2"/>
          <a:stretch>
            <a:fillRect/>
          </a:stretch>
        </p:blipFill>
        <p:spPr>
          <a:xfrm>
            <a:off x="679132" y="1102057"/>
            <a:ext cx="10833735" cy="4653886"/>
          </a:xfrm>
          <a:prstGeom prst="rect">
            <a:avLst/>
          </a:prstGeom>
        </p:spPr>
      </p:pic>
      <p:sp>
        <p:nvSpPr>
          <p:cNvPr id="2" name="Rectangle 1">
            <a:extLst>
              <a:ext uri="{FF2B5EF4-FFF2-40B4-BE49-F238E27FC236}">
                <a16:creationId xmlns:a16="http://schemas.microsoft.com/office/drawing/2014/main" id="{FC160B39-328B-5230-3AE2-065A162E3BA8}"/>
              </a:ext>
            </a:extLst>
          </p:cNvPr>
          <p:cNvSpPr/>
          <p:nvPr/>
        </p:nvSpPr>
        <p:spPr>
          <a:xfrm>
            <a:off x="523457" y="1102057"/>
            <a:ext cx="11145084" cy="452948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913796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9B8740-7A18-3921-3571-1B0737E7F5C2}"/>
              </a:ext>
            </a:extLst>
          </p:cNvPr>
          <p:cNvPicPr>
            <a:picLocks noChangeAspect="1"/>
          </p:cNvPicPr>
          <p:nvPr/>
        </p:nvPicPr>
        <p:blipFill>
          <a:blip r:embed="rId2"/>
          <a:stretch>
            <a:fillRect/>
          </a:stretch>
        </p:blipFill>
        <p:spPr>
          <a:xfrm>
            <a:off x="315567" y="286603"/>
            <a:ext cx="11560864" cy="6387152"/>
          </a:xfrm>
          <a:prstGeom prst="rect">
            <a:avLst/>
          </a:prstGeom>
        </p:spPr>
      </p:pic>
      <p:sp>
        <p:nvSpPr>
          <p:cNvPr id="2" name="Rectangle 1">
            <a:extLst>
              <a:ext uri="{FF2B5EF4-FFF2-40B4-BE49-F238E27FC236}">
                <a16:creationId xmlns:a16="http://schemas.microsoft.com/office/drawing/2014/main" id="{F205CEB8-74CA-F395-35BE-31417616A711}"/>
              </a:ext>
            </a:extLst>
          </p:cNvPr>
          <p:cNvSpPr/>
          <p:nvPr/>
        </p:nvSpPr>
        <p:spPr>
          <a:xfrm>
            <a:off x="315566" y="286603"/>
            <a:ext cx="11560863" cy="638715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91720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59FACB3-E571-8CC9-EB24-024E5EE81CD3}"/>
              </a:ext>
            </a:extLst>
          </p:cNvPr>
          <p:cNvPicPr>
            <a:picLocks noChangeAspect="1"/>
          </p:cNvPicPr>
          <p:nvPr/>
        </p:nvPicPr>
        <p:blipFill>
          <a:blip r:embed="rId2"/>
          <a:stretch>
            <a:fillRect/>
          </a:stretch>
        </p:blipFill>
        <p:spPr>
          <a:xfrm>
            <a:off x="414052" y="832513"/>
            <a:ext cx="11363897" cy="4831308"/>
          </a:xfrm>
          <a:prstGeom prst="rect">
            <a:avLst/>
          </a:prstGeom>
        </p:spPr>
      </p:pic>
    </p:spTree>
    <p:extLst>
      <p:ext uri="{BB962C8B-B14F-4D97-AF65-F5344CB8AC3E}">
        <p14:creationId xmlns:p14="http://schemas.microsoft.com/office/powerpoint/2010/main" val="34122194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801374D-8477-8924-0D14-BD72FACD402E}"/>
              </a:ext>
            </a:extLst>
          </p:cNvPr>
          <p:cNvSpPr>
            <a:spLocks noChangeArrowheads="1"/>
          </p:cNvSpPr>
          <p:nvPr/>
        </p:nvSpPr>
        <p:spPr bwMode="auto">
          <a:xfrm>
            <a:off x="416256" y="1166841"/>
            <a:ext cx="11359487"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Abadi Extra Light" panose="020B0204020104020204" pitchFamily="34" charset="0"/>
                <a:cs typeface="Calibri" panose="020F0502020204030204" pitchFamily="34" charset="0"/>
              </a:rPr>
              <a:t>You were president of a committee responsible for </a:t>
            </a:r>
            <a:r>
              <a:rPr kumimoji="0" lang="en-US" altLang="en-US" sz="3200" b="0" i="0" u="none" strike="noStrike" cap="none" normalizeH="0" baseline="0" dirty="0" err="1">
                <a:ln>
                  <a:noFill/>
                </a:ln>
                <a:solidFill>
                  <a:schemeClr val="tx1"/>
                </a:solidFill>
                <a:effectLst/>
                <a:latin typeface="Abadi Extra Light" panose="020B0204020104020204" pitchFamily="34" charset="0"/>
                <a:cs typeface="Calibri" panose="020F0502020204030204" pitchFamily="34" charset="0"/>
              </a:rPr>
              <a:t>organising</a:t>
            </a:r>
            <a:r>
              <a:rPr kumimoji="0" lang="en-US" altLang="en-US" sz="3200" b="0" i="0" u="none" strike="noStrike" cap="none" normalizeH="0" baseline="0" dirty="0">
                <a:ln>
                  <a:noFill/>
                </a:ln>
                <a:solidFill>
                  <a:schemeClr val="tx1"/>
                </a:solidFill>
                <a:effectLst/>
                <a:latin typeface="Abadi Extra Light" panose="020B0204020104020204" pitchFamily="34" charset="0"/>
                <a:cs typeface="Calibri" panose="020F0502020204030204" pitchFamily="34" charset="0"/>
              </a:rPr>
              <a:t> your school's end-of-year dance. The committee chose Delicious Catering Service for the set-up and food. However, many problems occurred on the day. Read carefully the advertisement and the notes you have made. Then write a letter of complaint to Delicious Catering Service, covering the points in your notes and adding any relevant information.</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3200" b="0" i="0" u="none" strike="noStrike" cap="none" normalizeH="0" baseline="0" dirty="0">
                <a:ln>
                  <a:noFill/>
                </a:ln>
                <a:solidFill>
                  <a:schemeClr val="tx1"/>
                </a:solidFill>
                <a:effectLst/>
                <a:latin typeface="Abadi Extra Light" panose="020B0204020104020204" pitchFamily="34" charset="0"/>
                <a:cs typeface="Calibri" panose="020F0502020204030204" pitchFamily="34" charset="0"/>
              </a:rPr>
            </a:br>
            <a:r>
              <a:rPr kumimoji="0" lang="en-US" altLang="en-US" sz="3200" b="0" i="0" u="none" strike="noStrike" cap="none" normalizeH="0" baseline="0" dirty="0">
                <a:ln>
                  <a:noFill/>
                </a:ln>
                <a:solidFill>
                  <a:schemeClr val="tx1"/>
                </a:solidFill>
                <a:effectLst/>
                <a:latin typeface="Tw Cen MT Condensed Extra Bold" panose="020B0803020202020204" pitchFamily="34" charset="0"/>
                <a:cs typeface="Calibri" panose="020F0502020204030204" pitchFamily="34" charset="0"/>
              </a:rPr>
              <a:t>Write an email of between 120 and 180 words in an appropriate style. </a:t>
            </a:r>
            <a:endParaRPr kumimoji="0" lang="en-US" altLang="en-US" sz="3200" b="0" i="0" u="none" strike="noStrike" cap="none" normalizeH="0" baseline="0" dirty="0">
              <a:ln>
                <a:noFill/>
              </a:ln>
              <a:solidFill>
                <a:schemeClr val="tx1"/>
              </a:solidFill>
              <a:effectLst/>
              <a:latin typeface="Tw Cen MT Condensed Extra Bold" panose="020B0803020202020204" pitchFamily="34" charset="0"/>
            </a:endParaRPr>
          </a:p>
        </p:txBody>
      </p:sp>
    </p:spTree>
    <p:extLst>
      <p:ext uri="{BB962C8B-B14F-4D97-AF65-F5344CB8AC3E}">
        <p14:creationId xmlns:p14="http://schemas.microsoft.com/office/powerpoint/2010/main" val="31784776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marquee">
            <a:extLst>
              <a:ext uri="{FF2B5EF4-FFF2-40B4-BE49-F238E27FC236}">
                <a16:creationId xmlns:a16="http://schemas.microsoft.com/office/drawing/2014/main" id="{9BF54C84-972F-4D21-5F86-FB64777629B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2969" b="12969"/>
          <a:stretch>
            <a:fillRect/>
          </a:stretch>
        </p:blipFill>
        <p:spPr bwMode="auto">
          <a:xfrm>
            <a:off x="0" y="0"/>
            <a:ext cx="12213993" cy="685833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5D51E35-5AC2-39EE-0F15-2C5FF6C18A51}"/>
              </a:ext>
            </a:extLst>
          </p:cNvPr>
          <p:cNvSpPr txBox="1"/>
          <p:nvPr/>
        </p:nvSpPr>
        <p:spPr>
          <a:xfrm>
            <a:off x="6545325" y="271625"/>
            <a:ext cx="4162432" cy="1107996"/>
          </a:xfrm>
          <a:prstGeom prst="rect">
            <a:avLst/>
          </a:prstGeom>
          <a:noFill/>
        </p:spPr>
        <p:txBody>
          <a:bodyPr wrap="square">
            <a:spAutoFit/>
          </a:bodyPr>
          <a:lstStyle/>
          <a:p>
            <a:r>
              <a:rPr lang="en-GB" sz="6600" dirty="0">
                <a:solidFill>
                  <a:srgbClr val="7030A0"/>
                </a:solidFill>
                <a:latin typeface="Tw Cen MT Condensed Extra Bold" panose="020B0803020202020204" pitchFamily="34" charset="0"/>
              </a:rPr>
              <a:t>A marquee</a:t>
            </a:r>
          </a:p>
        </p:txBody>
      </p:sp>
    </p:spTree>
    <p:extLst>
      <p:ext uri="{BB962C8B-B14F-4D97-AF65-F5344CB8AC3E}">
        <p14:creationId xmlns:p14="http://schemas.microsoft.com/office/powerpoint/2010/main" val="22153619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7EC228A-5011-0005-AA90-85B8248710EB}"/>
              </a:ext>
            </a:extLst>
          </p:cNvPr>
          <p:cNvPicPr>
            <a:picLocks noChangeAspect="1"/>
          </p:cNvPicPr>
          <p:nvPr/>
        </p:nvPicPr>
        <p:blipFill>
          <a:blip r:embed="rId2"/>
          <a:stretch>
            <a:fillRect/>
          </a:stretch>
        </p:blipFill>
        <p:spPr>
          <a:xfrm>
            <a:off x="2102501" y="177150"/>
            <a:ext cx="7986999" cy="6503699"/>
          </a:xfrm>
          <a:prstGeom prst="rect">
            <a:avLst/>
          </a:prstGeom>
        </p:spPr>
      </p:pic>
      <p:grpSp>
        <p:nvGrpSpPr>
          <p:cNvPr id="7" name="Group 6">
            <a:extLst>
              <a:ext uri="{FF2B5EF4-FFF2-40B4-BE49-F238E27FC236}">
                <a16:creationId xmlns:a16="http://schemas.microsoft.com/office/drawing/2014/main" id="{AD1A28DF-6A42-7B6B-192E-CEE870BD8BF9}"/>
              </a:ext>
            </a:extLst>
          </p:cNvPr>
          <p:cNvGrpSpPr/>
          <p:nvPr/>
        </p:nvGrpSpPr>
        <p:grpSpPr>
          <a:xfrm>
            <a:off x="5704113" y="583510"/>
            <a:ext cx="4223658" cy="1572866"/>
            <a:chOff x="5979884" y="452882"/>
            <a:chExt cx="4223658" cy="1572866"/>
          </a:xfrm>
        </p:grpSpPr>
        <p:sp>
          <p:nvSpPr>
            <p:cNvPr id="8" name="Oval 7">
              <a:extLst>
                <a:ext uri="{FF2B5EF4-FFF2-40B4-BE49-F238E27FC236}">
                  <a16:creationId xmlns:a16="http://schemas.microsoft.com/office/drawing/2014/main" id="{C08980FF-A310-7B17-33A4-B2E154E43F75}"/>
                </a:ext>
              </a:extLst>
            </p:cNvPr>
            <p:cNvSpPr/>
            <p:nvPr/>
          </p:nvSpPr>
          <p:spPr>
            <a:xfrm>
              <a:off x="5979884" y="1355187"/>
              <a:ext cx="696687" cy="365761"/>
            </a:xfrm>
            <a:prstGeom prst="ellipse">
              <a:avLst/>
            </a:prstGeom>
            <a:solidFill>
              <a:srgbClr val="FFFF00">
                <a:alpha val="25000"/>
              </a:srgbClr>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7E401201-EEAB-6927-A288-0D7D152DF6A5}"/>
                </a:ext>
              </a:extLst>
            </p:cNvPr>
            <p:cNvSpPr/>
            <p:nvPr/>
          </p:nvSpPr>
          <p:spPr>
            <a:xfrm>
              <a:off x="8830762" y="452882"/>
              <a:ext cx="1372780" cy="157286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0" name="Group 9">
            <a:extLst>
              <a:ext uri="{FF2B5EF4-FFF2-40B4-BE49-F238E27FC236}">
                <a16:creationId xmlns:a16="http://schemas.microsoft.com/office/drawing/2014/main" id="{63468E58-7272-F58A-3FCE-B9F185409F75}"/>
              </a:ext>
            </a:extLst>
          </p:cNvPr>
          <p:cNvGrpSpPr/>
          <p:nvPr/>
        </p:nvGrpSpPr>
        <p:grpSpPr>
          <a:xfrm>
            <a:off x="2177142" y="882262"/>
            <a:ext cx="2902858" cy="2546738"/>
            <a:chOff x="8830762" y="452882"/>
            <a:chExt cx="2902858" cy="2546738"/>
          </a:xfrm>
        </p:grpSpPr>
        <p:sp>
          <p:nvSpPr>
            <p:cNvPr id="11" name="Oval 10">
              <a:extLst>
                <a:ext uri="{FF2B5EF4-FFF2-40B4-BE49-F238E27FC236}">
                  <a16:creationId xmlns:a16="http://schemas.microsoft.com/office/drawing/2014/main" id="{CA6CABF4-BB61-A3AE-8074-850594CA1061}"/>
                </a:ext>
              </a:extLst>
            </p:cNvPr>
            <p:cNvSpPr/>
            <p:nvPr/>
          </p:nvSpPr>
          <p:spPr>
            <a:xfrm>
              <a:off x="10638969" y="2530844"/>
              <a:ext cx="1094651" cy="468776"/>
            </a:xfrm>
            <a:prstGeom prst="ellipse">
              <a:avLst/>
            </a:prstGeom>
            <a:solidFill>
              <a:srgbClr val="FFFF00">
                <a:alpha val="25000"/>
              </a:srgbClr>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4249C09A-D034-67B3-11B6-F89353259B97}"/>
                </a:ext>
              </a:extLst>
            </p:cNvPr>
            <p:cNvSpPr/>
            <p:nvPr/>
          </p:nvSpPr>
          <p:spPr>
            <a:xfrm>
              <a:off x="8830762" y="452882"/>
              <a:ext cx="1372780" cy="186093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3" name="Group 12">
            <a:extLst>
              <a:ext uri="{FF2B5EF4-FFF2-40B4-BE49-F238E27FC236}">
                <a16:creationId xmlns:a16="http://schemas.microsoft.com/office/drawing/2014/main" id="{8A824006-1041-C493-6F41-659AB60B4E97}"/>
              </a:ext>
            </a:extLst>
          </p:cNvPr>
          <p:cNvGrpSpPr/>
          <p:nvPr/>
        </p:nvGrpSpPr>
        <p:grpSpPr>
          <a:xfrm>
            <a:off x="3985349" y="3246881"/>
            <a:ext cx="5906138" cy="889690"/>
            <a:chOff x="4297404" y="452882"/>
            <a:chExt cx="5906138" cy="889690"/>
          </a:xfrm>
        </p:grpSpPr>
        <p:sp>
          <p:nvSpPr>
            <p:cNvPr id="14" name="Oval 13">
              <a:extLst>
                <a:ext uri="{FF2B5EF4-FFF2-40B4-BE49-F238E27FC236}">
                  <a16:creationId xmlns:a16="http://schemas.microsoft.com/office/drawing/2014/main" id="{80257BD5-493C-E80E-A959-A18D54EE74D6}"/>
                </a:ext>
              </a:extLst>
            </p:cNvPr>
            <p:cNvSpPr/>
            <p:nvPr/>
          </p:nvSpPr>
          <p:spPr>
            <a:xfrm>
              <a:off x="4297404" y="452882"/>
              <a:ext cx="4215222" cy="468776"/>
            </a:xfrm>
            <a:prstGeom prst="ellipse">
              <a:avLst/>
            </a:prstGeom>
            <a:solidFill>
              <a:srgbClr val="FFFF00">
                <a:alpha val="25000"/>
              </a:srgbClr>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B2E76053-773C-6EBE-085F-5D49D15FC07A}"/>
                </a:ext>
              </a:extLst>
            </p:cNvPr>
            <p:cNvSpPr/>
            <p:nvPr/>
          </p:nvSpPr>
          <p:spPr>
            <a:xfrm>
              <a:off x="8830762" y="452882"/>
              <a:ext cx="1372780" cy="88969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6" name="Group 15">
            <a:extLst>
              <a:ext uri="{FF2B5EF4-FFF2-40B4-BE49-F238E27FC236}">
                <a16:creationId xmlns:a16="http://schemas.microsoft.com/office/drawing/2014/main" id="{1405638A-A5BD-8EA6-397A-4AB760E393F6}"/>
              </a:ext>
            </a:extLst>
          </p:cNvPr>
          <p:cNvGrpSpPr/>
          <p:nvPr/>
        </p:nvGrpSpPr>
        <p:grpSpPr>
          <a:xfrm>
            <a:off x="2140860" y="3516598"/>
            <a:ext cx="6179834" cy="1229573"/>
            <a:chOff x="8830762" y="452882"/>
            <a:chExt cx="6179834" cy="1229573"/>
          </a:xfrm>
        </p:grpSpPr>
        <p:sp>
          <p:nvSpPr>
            <p:cNvPr id="17" name="Oval 16">
              <a:extLst>
                <a:ext uri="{FF2B5EF4-FFF2-40B4-BE49-F238E27FC236}">
                  <a16:creationId xmlns:a16="http://schemas.microsoft.com/office/drawing/2014/main" id="{C04B5519-1722-BA12-B2A8-749C2FB91F87}"/>
                </a:ext>
              </a:extLst>
            </p:cNvPr>
            <p:cNvSpPr/>
            <p:nvPr/>
          </p:nvSpPr>
          <p:spPr>
            <a:xfrm>
              <a:off x="10477238" y="608398"/>
              <a:ext cx="4533358" cy="315685"/>
            </a:xfrm>
            <a:prstGeom prst="ellipse">
              <a:avLst/>
            </a:prstGeom>
            <a:solidFill>
              <a:srgbClr val="FFFF00">
                <a:alpha val="25000"/>
              </a:srgbClr>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extLst>
                <a:ext uri="{FF2B5EF4-FFF2-40B4-BE49-F238E27FC236}">
                  <a16:creationId xmlns:a16="http://schemas.microsoft.com/office/drawing/2014/main" id="{0E73DA4C-CB4C-40D0-5919-184CE8E5FBDC}"/>
                </a:ext>
              </a:extLst>
            </p:cNvPr>
            <p:cNvSpPr/>
            <p:nvPr/>
          </p:nvSpPr>
          <p:spPr>
            <a:xfrm>
              <a:off x="8830762" y="452882"/>
              <a:ext cx="1372780" cy="122957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9" name="Group 18">
            <a:extLst>
              <a:ext uri="{FF2B5EF4-FFF2-40B4-BE49-F238E27FC236}">
                <a16:creationId xmlns:a16="http://schemas.microsoft.com/office/drawing/2014/main" id="{56C851E2-2A83-E7CA-5648-8B5DCDF3518C}"/>
              </a:ext>
            </a:extLst>
          </p:cNvPr>
          <p:cNvGrpSpPr/>
          <p:nvPr/>
        </p:nvGrpSpPr>
        <p:grpSpPr>
          <a:xfrm>
            <a:off x="3753124" y="3960341"/>
            <a:ext cx="6138365" cy="1080431"/>
            <a:chOff x="5979884" y="1355187"/>
            <a:chExt cx="3373493" cy="1080431"/>
          </a:xfrm>
        </p:grpSpPr>
        <p:sp>
          <p:nvSpPr>
            <p:cNvPr id="20" name="Oval 19">
              <a:extLst>
                <a:ext uri="{FF2B5EF4-FFF2-40B4-BE49-F238E27FC236}">
                  <a16:creationId xmlns:a16="http://schemas.microsoft.com/office/drawing/2014/main" id="{E989B720-AFE5-23DD-AF67-8C4E1CFF442A}"/>
                </a:ext>
              </a:extLst>
            </p:cNvPr>
            <p:cNvSpPr/>
            <p:nvPr/>
          </p:nvSpPr>
          <p:spPr>
            <a:xfrm>
              <a:off x="5979884" y="1355187"/>
              <a:ext cx="754446" cy="365761"/>
            </a:xfrm>
            <a:prstGeom prst="ellipse">
              <a:avLst/>
            </a:prstGeom>
            <a:solidFill>
              <a:srgbClr val="FFFF00">
                <a:alpha val="25000"/>
              </a:srgbClr>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id="{3B7EA9D5-9B23-99FB-834D-FDD013FBDB5C}"/>
                </a:ext>
              </a:extLst>
            </p:cNvPr>
            <p:cNvSpPr/>
            <p:nvPr/>
          </p:nvSpPr>
          <p:spPr>
            <a:xfrm>
              <a:off x="8598930" y="1836216"/>
              <a:ext cx="754447" cy="59940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1" name="Group 30">
            <a:extLst>
              <a:ext uri="{FF2B5EF4-FFF2-40B4-BE49-F238E27FC236}">
                <a16:creationId xmlns:a16="http://schemas.microsoft.com/office/drawing/2014/main" id="{E2ED3895-F0DE-7925-135D-AE1CBC690321}"/>
              </a:ext>
            </a:extLst>
          </p:cNvPr>
          <p:cNvGrpSpPr/>
          <p:nvPr/>
        </p:nvGrpSpPr>
        <p:grpSpPr>
          <a:xfrm>
            <a:off x="3673293" y="5226107"/>
            <a:ext cx="6033819" cy="1454742"/>
            <a:chOff x="3673293" y="5226107"/>
            <a:chExt cx="6033819" cy="1454742"/>
          </a:xfrm>
        </p:grpSpPr>
        <p:sp>
          <p:nvSpPr>
            <p:cNvPr id="27" name="Rectangle 26">
              <a:extLst>
                <a:ext uri="{FF2B5EF4-FFF2-40B4-BE49-F238E27FC236}">
                  <a16:creationId xmlns:a16="http://schemas.microsoft.com/office/drawing/2014/main" id="{9A312C8D-4ABC-AB1C-E12F-D1CF748B7699}"/>
                </a:ext>
              </a:extLst>
            </p:cNvPr>
            <p:cNvSpPr/>
            <p:nvPr/>
          </p:nvSpPr>
          <p:spPr>
            <a:xfrm>
              <a:off x="8472213" y="5226107"/>
              <a:ext cx="1234899" cy="145474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Rectangle: Rounded Corners 29">
              <a:extLst>
                <a:ext uri="{FF2B5EF4-FFF2-40B4-BE49-F238E27FC236}">
                  <a16:creationId xmlns:a16="http://schemas.microsoft.com/office/drawing/2014/main" id="{C23322F2-5220-C79B-E128-C5E1144E5829}"/>
                </a:ext>
              </a:extLst>
            </p:cNvPr>
            <p:cNvSpPr/>
            <p:nvPr/>
          </p:nvSpPr>
          <p:spPr>
            <a:xfrm>
              <a:off x="3673293" y="5346539"/>
              <a:ext cx="3714477" cy="865535"/>
            </a:xfrm>
            <a:prstGeom prst="roundRect">
              <a:avLst>
                <a:gd name="adj" fmla="val 50000"/>
              </a:avLst>
            </a:prstGeom>
            <a:solidFill>
              <a:schemeClr val="accent6">
                <a:lumMod val="20000"/>
                <a:lumOff val="80000"/>
                <a:alpha val="25000"/>
              </a:schemeClr>
            </a:solidFill>
            <a:ln w="349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2171119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7"/>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10"/>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13"/>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nodeType="clickEffect">
                                  <p:stCondLst>
                                    <p:cond delay="0"/>
                                  </p:stCondLst>
                                  <p:childTnLst>
                                    <p:set>
                                      <p:cBhvr>
                                        <p:cTn id="28" dur="1" fill="hold">
                                          <p:stCondLst>
                                            <p:cond delay="0"/>
                                          </p:stCondLst>
                                        </p:cTn>
                                        <p:tgtEl>
                                          <p:spTgt spid="16"/>
                                        </p:tgtEl>
                                        <p:attrNameLst>
                                          <p:attrName>style.visibility</p:attrName>
                                        </p:attrNameLst>
                                      </p:cBhvr>
                                      <p:to>
                                        <p:strVal val="hidden"/>
                                      </p:to>
                                    </p:set>
                                  </p:childTnLst>
                                </p:cTn>
                              </p:par>
                              <p:par>
                                <p:cTn id="29" presetID="1" presetClass="entr" presetSubtype="0" fill="hold"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19"/>
                                        </p:tgtEl>
                                        <p:attrNameLst>
                                          <p:attrName>style.visibility</p:attrName>
                                        </p:attrNameLst>
                                      </p:cBhvr>
                                      <p:to>
                                        <p:strVal val="hidden"/>
                                      </p:to>
                                    </p:set>
                                  </p:childTnLst>
                                </p:cTn>
                              </p:par>
                              <p:par>
                                <p:cTn id="35" presetID="1" presetClass="entr" presetSubtype="0" fill="hold" nodeType="withEffect">
                                  <p:stCondLst>
                                    <p:cond delay="0"/>
                                  </p:stCondLst>
                                  <p:childTnLst>
                                    <p:set>
                                      <p:cBhvr>
                                        <p:cTn id="36" dur="1" fill="hold">
                                          <p:stCondLst>
                                            <p:cond delay="0"/>
                                          </p:stCondLst>
                                        </p:cTn>
                                        <p:tgtEl>
                                          <p:spTgt spid="3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nodeType="clickEffect">
                                  <p:stCondLst>
                                    <p:cond delay="0"/>
                                  </p:stCondLst>
                                  <p:childTnLst>
                                    <p:set>
                                      <p:cBhvr>
                                        <p:cTn id="40" dur="1" fill="hold">
                                          <p:stCondLst>
                                            <p:cond delay="0"/>
                                          </p:stCondLst>
                                        </p:cTn>
                                        <p:tgtEl>
                                          <p:spTgt spid="3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Higgidy trials branded in-store deli ...">
            <a:extLst>
              <a:ext uri="{FF2B5EF4-FFF2-40B4-BE49-F238E27FC236}">
                <a16:creationId xmlns:a16="http://schemas.microsoft.com/office/drawing/2014/main" id="{D797D344-80FA-A784-8149-CEC94530DAEA}"/>
              </a:ext>
            </a:extLst>
          </p:cNvPr>
          <p:cNvPicPr>
            <a:picLocks noChangeAspect="1"/>
          </p:cNvPicPr>
          <p:nvPr/>
        </p:nvPicPr>
        <p:blipFill>
          <a:blip r:embed="rId2"/>
          <a:stretch>
            <a:fillRect/>
          </a:stretch>
        </p:blipFill>
        <p:spPr>
          <a:xfrm>
            <a:off x="1122464" y="123347"/>
            <a:ext cx="9947071" cy="6619326"/>
          </a:xfrm>
          <a:prstGeom prst="rect">
            <a:avLst/>
          </a:prstGeom>
        </p:spPr>
      </p:pic>
    </p:spTree>
    <p:extLst>
      <p:ext uri="{BB962C8B-B14F-4D97-AF65-F5344CB8AC3E}">
        <p14:creationId xmlns:p14="http://schemas.microsoft.com/office/powerpoint/2010/main" val="24676998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3A62DD4-B7CD-9484-2697-55A031AE2BF7}"/>
              </a:ext>
            </a:extLst>
          </p:cNvPr>
          <p:cNvPicPr>
            <a:picLocks noChangeAspect="1"/>
          </p:cNvPicPr>
          <p:nvPr/>
        </p:nvPicPr>
        <p:blipFill>
          <a:blip r:embed="rId2"/>
          <a:stretch>
            <a:fillRect/>
          </a:stretch>
        </p:blipFill>
        <p:spPr>
          <a:xfrm>
            <a:off x="479746" y="709684"/>
            <a:ext cx="11232509" cy="4913194"/>
          </a:xfrm>
          <a:prstGeom prst="rect">
            <a:avLst/>
          </a:prstGeom>
        </p:spPr>
      </p:pic>
      <p:pic>
        <p:nvPicPr>
          <p:cNvPr id="2" name="Show/Hide">
            <a:extLst>
              <a:ext uri="{FF2B5EF4-FFF2-40B4-BE49-F238E27FC236}">
                <a16:creationId xmlns:a16="http://schemas.microsoft.com/office/drawing/2014/main" id="{5D5565C7-D68E-6FB5-BEB9-7BE671284869}"/>
              </a:ext>
            </a:extLst>
          </p:cNvPr>
          <p:cNvPicPr>
            <a:picLocks noChangeAspect="1"/>
          </p:cNvPicPr>
          <p:nvPr/>
        </p:nvPicPr>
        <p:blipFill>
          <a:blip r:embed="rId3"/>
          <a:srcRect l="12418" t="12353" r="9421" b="12353"/>
          <a:stretch>
            <a:fillRect/>
          </a:stretch>
        </p:blipFill>
        <p:spPr>
          <a:xfrm>
            <a:off x="7207703" y="873729"/>
            <a:ext cx="1040458" cy="1040458"/>
          </a:xfrm>
          <a:custGeom>
            <a:avLst/>
            <a:gdLst>
              <a:gd name="connsiteX0" fmla="*/ 390856 w 781712"/>
              <a:gd name="connsiteY0" fmla="*/ 0 h 781712"/>
              <a:gd name="connsiteX1" fmla="*/ 781712 w 781712"/>
              <a:gd name="connsiteY1" fmla="*/ 390856 h 781712"/>
              <a:gd name="connsiteX2" fmla="*/ 390856 w 781712"/>
              <a:gd name="connsiteY2" fmla="*/ 781712 h 781712"/>
              <a:gd name="connsiteX3" fmla="*/ 0 w 781712"/>
              <a:gd name="connsiteY3" fmla="*/ 390856 h 781712"/>
              <a:gd name="connsiteX4" fmla="*/ 390856 w 781712"/>
              <a:gd name="connsiteY4" fmla="*/ 0 h 7817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12" h="781712">
                <a:moveTo>
                  <a:pt x="390856" y="0"/>
                </a:moveTo>
                <a:cubicBezTo>
                  <a:pt x="606720" y="0"/>
                  <a:pt x="781712" y="174992"/>
                  <a:pt x="781712" y="390856"/>
                </a:cubicBezTo>
                <a:cubicBezTo>
                  <a:pt x="781712" y="606720"/>
                  <a:pt x="606720" y="781712"/>
                  <a:pt x="390856" y="781712"/>
                </a:cubicBezTo>
                <a:cubicBezTo>
                  <a:pt x="174992" y="781712"/>
                  <a:pt x="0" y="606720"/>
                  <a:pt x="0" y="390856"/>
                </a:cubicBezTo>
                <a:cubicBezTo>
                  <a:pt x="0" y="174992"/>
                  <a:pt x="174992" y="0"/>
                  <a:pt x="390856" y="0"/>
                </a:cubicBezTo>
                <a:close/>
              </a:path>
            </a:pathLst>
          </a:custGeom>
          <a:scene3d>
            <a:camera prst="orthographicFront"/>
            <a:lightRig rig="threePt" dir="t"/>
          </a:scene3d>
          <a:sp3d>
            <a:bevelT/>
          </a:sp3d>
        </p:spPr>
      </p:pic>
      <p:cxnSp>
        <p:nvCxnSpPr>
          <p:cNvPr id="4" name="Straight Connector 3">
            <a:extLst>
              <a:ext uri="{FF2B5EF4-FFF2-40B4-BE49-F238E27FC236}">
                <a16:creationId xmlns:a16="http://schemas.microsoft.com/office/drawing/2014/main" id="{B17D4376-8A8C-A76C-BBF2-8BBD6F40B0EC}"/>
              </a:ext>
            </a:extLst>
          </p:cNvPr>
          <p:cNvCxnSpPr>
            <a:cxnSpLocks/>
          </p:cNvCxnSpPr>
          <p:nvPr/>
        </p:nvCxnSpPr>
        <p:spPr>
          <a:xfrm>
            <a:off x="10330249" y="2818776"/>
            <a:ext cx="980207"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FCC8AC75-7BE4-7450-7FB8-60BD76992A65}"/>
              </a:ext>
            </a:extLst>
          </p:cNvPr>
          <p:cNvCxnSpPr>
            <a:cxnSpLocks/>
          </p:cNvCxnSpPr>
          <p:nvPr/>
        </p:nvCxnSpPr>
        <p:spPr>
          <a:xfrm flipV="1">
            <a:off x="1030305" y="3407734"/>
            <a:ext cx="3616123" cy="4692"/>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81392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par>
                                <p:cTn id="8" presetID="22" presetClass="entr" presetSubtype="8"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left)">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xit" presetSubtype="2" fill="hold" nodeType="clickEffect">
                                  <p:stCondLst>
                                    <p:cond delay="0"/>
                                  </p:stCondLst>
                                  <p:childTnLst>
                                    <p:animEffect transition="out" filter="wipe(right)">
                                      <p:cBhvr>
                                        <p:cTn id="14" dur="500"/>
                                        <p:tgtEl>
                                          <p:spTgt spid="4"/>
                                        </p:tgtEl>
                                      </p:cBhvr>
                                    </p:animEffect>
                                    <p:set>
                                      <p:cBhvr>
                                        <p:cTn id="15" dur="1" fill="hold">
                                          <p:stCondLst>
                                            <p:cond delay="499"/>
                                          </p:stCondLst>
                                        </p:cTn>
                                        <p:tgtEl>
                                          <p:spTgt spid="4"/>
                                        </p:tgtEl>
                                        <p:attrNameLst>
                                          <p:attrName>style.visibility</p:attrName>
                                        </p:attrNameLst>
                                      </p:cBhvr>
                                      <p:to>
                                        <p:strVal val="hidden"/>
                                      </p:to>
                                    </p:set>
                                  </p:childTnLst>
                                </p:cTn>
                              </p:par>
                              <p:par>
                                <p:cTn id="16" presetID="22" presetClass="exit" presetSubtype="2" fill="hold" nodeType="withEffect">
                                  <p:stCondLst>
                                    <p:cond delay="0"/>
                                  </p:stCondLst>
                                  <p:childTnLst>
                                    <p:animEffect transition="out" filter="wipe(right)">
                                      <p:cBhvr>
                                        <p:cTn id="17" dur="500"/>
                                        <p:tgtEl>
                                          <p:spTgt spid="7"/>
                                        </p:tgtEl>
                                      </p:cBhvr>
                                    </p:animEffect>
                                    <p:set>
                                      <p:cBhvr>
                                        <p:cTn id="18" dur="1" fill="hold">
                                          <p:stCondLst>
                                            <p:cond delay="499"/>
                                          </p:stCondLst>
                                        </p:cTn>
                                        <p:tgtEl>
                                          <p:spTgt spid="7"/>
                                        </p:tgtEl>
                                        <p:attrNameLst>
                                          <p:attrName>style.visibility</p:attrName>
                                        </p:attrNameLst>
                                      </p:cBhvr>
                                      <p:to>
                                        <p:strVal val="hidden"/>
                                      </p:to>
                                    </p:set>
                                  </p:childTnLst>
                                </p:cTn>
                              </p:par>
                            </p:childTnLst>
                          </p:cTn>
                        </p:par>
                      </p:childTnLst>
                    </p:cTn>
                  </p:par>
                </p:childTnLst>
              </p:cTn>
              <p:nextCondLst>
                <p:cond evt="onClick" delay="0">
                  <p:tgtEl>
                    <p:spTgt spid="2"/>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FB43641-3F74-4A45-38EC-FC05EC76E0BF}"/>
              </a:ext>
            </a:extLst>
          </p:cNvPr>
          <p:cNvPicPr>
            <a:picLocks noChangeAspect="1"/>
          </p:cNvPicPr>
          <p:nvPr/>
        </p:nvPicPr>
        <p:blipFill>
          <a:blip r:embed="rId2"/>
          <a:stretch>
            <a:fillRect/>
          </a:stretch>
        </p:blipFill>
        <p:spPr>
          <a:xfrm>
            <a:off x="232528" y="130347"/>
            <a:ext cx="11726943" cy="1123183"/>
          </a:xfrm>
          <a:prstGeom prst="rect">
            <a:avLst/>
          </a:prstGeom>
        </p:spPr>
      </p:pic>
      <p:pic>
        <p:nvPicPr>
          <p:cNvPr id="5" name="Picture 4">
            <a:extLst>
              <a:ext uri="{FF2B5EF4-FFF2-40B4-BE49-F238E27FC236}">
                <a16:creationId xmlns:a16="http://schemas.microsoft.com/office/drawing/2014/main" id="{FC861937-96C4-9A21-B252-5CDAABB60ADE}"/>
              </a:ext>
            </a:extLst>
          </p:cNvPr>
          <p:cNvPicPr>
            <a:picLocks noChangeAspect="1"/>
          </p:cNvPicPr>
          <p:nvPr/>
        </p:nvPicPr>
        <p:blipFill>
          <a:blip r:embed="rId3"/>
          <a:stretch>
            <a:fillRect/>
          </a:stretch>
        </p:blipFill>
        <p:spPr>
          <a:xfrm>
            <a:off x="429033" y="1213774"/>
            <a:ext cx="11333931" cy="5400733"/>
          </a:xfrm>
          <a:prstGeom prst="rect">
            <a:avLst/>
          </a:prstGeom>
        </p:spPr>
      </p:pic>
    </p:spTree>
    <p:extLst>
      <p:ext uri="{BB962C8B-B14F-4D97-AF65-F5344CB8AC3E}">
        <p14:creationId xmlns:p14="http://schemas.microsoft.com/office/powerpoint/2010/main" val="5515914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0C8E61-0DB1-39D0-EFB9-0AE828B899AD}"/>
              </a:ext>
            </a:extLst>
          </p:cNvPr>
          <p:cNvSpPr>
            <a:spLocks noChangeArrowheads="1"/>
          </p:cNvSpPr>
          <p:nvPr/>
        </p:nvSpPr>
        <p:spPr bwMode="auto">
          <a:xfrm>
            <a:off x="257438" y="202475"/>
            <a:ext cx="12046857" cy="64530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ts val="3100"/>
              </a:lnSpc>
              <a:spcBef>
                <a:spcPct val="0"/>
              </a:spcBef>
              <a:spcAft>
                <a:spcPct val="0"/>
              </a:spcAft>
              <a:buClrTx/>
              <a:buSzTx/>
              <a:buFontTx/>
              <a:buNone/>
              <a:tabLst/>
            </a:pPr>
            <a:r>
              <a:rPr kumimoji="0" lang="en-US" altLang="en-US" sz="2800" b="0" i="0" u="sng" strike="noStrike" cap="none" normalizeH="0" baseline="0" dirty="0">
                <a:ln>
                  <a:noFill/>
                </a:ln>
                <a:solidFill>
                  <a:srgbClr val="FF0000"/>
                </a:solidFill>
                <a:effectLst/>
                <a:latin typeface="Abadi Extra Light" panose="020B0204020104020204" pitchFamily="34" charset="0"/>
                <a:cs typeface="Calibri" panose="020F0502020204030204" pitchFamily="34" charset="0"/>
              </a:rPr>
              <a:t>Possible Answer</a:t>
            </a:r>
          </a:p>
          <a:p>
            <a:pPr marL="0" marR="0" lvl="0" indent="0" algn="l" defTabSz="914400" rtl="0" eaLnBrk="0" fontAlgn="base" latinLnBrk="0" hangingPunct="0">
              <a:lnSpc>
                <a:spcPts val="3100"/>
              </a:lnSpc>
              <a:spcBef>
                <a:spcPct val="0"/>
              </a:spcBef>
              <a:spcAft>
                <a:spcPct val="0"/>
              </a:spcAft>
              <a:buClrTx/>
              <a:buSzTx/>
              <a:buFontTx/>
              <a:buNone/>
              <a:tabLst/>
            </a:pPr>
            <a:r>
              <a:rPr kumimoji="0" lang="en-US" altLang="en-US" sz="2800" b="0" i="0" u="none" strike="noStrike" cap="none" spc="-100" normalizeH="0" baseline="0" dirty="0">
                <a:ln>
                  <a:noFill/>
                </a:ln>
                <a:solidFill>
                  <a:srgbClr val="00B050"/>
                </a:solidFill>
                <a:effectLst/>
                <a:latin typeface="Abadi Extra Light" panose="020B0204020104020204" pitchFamily="34" charset="0"/>
                <a:cs typeface="Calibri" panose="020F0502020204030204" pitchFamily="34" charset="0"/>
              </a:rPr>
              <a:t>To begin with, I would like to point out that your staff were not at all experienced. </a:t>
            </a:r>
            <a:r>
              <a:rPr kumimoji="0" lang="en-US" altLang="en-US" sz="2800" b="0" i="0" u="none" strike="noStrike" cap="none" spc="-100" normalizeH="0" baseline="0" dirty="0">
                <a:ln>
                  <a:noFill/>
                </a:ln>
                <a:solidFill>
                  <a:schemeClr val="accent2">
                    <a:lumMod val="75000"/>
                  </a:schemeClr>
                </a:solidFill>
                <a:effectLst/>
                <a:latin typeface="Abadi Extra Light" panose="020B0204020104020204" pitchFamily="34" charset="0"/>
                <a:cs typeface="Calibri" panose="020F0502020204030204" pitchFamily="34" charset="0"/>
              </a:rPr>
              <a:t>As a matter of fact, they were teenagers who came late and were very rude to everyone. Furthermore, to my amazement, your staff stopped serving drinks at midnight, which is not what is stated in your advertisement. </a:t>
            </a:r>
          </a:p>
          <a:p>
            <a:pPr marL="0" marR="0" lvl="0" indent="0" algn="l" defTabSz="914400" rtl="0" eaLnBrk="0" fontAlgn="base" latinLnBrk="0" hangingPunct="0">
              <a:lnSpc>
                <a:spcPts val="3100"/>
              </a:lnSpc>
              <a:spcBef>
                <a:spcPct val="0"/>
              </a:spcBef>
              <a:spcAft>
                <a:spcPct val="0"/>
              </a:spcAft>
              <a:buClrTx/>
              <a:buSzTx/>
              <a:buFontTx/>
              <a:buNone/>
              <a:tabLst/>
            </a:pPr>
            <a:endParaRPr lang="en-US" altLang="en-US" sz="2800" spc="-100" dirty="0">
              <a:latin typeface="Abadi Extra Light" panose="020B0204020104020204" pitchFamily="34" charset="0"/>
              <a:cs typeface="Calibri" panose="020F0502020204030204" pitchFamily="34" charset="0"/>
            </a:endParaRPr>
          </a:p>
          <a:p>
            <a:pPr marL="0" marR="0" lvl="0" indent="0" algn="l" defTabSz="914400" rtl="0" eaLnBrk="0" fontAlgn="base" latinLnBrk="0" hangingPunct="0">
              <a:lnSpc>
                <a:spcPts val="3100"/>
              </a:lnSpc>
              <a:spcBef>
                <a:spcPct val="0"/>
              </a:spcBef>
              <a:spcAft>
                <a:spcPct val="0"/>
              </a:spcAft>
              <a:buClrTx/>
              <a:buSzTx/>
              <a:buFontTx/>
              <a:buNone/>
              <a:tabLst/>
            </a:pPr>
            <a:r>
              <a:rPr kumimoji="0" lang="en-US" altLang="en-US" sz="2800" b="0" i="0" u="none" strike="noStrike" cap="none" spc="-100" normalizeH="0" baseline="0" dirty="0">
                <a:ln>
                  <a:noFill/>
                </a:ln>
                <a:solidFill>
                  <a:srgbClr val="00B050"/>
                </a:solidFill>
                <a:effectLst/>
                <a:latin typeface="Abadi Extra Light" panose="020B0204020104020204" pitchFamily="34" charset="0"/>
                <a:cs typeface="Calibri" panose="020F0502020204030204" pitchFamily="34" charset="0"/>
              </a:rPr>
              <a:t>I was also very disappointed with the DJ, who played only 50's music all night. </a:t>
            </a:r>
            <a:r>
              <a:rPr kumimoji="0" lang="en-US" altLang="en-US" sz="2800" b="0" i="0" u="none" strike="noStrike" cap="none" spc="-100" normalizeH="0" baseline="0" dirty="0">
                <a:ln>
                  <a:noFill/>
                </a:ln>
                <a:solidFill>
                  <a:schemeClr val="accent2">
                    <a:lumMod val="75000"/>
                  </a:schemeClr>
                </a:solidFill>
                <a:effectLst/>
                <a:latin typeface="Abadi Extra Light" panose="020B0204020104020204" pitchFamily="34" charset="0"/>
                <a:cs typeface="Calibri" panose="020F0502020204030204" pitchFamily="34" charset="0"/>
              </a:rPr>
              <a:t>As a result, everybody got bored. Furthermore, I would like to complain about the food. </a:t>
            </a:r>
          </a:p>
          <a:p>
            <a:pPr marL="0" marR="0" lvl="0" indent="0" algn="l" defTabSz="914400" rtl="0" eaLnBrk="0" fontAlgn="base" latinLnBrk="0" hangingPunct="0">
              <a:lnSpc>
                <a:spcPts val="3100"/>
              </a:lnSpc>
              <a:spcBef>
                <a:spcPct val="0"/>
              </a:spcBef>
              <a:spcAft>
                <a:spcPct val="0"/>
              </a:spcAft>
              <a:buClrTx/>
              <a:buSzTx/>
              <a:buFontTx/>
              <a:buNone/>
              <a:tabLst/>
            </a:pPr>
            <a:endParaRPr lang="en-US" altLang="en-US" sz="2800" spc="-100" dirty="0">
              <a:solidFill>
                <a:schemeClr val="accent2">
                  <a:lumMod val="75000"/>
                </a:schemeClr>
              </a:solidFill>
              <a:latin typeface="Abadi Extra Light" panose="020B0204020104020204" pitchFamily="34" charset="0"/>
              <a:cs typeface="Calibri" panose="020F0502020204030204" pitchFamily="34" charset="0"/>
            </a:endParaRPr>
          </a:p>
          <a:p>
            <a:pPr marL="0" marR="0" lvl="0" indent="0" algn="l" defTabSz="914400" rtl="0" eaLnBrk="0" fontAlgn="base" latinLnBrk="0" hangingPunct="0">
              <a:lnSpc>
                <a:spcPts val="3100"/>
              </a:lnSpc>
              <a:spcBef>
                <a:spcPct val="0"/>
              </a:spcBef>
              <a:spcAft>
                <a:spcPct val="0"/>
              </a:spcAft>
              <a:buClrTx/>
              <a:buSzTx/>
              <a:buFontTx/>
              <a:buNone/>
              <a:tabLst/>
            </a:pPr>
            <a:r>
              <a:rPr kumimoji="0" lang="en-US" altLang="en-US" sz="2800" b="0" i="0" u="none" strike="noStrike" cap="none" spc="-100" normalizeH="0" baseline="0" dirty="0">
                <a:ln>
                  <a:noFill/>
                </a:ln>
                <a:solidFill>
                  <a:srgbClr val="00B050"/>
                </a:solidFill>
                <a:effectLst/>
                <a:latin typeface="Abadi Extra Light" panose="020B0204020104020204" pitchFamily="34" charset="0"/>
                <a:cs typeface="Calibri" panose="020F0502020204030204" pitchFamily="34" charset="0"/>
              </a:rPr>
              <a:t>If this were not enough, in your advertisement, you state that you provide gourmet food.</a:t>
            </a:r>
            <a:r>
              <a:rPr kumimoji="0" lang="en-US" altLang="en-US" sz="2800" b="0" i="0" u="none" strike="noStrike" cap="none" spc="-100" normalizeH="0" baseline="0" dirty="0">
                <a:ln>
                  <a:noFill/>
                </a:ln>
                <a:solidFill>
                  <a:schemeClr val="accent2">
                    <a:lumMod val="75000"/>
                  </a:schemeClr>
                </a:solidFill>
                <a:effectLst/>
                <a:latin typeface="Abadi Extra Light" panose="020B0204020104020204" pitchFamily="34" charset="0"/>
                <a:cs typeface="Calibri" panose="020F0502020204030204" pitchFamily="34" charset="0"/>
              </a:rPr>
              <a:t> However, hot-dogs and cheese pies are definitely not gourmet food. We were also supposed to receive a free cake which we did not. </a:t>
            </a:r>
          </a:p>
          <a:p>
            <a:pPr marL="0" marR="0" lvl="0" indent="0" algn="l" defTabSz="914400" rtl="0" eaLnBrk="0" fontAlgn="base" latinLnBrk="0" hangingPunct="0">
              <a:lnSpc>
                <a:spcPts val="3100"/>
              </a:lnSpc>
              <a:spcBef>
                <a:spcPct val="0"/>
              </a:spcBef>
              <a:spcAft>
                <a:spcPct val="0"/>
              </a:spcAft>
              <a:buClrTx/>
              <a:buSzTx/>
              <a:buFontTx/>
              <a:buNone/>
              <a:tabLst/>
            </a:pPr>
            <a:endParaRPr lang="en-US" altLang="en-US" sz="2800" spc="-100" dirty="0">
              <a:latin typeface="Abadi Extra Light" panose="020B0204020104020204" pitchFamily="34" charset="0"/>
              <a:cs typeface="Calibri" panose="020F0502020204030204" pitchFamily="34" charset="0"/>
            </a:endParaRPr>
          </a:p>
          <a:p>
            <a:pPr marL="0" marR="0" lvl="0" indent="0" algn="l" defTabSz="914400" rtl="0" eaLnBrk="0" fontAlgn="base" latinLnBrk="0" hangingPunct="0">
              <a:lnSpc>
                <a:spcPts val="3100"/>
              </a:lnSpc>
              <a:spcBef>
                <a:spcPct val="0"/>
              </a:spcBef>
              <a:spcAft>
                <a:spcPct val="0"/>
              </a:spcAft>
              <a:buClrTx/>
              <a:buSzTx/>
              <a:buFontTx/>
              <a:buNone/>
              <a:tabLst/>
            </a:pPr>
            <a:r>
              <a:rPr kumimoji="0" lang="en-US" altLang="en-US" sz="2800" b="0" i="0" u="none" strike="noStrike" cap="none" spc="-100" normalizeH="0" baseline="0" dirty="0">
                <a:ln>
                  <a:noFill/>
                </a:ln>
                <a:solidFill>
                  <a:srgbClr val="00B050"/>
                </a:solidFill>
                <a:effectLst/>
                <a:latin typeface="Abadi Extra Light" panose="020B0204020104020204" pitchFamily="34" charset="0"/>
                <a:cs typeface="Calibri" panose="020F0502020204030204" pitchFamily="34" charset="0"/>
              </a:rPr>
              <a:t>Finally, you led me to believe that the marquee you provide is easy to set up. </a:t>
            </a:r>
            <a:r>
              <a:rPr kumimoji="0" lang="en-US" altLang="en-US" sz="2800" b="0" i="0" u="none" strike="noStrike" cap="none" spc="-100" normalizeH="0" baseline="0" dirty="0">
                <a:ln>
                  <a:noFill/>
                </a:ln>
                <a:solidFill>
                  <a:schemeClr val="accent2">
                    <a:lumMod val="75000"/>
                  </a:schemeClr>
                </a:solidFill>
                <a:effectLst/>
                <a:latin typeface="Abadi Extra Light" panose="020B0204020104020204" pitchFamily="34" charset="0"/>
                <a:cs typeface="Calibri" panose="020F0502020204030204" pitchFamily="34" charset="0"/>
              </a:rPr>
              <a:t>Nevertheless, it took your staff four hours to put it together, and as a result the dance began one hour later than the scheduled time. </a:t>
            </a:r>
            <a:endParaRPr kumimoji="0" lang="en-US" altLang="en-US" sz="2800" b="0" i="0" u="none" strike="noStrike" cap="none" spc="-100" normalizeH="0" baseline="0" dirty="0">
              <a:ln>
                <a:noFill/>
              </a:ln>
              <a:solidFill>
                <a:schemeClr val="accent2">
                  <a:lumMod val="75000"/>
                </a:schemeClr>
              </a:solidFill>
              <a:effectLst/>
              <a:latin typeface="Abadi Extra Light" panose="020B0204020104020204" pitchFamily="34" charset="0"/>
            </a:endParaRPr>
          </a:p>
        </p:txBody>
      </p:sp>
    </p:spTree>
    <p:extLst>
      <p:ext uri="{BB962C8B-B14F-4D97-AF65-F5344CB8AC3E}">
        <p14:creationId xmlns:p14="http://schemas.microsoft.com/office/powerpoint/2010/main" val="36065930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C8655D2-930C-7874-60D7-3805C7D8073F}"/>
              </a:ext>
            </a:extLst>
          </p:cNvPr>
          <p:cNvPicPr>
            <a:picLocks noChangeAspect="1"/>
          </p:cNvPicPr>
          <p:nvPr/>
        </p:nvPicPr>
        <p:blipFill>
          <a:blip r:embed="rId2"/>
          <a:stretch>
            <a:fillRect/>
          </a:stretch>
        </p:blipFill>
        <p:spPr>
          <a:xfrm>
            <a:off x="287240" y="665328"/>
            <a:ext cx="11586311" cy="6063018"/>
          </a:xfrm>
          <a:prstGeom prst="rect">
            <a:avLst/>
          </a:prstGeom>
        </p:spPr>
      </p:pic>
      <p:sp>
        <p:nvSpPr>
          <p:cNvPr id="5" name="TextBox 4">
            <a:extLst>
              <a:ext uri="{FF2B5EF4-FFF2-40B4-BE49-F238E27FC236}">
                <a16:creationId xmlns:a16="http://schemas.microsoft.com/office/drawing/2014/main" id="{F0A8CBA4-6527-D660-2FEE-D40B816F4955}"/>
              </a:ext>
            </a:extLst>
          </p:cNvPr>
          <p:cNvSpPr txBox="1"/>
          <p:nvPr/>
        </p:nvSpPr>
        <p:spPr>
          <a:xfrm>
            <a:off x="985033" y="1762424"/>
            <a:ext cx="9894627" cy="2889445"/>
          </a:xfrm>
          <a:prstGeom prst="rect">
            <a:avLst/>
          </a:prstGeom>
          <a:noFill/>
        </p:spPr>
        <p:txBody>
          <a:bodyPr wrap="square">
            <a:spAutoFit/>
          </a:bodyPr>
          <a:lstStyle/>
          <a:p>
            <a:pPr marL="0" marR="0" lvl="0" indent="0" algn="l" defTabSz="914400" rtl="0" eaLnBrk="0" fontAlgn="base" latinLnBrk="0" hangingPunct="0">
              <a:lnSpc>
                <a:spcPts val="3100"/>
              </a:lnSpc>
              <a:spcBef>
                <a:spcPct val="0"/>
              </a:spcBef>
              <a:spcAft>
                <a:spcPct val="0"/>
              </a:spcAft>
              <a:buClrTx/>
              <a:buSzTx/>
              <a:buFontTx/>
              <a:buNone/>
              <a:tabLst/>
            </a:pPr>
            <a:r>
              <a:rPr kumimoji="0" lang="en-US" altLang="en-US" sz="3200" b="0" i="0" u="none" strike="noStrike" cap="none" spc="-130" normalizeH="0" baseline="0" dirty="0">
                <a:ln>
                  <a:noFill/>
                </a:ln>
                <a:solidFill>
                  <a:schemeClr val="tx1"/>
                </a:solidFill>
                <a:effectLst/>
                <a:latin typeface="Segoe Print" panose="02000600000000000000" pitchFamily="2" charset="0"/>
                <a:cs typeface="Calibri" panose="020F0502020204030204" pitchFamily="34" charset="0"/>
              </a:rPr>
              <a:t>Considering all the above, I believe I am entitled to a partial refund. I am confident that this matter will receive your prompt attention. </a:t>
            </a:r>
          </a:p>
          <a:p>
            <a:pPr marL="0" marR="0" lvl="0" indent="0" algn="l" defTabSz="914400" rtl="0" eaLnBrk="0" fontAlgn="base" latinLnBrk="0" hangingPunct="0">
              <a:lnSpc>
                <a:spcPts val="3100"/>
              </a:lnSpc>
              <a:spcBef>
                <a:spcPct val="0"/>
              </a:spcBef>
              <a:spcAft>
                <a:spcPct val="0"/>
              </a:spcAft>
              <a:buClrTx/>
              <a:buSzTx/>
              <a:buFontTx/>
              <a:buNone/>
              <a:tabLst/>
            </a:pPr>
            <a:endParaRPr lang="en-US" altLang="en-US" sz="3200" spc="-130" dirty="0">
              <a:latin typeface="Segoe Print" panose="02000600000000000000" pitchFamily="2" charset="0"/>
              <a:cs typeface="Calibri" panose="020F0502020204030204" pitchFamily="34" charset="0"/>
            </a:endParaRPr>
          </a:p>
          <a:p>
            <a:pPr marL="0" marR="0" lvl="0" indent="0" algn="l" defTabSz="914400" rtl="0" eaLnBrk="0" fontAlgn="base" latinLnBrk="0" hangingPunct="0">
              <a:lnSpc>
                <a:spcPts val="3100"/>
              </a:lnSpc>
              <a:spcBef>
                <a:spcPct val="0"/>
              </a:spcBef>
              <a:spcAft>
                <a:spcPct val="0"/>
              </a:spcAft>
              <a:buClrTx/>
              <a:buSzTx/>
              <a:buFontTx/>
              <a:buNone/>
              <a:tabLst/>
            </a:pPr>
            <a:r>
              <a:rPr kumimoji="0" lang="en-US" altLang="en-US" sz="3200" b="0" i="0" u="none" strike="noStrike" cap="none" spc="-130" normalizeH="0" baseline="0" dirty="0">
                <a:ln>
                  <a:noFill/>
                </a:ln>
                <a:solidFill>
                  <a:schemeClr val="tx1"/>
                </a:solidFill>
                <a:effectLst/>
                <a:latin typeface="Segoe Print" panose="02000600000000000000" pitchFamily="2" charset="0"/>
                <a:cs typeface="Calibri" panose="020F0502020204030204" pitchFamily="34" charset="0"/>
              </a:rPr>
              <a:t>I look forward to hearing from you.</a:t>
            </a:r>
          </a:p>
          <a:p>
            <a:pPr marL="0" marR="0" lvl="0" indent="0" algn="l" defTabSz="914400" rtl="0" eaLnBrk="0" fontAlgn="base" latinLnBrk="0" hangingPunct="0">
              <a:lnSpc>
                <a:spcPts val="3100"/>
              </a:lnSpc>
              <a:spcBef>
                <a:spcPct val="0"/>
              </a:spcBef>
              <a:spcAft>
                <a:spcPct val="0"/>
              </a:spcAft>
              <a:buClrTx/>
              <a:buSzTx/>
              <a:buFontTx/>
              <a:buNone/>
              <a:tabLst/>
            </a:pPr>
            <a:br>
              <a:rPr kumimoji="0" lang="en-US" altLang="en-US" sz="3200" b="0" i="0" u="none" strike="noStrike" cap="none" spc="-130" normalizeH="0" baseline="0" dirty="0">
                <a:ln>
                  <a:noFill/>
                </a:ln>
                <a:solidFill>
                  <a:schemeClr val="tx1"/>
                </a:solidFill>
                <a:effectLst/>
                <a:latin typeface="Segoe Print" panose="02000600000000000000" pitchFamily="2" charset="0"/>
                <a:cs typeface="Calibri" panose="020F0502020204030204" pitchFamily="34" charset="0"/>
              </a:rPr>
            </a:br>
            <a:endParaRPr lang="en-GB" sz="3200" dirty="0"/>
          </a:p>
        </p:txBody>
      </p:sp>
      <p:pic>
        <p:nvPicPr>
          <p:cNvPr id="6" name="Show/Hide">
            <a:extLst>
              <a:ext uri="{FF2B5EF4-FFF2-40B4-BE49-F238E27FC236}">
                <a16:creationId xmlns:a16="http://schemas.microsoft.com/office/drawing/2014/main" id="{B7F62E6C-C478-8935-631E-ACCF3D6627D4}"/>
              </a:ext>
            </a:extLst>
          </p:cNvPr>
          <p:cNvPicPr>
            <a:picLocks noChangeAspect="1"/>
          </p:cNvPicPr>
          <p:nvPr/>
        </p:nvPicPr>
        <p:blipFill>
          <a:blip r:embed="rId3"/>
          <a:srcRect l="12418" t="12353" r="9421" b="12353"/>
          <a:stretch>
            <a:fillRect/>
          </a:stretch>
        </p:blipFill>
        <p:spPr>
          <a:xfrm>
            <a:off x="3954987" y="4666113"/>
            <a:ext cx="1384849" cy="1384849"/>
          </a:xfrm>
          <a:custGeom>
            <a:avLst/>
            <a:gdLst>
              <a:gd name="connsiteX0" fmla="*/ 390856 w 781712"/>
              <a:gd name="connsiteY0" fmla="*/ 0 h 781712"/>
              <a:gd name="connsiteX1" fmla="*/ 781712 w 781712"/>
              <a:gd name="connsiteY1" fmla="*/ 390856 h 781712"/>
              <a:gd name="connsiteX2" fmla="*/ 390856 w 781712"/>
              <a:gd name="connsiteY2" fmla="*/ 781712 h 781712"/>
              <a:gd name="connsiteX3" fmla="*/ 0 w 781712"/>
              <a:gd name="connsiteY3" fmla="*/ 390856 h 781712"/>
              <a:gd name="connsiteX4" fmla="*/ 390856 w 781712"/>
              <a:gd name="connsiteY4" fmla="*/ 0 h 7817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12" h="781712">
                <a:moveTo>
                  <a:pt x="390856" y="0"/>
                </a:moveTo>
                <a:cubicBezTo>
                  <a:pt x="606720" y="0"/>
                  <a:pt x="781712" y="174992"/>
                  <a:pt x="781712" y="390856"/>
                </a:cubicBezTo>
                <a:cubicBezTo>
                  <a:pt x="781712" y="606720"/>
                  <a:pt x="606720" y="781712"/>
                  <a:pt x="390856" y="781712"/>
                </a:cubicBezTo>
                <a:cubicBezTo>
                  <a:pt x="174992" y="781712"/>
                  <a:pt x="0" y="606720"/>
                  <a:pt x="0" y="390856"/>
                </a:cubicBezTo>
                <a:cubicBezTo>
                  <a:pt x="0" y="174992"/>
                  <a:pt x="174992" y="0"/>
                  <a:pt x="390856" y="0"/>
                </a:cubicBezTo>
                <a:close/>
              </a:path>
            </a:pathLst>
          </a:custGeom>
          <a:scene3d>
            <a:camera prst="orthographicFront"/>
            <a:lightRig rig="threePt" dir="t"/>
          </a:scene3d>
          <a:sp3d>
            <a:bevelT/>
          </a:sp3d>
        </p:spPr>
      </p:pic>
    </p:spTree>
    <p:extLst>
      <p:ext uri="{BB962C8B-B14F-4D97-AF65-F5344CB8AC3E}">
        <p14:creationId xmlns:p14="http://schemas.microsoft.com/office/powerpoint/2010/main" val="290470028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xit" presetSubtype="2" fill="hold" grpId="1" nodeType="clickEffect">
                                  <p:stCondLst>
                                    <p:cond delay="0"/>
                                  </p:stCondLst>
                                  <p:childTnLst>
                                    <p:animEffect transition="out" filter="wipe(right)">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childTnLst>
              </p:cTn>
              <p:nextCondLst>
                <p:cond evt="onClick" delay="0">
                  <p:tgtEl>
                    <p:spTgt spid="6"/>
                  </p:tgtEl>
                </p:cond>
              </p:nextCondLst>
            </p:seq>
          </p:childTnLst>
        </p:cTn>
      </p:par>
    </p:tnLst>
    <p:bldLst>
      <p:bldP spid="5" grpId="0"/>
      <p:bldP spid="5" grpId="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5DB59A3-DF1F-F950-6405-80061F39524E}"/>
              </a:ext>
            </a:extLst>
          </p:cNvPr>
          <p:cNvPicPr>
            <a:picLocks noChangeAspect="1"/>
          </p:cNvPicPr>
          <p:nvPr/>
        </p:nvPicPr>
        <p:blipFill>
          <a:blip r:embed="rId2"/>
          <a:stretch>
            <a:fillRect/>
          </a:stretch>
        </p:blipFill>
        <p:spPr>
          <a:xfrm>
            <a:off x="0" y="1"/>
            <a:ext cx="12047621" cy="1523358"/>
          </a:xfrm>
          <a:prstGeom prst="rect">
            <a:avLst/>
          </a:prstGeom>
        </p:spPr>
      </p:pic>
      <p:sp>
        <p:nvSpPr>
          <p:cNvPr id="5" name="Rectangle 2">
            <a:extLst>
              <a:ext uri="{FF2B5EF4-FFF2-40B4-BE49-F238E27FC236}">
                <a16:creationId xmlns:a16="http://schemas.microsoft.com/office/drawing/2014/main" id="{37F6C9D2-B66C-0EA9-8DD5-CD27E0F68999}"/>
              </a:ext>
            </a:extLst>
          </p:cNvPr>
          <p:cNvSpPr>
            <a:spLocks noChangeArrowheads="1"/>
          </p:cNvSpPr>
          <p:nvPr/>
        </p:nvSpPr>
        <p:spPr bwMode="auto">
          <a:xfrm>
            <a:off x="230075" y="1727208"/>
            <a:ext cx="11817546" cy="40767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ts val="31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Abadi Extra Light" panose="020B0204020104020204" pitchFamily="34" charset="0"/>
                <a:cs typeface="Calibri" panose="020F0502020204030204" pitchFamily="34" charset="0"/>
              </a:rPr>
              <a:t>You saw this advertisement in a newspaper and decided to try the diet However, one month later you are not satisfied with the results and have </a:t>
            </a:r>
            <a:r>
              <a:rPr kumimoji="0" lang="en-US" altLang="en-US" sz="3200" b="0" i="0" u="none" strike="noStrike" cap="none" normalizeH="0" baseline="0" dirty="0" err="1">
                <a:ln>
                  <a:noFill/>
                </a:ln>
                <a:solidFill>
                  <a:schemeClr val="tx1"/>
                </a:solidFill>
                <a:effectLst/>
                <a:latin typeface="Abadi Extra Light" panose="020B0204020104020204" pitchFamily="34" charset="0"/>
                <a:cs typeface="Calibri" panose="020F0502020204030204" pitchFamily="34" charset="0"/>
              </a:rPr>
              <a:t>realised</a:t>
            </a:r>
            <a:r>
              <a:rPr kumimoji="0" lang="en-US" altLang="en-US" sz="3200" b="0" i="0" u="none" strike="noStrike" cap="none" normalizeH="0" baseline="0" dirty="0">
                <a:ln>
                  <a:noFill/>
                </a:ln>
                <a:solidFill>
                  <a:schemeClr val="tx1"/>
                </a:solidFill>
                <a:effectLst/>
                <a:latin typeface="Abadi Extra Light" panose="020B0204020104020204" pitchFamily="34" charset="0"/>
                <a:cs typeface="Calibri" panose="020F0502020204030204" pitchFamily="34" charset="0"/>
              </a:rPr>
              <a:t> that the advertisement was misleading. </a:t>
            </a:r>
          </a:p>
          <a:p>
            <a:pPr marL="0" marR="0" lvl="0" indent="0" algn="l" defTabSz="914400" rtl="0" eaLnBrk="0" fontAlgn="base" latinLnBrk="0" hangingPunct="0">
              <a:lnSpc>
                <a:spcPts val="3100"/>
              </a:lnSpc>
              <a:spcBef>
                <a:spcPct val="0"/>
              </a:spcBef>
              <a:spcAft>
                <a:spcPct val="0"/>
              </a:spcAft>
              <a:buClrTx/>
              <a:buSzTx/>
              <a:buFontTx/>
              <a:buNone/>
              <a:tabLst/>
            </a:pPr>
            <a:endParaRPr lang="en-US" altLang="en-US" sz="3200" dirty="0">
              <a:latin typeface="Abadi Extra Light" panose="020B0204020104020204" pitchFamily="34" charset="0"/>
              <a:cs typeface="Calibri" panose="020F0502020204030204" pitchFamily="34" charset="0"/>
            </a:endParaRPr>
          </a:p>
          <a:p>
            <a:pPr marL="0" marR="0" lvl="0" indent="0" algn="l" defTabSz="914400" rtl="0" eaLnBrk="0" fontAlgn="base" latinLnBrk="0" hangingPunct="0">
              <a:lnSpc>
                <a:spcPts val="31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Abadi Extra Light" panose="020B0204020104020204" pitchFamily="34" charset="0"/>
                <a:cs typeface="Calibri" panose="020F0502020204030204" pitchFamily="34" charset="0"/>
              </a:rPr>
              <a:t>Read the advertisement and the notes you have made. Then, write a letter of complaint to the company which advertised the diet, covering the points in your notes and adding any relevant information. </a:t>
            </a:r>
          </a:p>
          <a:p>
            <a:pPr marL="0" marR="0" lvl="0" indent="0" algn="l" defTabSz="914400" rtl="0" eaLnBrk="0" fontAlgn="base" latinLnBrk="0" hangingPunct="0">
              <a:lnSpc>
                <a:spcPts val="3100"/>
              </a:lnSpc>
              <a:spcBef>
                <a:spcPct val="0"/>
              </a:spcBef>
              <a:spcAft>
                <a:spcPct val="0"/>
              </a:spcAft>
              <a:buClrTx/>
              <a:buSzTx/>
              <a:buFontTx/>
              <a:buNone/>
              <a:tabLst/>
            </a:pPr>
            <a:endParaRPr lang="en-US" altLang="en-US" sz="3200" dirty="0">
              <a:latin typeface="Abadi Extra Light" panose="020B0204020104020204" pitchFamily="34" charset="0"/>
              <a:cs typeface="Calibri" panose="020F0502020204030204" pitchFamily="34" charset="0"/>
            </a:endParaRPr>
          </a:p>
          <a:p>
            <a:pPr marL="0" marR="0" lvl="0" indent="0" algn="l" defTabSz="914400" rtl="0" eaLnBrk="0" fontAlgn="base" latinLnBrk="0" hangingPunct="0">
              <a:lnSpc>
                <a:spcPts val="31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Abadi Extra Light" panose="020B0204020104020204" pitchFamily="34" charset="0"/>
                <a:cs typeface="Calibri" panose="020F0502020204030204" pitchFamily="34" charset="0"/>
              </a:rPr>
              <a:t>Write an </a:t>
            </a:r>
            <a:r>
              <a:rPr lang="en-US" altLang="en-US" sz="3200" dirty="0">
                <a:latin typeface="Abadi Extra Light" panose="020B0204020104020204" pitchFamily="34" charset="0"/>
                <a:cs typeface="Calibri" panose="020F0502020204030204" pitchFamily="34" charset="0"/>
              </a:rPr>
              <a:t>email</a:t>
            </a:r>
            <a:r>
              <a:rPr kumimoji="0" lang="en-US" altLang="en-US" sz="3200" b="0" i="0" u="none" strike="noStrike" cap="none" normalizeH="0" baseline="0" dirty="0">
                <a:ln>
                  <a:noFill/>
                </a:ln>
                <a:solidFill>
                  <a:schemeClr val="tx1"/>
                </a:solidFill>
                <a:effectLst/>
                <a:latin typeface="Abadi Extra Light" panose="020B0204020104020204" pitchFamily="34" charset="0"/>
                <a:cs typeface="Calibri" panose="020F0502020204030204" pitchFamily="34" charset="0"/>
              </a:rPr>
              <a:t> of between 120 and 180 words in an appropriate style.</a:t>
            </a:r>
            <a:endParaRPr kumimoji="0" lang="en-US" altLang="en-US" sz="3200" b="0" i="0" u="none" strike="noStrike" cap="none" normalizeH="0" baseline="0" dirty="0">
              <a:ln>
                <a:noFill/>
              </a:ln>
              <a:solidFill>
                <a:schemeClr val="tx1"/>
              </a:solidFill>
              <a:effectLst/>
              <a:latin typeface="Abadi Extra Light" panose="020B0204020104020204" pitchFamily="34" charset="0"/>
            </a:endParaRPr>
          </a:p>
        </p:txBody>
      </p:sp>
    </p:spTree>
    <p:extLst>
      <p:ext uri="{BB962C8B-B14F-4D97-AF65-F5344CB8AC3E}">
        <p14:creationId xmlns:p14="http://schemas.microsoft.com/office/powerpoint/2010/main" val="34597024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C57B446-A6D7-E04B-CDBD-BF5A61A7B054}"/>
              </a:ext>
            </a:extLst>
          </p:cNvPr>
          <p:cNvPicPr>
            <a:picLocks noChangeAspect="1"/>
          </p:cNvPicPr>
          <p:nvPr/>
        </p:nvPicPr>
        <p:blipFill>
          <a:blip r:embed="rId2"/>
          <a:stretch>
            <a:fillRect/>
          </a:stretch>
        </p:blipFill>
        <p:spPr>
          <a:xfrm>
            <a:off x="2351408" y="0"/>
            <a:ext cx="7195905" cy="6679921"/>
          </a:xfrm>
          <a:prstGeom prst="rect">
            <a:avLst/>
          </a:prstGeom>
        </p:spPr>
      </p:pic>
      <p:sp>
        <p:nvSpPr>
          <p:cNvPr id="2" name="Rectangle: Rounded Corners 1">
            <a:extLst>
              <a:ext uri="{FF2B5EF4-FFF2-40B4-BE49-F238E27FC236}">
                <a16:creationId xmlns:a16="http://schemas.microsoft.com/office/drawing/2014/main" id="{5273518E-412D-E7C7-EB4C-0FC685DDF143}"/>
              </a:ext>
            </a:extLst>
          </p:cNvPr>
          <p:cNvSpPr/>
          <p:nvPr/>
        </p:nvSpPr>
        <p:spPr>
          <a:xfrm>
            <a:off x="2775284" y="160421"/>
            <a:ext cx="4987329" cy="577516"/>
          </a:xfrm>
          <a:prstGeom prst="roundRect">
            <a:avLst>
              <a:gd name="adj" fmla="val 50000"/>
            </a:avLst>
          </a:prstGeom>
          <a:noFill/>
          <a:ln w="762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Oval 5">
            <a:extLst>
              <a:ext uri="{FF2B5EF4-FFF2-40B4-BE49-F238E27FC236}">
                <a16:creationId xmlns:a16="http://schemas.microsoft.com/office/drawing/2014/main" id="{E5B27840-E94A-B3B0-0D74-AA7863696FF6}"/>
              </a:ext>
            </a:extLst>
          </p:cNvPr>
          <p:cNvSpPr/>
          <p:nvPr/>
        </p:nvSpPr>
        <p:spPr>
          <a:xfrm>
            <a:off x="4748463" y="1106905"/>
            <a:ext cx="2727158" cy="946484"/>
          </a:xfrm>
          <a:prstGeom prst="ellipse">
            <a:avLst/>
          </a:prstGeom>
          <a:noFill/>
          <a:ln w="1143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7" name="Group 6">
            <a:extLst>
              <a:ext uri="{FF2B5EF4-FFF2-40B4-BE49-F238E27FC236}">
                <a16:creationId xmlns:a16="http://schemas.microsoft.com/office/drawing/2014/main" id="{CEF84921-2EF2-F5E3-CF9B-556C3865FBA5}"/>
              </a:ext>
            </a:extLst>
          </p:cNvPr>
          <p:cNvGrpSpPr>
            <a:grpSpLocks noChangeAspect="1"/>
          </p:cNvGrpSpPr>
          <p:nvPr/>
        </p:nvGrpSpPr>
        <p:grpSpPr>
          <a:xfrm>
            <a:off x="7797631" y="1639476"/>
            <a:ext cx="223422" cy="223532"/>
            <a:chOff x="1752597" y="2171695"/>
            <a:chExt cx="4317849" cy="4320005"/>
          </a:xfrm>
        </p:grpSpPr>
        <p:sp>
          <p:nvSpPr>
            <p:cNvPr id="8" name="Free-form: Shape 7">
              <a:extLst>
                <a:ext uri="{FF2B5EF4-FFF2-40B4-BE49-F238E27FC236}">
                  <a16:creationId xmlns:a16="http://schemas.microsoft.com/office/drawing/2014/main" id="{CE289795-9350-3828-C403-39B59571E6C7}"/>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9" name="Free-form: Shape 8">
              <a:extLst>
                <a:ext uri="{FF2B5EF4-FFF2-40B4-BE49-F238E27FC236}">
                  <a16:creationId xmlns:a16="http://schemas.microsoft.com/office/drawing/2014/main" id="{5894DE3E-8133-A155-4086-BDFF71B90685}"/>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grpSp>
      <p:grpSp>
        <p:nvGrpSpPr>
          <p:cNvPr id="10" name="Group 9">
            <a:extLst>
              <a:ext uri="{FF2B5EF4-FFF2-40B4-BE49-F238E27FC236}">
                <a16:creationId xmlns:a16="http://schemas.microsoft.com/office/drawing/2014/main" id="{445951EE-9E50-F861-813D-F1665285BAF7}"/>
              </a:ext>
            </a:extLst>
          </p:cNvPr>
          <p:cNvGrpSpPr>
            <a:grpSpLocks noChangeAspect="1"/>
          </p:cNvGrpSpPr>
          <p:nvPr/>
        </p:nvGrpSpPr>
        <p:grpSpPr>
          <a:xfrm>
            <a:off x="3755017" y="2215201"/>
            <a:ext cx="223422" cy="223532"/>
            <a:chOff x="1752597" y="2171695"/>
            <a:chExt cx="4317849" cy="4320005"/>
          </a:xfrm>
        </p:grpSpPr>
        <p:sp>
          <p:nvSpPr>
            <p:cNvPr id="11" name="Free-form: Shape 10">
              <a:extLst>
                <a:ext uri="{FF2B5EF4-FFF2-40B4-BE49-F238E27FC236}">
                  <a16:creationId xmlns:a16="http://schemas.microsoft.com/office/drawing/2014/main" id="{9478A676-543F-8921-5588-69ACB3E01BCD}"/>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2" name="Free-form: Shape 11">
              <a:extLst>
                <a:ext uri="{FF2B5EF4-FFF2-40B4-BE49-F238E27FC236}">
                  <a16:creationId xmlns:a16="http://schemas.microsoft.com/office/drawing/2014/main" id="{2D781ACA-CD5D-887D-627A-6F2F7C17C407}"/>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grpSp>
      <p:grpSp>
        <p:nvGrpSpPr>
          <p:cNvPr id="13" name="Group 12">
            <a:extLst>
              <a:ext uri="{FF2B5EF4-FFF2-40B4-BE49-F238E27FC236}">
                <a16:creationId xmlns:a16="http://schemas.microsoft.com/office/drawing/2014/main" id="{5F8243FD-6ABD-8A3F-81D3-FBC7506C4E4B}"/>
              </a:ext>
            </a:extLst>
          </p:cNvPr>
          <p:cNvGrpSpPr>
            <a:grpSpLocks noChangeAspect="1"/>
          </p:cNvGrpSpPr>
          <p:nvPr/>
        </p:nvGrpSpPr>
        <p:grpSpPr>
          <a:xfrm>
            <a:off x="3946937" y="2566874"/>
            <a:ext cx="223422" cy="223532"/>
            <a:chOff x="1752597" y="2171695"/>
            <a:chExt cx="4317849" cy="4320005"/>
          </a:xfrm>
        </p:grpSpPr>
        <p:sp>
          <p:nvSpPr>
            <p:cNvPr id="14" name="Free-form: Shape 13">
              <a:extLst>
                <a:ext uri="{FF2B5EF4-FFF2-40B4-BE49-F238E27FC236}">
                  <a16:creationId xmlns:a16="http://schemas.microsoft.com/office/drawing/2014/main" id="{3ECBA54B-E252-2940-4E51-32284B92452C}"/>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5" name="Free-form: Shape 14">
              <a:extLst>
                <a:ext uri="{FF2B5EF4-FFF2-40B4-BE49-F238E27FC236}">
                  <a16:creationId xmlns:a16="http://schemas.microsoft.com/office/drawing/2014/main" id="{2E271A2E-3835-8364-E52E-E96D796CB336}"/>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grpSp>
      <p:grpSp>
        <p:nvGrpSpPr>
          <p:cNvPr id="16" name="Group 15">
            <a:extLst>
              <a:ext uri="{FF2B5EF4-FFF2-40B4-BE49-F238E27FC236}">
                <a16:creationId xmlns:a16="http://schemas.microsoft.com/office/drawing/2014/main" id="{8B758532-AC69-1772-E07A-58E767B833AC}"/>
              </a:ext>
            </a:extLst>
          </p:cNvPr>
          <p:cNvGrpSpPr>
            <a:grpSpLocks noChangeAspect="1"/>
          </p:cNvGrpSpPr>
          <p:nvPr/>
        </p:nvGrpSpPr>
        <p:grpSpPr>
          <a:xfrm>
            <a:off x="7685920" y="2763891"/>
            <a:ext cx="223422" cy="223532"/>
            <a:chOff x="1752597" y="2171695"/>
            <a:chExt cx="4317849" cy="4320005"/>
          </a:xfrm>
        </p:grpSpPr>
        <p:sp>
          <p:nvSpPr>
            <p:cNvPr id="17" name="Free-form: Shape 16">
              <a:extLst>
                <a:ext uri="{FF2B5EF4-FFF2-40B4-BE49-F238E27FC236}">
                  <a16:creationId xmlns:a16="http://schemas.microsoft.com/office/drawing/2014/main" id="{97874DC9-5C57-7AED-1CB9-69AD0BC4D1A0}"/>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8" name="Free-form: Shape 17">
              <a:extLst>
                <a:ext uri="{FF2B5EF4-FFF2-40B4-BE49-F238E27FC236}">
                  <a16:creationId xmlns:a16="http://schemas.microsoft.com/office/drawing/2014/main" id="{F21D91D7-8D57-9272-3765-23005D392790}"/>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grpSp>
      <p:grpSp>
        <p:nvGrpSpPr>
          <p:cNvPr id="19" name="Group 18">
            <a:extLst>
              <a:ext uri="{FF2B5EF4-FFF2-40B4-BE49-F238E27FC236}">
                <a16:creationId xmlns:a16="http://schemas.microsoft.com/office/drawing/2014/main" id="{E5C2A965-5A3B-2C5D-BE8C-CF6D56CCC040}"/>
              </a:ext>
            </a:extLst>
          </p:cNvPr>
          <p:cNvGrpSpPr>
            <a:grpSpLocks noChangeAspect="1"/>
          </p:cNvGrpSpPr>
          <p:nvPr/>
        </p:nvGrpSpPr>
        <p:grpSpPr>
          <a:xfrm>
            <a:off x="4373225" y="3597163"/>
            <a:ext cx="223422" cy="223532"/>
            <a:chOff x="1752597" y="2171695"/>
            <a:chExt cx="4317849" cy="4320005"/>
          </a:xfrm>
        </p:grpSpPr>
        <p:sp>
          <p:nvSpPr>
            <p:cNvPr id="20" name="Free-form: Shape 19">
              <a:extLst>
                <a:ext uri="{FF2B5EF4-FFF2-40B4-BE49-F238E27FC236}">
                  <a16:creationId xmlns:a16="http://schemas.microsoft.com/office/drawing/2014/main" id="{3A892534-4DF9-3D10-2576-8D51365820D7}"/>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1" name="Free-form: Shape 20">
              <a:extLst>
                <a:ext uri="{FF2B5EF4-FFF2-40B4-BE49-F238E27FC236}">
                  <a16:creationId xmlns:a16="http://schemas.microsoft.com/office/drawing/2014/main" id="{BC4D19BC-C430-0827-BB1B-1DA7DCF0F9BF}"/>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grpSp>
      <p:grpSp>
        <p:nvGrpSpPr>
          <p:cNvPr id="22" name="Group 21">
            <a:extLst>
              <a:ext uri="{FF2B5EF4-FFF2-40B4-BE49-F238E27FC236}">
                <a16:creationId xmlns:a16="http://schemas.microsoft.com/office/drawing/2014/main" id="{E58CAA66-8A46-5627-85BF-6257E1C9D547}"/>
              </a:ext>
            </a:extLst>
          </p:cNvPr>
          <p:cNvGrpSpPr>
            <a:grpSpLocks noChangeAspect="1"/>
          </p:cNvGrpSpPr>
          <p:nvPr/>
        </p:nvGrpSpPr>
        <p:grpSpPr>
          <a:xfrm>
            <a:off x="7685920" y="3553008"/>
            <a:ext cx="223422" cy="223532"/>
            <a:chOff x="1752597" y="2171695"/>
            <a:chExt cx="4317849" cy="4320005"/>
          </a:xfrm>
        </p:grpSpPr>
        <p:sp>
          <p:nvSpPr>
            <p:cNvPr id="23" name="Free-form: Shape 22">
              <a:extLst>
                <a:ext uri="{FF2B5EF4-FFF2-40B4-BE49-F238E27FC236}">
                  <a16:creationId xmlns:a16="http://schemas.microsoft.com/office/drawing/2014/main" id="{A802EF32-F9DF-F22D-503C-4CEDE22EE551}"/>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4" name="Free-form: Shape 23">
              <a:extLst>
                <a:ext uri="{FF2B5EF4-FFF2-40B4-BE49-F238E27FC236}">
                  <a16:creationId xmlns:a16="http://schemas.microsoft.com/office/drawing/2014/main" id="{B5606921-62E1-BE74-4D58-609B26A00710}"/>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grpSp>
      <p:grpSp>
        <p:nvGrpSpPr>
          <p:cNvPr id="25" name="Group 24">
            <a:extLst>
              <a:ext uri="{FF2B5EF4-FFF2-40B4-BE49-F238E27FC236}">
                <a16:creationId xmlns:a16="http://schemas.microsoft.com/office/drawing/2014/main" id="{B425BF7B-C92A-41FD-AA30-057CD88F4EC6}"/>
              </a:ext>
            </a:extLst>
          </p:cNvPr>
          <p:cNvGrpSpPr>
            <a:grpSpLocks noChangeAspect="1"/>
          </p:cNvGrpSpPr>
          <p:nvPr/>
        </p:nvGrpSpPr>
        <p:grpSpPr>
          <a:xfrm>
            <a:off x="3978437" y="4614789"/>
            <a:ext cx="223422" cy="223532"/>
            <a:chOff x="1752597" y="2171695"/>
            <a:chExt cx="4317849" cy="4320005"/>
          </a:xfrm>
        </p:grpSpPr>
        <p:sp>
          <p:nvSpPr>
            <p:cNvPr id="26" name="Free-form: Shape 25">
              <a:extLst>
                <a:ext uri="{FF2B5EF4-FFF2-40B4-BE49-F238E27FC236}">
                  <a16:creationId xmlns:a16="http://schemas.microsoft.com/office/drawing/2014/main" id="{1BC3A1A6-AADC-7391-C4B9-1D18F14A84BC}"/>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7" name="Free-form: Shape 26">
              <a:extLst>
                <a:ext uri="{FF2B5EF4-FFF2-40B4-BE49-F238E27FC236}">
                  <a16:creationId xmlns:a16="http://schemas.microsoft.com/office/drawing/2014/main" id="{F9733029-AABC-B5CF-AE65-88A42D3D76A5}"/>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grpSp>
      <p:grpSp>
        <p:nvGrpSpPr>
          <p:cNvPr id="28" name="Group 27">
            <a:extLst>
              <a:ext uri="{FF2B5EF4-FFF2-40B4-BE49-F238E27FC236}">
                <a16:creationId xmlns:a16="http://schemas.microsoft.com/office/drawing/2014/main" id="{00EA734B-52ED-607A-4622-E292D920B789}"/>
              </a:ext>
            </a:extLst>
          </p:cNvPr>
          <p:cNvGrpSpPr>
            <a:grpSpLocks noChangeAspect="1"/>
          </p:cNvGrpSpPr>
          <p:nvPr/>
        </p:nvGrpSpPr>
        <p:grpSpPr>
          <a:xfrm>
            <a:off x="7762615" y="4441332"/>
            <a:ext cx="223422" cy="223532"/>
            <a:chOff x="1752597" y="2171695"/>
            <a:chExt cx="4317849" cy="4320005"/>
          </a:xfrm>
        </p:grpSpPr>
        <p:sp>
          <p:nvSpPr>
            <p:cNvPr id="29" name="Free-form: Shape 28">
              <a:extLst>
                <a:ext uri="{FF2B5EF4-FFF2-40B4-BE49-F238E27FC236}">
                  <a16:creationId xmlns:a16="http://schemas.microsoft.com/office/drawing/2014/main" id="{00524D07-E8E8-177E-C504-DA743D5FD030}"/>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0" name="Free-form: Shape 29">
              <a:extLst>
                <a:ext uri="{FF2B5EF4-FFF2-40B4-BE49-F238E27FC236}">
                  <a16:creationId xmlns:a16="http://schemas.microsoft.com/office/drawing/2014/main" id="{1C484FB2-1DDC-1B91-C352-D4E0B2181586}"/>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grpSp>
      <p:grpSp>
        <p:nvGrpSpPr>
          <p:cNvPr id="31" name="Group 30">
            <a:extLst>
              <a:ext uri="{FF2B5EF4-FFF2-40B4-BE49-F238E27FC236}">
                <a16:creationId xmlns:a16="http://schemas.microsoft.com/office/drawing/2014/main" id="{6FCEACBC-C922-BD80-E853-48A3774E51AC}"/>
              </a:ext>
            </a:extLst>
          </p:cNvPr>
          <p:cNvGrpSpPr>
            <a:grpSpLocks noChangeAspect="1"/>
          </p:cNvGrpSpPr>
          <p:nvPr/>
        </p:nvGrpSpPr>
        <p:grpSpPr>
          <a:xfrm>
            <a:off x="3349290" y="5519151"/>
            <a:ext cx="223422" cy="223532"/>
            <a:chOff x="1752597" y="2171695"/>
            <a:chExt cx="4317849" cy="4320005"/>
          </a:xfrm>
        </p:grpSpPr>
        <p:sp>
          <p:nvSpPr>
            <p:cNvPr id="32" name="Free-form: Shape 31">
              <a:extLst>
                <a:ext uri="{FF2B5EF4-FFF2-40B4-BE49-F238E27FC236}">
                  <a16:creationId xmlns:a16="http://schemas.microsoft.com/office/drawing/2014/main" id="{555C7FD8-DE28-5AD6-8B12-49FB99746C24}"/>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3" name="Free-form: Shape 32">
              <a:extLst>
                <a:ext uri="{FF2B5EF4-FFF2-40B4-BE49-F238E27FC236}">
                  <a16:creationId xmlns:a16="http://schemas.microsoft.com/office/drawing/2014/main" id="{0B3A21AD-7A8C-9ED4-EB00-533D1129F64E}"/>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grpSp>
      <p:grpSp>
        <p:nvGrpSpPr>
          <p:cNvPr id="34" name="Group 33">
            <a:extLst>
              <a:ext uri="{FF2B5EF4-FFF2-40B4-BE49-F238E27FC236}">
                <a16:creationId xmlns:a16="http://schemas.microsoft.com/office/drawing/2014/main" id="{A873A84A-740E-E30B-1DAE-34F23F35168D}"/>
              </a:ext>
            </a:extLst>
          </p:cNvPr>
          <p:cNvGrpSpPr>
            <a:grpSpLocks noChangeAspect="1"/>
          </p:cNvGrpSpPr>
          <p:nvPr/>
        </p:nvGrpSpPr>
        <p:grpSpPr>
          <a:xfrm>
            <a:off x="7762613" y="5528542"/>
            <a:ext cx="223422" cy="223532"/>
            <a:chOff x="1752597" y="2171695"/>
            <a:chExt cx="4317849" cy="4320005"/>
          </a:xfrm>
        </p:grpSpPr>
        <p:sp>
          <p:nvSpPr>
            <p:cNvPr id="35" name="Free-form: Shape 34">
              <a:extLst>
                <a:ext uri="{FF2B5EF4-FFF2-40B4-BE49-F238E27FC236}">
                  <a16:creationId xmlns:a16="http://schemas.microsoft.com/office/drawing/2014/main" id="{E9116AE7-B805-D393-4957-4BC5C570F826}"/>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6" name="Free-form: Shape 35">
              <a:extLst>
                <a:ext uri="{FF2B5EF4-FFF2-40B4-BE49-F238E27FC236}">
                  <a16:creationId xmlns:a16="http://schemas.microsoft.com/office/drawing/2014/main" id="{8E84A6DD-7960-C421-83E8-C0A5D13B3244}"/>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grpSp>
    </p:spTree>
    <p:extLst>
      <p:ext uri="{BB962C8B-B14F-4D97-AF65-F5344CB8AC3E}">
        <p14:creationId xmlns:p14="http://schemas.microsoft.com/office/powerpoint/2010/main" val="3156461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2"/>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6"/>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7"/>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nodeType="clickEffect">
                                  <p:stCondLst>
                                    <p:cond delay="0"/>
                                  </p:stCondLst>
                                  <p:childTnLst>
                                    <p:set>
                                      <p:cBhvr>
                                        <p:cTn id="28" dur="1" fill="hold">
                                          <p:stCondLst>
                                            <p:cond delay="0"/>
                                          </p:stCondLst>
                                        </p:cTn>
                                        <p:tgtEl>
                                          <p:spTgt spid="10"/>
                                        </p:tgtEl>
                                        <p:attrNameLst>
                                          <p:attrName>style.visibility</p:attrName>
                                        </p:attrNameLst>
                                      </p:cBhvr>
                                      <p:to>
                                        <p:strVal val="hidden"/>
                                      </p:to>
                                    </p:set>
                                  </p:childTnLst>
                                </p:cTn>
                              </p:par>
                              <p:par>
                                <p:cTn id="29" presetID="1"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13"/>
                                        </p:tgtEl>
                                        <p:attrNameLst>
                                          <p:attrName>style.visibility</p:attrName>
                                        </p:attrNameLst>
                                      </p:cBhvr>
                                      <p:to>
                                        <p:strVal val="hidden"/>
                                      </p:to>
                                    </p:set>
                                  </p:childTnLst>
                                </p:cTn>
                              </p:par>
                              <p:par>
                                <p:cTn id="35" presetID="1"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nodeType="clickEffect">
                                  <p:stCondLst>
                                    <p:cond delay="0"/>
                                  </p:stCondLst>
                                  <p:childTnLst>
                                    <p:set>
                                      <p:cBhvr>
                                        <p:cTn id="40" dur="1" fill="hold">
                                          <p:stCondLst>
                                            <p:cond delay="0"/>
                                          </p:stCondLst>
                                        </p:cTn>
                                        <p:tgtEl>
                                          <p:spTgt spid="16"/>
                                        </p:tgtEl>
                                        <p:attrNameLst>
                                          <p:attrName>style.visibility</p:attrName>
                                        </p:attrNameLst>
                                      </p:cBhvr>
                                      <p:to>
                                        <p:strVal val="hidden"/>
                                      </p:to>
                                    </p:set>
                                  </p:childTnLst>
                                </p:cTn>
                              </p:par>
                              <p:par>
                                <p:cTn id="41" presetID="1" presetClass="entr" presetSubtype="0" fill="hold" nodeType="with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nodeType="clickEffect">
                                  <p:stCondLst>
                                    <p:cond delay="0"/>
                                  </p:stCondLst>
                                  <p:childTnLst>
                                    <p:set>
                                      <p:cBhvr>
                                        <p:cTn id="46" dur="1" fill="hold">
                                          <p:stCondLst>
                                            <p:cond delay="0"/>
                                          </p:stCondLst>
                                        </p:cTn>
                                        <p:tgtEl>
                                          <p:spTgt spid="19"/>
                                        </p:tgtEl>
                                        <p:attrNameLst>
                                          <p:attrName>style.visibility</p:attrName>
                                        </p:attrNameLst>
                                      </p:cBhvr>
                                      <p:to>
                                        <p:strVal val="hidden"/>
                                      </p:to>
                                    </p:set>
                                  </p:childTnLst>
                                </p:cTn>
                              </p:par>
                              <p:par>
                                <p:cTn id="47" presetID="1" presetClass="entr" presetSubtype="0" fill="hold" nodeType="withEffect">
                                  <p:stCondLst>
                                    <p:cond delay="0"/>
                                  </p:stCondLst>
                                  <p:childTnLst>
                                    <p:set>
                                      <p:cBhvr>
                                        <p:cTn id="48" dur="1" fill="hold">
                                          <p:stCondLst>
                                            <p:cond delay="0"/>
                                          </p:stCondLst>
                                        </p:cTn>
                                        <p:tgtEl>
                                          <p:spTgt spid="2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nodeType="clickEffect">
                                  <p:stCondLst>
                                    <p:cond delay="0"/>
                                  </p:stCondLst>
                                  <p:childTnLst>
                                    <p:set>
                                      <p:cBhvr>
                                        <p:cTn id="52" dur="1" fill="hold">
                                          <p:stCondLst>
                                            <p:cond delay="0"/>
                                          </p:stCondLst>
                                        </p:cTn>
                                        <p:tgtEl>
                                          <p:spTgt spid="22"/>
                                        </p:tgtEl>
                                        <p:attrNameLst>
                                          <p:attrName>style.visibility</p:attrName>
                                        </p:attrNameLst>
                                      </p:cBhvr>
                                      <p:to>
                                        <p:strVal val="hidden"/>
                                      </p:to>
                                    </p:set>
                                  </p:childTnLst>
                                </p:cTn>
                              </p:par>
                              <p:par>
                                <p:cTn id="53" presetID="1" presetClass="entr" presetSubtype="0" fill="hold" nodeType="withEffect">
                                  <p:stCondLst>
                                    <p:cond delay="0"/>
                                  </p:stCondLst>
                                  <p:childTnLst>
                                    <p:set>
                                      <p:cBhvr>
                                        <p:cTn id="54" dur="1" fill="hold">
                                          <p:stCondLst>
                                            <p:cond delay="0"/>
                                          </p:stCondLst>
                                        </p:cTn>
                                        <p:tgtEl>
                                          <p:spTgt spid="2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nodeType="clickEffect">
                                  <p:stCondLst>
                                    <p:cond delay="0"/>
                                  </p:stCondLst>
                                  <p:childTnLst>
                                    <p:set>
                                      <p:cBhvr>
                                        <p:cTn id="58" dur="1" fill="hold">
                                          <p:stCondLst>
                                            <p:cond delay="0"/>
                                          </p:stCondLst>
                                        </p:cTn>
                                        <p:tgtEl>
                                          <p:spTgt spid="25"/>
                                        </p:tgtEl>
                                        <p:attrNameLst>
                                          <p:attrName>style.visibility</p:attrName>
                                        </p:attrNameLst>
                                      </p:cBhvr>
                                      <p:to>
                                        <p:strVal val="hidden"/>
                                      </p:to>
                                    </p:set>
                                  </p:childTnLst>
                                </p:cTn>
                              </p:par>
                              <p:par>
                                <p:cTn id="59" presetID="1" presetClass="entr" presetSubtype="0" fill="hold" nodeType="withEffect">
                                  <p:stCondLst>
                                    <p:cond delay="0"/>
                                  </p:stCondLst>
                                  <p:childTnLst>
                                    <p:set>
                                      <p:cBhvr>
                                        <p:cTn id="60" dur="1" fill="hold">
                                          <p:stCondLst>
                                            <p:cond delay="0"/>
                                          </p:stCondLst>
                                        </p:cTn>
                                        <p:tgtEl>
                                          <p:spTgt spid="28"/>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xit" presetSubtype="0" fill="hold" nodeType="clickEffect">
                                  <p:stCondLst>
                                    <p:cond delay="0"/>
                                  </p:stCondLst>
                                  <p:childTnLst>
                                    <p:set>
                                      <p:cBhvr>
                                        <p:cTn id="64" dur="1" fill="hold">
                                          <p:stCondLst>
                                            <p:cond delay="0"/>
                                          </p:stCondLst>
                                        </p:cTn>
                                        <p:tgtEl>
                                          <p:spTgt spid="28"/>
                                        </p:tgtEl>
                                        <p:attrNameLst>
                                          <p:attrName>style.visibility</p:attrName>
                                        </p:attrNameLst>
                                      </p:cBhvr>
                                      <p:to>
                                        <p:strVal val="hidden"/>
                                      </p:to>
                                    </p:set>
                                  </p:childTnLst>
                                </p:cTn>
                              </p:par>
                              <p:par>
                                <p:cTn id="65" presetID="1" presetClass="entr" presetSubtype="0" fill="hold" nodeType="withEffect">
                                  <p:stCondLst>
                                    <p:cond delay="0"/>
                                  </p:stCondLst>
                                  <p:childTnLst>
                                    <p:set>
                                      <p:cBhvr>
                                        <p:cTn id="66" dur="1" fill="hold">
                                          <p:stCondLst>
                                            <p:cond delay="0"/>
                                          </p:stCondLst>
                                        </p:cTn>
                                        <p:tgtEl>
                                          <p:spTgt spid="31"/>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nodeType="clickEffect">
                                  <p:stCondLst>
                                    <p:cond delay="0"/>
                                  </p:stCondLst>
                                  <p:childTnLst>
                                    <p:set>
                                      <p:cBhvr>
                                        <p:cTn id="70" dur="1" fill="hold">
                                          <p:stCondLst>
                                            <p:cond delay="0"/>
                                          </p:stCondLst>
                                        </p:cTn>
                                        <p:tgtEl>
                                          <p:spTgt spid="31"/>
                                        </p:tgtEl>
                                        <p:attrNameLst>
                                          <p:attrName>style.visibility</p:attrName>
                                        </p:attrNameLst>
                                      </p:cBhvr>
                                      <p:to>
                                        <p:strVal val="hidden"/>
                                      </p:to>
                                    </p:set>
                                  </p:childTnLst>
                                </p:cTn>
                              </p:par>
                              <p:par>
                                <p:cTn id="71" presetID="1" presetClass="entr" presetSubtype="0" fill="hold" nodeType="withEffect">
                                  <p:stCondLst>
                                    <p:cond delay="0"/>
                                  </p:stCondLst>
                                  <p:childTnLst>
                                    <p:set>
                                      <p:cBhvr>
                                        <p:cTn id="72" dur="1" fill="hold">
                                          <p:stCondLst>
                                            <p:cond delay="0"/>
                                          </p:stCondLst>
                                        </p:cTn>
                                        <p:tgtEl>
                                          <p:spTgt spid="34"/>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xit" presetSubtype="0" fill="hold" nodeType="clickEffect">
                                  <p:stCondLst>
                                    <p:cond delay="0"/>
                                  </p:stCondLst>
                                  <p:childTnLst>
                                    <p:set>
                                      <p:cBhvr>
                                        <p:cTn id="76" dur="1" fill="hold">
                                          <p:stCondLst>
                                            <p:cond delay="0"/>
                                          </p:stCondLst>
                                        </p:cTn>
                                        <p:tgtEl>
                                          <p:spTgt spid="3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6" grpId="0" animBg="1"/>
      <p:bldP spid="6" grpId="1"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EEF781-F2E1-BCC7-2B5C-1BA86C6AA8E0}"/>
              </a:ext>
            </a:extLst>
          </p:cNvPr>
          <p:cNvSpPr txBox="1"/>
          <p:nvPr/>
        </p:nvSpPr>
        <p:spPr>
          <a:xfrm>
            <a:off x="994610" y="1732548"/>
            <a:ext cx="10528892" cy="2862322"/>
          </a:xfrm>
          <a:prstGeom prst="rect">
            <a:avLst/>
          </a:prstGeom>
          <a:noFill/>
        </p:spPr>
        <p:txBody>
          <a:bodyPr wrap="square" rtlCol="0">
            <a:spAutoFit/>
          </a:bodyPr>
          <a:lstStyle/>
          <a:p>
            <a:r>
              <a:rPr lang="en-GB" sz="6000" dirty="0">
                <a:latin typeface="Tw Cen MT Condensed Extra Bold" panose="020B0803020202020204" pitchFamily="34" charset="0"/>
              </a:rPr>
              <a:t>3 Task for homework.</a:t>
            </a:r>
          </a:p>
          <a:p>
            <a:r>
              <a:rPr lang="en-GB" sz="6000" dirty="0">
                <a:latin typeface="Tw Cen MT Condensed Extra Bold" panose="020B0803020202020204" pitchFamily="34" charset="0"/>
              </a:rPr>
              <a:t>Write the email of complaint using the plan you made in exercise 2.</a:t>
            </a:r>
          </a:p>
        </p:txBody>
      </p:sp>
    </p:spTree>
    <p:extLst>
      <p:ext uri="{BB962C8B-B14F-4D97-AF65-F5344CB8AC3E}">
        <p14:creationId xmlns:p14="http://schemas.microsoft.com/office/powerpoint/2010/main" val="26552790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794325352E032448D621CCF83E7CDF4" ma:contentTypeVersion="7" ma:contentTypeDescription="Create a new document." ma:contentTypeScope="" ma:versionID="ba3f5d81746a1d17f477876d09e42da9">
  <xsd:schema xmlns:xsd="http://www.w3.org/2001/XMLSchema" xmlns:xs="http://www.w3.org/2001/XMLSchema" xmlns:p="http://schemas.microsoft.com/office/2006/metadata/properties" xmlns:ns2="31635c7e-3a11-4128-b6ca-f17fd774e46d" targetNamespace="http://schemas.microsoft.com/office/2006/metadata/properties" ma:root="true" ma:fieldsID="53fdc2f79366fcea6d46fcbf154b677f" ns2:_="">
    <xsd:import namespace="31635c7e-3a11-4128-b6ca-f17fd774e46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1635c7e-3a11-4128-b6ca-f17fd774e4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1EB17AA-BC3C-4CD0-87A2-8CBE9D4DE30C}">
  <ds:schemaRefs>
    <ds:schemaRef ds:uri="http://schemas.microsoft.com/office/2006/documentManagement/types"/>
    <ds:schemaRef ds:uri="http://www.w3.org/XML/1998/namespace"/>
    <ds:schemaRef ds:uri="http://purl.org/dc/elements/1.1/"/>
    <ds:schemaRef ds:uri="http://schemas.microsoft.com/office/infopath/2007/PartnerControls"/>
    <ds:schemaRef ds:uri="31635c7e-3a11-4128-b6ca-f17fd774e46d"/>
    <ds:schemaRef ds:uri="http://purl.org/dc/dcmitype/"/>
    <ds:schemaRef ds:uri="http://purl.org/dc/terms/"/>
    <ds:schemaRef ds:uri="http://schemas.openxmlformats.org/package/2006/metadata/core-properties"/>
    <ds:schemaRef ds:uri="http://schemas.microsoft.com/office/2006/metadata/properties"/>
  </ds:schemaRefs>
</ds:datastoreItem>
</file>

<file path=customXml/itemProps2.xml><?xml version="1.0" encoding="utf-8"?>
<ds:datastoreItem xmlns:ds="http://schemas.openxmlformats.org/officeDocument/2006/customXml" ds:itemID="{3107ED8C-AE8A-4331-8AE4-4292B823999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1635c7e-3a11-4128-b6ca-f17fd774e46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AADCF2B-09A0-422F-B22B-C874375360E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232</TotalTime>
  <Words>746</Words>
  <Application>Microsoft Office PowerPoint</Application>
  <PresentationFormat>Widescreen</PresentationFormat>
  <Paragraphs>55</Paragraphs>
  <Slides>29</Slides>
  <Notes>0</Notes>
  <HiddenSlides>4</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29</vt:i4>
      </vt:variant>
    </vt:vector>
  </HeadingPairs>
  <TitlesOfParts>
    <vt:vector size="38" baseType="lpstr">
      <vt:lpstr>Abadi Extra Light</vt:lpstr>
      <vt:lpstr>Aptos</vt:lpstr>
      <vt:lpstr>Aptos Display</vt:lpstr>
      <vt:lpstr>Arial</vt:lpstr>
      <vt:lpstr>Segoe Print</vt:lpstr>
      <vt:lpstr>Times New Roman</vt:lpstr>
      <vt:lpstr>Tw Cen MT Condensed Extra Bold</vt:lpstr>
      <vt:lpstr>Wingdings 2</vt:lpstr>
      <vt:lpstr>office theme</vt:lpstr>
      <vt:lpstr>Plus FCE Letter of Complaint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Andrew Patterson</cp:lastModifiedBy>
  <cp:revision>2</cp:revision>
  <dcterms:created xsi:type="dcterms:W3CDTF">2024-04-29T12:58:48Z</dcterms:created>
  <dcterms:modified xsi:type="dcterms:W3CDTF">2026-05-14T18:39:46Z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0x0101006794325352E032448D621CCF83E7CDF4</vt:lpwstr>
  </property>
  <property fmtid="{D5CDD505-2E9C-101B-9397-08002B2CF9AE}" pid="3" name="Order">
    <vt:r8>157900</vt:r8>
  </property>
  <property fmtid="{D5CDD505-2E9C-101B-9397-08002B2CF9AE}" pid="4" name="xd_Signature">
    <vt:bool>false</vt:bool>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_ExtendedDescription">
    <vt:lpwstr/>
  </property>
  <property fmtid="{D5CDD505-2E9C-101B-9397-08002B2CF9AE}" pid="9" name="TriggerFlowInfo">
    <vt:lpwstr/>
  </property>
</Properties>
</file>