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7"/>
    <p:sldMasterId id="2147483672" r:id="rId8"/>
  </p:sldMasterIdLst>
  <p:sldIdLst>
    <p:sldId id="256" r:id="rId9"/>
    <p:sldId id="261" r:id="rId10"/>
    <p:sldId id="2728" r:id="rId11"/>
    <p:sldId id="262" r:id="rId12"/>
    <p:sldId id="2729" r:id="rId13"/>
    <p:sldId id="2730" r:id="rId14"/>
    <p:sldId id="2733" r:id="rId15"/>
    <p:sldId id="305" r:id="rId16"/>
    <p:sldId id="2731" r:id="rId17"/>
    <p:sldId id="2732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8AD07-53D7-762C-BAAA-95445943CD33}" v="3" dt="2026-07-09T14:56:03.859"/>
    <p1510:client id="{C530E1E5-5F6B-45A9-9D23-3288AB4BC02E}" v="13" dt="2026-07-09T19:22:15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2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S::apatterson@cavc.ac.uk::6c8ffccf-7c1b-4173-8b93-861005bd5f70" providerId="AD" clId="Web-{6F78AD07-53D7-762C-BAAA-95445943CD33}"/>
    <pc:docChg chg="modSld">
      <pc:chgData name="Andrew Patterson" userId="S::apatterson@cavc.ac.uk::6c8ffccf-7c1b-4173-8b93-861005bd5f70" providerId="AD" clId="Web-{6F78AD07-53D7-762C-BAAA-95445943CD33}" dt="2026-07-09T14:56:03.859" v="1" actId="20577"/>
      <pc:docMkLst>
        <pc:docMk/>
      </pc:docMkLst>
      <pc:sldChg chg="modSp">
        <pc:chgData name="Andrew Patterson" userId="S::apatterson@cavc.ac.uk::6c8ffccf-7c1b-4173-8b93-861005bd5f70" providerId="AD" clId="Web-{6F78AD07-53D7-762C-BAAA-95445943CD33}" dt="2026-07-09T14:56:03.859" v="1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6F78AD07-53D7-762C-BAAA-95445943CD33}" dt="2026-07-09T14:56:03.859" v="1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clId="Web-{6F78AD07-53D7-762C-BAAA-95445943CD33}"/>
    <pc:docChg chg="modSld">
      <pc:chgData name="" userId="" providerId="" clId="Web-{6F78AD07-53D7-762C-BAAA-95445943CD33}" dt="2026-07-09T14:55:49.983" v="0" actId="20577"/>
      <pc:docMkLst>
        <pc:docMk/>
      </pc:docMkLst>
      <pc:sldChg chg="modSp">
        <pc:chgData name="" userId="" providerId="" clId="Web-{6F78AD07-53D7-762C-BAAA-95445943CD33}" dt="2026-07-09T14:55:49.983" v="0" actId="20577"/>
        <pc:sldMkLst>
          <pc:docMk/>
          <pc:sldMk cId="109857222" sldId="256"/>
        </pc:sldMkLst>
        <pc:spChg chg="mod">
          <ac:chgData name="" userId="" providerId="" clId="Web-{6F78AD07-53D7-762C-BAAA-95445943CD33}" dt="2026-07-09T14:55:49.983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undo custSel addSld modSld sldOrd">
      <pc:chgData name="Andrew Patterson" userId="6c8ffccf-7c1b-4173-8b93-861005bd5f70" providerId="ADAL" clId="{340A04FB-801D-4D33-9372-268FA29A2369}" dt="2026-07-09T19:22:15.258" v="690"/>
      <pc:docMkLst>
        <pc:docMk/>
      </pc:docMkLst>
      <pc:sldChg chg="addSp delSp modSp mod">
        <pc:chgData name="Andrew Patterson" userId="6c8ffccf-7c1b-4173-8b93-861005bd5f70" providerId="ADAL" clId="{340A04FB-801D-4D33-9372-268FA29A2369}" dt="2026-07-09T15:50:16.031" v="7" actId="22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7-09T15:50:13.495" v="6" actId="1076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ndrew Patterson" userId="6c8ffccf-7c1b-4173-8b93-861005bd5f70" providerId="ADAL" clId="{340A04FB-801D-4D33-9372-268FA29A2369}" dt="2026-07-09T15:50:09.222" v="5" actId="478"/>
          <ac:spMkLst>
            <pc:docMk/>
            <pc:sldMk cId="109857222" sldId="256"/>
            <ac:spMk id="3" creationId="{00000000-0000-0000-0000-000000000000}"/>
          </ac:spMkLst>
        </pc:spChg>
        <pc:picChg chg="add">
          <ac:chgData name="Andrew Patterson" userId="6c8ffccf-7c1b-4173-8b93-861005bd5f70" providerId="ADAL" clId="{340A04FB-801D-4D33-9372-268FA29A2369}" dt="2026-07-09T15:50:16.031" v="7" actId="22"/>
          <ac:picMkLst>
            <pc:docMk/>
            <pc:sldMk cId="109857222" sldId="256"/>
            <ac:picMk id="5" creationId="{83B77B8E-82D6-DA1E-6204-A3B78F70598D}"/>
          </ac:picMkLst>
        </pc:picChg>
      </pc:sldChg>
      <pc:sldChg chg="modSp add mod">
        <pc:chgData name="Andrew Patterson" userId="6c8ffccf-7c1b-4173-8b93-861005bd5f70" providerId="ADAL" clId="{340A04FB-801D-4D33-9372-268FA29A2369}" dt="2026-07-09T15:50:51.393" v="10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7-09T15:50:51.393" v="10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add">
        <pc:chgData name="Andrew Patterson" userId="6c8ffccf-7c1b-4173-8b93-861005bd5f70" providerId="ADAL" clId="{340A04FB-801D-4D33-9372-268FA29A2369}" dt="2026-07-09T15:51:41.048" v="11"/>
        <pc:sldMkLst>
          <pc:docMk/>
          <pc:sldMk cId="748540512" sldId="262"/>
        </pc:sldMkLst>
      </pc:sldChg>
      <pc:sldChg chg="modSp add mod ord">
        <pc:chgData name="Andrew Patterson" userId="6c8ffccf-7c1b-4173-8b93-861005bd5f70" providerId="ADAL" clId="{340A04FB-801D-4D33-9372-268FA29A2369}" dt="2026-07-09T15:49:48.002" v="4"/>
        <pc:sldMkLst>
          <pc:docMk/>
          <pc:sldMk cId="287456303" sldId="304"/>
        </pc:sldMkLst>
        <pc:spChg chg="mod">
          <ac:chgData name="Andrew Patterson" userId="6c8ffccf-7c1b-4173-8b93-861005bd5f70" providerId="ADAL" clId="{340A04FB-801D-4D33-9372-268FA29A2369}" dt="2026-07-09T15:49:43.830" v="2" actId="20577"/>
          <ac:spMkLst>
            <pc:docMk/>
            <pc:sldMk cId="287456303" sldId="304"/>
            <ac:spMk id="2" creationId="{F3291680-9B74-8648-9B46-823E54DA941C}"/>
          </ac:spMkLst>
        </pc:spChg>
      </pc:sldChg>
      <pc:sldChg chg="add">
        <pc:chgData name="Andrew Patterson" userId="6c8ffccf-7c1b-4173-8b93-861005bd5f70" providerId="ADAL" clId="{340A04FB-801D-4D33-9372-268FA29A2369}" dt="2026-07-09T15:51:41.048" v="11"/>
        <pc:sldMkLst>
          <pc:docMk/>
          <pc:sldMk cId="2961454371" sldId="305"/>
        </pc:sldMkLst>
      </pc:sldChg>
      <pc:sldChg chg="add">
        <pc:chgData name="Andrew Patterson" userId="6c8ffccf-7c1b-4173-8b93-861005bd5f70" providerId="ADAL" clId="{340A04FB-801D-4D33-9372-268FA29A2369}" dt="2026-07-09T15:49:36.493" v="0"/>
        <pc:sldMkLst>
          <pc:docMk/>
          <pc:sldMk cId="2297741036" sldId="2728"/>
        </pc:sldMkLst>
      </pc:sldChg>
      <pc:sldChg chg="addSp delSp modSp new mod">
        <pc:chgData name="Andrew Patterson" userId="6c8ffccf-7c1b-4173-8b93-861005bd5f70" providerId="ADAL" clId="{340A04FB-801D-4D33-9372-268FA29A2369}" dt="2026-07-09T16:35:36.777" v="21" actId="22"/>
        <pc:sldMkLst>
          <pc:docMk/>
          <pc:sldMk cId="2662542202" sldId="2729"/>
        </pc:sldMkLst>
        <pc:spChg chg="add mod">
          <ac:chgData name="Andrew Patterson" userId="6c8ffccf-7c1b-4173-8b93-861005bd5f70" providerId="ADAL" clId="{340A04FB-801D-4D33-9372-268FA29A2369}" dt="2026-07-09T16:34:59.438" v="19" actId="1076"/>
          <ac:spMkLst>
            <pc:docMk/>
            <pc:sldMk cId="2662542202" sldId="2729"/>
            <ac:spMk id="3" creationId="{255F5AF1-2DA6-5382-0985-96AF14002D72}"/>
          </ac:spMkLst>
        </pc:spChg>
        <pc:spChg chg="add del">
          <ac:chgData name="Andrew Patterson" userId="6c8ffccf-7c1b-4173-8b93-861005bd5f70" providerId="ADAL" clId="{340A04FB-801D-4D33-9372-268FA29A2369}" dt="2026-07-09T16:35:36.777" v="21" actId="22"/>
          <ac:spMkLst>
            <pc:docMk/>
            <pc:sldMk cId="2662542202" sldId="2729"/>
            <ac:spMk id="5" creationId="{0E3EECDC-E9B5-71DF-77B2-8FE21897EFB1}"/>
          </ac:spMkLst>
        </pc:spChg>
      </pc:sldChg>
      <pc:sldChg chg="addSp modSp new mod">
        <pc:chgData name="Andrew Patterson" userId="6c8ffccf-7c1b-4173-8b93-861005bd5f70" providerId="ADAL" clId="{340A04FB-801D-4D33-9372-268FA29A2369}" dt="2026-07-09T16:45:56.516" v="37" actId="20577"/>
        <pc:sldMkLst>
          <pc:docMk/>
          <pc:sldMk cId="2844252401" sldId="2730"/>
        </pc:sldMkLst>
        <pc:spChg chg="add mod">
          <ac:chgData name="Andrew Patterson" userId="6c8ffccf-7c1b-4173-8b93-861005bd5f70" providerId="ADAL" clId="{340A04FB-801D-4D33-9372-268FA29A2369}" dt="2026-07-09T16:45:56.516" v="37" actId="20577"/>
          <ac:spMkLst>
            <pc:docMk/>
            <pc:sldMk cId="2844252401" sldId="2730"/>
            <ac:spMk id="3" creationId="{5F3BADE6-9804-9145-636C-AD8DCC5F8AEF}"/>
          </ac:spMkLst>
        </pc:spChg>
      </pc:sldChg>
      <pc:sldChg chg="addSp modSp new mod">
        <pc:chgData name="Andrew Patterson" userId="6c8ffccf-7c1b-4173-8b93-861005bd5f70" providerId="ADAL" clId="{340A04FB-801D-4D33-9372-268FA29A2369}" dt="2026-07-09T17:39:35.748" v="589" actId="14100"/>
        <pc:sldMkLst>
          <pc:docMk/>
          <pc:sldMk cId="636500022" sldId="2731"/>
        </pc:sldMkLst>
        <pc:spChg chg="add mod">
          <ac:chgData name="Andrew Patterson" userId="6c8ffccf-7c1b-4173-8b93-861005bd5f70" providerId="ADAL" clId="{340A04FB-801D-4D33-9372-268FA29A2369}" dt="2026-07-09T17:39:35.748" v="589" actId="14100"/>
          <ac:spMkLst>
            <pc:docMk/>
            <pc:sldMk cId="636500022" sldId="2731"/>
            <ac:spMk id="2" creationId="{720C6062-3E65-07A8-A2B6-9A1A93B62DCD}"/>
          </ac:spMkLst>
        </pc:spChg>
      </pc:sldChg>
      <pc:sldChg chg="addSp modSp new mod">
        <pc:chgData name="Andrew Patterson" userId="6c8ffccf-7c1b-4173-8b93-861005bd5f70" providerId="ADAL" clId="{340A04FB-801D-4D33-9372-268FA29A2369}" dt="2026-07-09T17:56:08.870" v="647" actId="20577"/>
        <pc:sldMkLst>
          <pc:docMk/>
          <pc:sldMk cId="1727303810" sldId="2732"/>
        </pc:sldMkLst>
        <pc:spChg chg="add mod">
          <ac:chgData name="Andrew Patterson" userId="6c8ffccf-7c1b-4173-8b93-861005bd5f70" providerId="ADAL" clId="{340A04FB-801D-4D33-9372-268FA29A2369}" dt="2026-07-09T17:56:08.870" v="647" actId="20577"/>
          <ac:spMkLst>
            <pc:docMk/>
            <pc:sldMk cId="1727303810" sldId="2732"/>
            <ac:spMk id="2" creationId="{28A93B21-B34D-059E-B169-E1D216BB7DDC}"/>
          </ac:spMkLst>
        </pc:spChg>
      </pc:sldChg>
      <pc:sldChg chg="addSp modSp new mod">
        <pc:chgData name="Andrew Patterson" userId="6c8ffccf-7c1b-4173-8b93-861005bd5f70" providerId="ADAL" clId="{340A04FB-801D-4D33-9372-268FA29A2369}" dt="2026-07-09T19:22:15.258" v="690"/>
        <pc:sldMkLst>
          <pc:docMk/>
          <pc:sldMk cId="3822320580" sldId="2733"/>
        </pc:sldMkLst>
        <pc:spChg chg="add mod">
          <ac:chgData name="Andrew Patterson" userId="6c8ffccf-7c1b-4173-8b93-861005bd5f70" providerId="ADAL" clId="{340A04FB-801D-4D33-9372-268FA29A2369}" dt="2026-07-09T19:22:15.258" v="690"/>
          <ac:spMkLst>
            <pc:docMk/>
            <pc:sldMk cId="3822320580" sldId="2733"/>
            <ac:spMk id="3" creationId="{FD277D50-E90D-BCE1-8821-2FC1EB13AA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992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677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698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994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802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262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864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6368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904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77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709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84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19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hecardiffandvalecollege.sharepoint.com/:b:/s/Section_ESCCCP24_2025_2026/IQDxKBknQKIOS7r0e9oCh0RwAaU9nHUET7hD7sDLMNrL2AY?e=de48QN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hecardiffandvalecollege.sharepoint.com/:b:/s/Section_ESCCCP24_2025_2026/IQDxKBknQKIOS7r0e9oCh0RwAaU9nHUET7hD7sDLMNrL2AY?e=de48QN" TargetMode="Externa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341563"/>
            <a:ext cx="9144000" cy="238760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18) ESCCCP24  2025-2026 Thu 9 July 2026</a:t>
            </a:r>
            <a:endParaRPr lang="en-US" dirty="0"/>
          </a:p>
        </p:txBody>
      </p:sp>
      <p:pic>
        <p:nvPicPr>
          <p:cNvPr id="5" name="Picture 4" descr="A cartoon of a person with a badge&#10;&#10;AI-generated content may be incorrect.">
            <a:extLst>
              <a:ext uri="{FF2B5EF4-FFF2-40B4-BE49-F238E27FC236}">
                <a16:creationId xmlns:a16="http://schemas.microsoft.com/office/drawing/2014/main" id="{83B77B8E-82D6-DA1E-6204-A3B78F70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" y="0"/>
            <a:ext cx="2932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9 July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C9C3-AFB9-DE7B-8FFF-13485597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B77CE1-98C2-B953-21C6-2E3C120050E3}"/>
              </a:ext>
            </a:extLst>
          </p:cNvPr>
          <p:cNvSpPr txBox="1"/>
          <p:nvPr/>
        </p:nvSpPr>
        <p:spPr>
          <a:xfrm>
            <a:off x="1892716" y="1333212"/>
            <a:ext cx="77465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2025 Reading Booklet July 25.pdf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p. 35-39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Week 10 Reading Practice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Treasure island comprehension.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Week 11 Reading Practice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Unusual Raquet Sports.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2025 Reading Booklet July 25.pdf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p. 40-41</a:t>
            </a:r>
            <a:endParaRPr kumimoji="0" lang="en-GB" sz="3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74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F5AF1-2DA6-5382-0985-96AF14002D72}"/>
              </a:ext>
            </a:extLst>
          </p:cNvPr>
          <p:cNvSpPr txBox="1"/>
          <p:nvPr/>
        </p:nvSpPr>
        <p:spPr>
          <a:xfrm>
            <a:off x="367430" y="150312"/>
            <a:ext cx="109310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strike="sngStrike" dirty="0">
                <a:effectLst/>
              </a:rPr>
              <a:t>The Level 2 Reading exam is on Monday, July 13 at 11 am.</a:t>
            </a:r>
            <a:endParaRPr lang="en-GB" sz="3200" dirty="0"/>
          </a:p>
          <a:p>
            <a:pPr>
              <a:buNone/>
            </a:pPr>
            <a:r>
              <a:rPr lang="en-GB" sz="3200" strike="sngStrike" dirty="0">
                <a:effectLst/>
              </a:rPr>
              <a:t>The Level 2 Writing Exam is on Tuesday, July 14 at 11am.</a:t>
            </a:r>
            <a:endParaRPr lang="en-GB" sz="3200" dirty="0"/>
          </a:p>
          <a:p>
            <a:pPr>
              <a:buNone/>
            </a:pPr>
            <a:r>
              <a:rPr lang="en-GB" sz="3200" strike="sngStrike" dirty="0">
                <a:effectLst/>
              </a:rPr>
              <a:t>This is contrary to the time given on </a:t>
            </a:r>
            <a:r>
              <a:rPr lang="en-GB" sz="3200" strike="sngStrike" dirty="0" err="1">
                <a:effectLst/>
              </a:rPr>
              <a:t>MyCAVC</a:t>
            </a:r>
            <a:r>
              <a:rPr lang="en-GB" sz="3200" strike="sngStrike" dirty="0">
                <a:effectLst/>
              </a:rPr>
              <a:t> App.</a:t>
            </a:r>
            <a:endParaRPr lang="en-GB" sz="3200" dirty="0"/>
          </a:p>
          <a:p>
            <a:pPr>
              <a:buNone/>
            </a:pPr>
            <a:r>
              <a:rPr lang="en-GB" sz="3200" strike="sngStrike" dirty="0">
                <a:effectLst/>
              </a:rPr>
              <a:t>There is a Level Speaking and Listening Exam on Wed July 15. This is only for students taking the current Speaking Listening course. This is not a resit and I have told there are no resits.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62542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BADE6-9804-9145-636C-AD8DCC5F8AEF}"/>
              </a:ext>
            </a:extLst>
          </p:cNvPr>
          <p:cNvSpPr txBox="1"/>
          <p:nvPr/>
        </p:nvSpPr>
        <p:spPr>
          <a:xfrm>
            <a:off x="523483" y="181957"/>
            <a:ext cx="1114503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buNone/>
            </a:pPr>
            <a:r>
              <a:rPr lang="en-GB" sz="3200" dirty="0">
                <a:effectLst/>
              </a:rPr>
              <a:t>This just came in. "As some evening students are unhappy that their exams are scheduled in the daytime, we have decided to offer evening sittings.</a:t>
            </a:r>
          </a:p>
          <a:p>
            <a:pPr marL="0">
              <a:buNone/>
            </a:pPr>
            <a:r>
              <a:rPr lang="en-GB" sz="3200" dirty="0">
                <a:effectLst/>
              </a:rPr>
              <a:t>Writing will be on Tuesday 14 [July] for both L1 and L2. @Justine Hankins and @Marta </a:t>
            </a:r>
            <a:r>
              <a:rPr lang="en-GB" sz="3200" dirty="0" err="1">
                <a:effectLst/>
              </a:rPr>
              <a:t>Malenczyk</a:t>
            </a:r>
            <a:r>
              <a:rPr lang="en-GB" sz="3200" dirty="0">
                <a:effectLst/>
              </a:rPr>
              <a:t> will invigilate </a:t>
            </a:r>
          </a:p>
          <a:p>
            <a:pPr marL="0">
              <a:buNone/>
            </a:pPr>
            <a:r>
              <a:rPr lang="en-GB" sz="3200" dirty="0">
                <a:effectLst/>
              </a:rPr>
              <a:t>Reading will be Wednesday for L1 and Thursday for L2. @Andrew Patterson and @Robin Ritter-Jones will invigilate."</a:t>
            </a:r>
          </a:p>
          <a:p>
            <a:pPr marL="0">
              <a:buNone/>
            </a:pPr>
            <a:r>
              <a:rPr lang="en-GB" sz="3200" dirty="0">
                <a:effectLst/>
              </a:rPr>
              <a:t> </a:t>
            </a:r>
          </a:p>
          <a:p>
            <a:pPr marL="0">
              <a:buNone/>
            </a:pPr>
            <a:r>
              <a:rPr lang="en-GB" sz="3200" dirty="0">
                <a:effectLst/>
              </a:rPr>
              <a:t>As no time has been given, we may presume this to be normal class time 17:45. However, this means that you cannot be late under any circumstances. I have asked whether the earlier sitting is possible for anyone who has already made arrangements and am awaiting a reply. </a:t>
            </a:r>
          </a:p>
        </p:txBody>
      </p:sp>
    </p:spTree>
    <p:extLst>
      <p:ext uri="{BB962C8B-B14F-4D97-AF65-F5344CB8AC3E}">
        <p14:creationId xmlns:p14="http://schemas.microsoft.com/office/powerpoint/2010/main" val="284425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277D50-E90D-BCE1-8821-2FC1EB13AA5E}"/>
              </a:ext>
            </a:extLst>
          </p:cNvPr>
          <p:cNvSpPr txBox="1"/>
          <p:nvPr/>
        </p:nvSpPr>
        <p:spPr>
          <a:xfrm>
            <a:off x="232774" y="1014609"/>
            <a:ext cx="11959226" cy="4388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40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Evening sitting</a:t>
            </a:r>
          </a:p>
          <a:p>
            <a:r>
              <a:rPr lang="en-GB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Level 2 Writing Tuesday 14 July at 17:45. </a:t>
            </a:r>
            <a:r>
              <a:rPr lang="en-GB" dirty="0"/>
              <a:t> </a:t>
            </a:r>
            <a:r>
              <a:rPr lang="en-GB" sz="4000" dirty="0"/>
              <a:t>130 minutes. </a:t>
            </a:r>
            <a:endParaRPr lang="en-GB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Level 2 Reading Thursday 16 July at 17:45.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GB" sz="40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Daytime sittings</a:t>
            </a:r>
            <a:endParaRPr lang="en-GB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40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Level 2 Reading Monday 13 July at 11am - 1pm. </a:t>
            </a:r>
            <a:r>
              <a:rPr lang="en-GB" sz="4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Level 2 Writing Tuesday 14 July 11am - 2pm. </a:t>
            </a:r>
          </a:p>
        </p:txBody>
      </p:sp>
    </p:spTree>
    <p:extLst>
      <p:ext uri="{BB962C8B-B14F-4D97-AF65-F5344CB8AC3E}">
        <p14:creationId xmlns:p14="http://schemas.microsoft.com/office/powerpoint/2010/main" val="382232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CBA8E-E2FA-978C-F8E0-D3F57171B102}"/>
              </a:ext>
            </a:extLst>
          </p:cNvPr>
          <p:cNvSpPr txBox="1"/>
          <p:nvPr/>
        </p:nvSpPr>
        <p:spPr>
          <a:xfrm>
            <a:off x="2642017" y="3136612"/>
            <a:ext cx="6093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2025 Reading Booklet July 25.pdf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45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C6062-3E65-07A8-A2B6-9A1A93B62DCD}"/>
              </a:ext>
            </a:extLst>
          </p:cNvPr>
          <p:cNvSpPr txBox="1"/>
          <p:nvPr/>
        </p:nvSpPr>
        <p:spPr>
          <a:xfrm>
            <a:off x="576197" y="261947"/>
            <a:ext cx="10709754" cy="633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w Cen MT Condensed Extra Bold" panose="020B0803020202020204" pitchFamily="34" charset="0"/>
              </a:rPr>
              <a:t>Qualifications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MA (Hons) English			Honours (Hons) No resits.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Language teaching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PGCE</a:t>
            </a:r>
          </a:p>
          <a:p>
            <a:pPr>
              <a:lnSpc>
                <a:spcPts val="3200"/>
              </a:lnSpc>
            </a:pPr>
            <a:endParaRPr lang="en-GB" sz="3200" dirty="0">
              <a:latin typeface="Abadi ExtraLight" panose="020B0204020104020204" pitchFamily="34" charset="0"/>
            </a:endParaRP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Post Graduate Certificate in Education (PGCE)</a:t>
            </a:r>
          </a:p>
          <a:p>
            <a:pPr>
              <a:lnSpc>
                <a:spcPts val="3200"/>
              </a:lnSpc>
            </a:pPr>
            <a:endParaRPr lang="en-GB" sz="3200" dirty="0">
              <a:latin typeface="Abadi ExtraLight" panose="020B0204020104020204" pitchFamily="34" charset="0"/>
            </a:endParaRPr>
          </a:p>
          <a:p>
            <a:pPr>
              <a:lnSpc>
                <a:spcPts val="3200"/>
              </a:lnSpc>
            </a:pPr>
            <a:r>
              <a:rPr lang="en-GB" sz="3200" u="sng" dirty="0">
                <a:latin typeface="Abadi ExtraLight" panose="020B0204020104020204" pitchFamily="34" charset="0"/>
              </a:rPr>
              <a:t>Highest to Lowest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Philosophy Doctor (PhD)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Master of Arts (MA)			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Bachelor of Science (BSc)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Bachelor of Engineering (BEng)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Bachelor of Arts (BA)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Higher Diploma	BTEC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Ordinary Diploma</a:t>
            </a:r>
          </a:p>
        </p:txBody>
      </p:sp>
    </p:spTree>
    <p:extLst>
      <p:ext uri="{BB962C8B-B14F-4D97-AF65-F5344CB8AC3E}">
        <p14:creationId xmlns:p14="http://schemas.microsoft.com/office/powerpoint/2010/main" val="636500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A93B21-B34D-059E-B169-E1D216BB7DDC}"/>
              </a:ext>
            </a:extLst>
          </p:cNvPr>
          <p:cNvSpPr txBox="1"/>
          <p:nvPr/>
        </p:nvSpPr>
        <p:spPr>
          <a:xfrm>
            <a:off x="676405" y="688932"/>
            <a:ext cx="1063459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sz="3200" dirty="0" err="1"/>
              <a:t>Ascentis</a:t>
            </a:r>
            <a:r>
              <a:rPr lang="en-GB" sz="3200" dirty="0"/>
              <a:t> ESOL Skills for Life Level 1 Reading </a:t>
            </a:r>
          </a:p>
          <a:p>
            <a:r>
              <a:rPr lang="en-GB" sz="3200" dirty="0" err="1"/>
              <a:t>Ascentis</a:t>
            </a:r>
            <a:r>
              <a:rPr lang="en-GB" sz="3200" dirty="0"/>
              <a:t> ESOL Skills for Life Level 1 Writing</a:t>
            </a:r>
          </a:p>
          <a:p>
            <a:r>
              <a:rPr lang="en-GB" sz="3200" dirty="0" err="1"/>
              <a:t>Ascentis</a:t>
            </a:r>
            <a:r>
              <a:rPr lang="en-GB" sz="3200" dirty="0"/>
              <a:t> ESOL Skills for Life Level 2 Speaking/Listening</a:t>
            </a:r>
          </a:p>
          <a:p>
            <a:r>
              <a:rPr lang="en-GB" sz="3200" dirty="0" err="1"/>
              <a:t>Ascentis</a:t>
            </a:r>
            <a:r>
              <a:rPr lang="en-GB" sz="3200" dirty="0"/>
              <a:t> Skills for Life Level 1 Numeracy</a:t>
            </a:r>
          </a:p>
          <a:p>
            <a:r>
              <a:rPr lang="en-GB" sz="3200" dirty="0"/>
              <a:t>??? </a:t>
            </a:r>
            <a:r>
              <a:rPr lang="en-GB" sz="3200" dirty="0" err="1"/>
              <a:t>Ascentis</a:t>
            </a:r>
            <a:r>
              <a:rPr lang="en-GB" sz="3200" dirty="0"/>
              <a:t> </a:t>
            </a:r>
            <a:r>
              <a:rPr lang="en-GB" sz="3200" dirty="0" err="1"/>
              <a:t>SfL</a:t>
            </a:r>
            <a:endParaRPr lang="en-GB" sz="3200" dirty="0"/>
          </a:p>
          <a:p>
            <a:r>
              <a:rPr lang="en-GB" sz="3200" dirty="0"/>
              <a:t>Cardiff and Vale College</a:t>
            </a:r>
          </a:p>
          <a:p>
            <a:r>
              <a:rPr lang="en-GB" sz="3200" dirty="0"/>
              <a:t>FACISA, Brazil</a:t>
            </a:r>
          </a:p>
          <a:p>
            <a:r>
              <a:rPr lang="en-GB" sz="3200" dirty="0" err="1"/>
              <a:t>Politechnic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27303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9 July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FD0C7D-F783-43BF-BBFB-29D3666D08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FF0458-445F-4507-A104-5E7B0ADD4F44}">
  <ds:schemaRefs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31635c7e-3a11-4128-b6ca-f17fd774e46d"/>
  </ds:schemaRefs>
</ds:datastoreItem>
</file>

<file path=customXml/itemProps3.xml><?xml version="1.0" encoding="utf-8"?>
<ds:datastoreItem xmlns:ds="http://schemas.openxmlformats.org/officeDocument/2006/customXml" ds:itemID="{70217387-9F71-475C-AB78-DDDC603E30C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04985FB-034F-4CE3-B10C-393866573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68680097-7DFB-4A52-AEF2-6E01D2C2C12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6.xml><?xml version="1.0" encoding="utf-8"?>
<ds:datastoreItem xmlns:ds="http://schemas.openxmlformats.org/officeDocument/2006/customXml" ds:itemID="{0BC1458D-41BC-418A-846A-2E72D35035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264</TotalTime>
  <Words>436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Abadi ExtraLight</vt:lpstr>
      <vt:lpstr>Aptos</vt:lpstr>
      <vt:lpstr>Aptos Display</vt:lpstr>
      <vt:lpstr>Arial</vt:lpstr>
      <vt:lpstr>Tw Cen MT Condensed Extra Bold</vt:lpstr>
      <vt:lpstr>office theme</vt:lpstr>
      <vt:lpstr>1_office theme</vt:lpstr>
      <vt:lpstr>18) ESCCCP24  2025-2026 Thu 9 July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5</cp:revision>
  <dcterms:created xsi:type="dcterms:W3CDTF">2026-07-09T14:55:32Z</dcterms:created>
  <dcterms:modified xsi:type="dcterms:W3CDTF">2026-07-09T19:22:21Z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