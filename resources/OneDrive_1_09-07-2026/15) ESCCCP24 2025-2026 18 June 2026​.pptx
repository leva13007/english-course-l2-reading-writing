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5" r:id="rId6"/>
    <p:sldMasterId id="2147483697" r:id="rId7"/>
    <p:sldMasterId id="2147483709" r:id="rId8"/>
  </p:sldMasterIdLst>
  <p:sldIdLst>
    <p:sldId id="256" r:id="rId9"/>
    <p:sldId id="260" r:id="rId10"/>
    <p:sldId id="2719" r:id="rId11"/>
    <p:sldId id="282" r:id="rId12"/>
    <p:sldId id="283" r:id="rId13"/>
    <p:sldId id="284" r:id="rId14"/>
    <p:sldId id="2711" r:id="rId15"/>
    <p:sldId id="2720" r:id="rId16"/>
    <p:sldId id="2718" r:id="rId17"/>
    <p:sldId id="304" r:id="rId18"/>
    <p:sldId id="2721" r:id="rId19"/>
    <p:sldId id="330" r:id="rId20"/>
    <p:sldId id="274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60836-60DD-4132-A79C-5AECE08219A8}" v="5" dt="2026-06-18T19:42:35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5AE94D7-4AC4-44CE-BF18-04AA9CFDAD54}"/>
    <pc:docChg chg="modSld">
      <pc:chgData name="" userId="" providerId="" clId="Web-{A5AE94D7-4AC4-44CE-BF18-04AA9CFDAD54}" dt="2026-06-17T15:33:40.946" v="0" actId="20577"/>
      <pc:docMkLst>
        <pc:docMk/>
      </pc:docMkLst>
      <pc:sldChg chg="modSp">
        <pc:chgData name="" userId="" providerId="" clId="Web-{A5AE94D7-4AC4-44CE-BF18-04AA9CFDAD54}" dt="2026-06-17T15:33:40.946" v="0" actId="20577"/>
        <pc:sldMkLst>
          <pc:docMk/>
          <pc:sldMk cId="109857222" sldId="256"/>
        </pc:sldMkLst>
        <pc:spChg chg="mod">
          <ac:chgData name="" userId="" providerId="" clId="Web-{A5AE94D7-4AC4-44CE-BF18-04AA9CFDAD54}" dt="2026-06-17T15:33:40.946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S::apatterson@cavc.ac.uk::6c8ffccf-7c1b-4173-8b93-861005bd5f70" providerId="AD" clId="Web-{A5AE94D7-4AC4-44CE-BF18-04AA9CFDAD54}"/>
    <pc:docChg chg="modSld">
      <pc:chgData name="Andrew Patterson" userId="S::apatterson@cavc.ac.uk::6c8ffccf-7c1b-4173-8b93-861005bd5f70" providerId="AD" clId="Web-{A5AE94D7-4AC4-44CE-BF18-04AA9CFDAD54}" dt="2026-06-17T15:34:14.121" v="4" actId="1076"/>
      <pc:docMkLst>
        <pc:docMk/>
      </pc:docMkLst>
      <pc:sldChg chg="delSp modSp">
        <pc:chgData name="Andrew Patterson" userId="S::apatterson@cavc.ac.uk::6c8ffccf-7c1b-4173-8b93-861005bd5f70" providerId="AD" clId="Web-{A5AE94D7-4AC4-44CE-BF18-04AA9CFDAD54}" dt="2026-06-17T15:34:14.121" v="4" actId="1076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A5AE94D7-4AC4-44CE-BF18-04AA9CFDAD54}" dt="2026-06-17T15:34:14.121" v="4" actId="107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S::apatterson@cavc.ac.uk::6c8ffccf-7c1b-4173-8b93-861005bd5f70" providerId="AD" clId="Web-{A5AE94D7-4AC4-44CE-BF18-04AA9CFDAD54}" dt="2026-06-17T15:34:05.839" v="3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modSld sldOrd">
      <pc:chgData name="Andrew Patterson" userId="6c8ffccf-7c1b-4173-8b93-861005bd5f70" providerId="ADAL" clId="{340A04FB-801D-4D33-9372-268FA29A2369}" dt="2026-06-18T19:44:55.870" v="267" actId="729"/>
      <pc:docMkLst>
        <pc:docMk/>
      </pc:docMkLst>
      <pc:sldChg chg="addSp modSp mod">
        <pc:chgData name="Andrew Patterson" userId="6c8ffccf-7c1b-4173-8b93-861005bd5f70" providerId="ADAL" clId="{340A04FB-801D-4D33-9372-268FA29A2369}" dt="2026-06-17T15:38:05.736" v="1" actId="14100"/>
        <pc:sldMkLst>
          <pc:docMk/>
          <pc:sldMk cId="109857222" sldId="256"/>
        </pc:sldMkLst>
        <pc:picChg chg="add mod">
          <ac:chgData name="Andrew Patterson" userId="6c8ffccf-7c1b-4173-8b93-861005bd5f70" providerId="ADAL" clId="{340A04FB-801D-4D33-9372-268FA29A2369}" dt="2026-06-17T15:38:05.736" v="1" actId="14100"/>
          <ac:picMkLst>
            <pc:docMk/>
            <pc:sldMk cId="109857222" sldId="256"/>
            <ac:picMk id="3" creationId="{7F4A43B1-328E-E512-FAC2-54A7F18F2DBB}"/>
          </ac:picMkLst>
        </pc:picChg>
      </pc:sldChg>
      <pc:sldChg chg="modSp add mod">
        <pc:chgData name="Andrew Patterson" userId="6c8ffccf-7c1b-4173-8b93-861005bd5f70" providerId="ADAL" clId="{340A04FB-801D-4D33-9372-268FA29A2369}" dt="2026-06-17T15:39:59.544" v="6" actId="20577"/>
        <pc:sldMkLst>
          <pc:docMk/>
          <pc:sldMk cId="839210519" sldId="260"/>
        </pc:sldMkLst>
        <pc:spChg chg="mod">
          <ac:chgData name="Andrew Patterson" userId="6c8ffccf-7c1b-4173-8b93-861005bd5f70" providerId="ADAL" clId="{340A04FB-801D-4D33-9372-268FA29A2369}" dt="2026-06-17T15:39:59.544" v="6" actId="20577"/>
          <ac:spMkLst>
            <pc:docMk/>
            <pc:sldMk cId="839210519" sldId="260"/>
            <ac:spMk id="2" creationId="{CB1AD65D-C457-B895-8487-E9BE1F99FCA6}"/>
          </ac:spMkLst>
        </pc:spChg>
      </pc:sldChg>
      <pc:sldChg chg="add mod modShow">
        <pc:chgData name="Andrew Patterson" userId="6c8ffccf-7c1b-4173-8b93-861005bd5f70" providerId="ADAL" clId="{340A04FB-801D-4D33-9372-268FA29A2369}" dt="2026-06-18T19:44:55.870" v="267" actId="729"/>
        <pc:sldMkLst>
          <pc:docMk/>
          <pc:sldMk cId="1328252628" sldId="274"/>
        </pc:sldMkLst>
      </pc:sldChg>
      <pc:sldChg chg="add">
        <pc:chgData name="Andrew Patterson" userId="6c8ffccf-7c1b-4173-8b93-861005bd5f70" providerId="ADAL" clId="{340A04FB-801D-4D33-9372-268FA29A2369}" dt="2026-06-17T15:40:43.136" v="7"/>
        <pc:sldMkLst>
          <pc:docMk/>
          <pc:sldMk cId="2566685571" sldId="282"/>
        </pc:sldMkLst>
      </pc:sldChg>
      <pc:sldChg chg="add">
        <pc:chgData name="Andrew Patterson" userId="6c8ffccf-7c1b-4173-8b93-861005bd5f70" providerId="ADAL" clId="{340A04FB-801D-4D33-9372-268FA29A2369}" dt="2026-06-17T15:40:43.136" v="7"/>
        <pc:sldMkLst>
          <pc:docMk/>
          <pc:sldMk cId="3684232140" sldId="283"/>
        </pc:sldMkLst>
      </pc:sldChg>
      <pc:sldChg chg="add">
        <pc:chgData name="Andrew Patterson" userId="6c8ffccf-7c1b-4173-8b93-861005bd5f70" providerId="ADAL" clId="{340A04FB-801D-4D33-9372-268FA29A2369}" dt="2026-06-17T15:40:43.136" v="7"/>
        <pc:sldMkLst>
          <pc:docMk/>
          <pc:sldMk cId="3193128185" sldId="284"/>
        </pc:sldMkLst>
      </pc:sldChg>
      <pc:sldChg chg="modSp add mod ord">
        <pc:chgData name="Andrew Patterson" userId="6c8ffccf-7c1b-4173-8b93-861005bd5f70" providerId="ADAL" clId="{340A04FB-801D-4D33-9372-268FA29A2369}" dt="2026-06-17T15:41:04.534" v="13" actId="20577"/>
        <pc:sldMkLst>
          <pc:docMk/>
          <pc:sldMk cId="2448340053" sldId="304"/>
        </pc:sldMkLst>
        <pc:spChg chg="mod">
          <ac:chgData name="Andrew Patterson" userId="6c8ffccf-7c1b-4173-8b93-861005bd5f70" providerId="ADAL" clId="{340A04FB-801D-4D33-9372-268FA29A2369}" dt="2026-06-17T15:41:04.534" v="13" actId="20577"/>
          <ac:spMkLst>
            <pc:docMk/>
            <pc:sldMk cId="2448340053" sldId="304"/>
            <ac:spMk id="2" creationId="{B6D3E1E0-5008-11DC-7284-1707E751029A}"/>
          </ac:spMkLst>
        </pc:spChg>
      </pc:sldChg>
      <pc:sldChg chg="add mod modShow">
        <pc:chgData name="Andrew Patterson" userId="6c8ffccf-7c1b-4173-8b93-861005bd5f70" providerId="ADAL" clId="{340A04FB-801D-4D33-9372-268FA29A2369}" dt="2026-06-18T19:44:52.635" v="266" actId="729"/>
        <pc:sldMkLst>
          <pc:docMk/>
          <pc:sldMk cId="4175763592" sldId="330"/>
        </pc:sldMkLst>
      </pc:sldChg>
      <pc:sldChg chg="add">
        <pc:chgData name="Andrew Patterson" userId="6c8ffccf-7c1b-4173-8b93-861005bd5f70" providerId="ADAL" clId="{340A04FB-801D-4D33-9372-268FA29A2369}" dt="2026-06-17T15:44:05.452" v="16"/>
        <pc:sldMkLst>
          <pc:docMk/>
          <pc:sldMk cId="3363005254" sldId="2711"/>
        </pc:sldMkLst>
      </pc:sldChg>
      <pc:sldChg chg="modSp add mod">
        <pc:chgData name="Andrew Patterson" userId="6c8ffccf-7c1b-4173-8b93-861005bd5f70" providerId="ADAL" clId="{340A04FB-801D-4D33-9372-268FA29A2369}" dt="2026-06-17T15:42:42.360" v="15" actId="1076"/>
        <pc:sldMkLst>
          <pc:docMk/>
          <pc:sldMk cId="1919806531" sldId="2718"/>
        </pc:sldMkLst>
        <pc:picChg chg="mod">
          <ac:chgData name="Andrew Patterson" userId="6c8ffccf-7c1b-4173-8b93-861005bd5f70" providerId="ADAL" clId="{340A04FB-801D-4D33-9372-268FA29A2369}" dt="2026-06-17T15:42:42.360" v="15" actId="1076"/>
          <ac:picMkLst>
            <pc:docMk/>
            <pc:sldMk cId="1919806531" sldId="2718"/>
            <ac:picMk id="3" creationId="{389DBC95-B841-3C21-B60B-D530F7807961}"/>
          </ac:picMkLst>
        </pc:picChg>
      </pc:sldChg>
      <pc:sldChg chg="add">
        <pc:chgData name="Andrew Patterson" userId="6c8ffccf-7c1b-4173-8b93-861005bd5f70" providerId="ADAL" clId="{340A04FB-801D-4D33-9372-268FA29A2369}" dt="2026-06-17T15:40:43.136" v="7"/>
        <pc:sldMkLst>
          <pc:docMk/>
          <pc:sldMk cId="1304681503" sldId="2719"/>
        </pc:sldMkLst>
      </pc:sldChg>
      <pc:sldChg chg="addSp modSp new mod">
        <pc:chgData name="Andrew Patterson" userId="6c8ffccf-7c1b-4173-8b93-861005bd5f70" providerId="ADAL" clId="{340A04FB-801D-4D33-9372-268FA29A2369}" dt="2026-06-17T15:47:47.146" v="27" actId="1076"/>
        <pc:sldMkLst>
          <pc:docMk/>
          <pc:sldMk cId="2977522152" sldId="2720"/>
        </pc:sldMkLst>
        <pc:spChg chg="add mod">
          <ac:chgData name="Andrew Patterson" userId="6c8ffccf-7c1b-4173-8b93-861005bd5f70" providerId="ADAL" clId="{340A04FB-801D-4D33-9372-268FA29A2369}" dt="2026-06-17T15:47:47.146" v="27" actId="1076"/>
          <ac:spMkLst>
            <pc:docMk/>
            <pc:sldMk cId="2977522152" sldId="2720"/>
            <ac:spMk id="3" creationId="{CF31927D-DDDC-1EB1-AB68-BA80967EAB86}"/>
          </ac:spMkLst>
        </pc:spChg>
        <pc:spChg chg="add mod">
          <ac:chgData name="Andrew Patterson" userId="6c8ffccf-7c1b-4173-8b93-861005bd5f70" providerId="ADAL" clId="{340A04FB-801D-4D33-9372-268FA29A2369}" dt="2026-06-17T15:47:47.146" v="27" actId="1076"/>
          <ac:spMkLst>
            <pc:docMk/>
            <pc:sldMk cId="2977522152" sldId="2720"/>
            <ac:spMk id="5" creationId="{DB063A56-DDE8-C15D-F9EC-5C6BA4A73BAC}"/>
          </ac:spMkLst>
        </pc:spChg>
      </pc:sldChg>
      <pc:sldChg chg="addSp delSp modSp add mod ord">
        <pc:chgData name="Andrew Patterson" userId="6c8ffccf-7c1b-4173-8b93-861005bd5f70" providerId="ADAL" clId="{340A04FB-801D-4D33-9372-268FA29A2369}" dt="2026-06-18T19:44:39.678" v="265" actId="27116"/>
        <pc:sldMkLst>
          <pc:docMk/>
          <pc:sldMk cId="3495071150" sldId="2721"/>
        </pc:sldMkLst>
        <pc:spChg chg="mod">
          <ac:chgData name="Andrew Patterson" userId="6c8ffccf-7c1b-4173-8b93-861005bd5f70" providerId="ADAL" clId="{340A04FB-801D-4D33-9372-268FA29A2369}" dt="2026-06-18T19:44:01.470" v="243" actId="20577"/>
          <ac:spMkLst>
            <pc:docMk/>
            <pc:sldMk cId="3495071150" sldId="2721"/>
            <ac:spMk id="3" creationId="{48CD98F9-BEA5-1979-28EE-348BE717BDDE}"/>
          </ac:spMkLst>
        </pc:spChg>
        <pc:spChg chg="del">
          <ac:chgData name="Andrew Patterson" userId="6c8ffccf-7c1b-4173-8b93-861005bd5f70" providerId="ADAL" clId="{340A04FB-801D-4D33-9372-268FA29A2369}" dt="2026-06-18T19:37:21.076" v="41" actId="478"/>
          <ac:spMkLst>
            <pc:docMk/>
            <pc:sldMk cId="3495071150" sldId="2721"/>
            <ac:spMk id="5" creationId="{4A57F6C7-729F-467A-DA78-3CEB6DDF281C}"/>
          </ac:spMkLst>
        </pc:spChg>
        <pc:graphicFrameChg chg="add mod modGraphic">
          <ac:chgData name="Andrew Patterson" userId="6c8ffccf-7c1b-4173-8b93-861005bd5f70" providerId="ADAL" clId="{340A04FB-801D-4D33-9372-268FA29A2369}" dt="2026-06-18T19:44:35.411" v="264" actId="27116"/>
          <ac:graphicFrameMkLst>
            <pc:docMk/>
            <pc:sldMk cId="3495071150" sldId="2721"/>
            <ac:graphicFrameMk id="4" creationId="{12D099CB-B615-7933-771B-7C5CFB0AE9BD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6-18T19:44:39.678" v="265" actId="27116"/>
          <ac:graphicFrameMkLst>
            <pc:docMk/>
            <pc:sldMk cId="3495071150" sldId="2721"/>
            <ac:graphicFrameMk id="7" creationId="{5A75A477-8D48-B64C-E23B-83B5428D25A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657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04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5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92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892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027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364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789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875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371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863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4179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2575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726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779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7221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933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153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211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710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9100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7797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1668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83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144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919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902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879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072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39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9955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583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974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367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6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85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63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84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66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6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8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03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2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16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3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02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31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6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w:/s/Section_ESCCCP24_2025_2026/IQBpCOoocIMuRKQnBVscRml7AdG5kVK1Bw09AIxNTNeM84g?e=cJgLSR" TargetMode="External"/><Relationship Id="rId2" Type="http://schemas.openxmlformats.org/officeDocument/2006/relationships/hyperlink" Target="https://thecardiffandvalecollege.sharepoint.com/:p:/s/Section_ESCCCP24_2025_2026/IQC63oNJedY8QKM7IX62ISAPARvSYBcx6tJY2Xz5SqBTK-A?e=OXFU8e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ecardiffandvalecollege.sharepoint.com/:b:/s/Section_ESCCCP24_2025_2026/IQBT49Ld_sulSL0i_gUiyXgHAZAzGD58vItos0yBssS9eDM?e=0VMVmA" TargetMode="External"/><Relationship Id="rId4" Type="http://schemas.openxmlformats.org/officeDocument/2006/relationships/hyperlink" Target="https://thecardiffandvalecollege.sharepoint.com/:p:/s/Section_ESCCCP24_2025_2026/IQAV2cYvIoU7Q6_lGTXulGe0AUPWW5H3B1Kbo93z_0Y8n4M?e=eDtKc8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BZxEb0HMyvTLuhWO0HPoC0ATa8H1TOaPuqqFzVdo8sTJQ?e=tbjpe1" TargetMode="External"/><Relationship Id="rId2" Type="http://schemas.openxmlformats.org/officeDocument/2006/relationships/hyperlink" Target="https://thecardiffandvalecollege.sharepoint.com/:p:/s/Section_ESCCCP24_2025_2026/IQAKAAkchWFsSpm3BvkH6t9TAV0X7kO-q-BiLWOx-0TO99k?e=hjy1bK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BZxEb0HMyvTLuhWO0HPoC0ATa8H1TOaPuqqFzVdo8sTJQ?e=tbjpe1" TargetMode="External"/><Relationship Id="rId2" Type="http://schemas.openxmlformats.org/officeDocument/2006/relationships/hyperlink" Target="https://thecardiffandvalecollege.sharepoint.com/:p:/s/Section_ESCCCP24_2025_2026/IQAKAAkchWFsSpm3BvkH6t9TAV0X7kO-q-BiLWOx-0TO99k?e=hjy1bK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373193"/>
            <a:ext cx="9144000" cy="2387600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15) ESCCCP24 2025-2026 </a:t>
            </a:r>
            <a:r>
              <a:rPr lang="en-GB" dirty="0">
                <a:ea typeface="+mj-lt"/>
                <a:cs typeface="+mj-lt"/>
              </a:rPr>
              <a:t>18 June 2026 Cover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A43B1-328E-E512-FAC2-54A7F18F2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93" y="311728"/>
            <a:ext cx="266561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18 June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8106-7E4A-A037-76BA-50BDE5F2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A6A893-6C07-C1DB-8BC5-2FFA8F211B44}"/>
              </a:ext>
            </a:extLst>
          </p:cNvPr>
          <p:cNvSpPr txBox="1"/>
          <p:nvPr/>
        </p:nvSpPr>
        <p:spPr>
          <a:xfrm>
            <a:off x="1656577" y="674400"/>
            <a:ext cx="887884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16_tenses_lesson.pptx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and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B2_16_tenses_worksheet.docx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Learnt the 16 tenses in English plus the imperative,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Practiced making the passive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Plus FCE Opinion Piece.pptx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and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06)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PlusFCE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 Discursive Essay_pp74-78.pdf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Started p. 78 Ex 3.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06)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PlusFCE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5"/>
              </a:rPr>
              <a:t> Discursive Essay_pp74-78.pdf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p. 78 Ex 3. See next 3 slides.</a:t>
            </a:r>
          </a:p>
        </p:txBody>
      </p:sp>
    </p:spTree>
    <p:extLst>
      <p:ext uri="{BB962C8B-B14F-4D97-AF65-F5344CB8AC3E}">
        <p14:creationId xmlns:p14="http://schemas.microsoft.com/office/powerpoint/2010/main" val="130468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BEFA7-FCC6-AE68-44C2-6F441741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8" y="418238"/>
            <a:ext cx="10812379" cy="602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8C4B6-1F4F-80F5-4507-EC5BC53B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1073901"/>
            <a:ext cx="11550316" cy="52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3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42C49-C174-089B-DE31-33FCC62FA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79" y="2342832"/>
            <a:ext cx="10684042" cy="217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2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5BFA-8C83-784F-F9CD-9D2E5038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2AE03-C535-2B42-5D09-65602ACBF65E}"/>
              </a:ext>
            </a:extLst>
          </p:cNvPr>
          <p:cNvSpPr txBox="1"/>
          <p:nvPr/>
        </p:nvSpPr>
        <p:spPr>
          <a:xfrm>
            <a:off x="1775358" y="2127454"/>
            <a:ext cx="84473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Integrated Skills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336300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31927D-DDDC-1EB1-AB68-BA80967EAB86}"/>
              </a:ext>
            </a:extLst>
          </p:cNvPr>
          <p:cNvSpPr txBox="1"/>
          <p:nvPr/>
        </p:nvSpPr>
        <p:spPr>
          <a:xfrm>
            <a:off x="1937479" y="2640979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2"/>
              </a:rPr>
              <a:t>Plus FCE Job Application.pptx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63A56-DDE8-C15D-F9EC-5C6BA4A73BAC}"/>
              </a:ext>
            </a:extLst>
          </p:cNvPr>
          <p:cNvSpPr txBox="1"/>
          <p:nvPr/>
        </p:nvSpPr>
        <p:spPr>
          <a:xfrm>
            <a:off x="1937479" y="3653852"/>
            <a:ext cx="7971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12)PlusFCE_JobCoverLetter_pp139-143.pdf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7752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DBC95-B841-3C21-B60B-D530F780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8" y="0"/>
            <a:ext cx="10454928" cy="678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0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688B-F75D-ADA8-E29C-3FF68983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E1E0-5008-11DC-7284-1707E751029A}"/>
              </a:ext>
            </a:extLst>
          </p:cNvPr>
          <p:cNvSpPr txBox="1"/>
          <p:nvPr/>
        </p:nvSpPr>
        <p:spPr>
          <a:xfrm>
            <a:off x="0" y="1247375"/>
            <a:ext cx="12192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Thu 18 June 2026</a:t>
            </a:r>
          </a:p>
        </p:txBody>
      </p:sp>
    </p:spTree>
    <p:extLst>
      <p:ext uri="{BB962C8B-B14F-4D97-AF65-F5344CB8AC3E}">
        <p14:creationId xmlns:p14="http://schemas.microsoft.com/office/powerpoint/2010/main" val="24483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0C72-9AFB-1564-D74C-63F93744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CD98F9-BEA5-1979-28EE-348BE717BDDE}"/>
              </a:ext>
            </a:extLst>
          </p:cNvPr>
          <p:cNvSpPr txBox="1"/>
          <p:nvPr/>
        </p:nvSpPr>
        <p:spPr>
          <a:xfrm>
            <a:off x="438460" y="0"/>
            <a:ext cx="103994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</a:rPr>
              <a:t>Using </a:t>
            </a:r>
            <a:r>
              <a:rPr lang="en-GB" sz="3200" dirty="0">
                <a:hlinkClick r:id="rId2"/>
              </a:rPr>
              <a:t>Plus FCE Job Application.pptx</a:t>
            </a:r>
            <a:r>
              <a:rPr lang="en-GB" sz="3200" dirty="0"/>
              <a:t> and </a:t>
            </a:r>
            <a:r>
              <a:rPr lang="en-GB" sz="3200" dirty="0">
                <a:hlinkClick r:id="rId3"/>
              </a:rPr>
              <a:t>12)PlusFCE_JobCoverLetter_pp139-143.pdf</a:t>
            </a:r>
            <a:r>
              <a:rPr lang="en-GB" sz="3200" dirty="0"/>
              <a:t> , we </a:t>
            </a:r>
          </a:p>
          <a:p>
            <a:r>
              <a:rPr lang="en-GB" sz="3200" dirty="0"/>
              <a:t>learnt to write cover letters and ask for extra information.</a:t>
            </a:r>
          </a:p>
          <a:p>
            <a:r>
              <a:rPr lang="en-GB" sz="3200" u="sng" dirty="0"/>
              <a:t>Homework</a:t>
            </a:r>
          </a:p>
          <a:p>
            <a:r>
              <a:rPr lang="en-GB" sz="3200" dirty="0">
                <a:hlinkClick r:id="rId2"/>
              </a:rPr>
              <a:t>Plus FCE Job Application.pptx</a:t>
            </a:r>
            <a:r>
              <a:rPr lang="en-GB" sz="3200" dirty="0"/>
              <a:t>  Ex 3 and 4 slides 63 and 64. See below.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12D099CB-B615-7933-771B-7C5CFB0AE9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6272406"/>
                  </p:ext>
                </p:extLst>
              </p:nvPr>
            </p:nvGraphicFramePr>
            <p:xfrm>
              <a:off x="156309" y="3131741"/>
              <a:ext cx="5939691" cy="3341076"/>
            </p:xfrm>
            <a:graphic>
              <a:graphicData uri="http://schemas.microsoft.com/office/powerpoint/2016/slidezoom">
                <pslz:sldZm>
                  <pslz:sldZmObj sldId="330" cId="4175763592">
                    <pslz:zmPr id="{A1183E52-4DE9-44CC-924F-9D95CCBDE2D7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9691" cy="33410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12D099CB-B615-7933-771B-7C5CFB0AE9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309" y="3131741"/>
                <a:ext cx="5939691" cy="33410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5A75A477-8D48-B64C-E23B-83B5428D25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5978474"/>
                  </p:ext>
                </p:extLst>
              </p:nvPr>
            </p:nvGraphicFramePr>
            <p:xfrm>
              <a:off x="6252309" y="3131741"/>
              <a:ext cx="5939691" cy="3341076"/>
            </p:xfrm>
            <a:graphic>
              <a:graphicData uri="http://schemas.microsoft.com/office/powerpoint/2016/slidezoom">
                <pslz:sldZm>
                  <pslz:sldZmObj sldId="274" cId="1328252628">
                    <pslz:zmPr id="{3BDBEAE1-CA44-4D53-8047-51660CF23ACB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9691" cy="33410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5A75A477-8D48-B64C-E23B-83B5428D25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2309" y="3131741"/>
                <a:ext cx="5939691" cy="33410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07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0ADE0-E0A3-23D2-1990-7F054DE18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955" y="17255"/>
            <a:ext cx="542025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E66AFA-C73E-A11A-81FA-D27DF1FF9316}"/>
              </a:ext>
            </a:extLst>
          </p:cNvPr>
          <p:cNvSpPr/>
          <p:nvPr/>
        </p:nvSpPr>
        <p:spPr>
          <a:xfrm>
            <a:off x="6778330" y="719029"/>
            <a:ext cx="4889499" cy="47498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People required to conduct surveys in shopping centres in Cardiff, Penarth, Newport, Caerphilly and Pontypridd.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must have excellent communication skills and know the area well.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own transport an advantage.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8DD7D-25EC-2333-46DC-2DC716689DA7}"/>
              </a:ext>
            </a:extLst>
          </p:cNvPr>
          <p:cNvSpPr txBox="1"/>
          <p:nvPr/>
        </p:nvSpPr>
        <p:spPr>
          <a:xfrm>
            <a:off x="391483" y="243512"/>
            <a:ext cx="625416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just read this advertisement in the local newspaper (South Wales Echo) and have decided to apply for the job. However, you have a few questions such as, but not limited to the number of hours, rate of pay, fuel costs and whether you can work in just one town or city.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an email of application using an appropriate layout.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12085-9145-2A23-301B-809B34392FA4}"/>
              </a:ext>
            </a:extLst>
          </p:cNvPr>
          <p:cNvSpPr/>
          <p:nvPr/>
        </p:nvSpPr>
        <p:spPr>
          <a:xfrm>
            <a:off x="6778330" y="5588918"/>
            <a:ext cx="4889498" cy="11633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apply, please email: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jobs@marrketdynamics.co.uk</a:t>
            </a:r>
          </a:p>
        </p:txBody>
      </p:sp>
    </p:spTree>
    <p:extLst>
      <p:ext uri="{BB962C8B-B14F-4D97-AF65-F5344CB8AC3E}">
        <p14:creationId xmlns:p14="http://schemas.microsoft.com/office/powerpoint/2010/main" val="4175763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809E2-F2B7-8286-B134-A3946F2C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2947920"/>
            <a:ext cx="9669224" cy="96215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F058B7-7D0D-536C-E0E1-2B07733EF579}"/>
              </a:ext>
            </a:extLst>
          </p:cNvPr>
          <p:cNvCxnSpPr/>
          <p:nvPr/>
        </p:nvCxnSpPr>
        <p:spPr>
          <a:xfrm flipV="1">
            <a:off x="3076832" y="3429000"/>
            <a:ext cx="617838" cy="35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65C7611-0FFA-C52E-57C6-83A4A72DEAD9}"/>
              </a:ext>
            </a:extLst>
          </p:cNvPr>
          <p:cNvSpPr txBox="1"/>
          <p:nvPr/>
        </p:nvSpPr>
        <p:spPr>
          <a:xfrm>
            <a:off x="2836375" y="3712925"/>
            <a:ext cx="109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328252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9758-295A-44F1-9FA5-70AEC0BC5E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3EB97D-6992-4B56-9FF0-2B9C9F139A44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31635c7e-3a11-4128-b6ca-f17fd774e46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BF2B832-C214-41EA-9919-35B3E260B4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288</Words>
  <Application>Microsoft Office PowerPoint</Application>
  <PresentationFormat>Widescreen</PresentationFormat>
  <Paragraphs>29</Paragraphs>
  <Slides>13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Tw Cen MT Condensed Extra Bold</vt:lpstr>
      <vt:lpstr>office theme</vt:lpstr>
      <vt:lpstr>1_office theme</vt:lpstr>
      <vt:lpstr>2_office theme</vt:lpstr>
      <vt:lpstr>3_office theme</vt:lpstr>
      <vt:lpstr>4_office theme</vt:lpstr>
      <vt:lpstr>15) ESCCCP24 2025-2026 18 June 2026 Cover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6</cp:revision>
  <dcterms:created xsi:type="dcterms:W3CDTF">2026-06-17T15:33:29Z</dcterms:created>
  <dcterms:modified xsi:type="dcterms:W3CDTF">2026-06-18T19:45:04Z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