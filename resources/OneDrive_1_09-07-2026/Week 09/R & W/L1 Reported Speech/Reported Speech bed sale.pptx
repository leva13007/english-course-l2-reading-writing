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8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11" Type="http://schemas.openxmlformats.org/officeDocument/2006/relationships/customXml" Target="../customXml/item3.xml"/><Relationship Id="rId5" Type="http://schemas.openxmlformats.org/officeDocument/2006/relationships/presProps" Target="presProps.xml"/><Relationship Id="rId10"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customXml" Target="../customXml/item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7D680-2A4B-890E-7869-B383CB65AD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0C7FCBD-9601-D52B-F6C7-F4D95AB886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293A58E-985E-E2F1-F085-06E894940C57}"/>
              </a:ext>
            </a:extLst>
          </p:cNvPr>
          <p:cNvSpPr>
            <a:spLocks noGrp="1"/>
          </p:cNvSpPr>
          <p:nvPr>
            <p:ph type="dt" sz="half" idx="10"/>
          </p:nvPr>
        </p:nvSpPr>
        <p:spPr/>
        <p:txBody>
          <a:bodyPr/>
          <a:lstStyle/>
          <a:p>
            <a:fld id="{37183861-4630-4623-8092-A2654EB59E19}" type="datetimeFigureOut">
              <a:rPr lang="en-GB" smtClean="0"/>
              <a:t>23/10/2025</a:t>
            </a:fld>
            <a:endParaRPr lang="en-GB"/>
          </a:p>
        </p:txBody>
      </p:sp>
      <p:sp>
        <p:nvSpPr>
          <p:cNvPr id="5" name="Footer Placeholder 4">
            <a:extLst>
              <a:ext uri="{FF2B5EF4-FFF2-40B4-BE49-F238E27FC236}">
                <a16:creationId xmlns:a16="http://schemas.microsoft.com/office/drawing/2014/main" id="{C066E707-E3D8-1342-8D42-B67883E84FC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0708AA-7057-91AE-1469-D0535B7B2137}"/>
              </a:ext>
            </a:extLst>
          </p:cNvPr>
          <p:cNvSpPr>
            <a:spLocks noGrp="1"/>
          </p:cNvSpPr>
          <p:nvPr>
            <p:ph type="sldNum" sz="quarter" idx="12"/>
          </p:nvPr>
        </p:nvSpPr>
        <p:spPr/>
        <p:txBody>
          <a:bodyPr/>
          <a:lstStyle/>
          <a:p>
            <a:fld id="{C8978238-406B-4699-AB21-651C037A7C8C}" type="slidenum">
              <a:rPr lang="en-GB" smtClean="0"/>
              <a:t>‹#›</a:t>
            </a:fld>
            <a:endParaRPr lang="en-GB"/>
          </a:p>
        </p:txBody>
      </p:sp>
    </p:spTree>
    <p:extLst>
      <p:ext uri="{BB962C8B-B14F-4D97-AF65-F5344CB8AC3E}">
        <p14:creationId xmlns:p14="http://schemas.microsoft.com/office/powerpoint/2010/main" val="3295137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31AF4-206C-385E-D35D-F4B00E1FD4F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D7D8868-47DD-1465-C304-8B3BFCAC17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715C14E-E587-34A2-7A6F-051427371B44}"/>
              </a:ext>
            </a:extLst>
          </p:cNvPr>
          <p:cNvSpPr>
            <a:spLocks noGrp="1"/>
          </p:cNvSpPr>
          <p:nvPr>
            <p:ph type="dt" sz="half" idx="10"/>
          </p:nvPr>
        </p:nvSpPr>
        <p:spPr/>
        <p:txBody>
          <a:bodyPr/>
          <a:lstStyle/>
          <a:p>
            <a:fld id="{37183861-4630-4623-8092-A2654EB59E19}" type="datetimeFigureOut">
              <a:rPr lang="en-GB" smtClean="0"/>
              <a:t>23/10/2025</a:t>
            </a:fld>
            <a:endParaRPr lang="en-GB"/>
          </a:p>
        </p:txBody>
      </p:sp>
      <p:sp>
        <p:nvSpPr>
          <p:cNvPr id="5" name="Footer Placeholder 4">
            <a:extLst>
              <a:ext uri="{FF2B5EF4-FFF2-40B4-BE49-F238E27FC236}">
                <a16:creationId xmlns:a16="http://schemas.microsoft.com/office/drawing/2014/main" id="{1F2BF1E3-6BB9-0A89-5E96-1B18F431165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16D5A29-9CB5-8027-DF74-D56309A17837}"/>
              </a:ext>
            </a:extLst>
          </p:cNvPr>
          <p:cNvSpPr>
            <a:spLocks noGrp="1"/>
          </p:cNvSpPr>
          <p:nvPr>
            <p:ph type="sldNum" sz="quarter" idx="12"/>
          </p:nvPr>
        </p:nvSpPr>
        <p:spPr/>
        <p:txBody>
          <a:bodyPr/>
          <a:lstStyle/>
          <a:p>
            <a:fld id="{C8978238-406B-4699-AB21-651C037A7C8C}" type="slidenum">
              <a:rPr lang="en-GB" smtClean="0"/>
              <a:t>‹#›</a:t>
            </a:fld>
            <a:endParaRPr lang="en-GB"/>
          </a:p>
        </p:txBody>
      </p:sp>
    </p:spTree>
    <p:extLst>
      <p:ext uri="{BB962C8B-B14F-4D97-AF65-F5344CB8AC3E}">
        <p14:creationId xmlns:p14="http://schemas.microsoft.com/office/powerpoint/2010/main" val="3748428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F88A8-DEDC-89EA-64EF-1FB7E2EC67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F72A0B5-8507-EAF4-262E-FF68F6C14A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ACBBBD-78F7-27C0-7EC5-4D115740A925}"/>
              </a:ext>
            </a:extLst>
          </p:cNvPr>
          <p:cNvSpPr>
            <a:spLocks noGrp="1"/>
          </p:cNvSpPr>
          <p:nvPr>
            <p:ph type="dt" sz="half" idx="10"/>
          </p:nvPr>
        </p:nvSpPr>
        <p:spPr/>
        <p:txBody>
          <a:bodyPr/>
          <a:lstStyle/>
          <a:p>
            <a:fld id="{37183861-4630-4623-8092-A2654EB59E19}" type="datetimeFigureOut">
              <a:rPr lang="en-GB" smtClean="0"/>
              <a:t>23/10/2025</a:t>
            </a:fld>
            <a:endParaRPr lang="en-GB"/>
          </a:p>
        </p:txBody>
      </p:sp>
      <p:sp>
        <p:nvSpPr>
          <p:cNvPr id="5" name="Footer Placeholder 4">
            <a:extLst>
              <a:ext uri="{FF2B5EF4-FFF2-40B4-BE49-F238E27FC236}">
                <a16:creationId xmlns:a16="http://schemas.microsoft.com/office/drawing/2014/main" id="{184F3292-6C7A-3437-39DA-E693D15A0AE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BC48154-0FFE-576A-6A3E-2A094A030AB8}"/>
              </a:ext>
            </a:extLst>
          </p:cNvPr>
          <p:cNvSpPr>
            <a:spLocks noGrp="1"/>
          </p:cNvSpPr>
          <p:nvPr>
            <p:ph type="sldNum" sz="quarter" idx="12"/>
          </p:nvPr>
        </p:nvSpPr>
        <p:spPr/>
        <p:txBody>
          <a:bodyPr/>
          <a:lstStyle/>
          <a:p>
            <a:fld id="{C8978238-406B-4699-AB21-651C037A7C8C}" type="slidenum">
              <a:rPr lang="en-GB" smtClean="0"/>
              <a:t>‹#›</a:t>
            </a:fld>
            <a:endParaRPr lang="en-GB"/>
          </a:p>
        </p:txBody>
      </p:sp>
    </p:spTree>
    <p:extLst>
      <p:ext uri="{BB962C8B-B14F-4D97-AF65-F5344CB8AC3E}">
        <p14:creationId xmlns:p14="http://schemas.microsoft.com/office/powerpoint/2010/main" val="824546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33BC1-7A34-F33E-B979-1F2644C1CC0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74E2D87-F76A-51F3-F5EF-3920D8515B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0297F45-E74B-8B0E-D76C-816EED5D3F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BF14BBF-E20E-D342-49C5-A0856C256D36}"/>
              </a:ext>
            </a:extLst>
          </p:cNvPr>
          <p:cNvSpPr>
            <a:spLocks noGrp="1"/>
          </p:cNvSpPr>
          <p:nvPr>
            <p:ph type="dt" sz="half" idx="10"/>
          </p:nvPr>
        </p:nvSpPr>
        <p:spPr/>
        <p:txBody>
          <a:bodyPr/>
          <a:lstStyle/>
          <a:p>
            <a:fld id="{37183861-4630-4623-8092-A2654EB59E19}" type="datetimeFigureOut">
              <a:rPr lang="en-GB" smtClean="0"/>
              <a:t>23/10/2025</a:t>
            </a:fld>
            <a:endParaRPr lang="en-GB"/>
          </a:p>
        </p:txBody>
      </p:sp>
      <p:sp>
        <p:nvSpPr>
          <p:cNvPr id="6" name="Footer Placeholder 5">
            <a:extLst>
              <a:ext uri="{FF2B5EF4-FFF2-40B4-BE49-F238E27FC236}">
                <a16:creationId xmlns:a16="http://schemas.microsoft.com/office/drawing/2014/main" id="{8EC1BA35-9B0C-9FFB-5DE2-0D5C1C49693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828F30F-055A-01FD-6BF7-156DDD48C33D}"/>
              </a:ext>
            </a:extLst>
          </p:cNvPr>
          <p:cNvSpPr>
            <a:spLocks noGrp="1"/>
          </p:cNvSpPr>
          <p:nvPr>
            <p:ph type="sldNum" sz="quarter" idx="12"/>
          </p:nvPr>
        </p:nvSpPr>
        <p:spPr/>
        <p:txBody>
          <a:bodyPr/>
          <a:lstStyle/>
          <a:p>
            <a:fld id="{C8978238-406B-4699-AB21-651C037A7C8C}" type="slidenum">
              <a:rPr lang="en-GB" smtClean="0"/>
              <a:t>‹#›</a:t>
            </a:fld>
            <a:endParaRPr lang="en-GB"/>
          </a:p>
        </p:txBody>
      </p:sp>
    </p:spTree>
    <p:extLst>
      <p:ext uri="{BB962C8B-B14F-4D97-AF65-F5344CB8AC3E}">
        <p14:creationId xmlns:p14="http://schemas.microsoft.com/office/powerpoint/2010/main" val="3611772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D8B2B-BC4F-0C28-3465-99183A53FCD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8F1F835-4689-0994-4769-7A22F982D5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9B8C5F-1FCF-1F29-646D-0557261B52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75D2D61-7B6C-9AFA-F6EE-A7F30ECB9B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845D57-D0CD-DFC8-083D-6331F8BB05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FA83A41-626F-B61B-8E92-5209731643F9}"/>
              </a:ext>
            </a:extLst>
          </p:cNvPr>
          <p:cNvSpPr>
            <a:spLocks noGrp="1"/>
          </p:cNvSpPr>
          <p:nvPr>
            <p:ph type="dt" sz="half" idx="10"/>
          </p:nvPr>
        </p:nvSpPr>
        <p:spPr/>
        <p:txBody>
          <a:bodyPr/>
          <a:lstStyle/>
          <a:p>
            <a:fld id="{37183861-4630-4623-8092-A2654EB59E19}" type="datetimeFigureOut">
              <a:rPr lang="en-GB" smtClean="0"/>
              <a:t>23/10/2025</a:t>
            </a:fld>
            <a:endParaRPr lang="en-GB"/>
          </a:p>
        </p:txBody>
      </p:sp>
      <p:sp>
        <p:nvSpPr>
          <p:cNvPr id="8" name="Footer Placeholder 7">
            <a:extLst>
              <a:ext uri="{FF2B5EF4-FFF2-40B4-BE49-F238E27FC236}">
                <a16:creationId xmlns:a16="http://schemas.microsoft.com/office/drawing/2014/main" id="{3107255A-F1C9-3708-D915-4302C2D18EF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27C99F1-B718-ABCC-E3D8-B27E1E712648}"/>
              </a:ext>
            </a:extLst>
          </p:cNvPr>
          <p:cNvSpPr>
            <a:spLocks noGrp="1"/>
          </p:cNvSpPr>
          <p:nvPr>
            <p:ph type="sldNum" sz="quarter" idx="12"/>
          </p:nvPr>
        </p:nvSpPr>
        <p:spPr/>
        <p:txBody>
          <a:bodyPr/>
          <a:lstStyle/>
          <a:p>
            <a:fld id="{C8978238-406B-4699-AB21-651C037A7C8C}" type="slidenum">
              <a:rPr lang="en-GB" smtClean="0"/>
              <a:t>‹#›</a:t>
            </a:fld>
            <a:endParaRPr lang="en-GB"/>
          </a:p>
        </p:txBody>
      </p:sp>
    </p:spTree>
    <p:extLst>
      <p:ext uri="{BB962C8B-B14F-4D97-AF65-F5344CB8AC3E}">
        <p14:creationId xmlns:p14="http://schemas.microsoft.com/office/powerpoint/2010/main" val="1585627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A787A-0D9F-CF36-1A5E-2F2E15E8834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2A5E61F-ADBA-8EA0-35F7-27024B6EE6C5}"/>
              </a:ext>
            </a:extLst>
          </p:cNvPr>
          <p:cNvSpPr>
            <a:spLocks noGrp="1"/>
          </p:cNvSpPr>
          <p:nvPr>
            <p:ph type="dt" sz="half" idx="10"/>
          </p:nvPr>
        </p:nvSpPr>
        <p:spPr/>
        <p:txBody>
          <a:bodyPr/>
          <a:lstStyle/>
          <a:p>
            <a:fld id="{37183861-4630-4623-8092-A2654EB59E19}" type="datetimeFigureOut">
              <a:rPr lang="en-GB" smtClean="0"/>
              <a:t>23/10/2025</a:t>
            </a:fld>
            <a:endParaRPr lang="en-GB"/>
          </a:p>
        </p:txBody>
      </p:sp>
      <p:sp>
        <p:nvSpPr>
          <p:cNvPr id="4" name="Footer Placeholder 3">
            <a:extLst>
              <a:ext uri="{FF2B5EF4-FFF2-40B4-BE49-F238E27FC236}">
                <a16:creationId xmlns:a16="http://schemas.microsoft.com/office/drawing/2014/main" id="{FECB83BE-663D-B264-F901-DBD2E00E860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D2BA382-7F86-04ED-BE42-CB1F7413E416}"/>
              </a:ext>
            </a:extLst>
          </p:cNvPr>
          <p:cNvSpPr>
            <a:spLocks noGrp="1"/>
          </p:cNvSpPr>
          <p:nvPr>
            <p:ph type="sldNum" sz="quarter" idx="12"/>
          </p:nvPr>
        </p:nvSpPr>
        <p:spPr/>
        <p:txBody>
          <a:bodyPr/>
          <a:lstStyle/>
          <a:p>
            <a:fld id="{C8978238-406B-4699-AB21-651C037A7C8C}" type="slidenum">
              <a:rPr lang="en-GB" smtClean="0"/>
              <a:t>‹#›</a:t>
            </a:fld>
            <a:endParaRPr lang="en-GB"/>
          </a:p>
        </p:txBody>
      </p:sp>
    </p:spTree>
    <p:extLst>
      <p:ext uri="{BB962C8B-B14F-4D97-AF65-F5344CB8AC3E}">
        <p14:creationId xmlns:p14="http://schemas.microsoft.com/office/powerpoint/2010/main" val="1032161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95D0A8-ED17-5E24-C9AA-41435EE2D42D}"/>
              </a:ext>
            </a:extLst>
          </p:cNvPr>
          <p:cNvSpPr>
            <a:spLocks noGrp="1"/>
          </p:cNvSpPr>
          <p:nvPr>
            <p:ph type="dt" sz="half" idx="10"/>
          </p:nvPr>
        </p:nvSpPr>
        <p:spPr/>
        <p:txBody>
          <a:bodyPr/>
          <a:lstStyle/>
          <a:p>
            <a:fld id="{37183861-4630-4623-8092-A2654EB59E19}" type="datetimeFigureOut">
              <a:rPr lang="en-GB" smtClean="0"/>
              <a:t>23/10/2025</a:t>
            </a:fld>
            <a:endParaRPr lang="en-GB"/>
          </a:p>
        </p:txBody>
      </p:sp>
      <p:sp>
        <p:nvSpPr>
          <p:cNvPr id="3" name="Footer Placeholder 2">
            <a:extLst>
              <a:ext uri="{FF2B5EF4-FFF2-40B4-BE49-F238E27FC236}">
                <a16:creationId xmlns:a16="http://schemas.microsoft.com/office/drawing/2014/main" id="{2E7AC974-22BB-6CBF-9810-07BDD39EC50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12FC22B-84E2-6BB7-9465-215292DA9E0F}"/>
              </a:ext>
            </a:extLst>
          </p:cNvPr>
          <p:cNvSpPr>
            <a:spLocks noGrp="1"/>
          </p:cNvSpPr>
          <p:nvPr>
            <p:ph type="sldNum" sz="quarter" idx="12"/>
          </p:nvPr>
        </p:nvSpPr>
        <p:spPr/>
        <p:txBody>
          <a:bodyPr/>
          <a:lstStyle/>
          <a:p>
            <a:fld id="{C8978238-406B-4699-AB21-651C037A7C8C}" type="slidenum">
              <a:rPr lang="en-GB" smtClean="0"/>
              <a:t>‹#›</a:t>
            </a:fld>
            <a:endParaRPr lang="en-GB"/>
          </a:p>
        </p:txBody>
      </p:sp>
    </p:spTree>
    <p:extLst>
      <p:ext uri="{BB962C8B-B14F-4D97-AF65-F5344CB8AC3E}">
        <p14:creationId xmlns:p14="http://schemas.microsoft.com/office/powerpoint/2010/main" val="2307863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6ED2D-E623-BD76-876D-C7F2F4B849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58B81CA-27A4-5E56-E038-356A78A204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76D11EF-CE3B-192E-5B8C-FD9DFE519A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323717-3249-BFF3-17A4-DAFF40078059}"/>
              </a:ext>
            </a:extLst>
          </p:cNvPr>
          <p:cNvSpPr>
            <a:spLocks noGrp="1"/>
          </p:cNvSpPr>
          <p:nvPr>
            <p:ph type="dt" sz="half" idx="10"/>
          </p:nvPr>
        </p:nvSpPr>
        <p:spPr/>
        <p:txBody>
          <a:bodyPr/>
          <a:lstStyle/>
          <a:p>
            <a:fld id="{37183861-4630-4623-8092-A2654EB59E19}" type="datetimeFigureOut">
              <a:rPr lang="en-GB" smtClean="0"/>
              <a:t>23/10/2025</a:t>
            </a:fld>
            <a:endParaRPr lang="en-GB"/>
          </a:p>
        </p:txBody>
      </p:sp>
      <p:sp>
        <p:nvSpPr>
          <p:cNvPr id="6" name="Footer Placeholder 5">
            <a:extLst>
              <a:ext uri="{FF2B5EF4-FFF2-40B4-BE49-F238E27FC236}">
                <a16:creationId xmlns:a16="http://schemas.microsoft.com/office/drawing/2014/main" id="{D567F75B-810F-49BB-8709-71458EBD050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F047629-CDB7-7862-E79C-9E5DE9DEFE64}"/>
              </a:ext>
            </a:extLst>
          </p:cNvPr>
          <p:cNvSpPr>
            <a:spLocks noGrp="1"/>
          </p:cNvSpPr>
          <p:nvPr>
            <p:ph type="sldNum" sz="quarter" idx="12"/>
          </p:nvPr>
        </p:nvSpPr>
        <p:spPr/>
        <p:txBody>
          <a:bodyPr/>
          <a:lstStyle/>
          <a:p>
            <a:fld id="{C8978238-406B-4699-AB21-651C037A7C8C}" type="slidenum">
              <a:rPr lang="en-GB" smtClean="0"/>
              <a:t>‹#›</a:t>
            </a:fld>
            <a:endParaRPr lang="en-GB"/>
          </a:p>
        </p:txBody>
      </p:sp>
    </p:spTree>
    <p:extLst>
      <p:ext uri="{BB962C8B-B14F-4D97-AF65-F5344CB8AC3E}">
        <p14:creationId xmlns:p14="http://schemas.microsoft.com/office/powerpoint/2010/main" val="1339420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4A70A-C14C-065B-0F41-BE9B2B9142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5031D98-0BA5-656E-5CE9-4E4D59DC3F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2D64B69-6199-89AE-B085-98CCAF70FB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481327-D31F-7636-4532-555448A79C7A}"/>
              </a:ext>
            </a:extLst>
          </p:cNvPr>
          <p:cNvSpPr>
            <a:spLocks noGrp="1"/>
          </p:cNvSpPr>
          <p:nvPr>
            <p:ph type="dt" sz="half" idx="10"/>
          </p:nvPr>
        </p:nvSpPr>
        <p:spPr/>
        <p:txBody>
          <a:bodyPr/>
          <a:lstStyle/>
          <a:p>
            <a:fld id="{37183861-4630-4623-8092-A2654EB59E19}" type="datetimeFigureOut">
              <a:rPr lang="en-GB" smtClean="0"/>
              <a:t>23/10/2025</a:t>
            </a:fld>
            <a:endParaRPr lang="en-GB"/>
          </a:p>
        </p:txBody>
      </p:sp>
      <p:sp>
        <p:nvSpPr>
          <p:cNvPr id="6" name="Footer Placeholder 5">
            <a:extLst>
              <a:ext uri="{FF2B5EF4-FFF2-40B4-BE49-F238E27FC236}">
                <a16:creationId xmlns:a16="http://schemas.microsoft.com/office/drawing/2014/main" id="{6468577F-3D3E-F585-0562-E9C791CF47E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67CD0FC-5787-92D2-5A8F-51720CDF2F0E}"/>
              </a:ext>
            </a:extLst>
          </p:cNvPr>
          <p:cNvSpPr>
            <a:spLocks noGrp="1"/>
          </p:cNvSpPr>
          <p:nvPr>
            <p:ph type="sldNum" sz="quarter" idx="12"/>
          </p:nvPr>
        </p:nvSpPr>
        <p:spPr/>
        <p:txBody>
          <a:bodyPr/>
          <a:lstStyle/>
          <a:p>
            <a:fld id="{C8978238-406B-4699-AB21-651C037A7C8C}" type="slidenum">
              <a:rPr lang="en-GB" smtClean="0"/>
              <a:t>‹#›</a:t>
            </a:fld>
            <a:endParaRPr lang="en-GB"/>
          </a:p>
        </p:txBody>
      </p:sp>
    </p:spTree>
    <p:extLst>
      <p:ext uri="{BB962C8B-B14F-4D97-AF65-F5344CB8AC3E}">
        <p14:creationId xmlns:p14="http://schemas.microsoft.com/office/powerpoint/2010/main" val="1413084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176CF-203D-2A87-4BEA-F6755AE52E8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8936206-1172-3BD0-0A66-19086CD8CD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2495A50-7AFF-FD94-6AEE-328444DBA092}"/>
              </a:ext>
            </a:extLst>
          </p:cNvPr>
          <p:cNvSpPr>
            <a:spLocks noGrp="1"/>
          </p:cNvSpPr>
          <p:nvPr>
            <p:ph type="dt" sz="half" idx="10"/>
          </p:nvPr>
        </p:nvSpPr>
        <p:spPr/>
        <p:txBody>
          <a:bodyPr/>
          <a:lstStyle/>
          <a:p>
            <a:fld id="{37183861-4630-4623-8092-A2654EB59E19}" type="datetimeFigureOut">
              <a:rPr lang="en-GB" smtClean="0"/>
              <a:t>23/10/2025</a:t>
            </a:fld>
            <a:endParaRPr lang="en-GB"/>
          </a:p>
        </p:txBody>
      </p:sp>
      <p:sp>
        <p:nvSpPr>
          <p:cNvPr id="5" name="Footer Placeholder 4">
            <a:extLst>
              <a:ext uri="{FF2B5EF4-FFF2-40B4-BE49-F238E27FC236}">
                <a16:creationId xmlns:a16="http://schemas.microsoft.com/office/drawing/2014/main" id="{4E2A9B06-4EC3-7D0A-85DA-91E27AAF896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4717C95-5B4D-1F56-1F8E-95E9DAA6C82C}"/>
              </a:ext>
            </a:extLst>
          </p:cNvPr>
          <p:cNvSpPr>
            <a:spLocks noGrp="1"/>
          </p:cNvSpPr>
          <p:nvPr>
            <p:ph type="sldNum" sz="quarter" idx="12"/>
          </p:nvPr>
        </p:nvSpPr>
        <p:spPr/>
        <p:txBody>
          <a:bodyPr/>
          <a:lstStyle/>
          <a:p>
            <a:fld id="{C8978238-406B-4699-AB21-651C037A7C8C}" type="slidenum">
              <a:rPr lang="en-GB" smtClean="0"/>
              <a:t>‹#›</a:t>
            </a:fld>
            <a:endParaRPr lang="en-GB"/>
          </a:p>
        </p:txBody>
      </p:sp>
    </p:spTree>
    <p:extLst>
      <p:ext uri="{BB962C8B-B14F-4D97-AF65-F5344CB8AC3E}">
        <p14:creationId xmlns:p14="http://schemas.microsoft.com/office/powerpoint/2010/main" val="2492417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C52FF1-E851-32AB-7D34-3C7E04CC10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97B23B4-F445-5BA7-40D7-B972D69F55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2DD0D66-335E-9EE6-F925-FCBA16585619}"/>
              </a:ext>
            </a:extLst>
          </p:cNvPr>
          <p:cNvSpPr>
            <a:spLocks noGrp="1"/>
          </p:cNvSpPr>
          <p:nvPr>
            <p:ph type="dt" sz="half" idx="10"/>
          </p:nvPr>
        </p:nvSpPr>
        <p:spPr/>
        <p:txBody>
          <a:bodyPr/>
          <a:lstStyle/>
          <a:p>
            <a:fld id="{37183861-4630-4623-8092-A2654EB59E19}" type="datetimeFigureOut">
              <a:rPr lang="en-GB" smtClean="0"/>
              <a:t>23/10/2025</a:t>
            </a:fld>
            <a:endParaRPr lang="en-GB"/>
          </a:p>
        </p:txBody>
      </p:sp>
      <p:sp>
        <p:nvSpPr>
          <p:cNvPr id="5" name="Footer Placeholder 4">
            <a:extLst>
              <a:ext uri="{FF2B5EF4-FFF2-40B4-BE49-F238E27FC236}">
                <a16:creationId xmlns:a16="http://schemas.microsoft.com/office/drawing/2014/main" id="{9285814C-E763-5F07-B92F-F645473C982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826EF43-7639-C109-3F7C-E5BA35930CCD}"/>
              </a:ext>
            </a:extLst>
          </p:cNvPr>
          <p:cNvSpPr>
            <a:spLocks noGrp="1"/>
          </p:cNvSpPr>
          <p:nvPr>
            <p:ph type="sldNum" sz="quarter" idx="12"/>
          </p:nvPr>
        </p:nvSpPr>
        <p:spPr/>
        <p:txBody>
          <a:bodyPr/>
          <a:lstStyle/>
          <a:p>
            <a:fld id="{C8978238-406B-4699-AB21-651C037A7C8C}" type="slidenum">
              <a:rPr lang="en-GB" smtClean="0"/>
              <a:t>‹#›</a:t>
            </a:fld>
            <a:endParaRPr lang="en-GB"/>
          </a:p>
        </p:txBody>
      </p:sp>
    </p:spTree>
    <p:extLst>
      <p:ext uri="{BB962C8B-B14F-4D97-AF65-F5344CB8AC3E}">
        <p14:creationId xmlns:p14="http://schemas.microsoft.com/office/powerpoint/2010/main" val="664467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350C99-3A72-F456-E7BA-4F311E5C8D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0FE208E-7FB3-82AB-2E23-AD3435BD45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5A5E986-6133-B00B-4664-A681847DAC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183861-4630-4623-8092-A2654EB59E19}" type="datetimeFigureOut">
              <a:rPr lang="en-GB" smtClean="0"/>
              <a:t>23/10/2025</a:t>
            </a:fld>
            <a:endParaRPr lang="en-GB"/>
          </a:p>
        </p:txBody>
      </p:sp>
      <p:sp>
        <p:nvSpPr>
          <p:cNvPr id="5" name="Footer Placeholder 4">
            <a:extLst>
              <a:ext uri="{FF2B5EF4-FFF2-40B4-BE49-F238E27FC236}">
                <a16:creationId xmlns:a16="http://schemas.microsoft.com/office/drawing/2014/main" id="{8170FBB5-BA93-9AF9-1A82-256175EB93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1EC56FCE-52FB-F0C4-8681-077D48C93B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978238-406B-4699-AB21-651C037A7C8C}" type="slidenum">
              <a:rPr lang="en-GB" smtClean="0"/>
              <a:t>‹#›</a:t>
            </a:fld>
            <a:endParaRPr lang="en-GB"/>
          </a:p>
        </p:txBody>
      </p:sp>
    </p:spTree>
    <p:extLst>
      <p:ext uri="{BB962C8B-B14F-4D97-AF65-F5344CB8AC3E}">
        <p14:creationId xmlns:p14="http://schemas.microsoft.com/office/powerpoint/2010/main" val="35111522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33" name="Group 1032">
            <a:extLst>
              <a:ext uri="{FF2B5EF4-FFF2-40B4-BE49-F238E27FC236}">
                <a16:creationId xmlns:a16="http://schemas.microsoft.com/office/drawing/2014/main" id="{81CC5389-CB4A-43B7-9A0E-5447CE0BC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034" name="Color">
              <a:extLst>
                <a:ext uri="{FF2B5EF4-FFF2-40B4-BE49-F238E27FC236}">
                  <a16:creationId xmlns:a16="http://schemas.microsoft.com/office/drawing/2014/main" id="{017160F5-4BB5-41FB-B2D8-0AE0A6D76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5" name="Color">
              <a:extLst>
                <a:ext uri="{FF2B5EF4-FFF2-40B4-BE49-F238E27FC236}">
                  <a16:creationId xmlns:a16="http://schemas.microsoft.com/office/drawing/2014/main" id="{5AB10530-0B6F-40EF-9B05-F388D1BCB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37" name="Color">
            <a:extLst>
              <a:ext uri="{FF2B5EF4-FFF2-40B4-BE49-F238E27FC236}">
                <a16:creationId xmlns:a16="http://schemas.microsoft.com/office/drawing/2014/main" id="{145B2F28-3A18-4BC2-8E92-9AF66F147C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2804" y="598259"/>
            <a:ext cx="10889442" cy="5680742"/>
          </a:xfrm>
          <a:prstGeom prst="rect">
            <a:avLst/>
          </a:prstGeom>
          <a:solidFill>
            <a:srgbClr val="599A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Beds repaired | Secondary school ...">
            <a:extLst>
              <a:ext uri="{FF2B5EF4-FFF2-40B4-BE49-F238E27FC236}">
                <a16:creationId xmlns:a16="http://schemas.microsoft.com/office/drawing/2014/main" id="{697D47A0-1F0B-E701-50B8-B24A10B7F0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3"/>
          <a:stretch>
            <a:fillRect/>
          </a:stretch>
        </p:blipFill>
        <p:spPr bwMode="auto">
          <a:xfrm>
            <a:off x="4747307" y="653615"/>
            <a:ext cx="6702822" cy="5540004"/>
          </a:xfrm>
          <a:prstGeom prst="rect">
            <a:avLst/>
          </a:prstGeom>
          <a:noFill/>
          <a:extLst>
            <a:ext uri="{909E8E84-426E-40DD-AFC4-6F175D3DCCD1}">
              <a14:hiddenFill xmlns:a14="http://schemas.microsoft.com/office/drawing/2010/main">
                <a:solidFill>
                  <a:srgbClr val="FFFFFF"/>
                </a:solidFill>
              </a14:hiddenFill>
            </a:ext>
          </a:extLst>
        </p:spPr>
      </p:pic>
      <p:grpSp>
        <p:nvGrpSpPr>
          <p:cNvPr id="1039" name="Group 1038">
            <a:extLst>
              <a:ext uri="{FF2B5EF4-FFF2-40B4-BE49-F238E27FC236}">
                <a16:creationId xmlns:a16="http://schemas.microsoft.com/office/drawing/2014/main" id="{FA65A26F-1F64-451C-BFA2-F92410951F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0" y="0"/>
            <a:chExt cx="12188952" cy="6858000"/>
          </a:xfrm>
        </p:grpSpPr>
        <p:sp>
          <p:nvSpPr>
            <p:cNvPr id="1040" name="Freeform: Shape 1039">
              <a:extLst>
                <a:ext uri="{FF2B5EF4-FFF2-40B4-BE49-F238E27FC236}">
                  <a16:creationId xmlns:a16="http://schemas.microsoft.com/office/drawing/2014/main" id="{635C965A-C516-42B1-844F-9472408C9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Freeform: Shape 1040">
              <a:extLst>
                <a:ext uri="{FF2B5EF4-FFF2-40B4-BE49-F238E27FC236}">
                  <a16:creationId xmlns:a16="http://schemas.microsoft.com/office/drawing/2014/main" id="{C4C44BFB-148D-4919-BEE5-0138A35BCC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Freeform: Shape 1041">
              <a:extLst>
                <a:ext uri="{FF2B5EF4-FFF2-40B4-BE49-F238E27FC236}">
                  <a16:creationId xmlns:a16="http://schemas.microsoft.com/office/drawing/2014/main" id="{CD704AD9-4DAA-4F0F-8B02-8B765658A5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Freeform: Shape 1042">
              <a:extLst>
                <a:ext uri="{FF2B5EF4-FFF2-40B4-BE49-F238E27FC236}">
                  <a16:creationId xmlns:a16="http://schemas.microsoft.com/office/drawing/2014/main" id="{9F9F0EF2-FB12-49A3-B73C-E38141A55F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Freeform: Shape 1043">
              <a:extLst>
                <a:ext uri="{FF2B5EF4-FFF2-40B4-BE49-F238E27FC236}">
                  <a16:creationId xmlns:a16="http://schemas.microsoft.com/office/drawing/2014/main" id="{49A9DBF1-1403-4BE8-B87E-0393E9CDE4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5" name="Freeform: Shape 1044">
              <a:extLst>
                <a:ext uri="{FF2B5EF4-FFF2-40B4-BE49-F238E27FC236}">
                  <a16:creationId xmlns:a16="http://schemas.microsoft.com/office/drawing/2014/main" id="{3979BDB7-FA20-4F60-97B1-CF3696395B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Freeform: Shape 1045">
              <a:extLst>
                <a:ext uri="{FF2B5EF4-FFF2-40B4-BE49-F238E27FC236}">
                  <a16:creationId xmlns:a16="http://schemas.microsoft.com/office/drawing/2014/main" id="{3B7D32B5-D9D6-467E-8349-4A1A840FA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5C0729-4062-0B19-156A-2B405A251B3F}"/>
              </a:ext>
            </a:extLst>
          </p:cNvPr>
          <p:cNvSpPr>
            <a:spLocks noGrp="1"/>
          </p:cNvSpPr>
          <p:nvPr>
            <p:ph type="ctrTitle"/>
          </p:nvPr>
        </p:nvSpPr>
        <p:spPr>
          <a:xfrm>
            <a:off x="1012644" y="719268"/>
            <a:ext cx="3573794" cy="2905120"/>
          </a:xfrm>
        </p:spPr>
        <p:txBody>
          <a:bodyPr anchor="b">
            <a:normAutofit/>
          </a:bodyPr>
          <a:lstStyle/>
          <a:p>
            <a:pPr algn="l"/>
            <a:r>
              <a:rPr lang="en-GB" sz="4800">
                <a:solidFill>
                  <a:schemeClr val="tx2"/>
                </a:solidFill>
              </a:rPr>
              <a:t>Reported Speech</a:t>
            </a:r>
          </a:p>
        </p:txBody>
      </p:sp>
      <p:sp>
        <p:nvSpPr>
          <p:cNvPr id="3" name="Subtitle 2">
            <a:extLst>
              <a:ext uri="{FF2B5EF4-FFF2-40B4-BE49-F238E27FC236}">
                <a16:creationId xmlns:a16="http://schemas.microsoft.com/office/drawing/2014/main" id="{C4EA3ED6-A67E-AB7E-3A2F-596C2B9F4554}"/>
              </a:ext>
            </a:extLst>
          </p:cNvPr>
          <p:cNvSpPr>
            <a:spLocks noGrp="1"/>
          </p:cNvSpPr>
          <p:nvPr>
            <p:ph type="subTitle" idx="1"/>
          </p:nvPr>
        </p:nvSpPr>
        <p:spPr>
          <a:xfrm>
            <a:off x="1012643" y="3764655"/>
            <a:ext cx="3573793" cy="2374078"/>
          </a:xfrm>
        </p:spPr>
        <p:txBody>
          <a:bodyPr anchor="t">
            <a:normAutofit/>
          </a:bodyPr>
          <a:lstStyle/>
          <a:p>
            <a:pPr algn="l"/>
            <a:r>
              <a:rPr lang="en-GB">
                <a:solidFill>
                  <a:schemeClr val="tx2"/>
                </a:solidFill>
              </a:rPr>
              <a:t>Buying a bed</a:t>
            </a:r>
          </a:p>
          <a:p>
            <a:pPr algn="l"/>
            <a:endParaRPr lang="en-GB">
              <a:solidFill>
                <a:schemeClr val="tx2"/>
              </a:solidFill>
            </a:endParaRPr>
          </a:p>
        </p:txBody>
      </p:sp>
    </p:spTree>
    <p:extLst>
      <p:ext uri="{BB962C8B-B14F-4D97-AF65-F5344CB8AC3E}">
        <p14:creationId xmlns:p14="http://schemas.microsoft.com/office/powerpoint/2010/main" val="2639493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E282F1-E9DF-779F-52A5-0D71ADFD1544}"/>
              </a:ext>
            </a:extLst>
          </p:cNvPr>
          <p:cNvSpPr txBox="1"/>
          <p:nvPr/>
        </p:nvSpPr>
        <p:spPr>
          <a:xfrm>
            <a:off x="864433" y="221023"/>
            <a:ext cx="10463134" cy="3323987"/>
          </a:xfrm>
          <a:prstGeom prst="rect">
            <a:avLst/>
          </a:prstGeom>
          <a:noFill/>
        </p:spPr>
        <p:txBody>
          <a:bodyPr wrap="square" rtlCol="0">
            <a:spAutoFit/>
          </a:bodyPr>
          <a:lstStyle/>
          <a:p>
            <a:pPr algn="ctr"/>
            <a:r>
              <a:rPr lang="en-GB" sz="3200" u="sng" dirty="0">
                <a:solidFill>
                  <a:schemeClr val="accent1">
                    <a:lumMod val="75000"/>
                  </a:schemeClr>
                </a:solidFill>
              </a:rPr>
              <a:t>Single bed for sale</a:t>
            </a:r>
          </a:p>
          <a:p>
            <a:endParaRPr lang="en-GB" dirty="0"/>
          </a:p>
          <a:p>
            <a:pPr algn="just"/>
            <a:r>
              <a:rPr lang="en-GB" sz="3200" i="1" dirty="0">
                <a:solidFill>
                  <a:schemeClr val="accent1">
                    <a:lumMod val="75000"/>
                  </a:schemeClr>
                </a:solidFill>
              </a:rPr>
              <a:t>“I’m selling this bed in good condition for £120. The mattress is clean and lightly used. Buyer can collect it or request local delivery. Delivery will take 2–3 days. Payment by cash or card on collection or delivery. Return if not satisfied."</a:t>
            </a:r>
          </a:p>
        </p:txBody>
      </p:sp>
      <p:sp>
        <p:nvSpPr>
          <p:cNvPr id="4" name="TextBox 3">
            <a:extLst>
              <a:ext uri="{FF2B5EF4-FFF2-40B4-BE49-F238E27FC236}">
                <a16:creationId xmlns:a16="http://schemas.microsoft.com/office/drawing/2014/main" id="{5B0F8389-74E4-716C-0455-851A95BF5749}"/>
              </a:ext>
            </a:extLst>
          </p:cNvPr>
          <p:cNvSpPr txBox="1"/>
          <p:nvPr/>
        </p:nvSpPr>
        <p:spPr>
          <a:xfrm>
            <a:off x="869430" y="3769863"/>
            <a:ext cx="10792918" cy="3231654"/>
          </a:xfrm>
          <a:prstGeom prst="rect">
            <a:avLst/>
          </a:prstGeom>
          <a:noFill/>
        </p:spPr>
        <p:txBody>
          <a:bodyPr wrap="square" rtlCol="0">
            <a:spAutoFit/>
          </a:bodyPr>
          <a:lstStyle/>
          <a:p>
            <a:r>
              <a:rPr lang="en-GB" sz="2800" dirty="0"/>
              <a:t>Last week you bought a bed. It was delivered in a terrible condition 5 days after you ordered it, and the driver wouldn’t take your card. You had to borrow cash from your roommate. Now they will not let you return it. </a:t>
            </a:r>
          </a:p>
          <a:p>
            <a:r>
              <a:rPr lang="en-GB" sz="2800" dirty="0"/>
              <a:t>Task: Write an email to your friend explaining what the advert said and why you are angry. </a:t>
            </a:r>
          </a:p>
          <a:p>
            <a:endParaRPr lang="en-GB" dirty="0"/>
          </a:p>
          <a:p>
            <a:endParaRPr lang="en-GB" dirty="0"/>
          </a:p>
        </p:txBody>
      </p:sp>
    </p:spTree>
    <p:extLst>
      <p:ext uri="{BB962C8B-B14F-4D97-AF65-F5344CB8AC3E}">
        <p14:creationId xmlns:p14="http://schemas.microsoft.com/office/powerpoint/2010/main" val="34837722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52E404-E180-E9CD-D62D-97097D4C8E30}"/>
              </a:ext>
            </a:extLst>
          </p:cNvPr>
          <p:cNvSpPr txBox="1"/>
          <p:nvPr/>
        </p:nvSpPr>
        <p:spPr>
          <a:xfrm>
            <a:off x="1004340" y="579677"/>
            <a:ext cx="10418164" cy="2554545"/>
          </a:xfrm>
          <a:prstGeom prst="rect">
            <a:avLst/>
          </a:prstGeom>
          <a:noFill/>
        </p:spPr>
        <p:txBody>
          <a:bodyPr wrap="square" rtlCol="0">
            <a:spAutoFit/>
          </a:bodyPr>
          <a:lstStyle/>
          <a:p>
            <a:r>
              <a:rPr lang="en-GB" sz="3200" dirty="0"/>
              <a:t>Hi ________</a:t>
            </a:r>
          </a:p>
          <a:p>
            <a:endParaRPr lang="en-GB" sz="3200" dirty="0"/>
          </a:p>
          <a:p>
            <a:r>
              <a:rPr lang="en-GB" sz="3200" dirty="0"/>
              <a:t>You’ll never guess what happened! Last week I finally decided to buy a new bed. I couldn’t afford a new one, so I went online. I found one which I thought was great but …….</a:t>
            </a:r>
          </a:p>
        </p:txBody>
      </p:sp>
      <p:sp>
        <p:nvSpPr>
          <p:cNvPr id="3" name="TextBox 2">
            <a:extLst>
              <a:ext uri="{FF2B5EF4-FFF2-40B4-BE49-F238E27FC236}">
                <a16:creationId xmlns:a16="http://schemas.microsoft.com/office/drawing/2014/main" id="{94576B7E-8CD8-EA85-C282-7F900F680F43}"/>
              </a:ext>
            </a:extLst>
          </p:cNvPr>
          <p:cNvSpPr txBox="1"/>
          <p:nvPr/>
        </p:nvSpPr>
        <p:spPr>
          <a:xfrm>
            <a:off x="1164236" y="3723778"/>
            <a:ext cx="2488367" cy="2677656"/>
          </a:xfrm>
          <a:prstGeom prst="rect">
            <a:avLst/>
          </a:prstGeom>
          <a:noFill/>
        </p:spPr>
        <p:txBody>
          <a:bodyPr wrap="square" rtlCol="0">
            <a:spAutoFit/>
          </a:bodyPr>
          <a:lstStyle/>
          <a:p>
            <a:r>
              <a:rPr lang="en-GB" sz="2400" dirty="0"/>
              <a:t>Reporting verbs:</a:t>
            </a:r>
          </a:p>
          <a:p>
            <a:r>
              <a:rPr lang="en-GB" sz="2400" dirty="0"/>
              <a:t>Said</a:t>
            </a:r>
          </a:p>
          <a:p>
            <a:r>
              <a:rPr lang="en-GB" sz="2400" dirty="0"/>
              <a:t>Claimed</a:t>
            </a:r>
          </a:p>
          <a:p>
            <a:r>
              <a:rPr lang="en-GB" sz="2400" dirty="0"/>
              <a:t>Mentioned</a:t>
            </a:r>
          </a:p>
          <a:p>
            <a:r>
              <a:rPr lang="en-GB" sz="2400" dirty="0"/>
              <a:t>Described</a:t>
            </a:r>
          </a:p>
          <a:p>
            <a:r>
              <a:rPr lang="en-GB" sz="2400" dirty="0"/>
              <a:t>Stated</a:t>
            </a:r>
          </a:p>
          <a:p>
            <a:r>
              <a:rPr lang="en-GB" sz="2400" dirty="0"/>
              <a:t>Denied</a:t>
            </a:r>
          </a:p>
        </p:txBody>
      </p:sp>
      <p:sp>
        <p:nvSpPr>
          <p:cNvPr id="4" name="TextBox 3">
            <a:extLst>
              <a:ext uri="{FF2B5EF4-FFF2-40B4-BE49-F238E27FC236}">
                <a16:creationId xmlns:a16="http://schemas.microsoft.com/office/drawing/2014/main" id="{4A08D1E9-010E-E9E5-5681-28FDFECC2A2C}"/>
              </a:ext>
            </a:extLst>
          </p:cNvPr>
          <p:cNvSpPr txBox="1"/>
          <p:nvPr/>
        </p:nvSpPr>
        <p:spPr>
          <a:xfrm>
            <a:off x="5511384" y="4093110"/>
            <a:ext cx="5516380" cy="1938992"/>
          </a:xfrm>
          <a:prstGeom prst="rect">
            <a:avLst/>
          </a:prstGeom>
          <a:noFill/>
        </p:spPr>
        <p:txBody>
          <a:bodyPr wrap="square" rtlCol="0">
            <a:spAutoFit/>
          </a:bodyPr>
          <a:lstStyle/>
          <a:p>
            <a:r>
              <a:rPr lang="en-GB" sz="2400" dirty="0"/>
              <a:t>Write two paragraphs. </a:t>
            </a:r>
          </a:p>
          <a:p>
            <a:endParaRPr lang="en-GB" sz="2400" dirty="0"/>
          </a:p>
          <a:p>
            <a:pPr marL="342900" indent="-342900">
              <a:buAutoNum type="arabicParenR"/>
            </a:pPr>
            <a:r>
              <a:rPr lang="en-GB" sz="2400" dirty="0"/>
              <a:t>What happened</a:t>
            </a:r>
          </a:p>
          <a:p>
            <a:pPr marL="342900" indent="-342900">
              <a:buAutoNum type="arabicParenR"/>
            </a:pPr>
            <a:endParaRPr lang="en-GB" sz="2400" dirty="0"/>
          </a:p>
          <a:p>
            <a:pPr marL="342900" indent="-342900">
              <a:buAutoNum type="arabicParenR"/>
            </a:pPr>
            <a:r>
              <a:rPr lang="en-GB" sz="2400" dirty="0"/>
              <a:t>What do you want to do now</a:t>
            </a:r>
          </a:p>
        </p:txBody>
      </p:sp>
    </p:spTree>
    <p:extLst>
      <p:ext uri="{BB962C8B-B14F-4D97-AF65-F5344CB8AC3E}">
        <p14:creationId xmlns:p14="http://schemas.microsoft.com/office/powerpoint/2010/main" val="19100340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B7CBCCB-C6B9-42C1-8477-ACD8C6D827AE}"/>
</file>

<file path=customXml/itemProps2.xml><?xml version="1.0" encoding="utf-8"?>
<ds:datastoreItem xmlns:ds="http://schemas.openxmlformats.org/officeDocument/2006/customXml" ds:itemID="{CCD12FD7-B309-4545-BC3F-2728D9901904}"/>
</file>

<file path=customXml/itemProps3.xml><?xml version="1.0" encoding="utf-8"?>
<ds:datastoreItem xmlns:ds="http://schemas.openxmlformats.org/officeDocument/2006/customXml" ds:itemID="{9370FA2A-2547-4297-947F-6C954CAF79E6}"/>
</file>

<file path=docProps/app.xml><?xml version="1.0" encoding="utf-8"?>
<Properties xmlns="http://schemas.openxmlformats.org/officeDocument/2006/extended-properties" xmlns:vt="http://schemas.openxmlformats.org/officeDocument/2006/docPropsVTypes">
  <TotalTime>28</TotalTime>
  <Words>188</Words>
  <Application>Microsoft Office PowerPoint</Application>
  <PresentationFormat>Widescreen</PresentationFormat>
  <Paragraphs>22</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Reported Speech</vt:lpstr>
      <vt:lpstr>PowerPoint Presentation</vt:lpstr>
      <vt:lpstr>PowerPoint Presentation</vt:lpstr>
    </vt:vector>
  </TitlesOfParts>
  <Company>Cardiff and Vale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 Nasrallah</dc:creator>
  <cp:lastModifiedBy>Julia Nasrallah</cp:lastModifiedBy>
  <cp:revision>1</cp:revision>
  <dcterms:created xsi:type="dcterms:W3CDTF">2025-10-23T14:42:09Z</dcterms:created>
  <dcterms:modified xsi:type="dcterms:W3CDTF">2025-10-23T15:10:27Z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0x0101006794325352E032448D621CCF83E7CDF4</vt:lpwstr>
  </property>
  <property fmtid="{D5CDD505-2E9C-101B-9397-08002B2CF9AE}" pid="3" name="Order">
    <vt:r8>20402800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