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2F6F6-CD4D-4D0F-9CE4-DA99CFAFC5EE}" v="1" dt="2026-06-25T13:32:47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4" d="100"/>
          <a:sy n="64" d="100"/>
        </p:scale>
        <p:origin x="5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6c8ffccf-7c1b-4173-8b93-861005bd5f70" providerId="ADAL" clId="{340A04FB-801D-4D33-9372-268FA29A2369}"/>
    <pc:docChg chg="undo custSel addSld delSld modSld">
      <pc:chgData name="Andrew Patterson" userId="6c8ffccf-7c1b-4173-8b93-861005bd5f70" providerId="ADAL" clId="{340A04FB-801D-4D33-9372-268FA29A2369}" dt="2026-06-25T13:34:28.780" v="2196" actId="1076"/>
      <pc:docMkLst>
        <pc:docMk/>
      </pc:docMkLst>
      <pc:sldChg chg="delSp modSp mod">
        <pc:chgData name="Andrew Patterson" userId="6c8ffccf-7c1b-4173-8b93-861005bd5f70" providerId="ADAL" clId="{340A04FB-801D-4D33-9372-268FA29A2369}" dt="2026-06-19T15:38:52.966" v="6" actId="1076"/>
        <pc:sldMkLst>
          <pc:docMk/>
          <pc:sldMk cId="109857222" sldId="256"/>
        </pc:sldMkLst>
        <pc:spChg chg="mod">
          <ac:chgData name="Andrew Patterson" userId="6c8ffccf-7c1b-4173-8b93-861005bd5f70" providerId="ADAL" clId="{340A04FB-801D-4D33-9372-268FA29A2369}" dt="2026-06-19T15:38:52.966" v="6" actId="1076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 new mod">
        <pc:chgData name="Andrew Patterson" userId="6c8ffccf-7c1b-4173-8b93-861005bd5f70" providerId="ADAL" clId="{340A04FB-801D-4D33-9372-268FA29A2369}" dt="2026-06-19T15:49:53.874" v="101" actId="1076"/>
        <pc:sldMkLst>
          <pc:docMk/>
          <pc:sldMk cId="409732726" sldId="257"/>
        </pc:sldMkLst>
        <pc:spChg chg="add mod">
          <ac:chgData name="Andrew Patterson" userId="6c8ffccf-7c1b-4173-8b93-861005bd5f70" providerId="ADAL" clId="{340A04FB-801D-4D33-9372-268FA29A2369}" dt="2026-06-19T15:49:53.874" v="101" actId="1076"/>
          <ac:spMkLst>
            <pc:docMk/>
            <pc:sldMk cId="409732726" sldId="257"/>
            <ac:spMk id="11" creationId="{5922078F-92CA-DBF2-BB67-81E3B08CF7E3}"/>
          </ac:spMkLst>
        </pc:spChg>
        <pc:picChg chg="add mod">
          <ac:chgData name="Andrew Patterson" userId="6c8ffccf-7c1b-4173-8b93-861005bd5f70" providerId="ADAL" clId="{340A04FB-801D-4D33-9372-268FA29A2369}" dt="2026-06-19T15:44:23.568" v="60" actId="1076"/>
          <ac:picMkLst>
            <pc:docMk/>
            <pc:sldMk cId="409732726" sldId="257"/>
            <ac:picMk id="7" creationId="{CFCD76FE-39B7-6559-9DE4-7B1B998B4E8C}"/>
          </ac:picMkLst>
        </pc:picChg>
        <pc:picChg chg="add mod">
          <ac:chgData name="Andrew Patterson" userId="6c8ffccf-7c1b-4173-8b93-861005bd5f70" providerId="ADAL" clId="{340A04FB-801D-4D33-9372-268FA29A2369}" dt="2026-06-19T15:45:20.160" v="72" actId="14100"/>
          <ac:picMkLst>
            <pc:docMk/>
            <pc:sldMk cId="409732726" sldId="257"/>
            <ac:picMk id="9" creationId="{2132EBF5-4651-5466-8B82-824222388962}"/>
          </ac:picMkLst>
        </pc:picChg>
      </pc:sldChg>
      <pc:sldChg chg="addSp modSp new mod setBg">
        <pc:chgData name="Andrew Patterson" userId="6c8ffccf-7c1b-4173-8b93-861005bd5f70" providerId="ADAL" clId="{340A04FB-801D-4D33-9372-268FA29A2369}" dt="2026-06-19T15:50:43.704" v="112"/>
        <pc:sldMkLst>
          <pc:docMk/>
          <pc:sldMk cId="3997918637" sldId="258"/>
        </pc:sldMkLst>
        <pc:picChg chg="add mod">
          <ac:chgData name="Andrew Patterson" userId="6c8ffccf-7c1b-4173-8b93-861005bd5f70" providerId="ADAL" clId="{340A04FB-801D-4D33-9372-268FA29A2369}" dt="2026-06-19T15:50:30.027" v="111" actId="688"/>
          <ac:picMkLst>
            <pc:docMk/>
            <pc:sldMk cId="3997918637" sldId="258"/>
            <ac:picMk id="3" creationId="{410EB48D-2DE6-68BE-9764-8AD190F84687}"/>
          </ac:picMkLst>
        </pc:picChg>
      </pc:sldChg>
      <pc:sldChg chg="addSp delSp modSp new mod">
        <pc:chgData name="Andrew Patterson" userId="6c8ffccf-7c1b-4173-8b93-861005bd5f70" providerId="ADAL" clId="{340A04FB-801D-4D33-9372-268FA29A2369}" dt="2026-06-19T15:54:01.822" v="132" actId="1076"/>
        <pc:sldMkLst>
          <pc:docMk/>
          <pc:sldMk cId="1296569128" sldId="259"/>
        </pc:sldMkLst>
        <pc:picChg chg="add mod">
          <ac:chgData name="Andrew Patterson" userId="6c8ffccf-7c1b-4173-8b93-861005bd5f70" providerId="ADAL" clId="{340A04FB-801D-4D33-9372-268FA29A2369}" dt="2026-06-19T15:54:01.822" v="132" actId="1076"/>
          <ac:picMkLst>
            <pc:docMk/>
            <pc:sldMk cId="1296569128" sldId="259"/>
            <ac:picMk id="7" creationId="{0C265779-E019-1558-F4A7-9D938FC631DC}"/>
          </ac:picMkLst>
        </pc:picChg>
      </pc:sldChg>
      <pc:sldChg chg="addSp modSp new mod">
        <pc:chgData name="Andrew Patterson" userId="6c8ffccf-7c1b-4173-8b93-861005bd5f70" providerId="ADAL" clId="{340A04FB-801D-4D33-9372-268FA29A2369}" dt="2026-06-19T15:54:48.183" v="138" actId="1076"/>
        <pc:sldMkLst>
          <pc:docMk/>
          <pc:sldMk cId="3417535677" sldId="260"/>
        </pc:sldMkLst>
        <pc:picChg chg="add mod">
          <ac:chgData name="Andrew Patterson" userId="6c8ffccf-7c1b-4173-8b93-861005bd5f70" providerId="ADAL" clId="{340A04FB-801D-4D33-9372-268FA29A2369}" dt="2026-06-19T15:54:48.183" v="138" actId="1076"/>
          <ac:picMkLst>
            <pc:docMk/>
            <pc:sldMk cId="3417535677" sldId="260"/>
            <ac:picMk id="3" creationId="{F098D207-A4DE-9F29-CB02-625114143C6F}"/>
          </ac:picMkLst>
        </pc:picChg>
      </pc:sldChg>
      <pc:sldChg chg="addSp modSp new mod">
        <pc:chgData name="Andrew Patterson" userId="6c8ffccf-7c1b-4173-8b93-861005bd5f70" providerId="ADAL" clId="{340A04FB-801D-4D33-9372-268FA29A2369}" dt="2026-06-19T15:55:31.640" v="141" actId="14100"/>
        <pc:sldMkLst>
          <pc:docMk/>
          <pc:sldMk cId="1825603293" sldId="261"/>
        </pc:sldMkLst>
        <pc:picChg chg="add mod">
          <ac:chgData name="Andrew Patterson" userId="6c8ffccf-7c1b-4173-8b93-861005bd5f70" providerId="ADAL" clId="{340A04FB-801D-4D33-9372-268FA29A2369}" dt="2026-06-19T15:55:31.640" v="141" actId="14100"/>
          <ac:picMkLst>
            <pc:docMk/>
            <pc:sldMk cId="1825603293" sldId="261"/>
            <ac:picMk id="3" creationId="{3A4AA76A-8B84-A967-C953-0DC5B2DAC8FB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6-19T15:59:03.146" v="323" actId="1037"/>
        <pc:sldMkLst>
          <pc:docMk/>
          <pc:sldMk cId="3671324396" sldId="262"/>
        </pc:sldMkLst>
        <pc:spChg chg="add mod">
          <ac:chgData name="Andrew Patterson" userId="6c8ffccf-7c1b-4173-8b93-861005bd5f70" providerId="ADAL" clId="{340A04FB-801D-4D33-9372-268FA29A2369}" dt="2026-06-19T15:58:01.209" v="158" actId="1076"/>
          <ac:spMkLst>
            <pc:docMk/>
            <pc:sldMk cId="3671324396" sldId="262"/>
            <ac:spMk id="4" creationId="{236B3ECB-DF64-BB6F-5086-BD3D2062E3DA}"/>
          </ac:spMkLst>
        </pc:spChg>
        <pc:spChg chg="add mod">
          <ac:chgData name="Andrew Patterson" userId="6c8ffccf-7c1b-4173-8b93-861005bd5f70" providerId="ADAL" clId="{340A04FB-801D-4D33-9372-268FA29A2369}" dt="2026-06-19T15:58:32.145" v="240" actId="1037"/>
          <ac:spMkLst>
            <pc:docMk/>
            <pc:sldMk cId="3671324396" sldId="262"/>
            <ac:spMk id="5" creationId="{54CCC99F-0C6F-95F7-5DF1-A847E16C8C71}"/>
          </ac:spMkLst>
        </pc:spChg>
        <pc:spChg chg="add mod">
          <ac:chgData name="Andrew Patterson" userId="6c8ffccf-7c1b-4173-8b93-861005bd5f70" providerId="ADAL" clId="{340A04FB-801D-4D33-9372-268FA29A2369}" dt="2026-06-19T15:58:44.522" v="285" actId="1035"/>
          <ac:spMkLst>
            <pc:docMk/>
            <pc:sldMk cId="3671324396" sldId="262"/>
            <ac:spMk id="6" creationId="{48B1714A-3FC5-62AD-A269-49786FA4259A}"/>
          </ac:spMkLst>
        </pc:spChg>
        <pc:spChg chg="add mod">
          <ac:chgData name="Andrew Patterson" userId="6c8ffccf-7c1b-4173-8b93-861005bd5f70" providerId="ADAL" clId="{340A04FB-801D-4D33-9372-268FA29A2369}" dt="2026-06-19T15:59:03.146" v="323" actId="1037"/>
          <ac:spMkLst>
            <pc:docMk/>
            <pc:sldMk cId="3671324396" sldId="262"/>
            <ac:spMk id="7" creationId="{0CD05E71-C616-6233-3BB1-32A1D459A7EB}"/>
          </ac:spMkLst>
        </pc:spChg>
        <pc:picChg chg="add mod">
          <ac:chgData name="Andrew Patterson" userId="6c8ffccf-7c1b-4173-8b93-861005bd5f70" providerId="ADAL" clId="{340A04FB-801D-4D33-9372-268FA29A2369}" dt="2026-06-19T15:56:48.986" v="150" actId="14100"/>
          <ac:picMkLst>
            <pc:docMk/>
            <pc:sldMk cId="3671324396" sldId="262"/>
            <ac:picMk id="3" creationId="{57718F97-52C8-921F-5AE0-79CB6FDEDB40}"/>
          </ac:picMkLst>
        </pc:picChg>
      </pc:sldChg>
      <pc:sldChg chg="addSp delSp modSp new mod delAnim modAnim">
        <pc:chgData name="Andrew Patterson" userId="6c8ffccf-7c1b-4173-8b93-861005bd5f70" providerId="ADAL" clId="{340A04FB-801D-4D33-9372-268FA29A2369}" dt="2026-06-22T09:03:48.174" v="1839" actId="14100"/>
        <pc:sldMkLst>
          <pc:docMk/>
          <pc:sldMk cId="2495626128" sldId="263"/>
        </pc:sldMkLst>
        <pc:spChg chg="add mod">
          <ac:chgData name="Andrew Patterson" userId="6c8ffccf-7c1b-4173-8b93-861005bd5f70" providerId="ADAL" clId="{340A04FB-801D-4D33-9372-268FA29A2369}" dt="2026-06-22T08:24:29.407" v="954" actId="1076"/>
          <ac:spMkLst>
            <pc:docMk/>
            <pc:sldMk cId="2495626128" sldId="263"/>
            <ac:spMk id="2" creationId="{2F3687DD-E725-A7B8-EF11-5A2198E1811F}"/>
          </ac:spMkLst>
        </pc:spChg>
        <pc:spChg chg="add mod">
          <ac:chgData name="Andrew Patterson" userId="6c8ffccf-7c1b-4173-8b93-861005bd5f70" providerId="ADAL" clId="{340A04FB-801D-4D33-9372-268FA29A2369}" dt="2026-06-22T08:18:04.268" v="632" actId="1076"/>
          <ac:spMkLst>
            <pc:docMk/>
            <pc:sldMk cId="2495626128" sldId="263"/>
            <ac:spMk id="5" creationId="{CC24EEF1-7DF3-5927-DEF6-753471BC242C}"/>
          </ac:spMkLst>
        </pc:spChg>
        <pc:spChg chg="add mod">
          <ac:chgData name="Andrew Patterson" userId="6c8ffccf-7c1b-4173-8b93-861005bd5f70" providerId="ADAL" clId="{340A04FB-801D-4D33-9372-268FA29A2369}" dt="2026-06-22T08:22:58.676" v="874" actId="1076"/>
          <ac:spMkLst>
            <pc:docMk/>
            <pc:sldMk cId="2495626128" sldId="263"/>
            <ac:spMk id="6" creationId="{B4B9CE70-99F6-CB42-B865-C103BE98D4BF}"/>
          </ac:spMkLst>
        </pc:spChg>
        <pc:spChg chg="add mod">
          <ac:chgData name="Andrew Patterson" userId="6c8ffccf-7c1b-4173-8b93-861005bd5f70" providerId="ADAL" clId="{340A04FB-801D-4D33-9372-268FA29A2369}" dt="2026-06-22T08:18:11.339" v="634" actId="1076"/>
          <ac:spMkLst>
            <pc:docMk/>
            <pc:sldMk cId="2495626128" sldId="263"/>
            <ac:spMk id="7" creationId="{755216BA-903F-2B34-5C3E-3903930AF672}"/>
          </ac:spMkLst>
        </pc:spChg>
        <pc:spChg chg="add mod">
          <ac:chgData name="Andrew Patterson" userId="6c8ffccf-7c1b-4173-8b93-861005bd5f70" providerId="ADAL" clId="{340A04FB-801D-4D33-9372-268FA29A2369}" dt="2026-06-22T08:23:01.709" v="875" actId="1076"/>
          <ac:spMkLst>
            <pc:docMk/>
            <pc:sldMk cId="2495626128" sldId="263"/>
            <ac:spMk id="8" creationId="{014E76E3-9183-7316-5A2F-300BFA67D2F0}"/>
          </ac:spMkLst>
        </pc:spChg>
        <pc:spChg chg="mod">
          <ac:chgData name="Andrew Patterson" userId="6c8ffccf-7c1b-4173-8b93-861005bd5f70" providerId="ADAL" clId="{340A04FB-801D-4D33-9372-268FA29A2369}" dt="2026-06-22T08:18:20.954" v="636" actId="1076"/>
          <ac:spMkLst>
            <pc:docMk/>
            <pc:sldMk cId="2495626128" sldId="263"/>
            <ac:spMk id="9" creationId="{F8D9D441-4835-9620-2BE7-C68145FA7919}"/>
          </ac:spMkLst>
        </pc:spChg>
        <pc:spChg chg="add mod">
          <ac:chgData name="Andrew Patterson" userId="6c8ffccf-7c1b-4173-8b93-861005bd5f70" providerId="ADAL" clId="{340A04FB-801D-4D33-9372-268FA29A2369}" dt="2026-06-22T08:23:06.156" v="876" actId="1076"/>
          <ac:spMkLst>
            <pc:docMk/>
            <pc:sldMk cId="2495626128" sldId="263"/>
            <ac:spMk id="10" creationId="{5883748D-2EE4-F71E-281D-418B0BC2DA4A}"/>
          </ac:spMkLst>
        </pc:spChg>
        <pc:spChg chg="add mod">
          <ac:chgData name="Andrew Patterson" userId="6c8ffccf-7c1b-4173-8b93-861005bd5f70" providerId="ADAL" clId="{340A04FB-801D-4D33-9372-268FA29A2369}" dt="2026-06-22T08:18:31.508" v="638" actId="1076"/>
          <ac:spMkLst>
            <pc:docMk/>
            <pc:sldMk cId="2495626128" sldId="263"/>
            <ac:spMk id="11" creationId="{96469AA0-730F-28A9-5368-C540352FE4B1}"/>
          </ac:spMkLst>
        </pc:spChg>
        <pc:spChg chg="add mod">
          <ac:chgData name="Andrew Patterson" userId="6c8ffccf-7c1b-4173-8b93-861005bd5f70" providerId="ADAL" clId="{340A04FB-801D-4D33-9372-268FA29A2369}" dt="2026-06-22T09:03:48.174" v="1839" actId="14100"/>
          <ac:spMkLst>
            <pc:docMk/>
            <pc:sldMk cId="2495626128" sldId="263"/>
            <ac:spMk id="12" creationId="{72A9E5A1-CFBE-264B-1009-79FC82243111}"/>
          </ac:spMkLst>
        </pc:spChg>
        <pc:spChg chg="mod">
          <ac:chgData name="Andrew Patterson" userId="6c8ffccf-7c1b-4173-8b93-861005bd5f70" providerId="ADAL" clId="{340A04FB-801D-4D33-9372-268FA29A2369}" dt="2026-06-22T08:18:41.585" v="640" actId="1076"/>
          <ac:spMkLst>
            <pc:docMk/>
            <pc:sldMk cId="2495626128" sldId="263"/>
            <ac:spMk id="13" creationId="{FB80E147-770B-C792-5498-1BC54D40648D}"/>
          </ac:spMkLst>
        </pc:spChg>
        <pc:picChg chg="add mod modVis">
          <ac:chgData name="Andrew Patterson" userId="6c8ffccf-7c1b-4173-8b93-861005bd5f70" providerId="ADAL" clId="{340A04FB-801D-4D33-9372-268FA29A2369}" dt="2026-06-22T08:38:23.686" v="1460"/>
          <ac:picMkLst>
            <pc:docMk/>
            <pc:sldMk cId="2495626128" sldId="263"/>
            <ac:picMk id="3" creationId="{92526BAA-EE71-3F9C-7097-C5C1A0897543}"/>
          </ac:picMkLst>
        </pc:picChg>
      </pc:sldChg>
      <pc:sldChg chg="addSp delSp modSp new mod delAnim modAnim">
        <pc:chgData name="Andrew Patterson" userId="6c8ffccf-7c1b-4173-8b93-861005bd5f70" providerId="ADAL" clId="{340A04FB-801D-4D33-9372-268FA29A2369}" dt="2026-06-22T08:38:29.243" v="1461"/>
        <pc:sldMkLst>
          <pc:docMk/>
          <pc:sldMk cId="3267934086" sldId="264"/>
        </pc:sldMkLst>
        <pc:spChg chg="mod">
          <ac:chgData name="Andrew Patterson" userId="6c8ffccf-7c1b-4173-8b93-861005bd5f70" providerId="ADAL" clId="{340A04FB-801D-4D33-9372-268FA29A2369}" dt="2026-06-22T08:27:53.327" v="1075" actId="14100"/>
          <ac:spMkLst>
            <pc:docMk/>
            <pc:sldMk cId="3267934086" sldId="264"/>
            <ac:spMk id="5" creationId="{0F98F256-7A36-AB11-3747-C72213A21F45}"/>
          </ac:spMkLst>
        </pc:spChg>
        <pc:spChg chg="mod">
          <ac:chgData name="Andrew Patterson" userId="6c8ffccf-7c1b-4173-8b93-861005bd5f70" providerId="ADAL" clId="{340A04FB-801D-4D33-9372-268FA29A2369}" dt="2026-06-22T08:28:22.556" v="1108" actId="1038"/>
          <ac:spMkLst>
            <pc:docMk/>
            <pc:sldMk cId="3267934086" sldId="264"/>
            <ac:spMk id="6" creationId="{6C1951C4-85EF-50D6-CCFE-A3A3A7E77DEE}"/>
          </ac:spMkLst>
        </pc:spChg>
        <pc:spChg chg="add mod">
          <ac:chgData name="Andrew Patterson" userId="6c8ffccf-7c1b-4173-8b93-861005bd5f70" providerId="ADAL" clId="{340A04FB-801D-4D33-9372-268FA29A2369}" dt="2026-06-22T08:27:11.946" v="1043" actId="14100"/>
          <ac:spMkLst>
            <pc:docMk/>
            <pc:sldMk cId="3267934086" sldId="264"/>
            <ac:spMk id="7" creationId="{668B0DCA-336F-E8B0-889D-4E8D56455F33}"/>
          </ac:spMkLst>
        </pc:spChg>
        <pc:spChg chg="add mod">
          <ac:chgData name="Andrew Patterson" userId="6c8ffccf-7c1b-4173-8b93-861005bd5f70" providerId="ADAL" clId="{340A04FB-801D-4D33-9372-268FA29A2369}" dt="2026-06-22T08:28:22.556" v="1108" actId="1038"/>
          <ac:spMkLst>
            <pc:docMk/>
            <pc:sldMk cId="3267934086" sldId="264"/>
            <ac:spMk id="8" creationId="{5F477AB9-7B09-657E-1A40-F779500981B0}"/>
          </ac:spMkLst>
        </pc:spChg>
        <pc:spChg chg="add mod">
          <ac:chgData name="Andrew Patterson" userId="6c8ffccf-7c1b-4173-8b93-861005bd5f70" providerId="ADAL" clId="{340A04FB-801D-4D33-9372-268FA29A2369}" dt="2026-06-22T08:26:46.770" v="1018" actId="1076"/>
          <ac:spMkLst>
            <pc:docMk/>
            <pc:sldMk cId="3267934086" sldId="264"/>
            <ac:spMk id="9" creationId="{C493272B-B5E0-1ED7-8975-18F42A602D2C}"/>
          </ac:spMkLst>
        </pc:spChg>
        <pc:spChg chg="add mod">
          <ac:chgData name="Andrew Patterson" userId="6c8ffccf-7c1b-4173-8b93-861005bd5f70" providerId="ADAL" clId="{340A04FB-801D-4D33-9372-268FA29A2369}" dt="2026-06-22T08:28:22.556" v="1108" actId="1038"/>
          <ac:spMkLst>
            <pc:docMk/>
            <pc:sldMk cId="3267934086" sldId="264"/>
            <ac:spMk id="10" creationId="{D176E63B-8E51-DE83-7B69-DF5FFAE4E297}"/>
          </ac:spMkLst>
        </pc:spChg>
        <pc:spChg chg="add mod">
          <ac:chgData name="Andrew Patterson" userId="6c8ffccf-7c1b-4173-8b93-861005bd5f70" providerId="ADAL" clId="{340A04FB-801D-4D33-9372-268FA29A2369}" dt="2026-06-22T08:25:50.821" v="986" actId="1076"/>
          <ac:spMkLst>
            <pc:docMk/>
            <pc:sldMk cId="3267934086" sldId="264"/>
            <ac:spMk id="11" creationId="{46648AA2-A0E8-2EB0-4B19-1EE78854D08D}"/>
          </ac:spMkLst>
        </pc:spChg>
        <pc:spChg chg="add mod">
          <ac:chgData name="Andrew Patterson" userId="6c8ffccf-7c1b-4173-8b93-861005bd5f70" providerId="ADAL" clId="{340A04FB-801D-4D33-9372-268FA29A2369}" dt="2026-06-22T08:28:22.556" v="1108" actId="1038"/>
          <ac:spMkLst>
            <pc:docMk/>
            <pc:sldMk cId="3267934086" sldId="264"/>
            <ac:spMk id="12" creationId="{D0058D2C-221E-EB2D-417B-3CA43182CDB0}"/>
          </ac:spMkLst>
        </pc:spChg>
        <pc:picChg chg="add mod">
          <ac:chgData name="Andrew Patterson" userId="6c8ffccf-7c1b-4173-8b93-861005bd5f70" providerId="ADAL" clId="{340A04FB-801D-4D33-9372-268FA29A2369}" dt="2026-06-22T08:38:29.243" v="1461"/>
          <ac:picMkLst>
            <pc:docMk/>
            <pc:sldMk cId="3267934086" sldId="264"/>
            <ac:picMk id="3" creationId="{93849FA0-F87B-88B4-4A4D-451404D85E11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6-22T10:43:14.773" v="2084" actId="14100"/>
        <pc:sldMkLst>
          <pc:docMk/>
          <pc:sldMk cId="1770742438" sldId="265"/>
        </pc:sldMkLst>
        <pc:spChg chg="add mod">
          <ac:chgData name="Andrew Patterson" userId="6c8ffccf-7c1b-4173-8b93-861005bd5f70" providerId="ADAL" clId="{340A04FB-801D-4D33-9372-268FA29A2369}" dt="2026-06-22T08:34:36.890" v="1356" actId="1076"/>
          <ac:spMkLst>
            <pc:docMk/>
            <pc:sldMk cId="1770742438" sldId="265"/>
            <ac:spMk id="2" creationId="{F46C2014-8A08-66FD-D676-3C54E3349E5F}"/>
          </ac:spMkLst>
        </pc:spChg>
        <pc:spChg chg="add mod">
          <ac:chgData name="Andrew Patterson" userId="6c8ffccf-7c1b-4173-8b93-861005bd5f70" providerId="ADAL" clId="{340A04FB-801D-4D33-9372-268FA29A2369}" dt="2026-06-22T08:34:44.243" v="1360" actId="1036"/>
          <ac:spMkLst>
            <pc:docMk/>
            <pc:sldMk cId="1770742438" sldId="265"/>
            <ac:spMk id="4" creationId="{329ED314-D1C9-90DF-5C02-F6E846C7E5B7}"/>
          </ac:spMkLst>
        </pc:spChg>
        <pc:spChg chg="add mod">
          <ac:chgData name="Andrew Patterson" userId="6c8ffccf-7c1b-4173-8b93-861005bd5f70" providerId="ADAL" clId="{340A04FB-801D-4D33-9372-268FA29A2369}" dt="2026-06-22T08:34:00.214" v="1322" actId="1036"/>
          <ac:spMkLst>
            <pc:docMk/>
            <pc:sldMk cId="1770742438" sldId="265"/>
            <ac:spMk id="6" creationId="{F9796DD1-51A7-F512-C259-874C16D76966}"/>
          </ac:spMkLst>
        </pc:spChg>
        <pc:spChg chg="mod">
          <ac:chgData name="Andrew Patterson" userId="6c8ffccf-7c1b-4173-8b93-861005bd5f70" providerId="ADAL" clId="{340A04FB-801D-4D33-9372-268FA29A2369}" dt="2026-06-22T08:34:48.412" v="1361" actId="1076"/>
          <ac:spMkLst>
            <pc:docMk/>
            <pc:sldMk cId="1770742438" sldId="265"/>
            <ac:spMk id="7" creationId="{ABF0BD9A-E553-860A-0CCB-0E9C71906B8C}"/>
          </ac:spMkLst>
        </pc:spChg>
        <pc:spChg chg="add mod">
          <ac:chgData name="Andrew Patterson" userId="6c8ffccf-7c1b-4173-8b93-861005bd5f70" providerId="ADAL" clId="{340A04FB-801D-4D33-9372-268FA29A2369}" dt="2026-06-22T08:33:01.535" v="1270" actId="14100"/>
          <ac:spMkLst>
            <pc:docMk/>
            <pc:sldMk cId="1770742438" sldId="265"/>
            <ac:spMk id="8" creationId="{CC3F6A83-587D-EC10-E5A9-183898DB8092}"/>
          </ac:spMkLst>
        </pc:spChg>
        <pc:spChg chg="add mod">
          <ac:chgData name="Andrew Patterson" userId="6c8ffccf-7c1b-4173-8b93-861005bd5f70" providerId="ADAL" clId="{340A04FB-801D-4D33-9372-268FA29A2369}" dt="2026-06-22T08:34:51.979" v="1362" actId="1076"/>
          <ac:spMkLst>
            <pc:docMk/>
            <pc:sldMk cId="1770742438" sldId="265"/>
            <ac:spMk id="9" creationId="{6E36AC1C-711A-4623-A8BA-ED13B3BC020C}"/>
          </ac:spMkLst>
        </pc:spChg>
        <pc:spChg chg="add mod">
          <ac:chgData name="Andrew Patterson" userId="6c8ffccf-7c1b-4173-8b93-861005bd5f70" providerId="ADAL" clId="{340A04FB-801D-4D33-9372-268FA29A2369}" dt="2026-06-22T08:32:04.809" v="1225" actId="1076"/>
          <ac:spMkLst>
            <pc:docMk/>
            <pc:sldMk cId="1770742438" sldId="265"/>
            <ac:spMk id="10" creationId="{0ABC3D8C-6F2F-5F6B-2166-79D92742DA36}"/>
          </ac:spMkLst>
        </pc:spChg>
        <pc:spChg chg="mod">
          <ac:chgData name="Andrew Patterson" userId="6c8ffccf-7c1b-4173-8b93-861005bd5f70" providerId="ADAL" clId="{340A04FB-801D-4D33-9372-268FA29A2369}" dt="2026-06-22T08:35:05.868" v="1365" actId="1076"/>
          <ac:spMkLst>
            <pc:docMk/>
            <pc:sldMk cId="1770742438" sldId="265"/>
            <ac:spMk id="11" creationId="{131804A1-24C9-7952-A6C3-DA8DCCC68E02}"/>
          </ac:spMkLst>
        </pc:spChg>
        <pc:spChg chg="add mod">
          <ac:chgData name="Andrew Patterson" userId="6c8ffccf-7c1b-4173-8b93-861005bd5f70" providerId="ADAL" clId="{340A04FB-801D-4D33-9372-268FA29A2369}" dt="2026-06-22T08:30:56.850" v="1177" actId="20577"/>
          <ac:spMkLst>
            <pc:docMk/>
            <pc:sldMk cId="1770742438" sldId="265"/>
            <ac:spMk id="12" creationId="{9FA21D7F-C068-2BC9-6003-190EDE103439}"/>
          </ac:spMkLst>
        </pc:spChg>
        <pc:spChg chg="add mod">
          <ac:chgData name="Andrew Patterson" userId="6c8ffccf-7c1b-4173-8b93-861005bd5f70" providerId="ADAL" clId="{340A04FB-801D-4D33-9372-268FA29A2369}" dt="2026-06-22T08:35:02.996" v="1364" actId="1076"/>
          <ac:spMkLst>
            <pc:docMk/>
            <pc:sldMk cId="1770742438" sldId="265"/>
            <ac:spMk id="13" creationId="{AAB307DF-81F4-08C4-A9F1-8DAD170ABA86}"/>
          </ac:spMkLst>
        </pc:spChg>
        <pc:spChg chg="add mod">
          <ac:chgData name="Andrew Patterson" userId="6c8ffccf-7c1b-4173-8b93-861005bd5f70" providerId="ADAL" clId="{340A04FB-801D-4D33-9372-268FA29A2369}" dt="2026-06-22T10:43:14.773" v="2084" actId="14100"/>
          <ac:spMkLst>
            <pc:docMk/>
            <pc:sldMk cId="1770742438" sldId="265"/>
            <ac:spMk id="14" creationId="{2E858122-1811-5DC0-AA44-B60F392A23D9}"/>
          </ac:spMkLst>
        </pc:spChg>
        <pc:spChg chg="add mod">
          <ac:chgData name="Andrew Patterson" userId="6c8ffccf-7c1b-4173-8b93-861005bd5f70" providerId="ADAL" clId="{340A04FB-801D-4D33-9372-268FA29A2369}" dt="2026-06-22T08:35:09.941" v="1366" actId="1076"/>
          <ac:spMkLst>
            <pc:docMk/>
            <pc:sldMk cId="1770742438" sldId="265"/>
            <ac:spMk id="15" creationId="{DE57185B-A8FA-DBC1-19AE-D1A6516BB51E}"/>
          </ac:spMkLst>
        </pc:spChg>
        <pc:picChg chg="add mod">
          <ac:chgData name="Andrew Patterson" userId="6c8ffccf-7c1b-4173-8b93-861005bd5f70" providerId="ADAL" clId="{340A04FB-801D-4D33-9372-268FA29A2369}" dt="2026-06-22T08:38:38.913" v="1462"/>
          <ac:picMkLst>
            <pc:docMk/>
            <pc:sldMk cId="1770742438" sldId="265"/>
            <ac:picMk id="3" creationId="{BDE311BF-DA3F-14B6-D603-0D4D95937921}"/>
          </ac:picMkLst>
        </pc:picChg>
        <pc:picChg chg="add mod">
          <ac:chgData name="Andrew Patterson" userId="6c8ffccf-7c1b-4173-8b93-861005bd5f70" providerId="ADAL" clId="{340A04FB-801D-4D33-9372-268FA29A2369}" dt="2026-06-19T16:02:46.084" v="350" actId="1076"/>
          <ac:picMkLst>
            <pc:docMk/>
            <pc:sldMk cId="1770742438" sldId="265"/>
            <ac:picMk id="5" creationId="{7904D18C-8929-316D-C0D9-BCAE780F9D46}"/>
          </ac:picMkLst>
        </pc:picChg>
      </pc:sldChg>
      <pc:sldChg chg="addSp delSp modSp new mod delAnim modAnim">
        <pc:chgData name="Andrew Patterson" userId="6c8ffccf-7c1b-4173-8b93-861005bd5f70" providerId="ADAL" clId="{340A04FB-801D-4D33-9372-268FA29A2369}" dt="2026-06-22T08:38:43.213" v="1463"/>
        <pc:sldMkLst>
          <pc:docMk/>
          <pc:sldMk cId="3957292236" sldId="266"/>
        </pc:sldMkLst>
        <pc:spChg chg="add mod">
          <ac:chgData name="Andrew Patterson" userId="6c8ffccf-7c1b-4173-8b93-861005bd5f70" providerId="ADAL" clId="{340A04FB-801D-4D33-9372-268FA29A2369}" dt="2026-06-22T08:36:42.903" v="1376" actId="1076"/>
          <ac:spMkLst>
            <pc:docMk/>
            <pc:sldMk cId="3957292236" sldId="266"/>
            <ac:spMk id="2" creationId="{7771671A-DCB4-A304-5F44-B7AAB89C3C3E}"/>
          </ac:spMkLst>
        </pc:spChg>
        <pc:spChg chg="add mod">
          <ac:chgData name="Andrew Patterson" userId="6c8ffccf-7c1b-4173-8b93-861005bd5f70" providerId="ADAL" clId="{340A04FB-801D-4D33-9372-268FA29A2369}" dt="2026-06-22T08:37:58.859" v="1457" actId="1076"/>
          <ac:spMkLst>
            <pc:docMk/>
            <pc:sldMk cId="3957292236" sldId="266"/>
            <ac:spMk id="4" creationId="{6AC38BFE-BC6B-1470-2C0F-BDD32F735966}"/>
          </ac:spMkLst>
        </pc:spChg>
        <pc:spChg chg="add mod">
          <ac:chgData name="Andrew Patterson" userId="6c8ffccf-7c1b-4173-8b93-861005bd5f70" providerId="ADAL" clId="{340A04FB-801D-4D33-9372-268FA29A2369}" dt="2026-06-22T08:37:19.988" v="1417" actId="1076"/>
          <ac:spMkLst>
            <pc:docMk/>
            <pc:sldMk cId="3957292236" sldId="266"/>
            <ac:spMk id="5" creationId="{0B43E52A-E301-03AC-F0B6-E1795830C359}"/>
          </ac:spMkLst>
        </pc:spChg>
        <pc:spChg chg="add mod">
          <ac:chgData name="Andrew Patterson" userId="6c8ffccf-7c1b-4173-8b93-861005bd5f70" providerId="ADAL" clId="{340A04FB-801D-4D33-9372-268FA29A2369}" dt="2026-06-22T08:36:38.045" v="1375" actId="1076"/>
          <ac:spMkLst>
            <pc:docMk/>
            <pc:sldMk cId="3957292236" sldId="266"/>
            <ac:spMk id="6" creationId="{255D48FD-6D4A-04C4-7CBE-776226CB67FC}"/>
          </ac:spMkLst>
        </pc:spChg>
        <pc:picChg chg="add mod">
          <ac:chgData name="Andrew Patterson" userId="6c8ffccf-7c1b-4173-8b93-861005bd5f70" providerId="ADAL" clId="{340A04FB-801D-4D33-9372-268FA29A2369}" dt="2026-06-22T08:38:43.213" v="1463"/>
          <ac:picMkLst>
            <pc:docMk/>
            <pc:sldMk cId="3957292236" sldId="266"/>
            <ac:picMk id="3" creationId="{E8A40CBC-AA0B-B728-B062-C6877D4973A2}"/>
          </ac:picMkLst>
        </pc:picChg>
      </pc:sldChg>
      <pc:sldChg chg="addSp modSp new mod">
        <pc:chgData name="Andrew Patterson" userId="6c8ffccf-7c1b-4173-8b93-861005bd5f70" providerId="ADAL" clId="{340A04FB-801D-4D33-9372-268FA29A2369}" dt="2026-06-19T16:07:58.913" v="409" actId="1076"/>
        <pc:sldMkLst>
          <pc:docMk/>
          <pc:sldMk cId="1857640139" sldId="267"/>
        </pc:sldMkLst>
        <pc:spChg chg="add mod">
          <ac:chgData name="Andrew Patterson" userId="6c8ffccf-7c1b-4173-8b93-861005bd5f70" providerId="ADAL" clId="{340A04FB-801D-4D33-9372-268FA29A2369}" dt="2026-06-19T16:07:58.913" v="409" actId="1076"/>
          <ac:spMkLst>
            <pc:docMk/>
            <pc:sldMk cId="1857640139" sldId="267"/>
            <ac:spMk id="3" creationId="{DB35AF1C-F672-5039-89E2-BE91B842ADDB}"/>
          </ac:spMkLst>
        </pc:spChg>
      </pc:sldChg>
      <pc:sldChg chg="addSp modSp new mod">
        <pc:chgData name="Andrew Patterson" userId="6c8ffccf-7c1b-4173-8b93-861005bd5f70" providerId="ADAL" clId="{340A04FB-801D-4D33-9372-268FA29A2369}" dt="2026-06-19T16:10:01.677" v="447" actId="1076"/>
        <pc:sldMkLst>
          <pc:docMk/>
          <pc:sldMk cId="1878388420" sldId="268"/>
        </pc:sldMkLst>
        <pc:spChg chg="add mod">
          <ac:chgData name="Andrew Patterson" userId="6c8ffccf-7c1b-4173-8b93-861005bd5f70" providerId="ADAL" clId="{340A04FB-801D-4D33-9372-268FA29A2369}" dt="2026-06-19T16:10:01.677" v="447" actId="1076"/>
          <ac:spMkLst>
            <pc:docMk/>
            <pc:sldMk cId="1878388420" sldId="268"/>
            <ac:spMk id="3" creationId="{8E925A37-7CB8-0EBA-0E76-626F17F63F8E}"/>
          </ac:spMkLst>
        </pc:spChg>
      </pc:sldChg>
      <pc:sldChg chg="addSp modSp new mod">
        <pc:chgData name="Andrew Patterson" userId="6c8ffccf-7c1b-4173-8b93-861005bd5f70" providerId="ADAL" clId="{340A04FB-801D-4D33-9372-268FA29A2369}" dt="2026-06-19T16:15:05.834" v="521" actId="1076"/>
        <pc:sldMkLst>
          <pc:docMk/>
          <pc:sldMk cId="1924766162" sldId="269"/>
        </pc:sldMkLst>
        <pc:spChg chg="add mod">
          <ac:chgData name="Andrew Patterson" userId="6c8ffccf-7c1b-4173-8b93-861005bd5f70" providerId="ADAL" clId="{340A04FB-801D-4D33-9372-268FA29A2369}" dt="2026-06-19T16:15:05.834" v="521" actId="1076"/>
          <ac:spMkLst>
            <pc:docMk/>
            <pc:sldMk cId="1924766162" sldId="269"/>
            <ac:spMk id="3" creationId="{7AAA8766-B018-7BE2-7BA3-DAAD3E20091A}"/>
          </ac:spMkLst>
        </pc:spChg>
      </pc:sldChg>
      <pc:sldChg chg="addSp delSp modSp new mod modAnim">
        <pc:chgData name="Andrew Patterson" userId="6c8ffccf-7c1b-4173-8b93-861005bd5f70" providerId="ADAL" clId="{340A04FB-801D-4D33-9372-268FA29A2369}" dt="2026-06-25T13:34:28.780" v="2196" actId="1076"/>
        <pc:sldMkLst>
          <pc:docMk/>
          <pc:sldMk cId="2258363677" sldId="270"/>
        </pc:sldMkLst>
        <pc:spChg chg="add mod">
          <ac:chgData name="Andrew Patterson" userId="6c8ffccf-7c1b-4173-8b93-861005bd5f70" providerId="ADAL" clId="{340A04FB-801D-4D33-9372-268FA29A2369}" dt="2026-06-22T08:41:41.732" v="1534" actId="1035"/>
          <ac:spMkLst>
            <pc:docMk/>
            <pc:sldMk cId="2258363677" sldId="270"/>
            <ac:spMk id="2" creationId="{7F87A00B-D79B-CA15-041F-F213ED3B5797}"/>
          </ac:spMkLst>
        </pc:spChg>
        <pc:spChg chg="add mod">
          <ac:chgData name="Andrew Patterson" userId="6c8ffccf-7c1b-4173-8b93-861005bd5f70" providerId="ADAL" clId="{340A04FB-801D-4D33-9372-268FA29A2369}" dt="2026-06-22T08:41:08.196" v="1503" actId="1076"/>
          <ac:spMkLst>
            <pc:docMk/>
            <pc:sldMk cId="2258363677" sldId="270"/>
            <ac:spMk id="4" creationId="{8144C07C-72CF-5A33-2247-7DA04B22D935}"/>
          </ac:spMkLst>
        </pc:spChg>
        <pc:spChg chg="add mod">
          <ac:chgData name="Andrew Patterson" userId="6c8ffccf-7c1b-4173-8b93-861005bd5f70" providerId="ADAL" clId="{340A04FB-801D-4D33-9372-268FA29A2369}" dt="2026-06-22T08:42:25.199" v="1559" actId="14100"/>
          <ac:spMkLst>
            <pc:docMk/>
            <pc:sldMk cId="2258363677" sldId="270"/>
            <ac:spMk id="6" creationId="{ECBDDEC0-DFBB-1EF5-A1C0-8825D6DA1F87}"/>
          </ac:spMkLst>
        </pc:spChg>
        <pc:spChg chg="add mod">
          <ac:chgData name="Andrew Patterson" userId="6c8ffccf-7c1b-4173-8b93-861005bd5f70" providerId="ADAL" clId="{340A04FB-801D-4D33-9372-268FA29A2369}" dt="2026-06-22T08:41:10.453" v="1504" actId="1076"/>
          <ac:spMkLst>
            <pc:docMk/>
            <pc:sldMk cId="2258363677" sldId="270"/>
            <ac:spMk id="7" creationId="{35FA3E5F-A21F-6848-8294-FC5523F30E07}"/>
          </ac:spMkLst>
        </pc:spChg>
        <pc:spChg chg="add mod">
          <ac:chgData name="Andrew Patterson" userId="6c8ffccf-7c1b-4173-8b93-861005bd5f70" providerId="ADAL" clId="{340A04FB-801D-4D33-9372-268FA29A2369}" dt="2026-06-22T08:41:03.016" v="1502" actId="1035"/>
          <ac:spMkLst>
            <pc:docMk/>
            <pc:sldMk cId="2258363677" sldId="270"/>
            <ac:spMk id="8" creationId="{DC95E186-6495-6D72-E8D5-0C5B65EF81BF}"/>
          </ac:spMkLst>
        </pc:spChg>
        <pc:spChg chg="add mod">
          <ac:chgData name="Andrew Patterson" userId="6c8ffccf-7c1b-4173-8b93-861005bd5f70" providerId="ADAL" clId="{340A04FB-801D-4D33-9372-268FA29A2369}" dt="2026-06-22T08:39:56.309" v="1465" actId="1076"/>
          <ac:spMkLst>
            <pc:docMk/>
            <pc:sldMk cId="2258363677" sldId="270"/>
            <ac:spMk id="9" creationId="{8F38332D-2486-F776-0904-A9101D26B822}"/>
          </ac:spMkLst>
        </pc:spChg>
        <pc:spChg chg="add mod">
          <ac:chgData name="Andrew Patterson" userId="6c8ffccf-7c1b-4173-8b93-861005bd5f70" providerId="ADAL" clId="{340A04FB-801D-4D33-9372-268FA29A2369}" dt="2026-06-25T13:34:28.780" v="2196" actId="1076"/>
          <ac:spMkLst>
            <pc:docMk/>
            <pc:sldMk cId="2258363677" sldId="270"/>
            <ac:spMk id="10" creationId="{91755933-906A-2B1B-E43D-0A51B58ACBCD}"/>
          </ac:spMkLst>
        </pc:spChg>
        <pc:picChg chg="add mod">
          <ac:chgData name="Andrew Patterson" userId="6c8ffccf-7c1b-4173-8b93-861005bd5f70" providerId="ADAL" clId="{340A04FB-801D-4D33-9372-268FA29A2369}" dt="2026-06-19T16:18:21.819" v="566" actId="1076"/>
          <ac:picMkLst>
            <pc:docMk/>
            <pc:sldMk cId="2258363677" sldId="270"/>
            <ac:picMk id="3" creationId="{1FBCFE3D-C1E9-CDF5-6F2D-CDD77230BD98}"/>
          </ac:picMkLst>
        </pc:picChg>
        <pc:picChg chg="add del mod">
          <ac:chgData name="Andrew Patterson" userId="6c8ffccf-7c1b-4173-8b93-861005bd5f70" providerId="ADAL" clId="{340A04FB-801D-4D33-9372-268FA29A2369}" dt="2026-06-22T08:40:09.717" v="1466"/>
          <ac:picMkLst>
            <pc:docMk/>
            <pc:sldMk cId="2258363677" sldId="270"/>
            <ac:picMk id="5" creationId="{9EFBF4B5-E0A2-82EF-AC5E-3361A4ACBB9D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6-22T08:48:25.906" v="1735" actId="255"/>
        <pc:sldMkLst>
          <pc:docMk/>
          <pc:sldMk cId="3550743267" sldId="271"/>
        </pc:sldMkLst>
        <pc:spChg chg="add mod">
          <ac:chgData name="Andrew Patterson" userId="6c8ffccf-7c1b-4173-8b93-861005bd5f70" providerId="ADAL" clId="{340A04FB-801D-4D33-9372-268FA29A2369}" dt="2026-06-22T08:48:25.906" v="1735" actId="255"/>
          <ac:spMkLst>
            <pc:docMk/>
            <pc:sldMk cId="3550743267" sldId="271"/>
            <ac:spMk id="2" creationId="{1CF90A7F-67AE-BB29-A705-CD5E62051B7A}"/>
          </ac:spMkLst>
        </pc:spChg>
        <pc:spChg chg="add mod">
          <ac:chgData name="Andrew Patterson" userId="6c8ffccf-7c1b-4173-8b93-861005bd5f70" providerId="ADAL" clId="{340A04FB-801D-4D33-9372-268FA29A2369}" dt="2026-06-22T08:44:24.263" v="1574" actId="1076"/>
          <ac:spMkLst>
            <pc:docMk/>
            <pc:sldMk cId="3550743267" sldId="271"/>
            <ac:spMk id="4" creationId="{684446EC-778D-0737-FBC3-DBB0ED0901FD}"/>
          </ac:spMkLst>
        </pc:spChg>
        <pc:spChg chg="add mod">
          <ac:chgData name="Andrew Patterson" userId="6c8ffccf-7c1b-4173-8b93-861005bd5f70" providerId="ADAL" clId="{340A04FB-801D-4D33-9372-268FA29A2369}" dt="2026-06-22T08:47:39.938" v="1694" actId="1076"/>
          <ac:spMkLst>
            <pc:docMk/>
            <pc:sldMk cId="3550743267" sldId="271"/>
            <ac:spMk id="5" creationId="{6EAC8639-5B5E-39AA-A1C3-3B32A6D39361}"/>
          </ac:spMkLst>
        </pc:spChg>
        <pc:spChg chg="add mod">
          <ac:chgData name="Andrew Patterson" userId="6c8ffccf-7c1b-4173-8b93-861005bd5f70" providerId="ADAL" clId="{340A04FB-801D-4D33-9372-268FA29A2369}" dt="2026-06-22T08:44:19.084" v="1573" actId="1076"/>
          <ac:spMkLst>
            <pc:docMk/>
            <pc:sldMk cId="3550743267" sldId="271"/>
            <ac:spMk id="6" creationId="{6D39ABEC-26AA-EA23-E6B7-6C49588631A4}"/>
          </ac:spMkLst>
        </pc:spChg>
        <pc:spChg chg="add mod">
          <ac:chgData name="Andrew Patterson" userId="6c8ffccf-7c1b-4173-8b93-861005bd5f70" providerId="ADAL" clId="{340A04FB-801D-4D33-9372-268FA29A2369}" dt="2026-06-22T08:46:31.460" v="1651" actId="1076"/>
          <ac:spMkLst>
            <pc:docMk/>
            <pc:sldMk cId="3550743267" sldId="271"/>
            <ac:spMk id="7" creationId="{52EDE19E-BC48-FC91-7F89-2E9BC563546E}"/>
          </ac:spMkLst>
        </pc:spChg>
        <pc:spChg chg="add mod">
          <ac:chgData name="Andrew Patterson" userId="6c8ffccf-7c1b-4173-8b93-861005bd5f70" providerId="ADAL" clId="{340A04FB-801D-4D33-9372-268FA29A2369}" dt="2026-06-22T08:44:14.495" v="1572" actId="1076"/>
          <ac:spMkLst>
            <pc:docMk/>
            <pc:sldMk cId="3550743267" sldId="271"/>
            <ac:spMk id="8" creationId="{10C56DB1-F4BC-8789-A7C7-6AEF7D8D4874}"/>
          </ac:spMkLst>
        </pc:spChg>
        <pc:spChg chg="add mod">
          <ac:chgData name="Andrew Patterson" userId="6c8ffccf-7c1b-4173-8b93-861005bd5f70" providerId="ADAL" clId="{340A04FB-801D-4D33-9372-268FA29A2369}" dt="2026-06-22T08:45:09.975" v="1604" actId="14100"/>
          <ac:spMkLst>
            <pc:docMk/>
            <pc:sldMk cId="3550743267" sldId="271"/>
            <ac:spMk id="9" creationId="{BDF9FDD4-0830-05B8-7308-7CA64F3E10D5}"/>
          </ac:spMkLst>
        </pc:spChg>
        <pc:spChg chg="add mod">
          <ac:chgData name="Andrew Patterson" userId="6c8ffccf-7c1b-4173-8b93-861005bd5f70" providerId="ADAL" clId="{340A04FB-801D-4D33-9372-268FA29A2369}" dt="2026-06-22T08:44:08.708" v="1571" actId="1076"/>
          <ac:spMkLst>
            <pc:docMk/>
            <pc:sldMk cId="3550743267" sldId="271"/>
            <ac:spMk id="10" creationId="{384FA828-A0B0-8765-A48B-2AA414C2BDDB}"/>
          </ac:spMkLst>
        </pc:spChg>
        <pc:picChg chg="add mod">
          <ac:chgData name="Andrew Patterson" userId="6c8ffccf-7c1b-4173-8b93-861005bd5f70" providerId="ADAL" clId="{340A04FB-801D-4D33-9372-268FA29A2369}" dt="2026-06-22T08:44:04.292" v="1570"/>
          <ac:picMkLst>
            <pc:docMk/>
            <pc:sldMk cId="3550743267" sldId="271"/>
            <ac:picMk id="3" creationId="{59808DD0-01FC-3BF8-6A06-C1C06689A1C8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6-22T11:08:54.340" v="2091" actId="14100"/>
        <pc:sldMkLst>
          <pc:docMk/>
          <pc:sldMk cId="2202397105" sldId="272"/>
        </pc:sldMkLst>
        <pc:spChg chg="add mod">
          <ac:chgData name="Andrew Patterson" userId="6c8ffccf-7c1b-4173-8b93-861005bd5f70" providerId="ADAL" clId="{340A04FB-801D-4D33-9372-268FA29A2369}" dt="2026-06-22T08:49:26.471" v="1742" actId="1076"/>
          <ac:spMkLst>
            <pc:docMk/>
            <pc:sldMk cId="2202397105" sldId="272"/>
            <ac:spMk id="2" creationId="{B8CEAF45-AE61-7338-2354-4262B5960F40}"/>
          </ac:spMkLst>
        </pc:spChg>
        <pc:spChg chg="add mod">
          <ac:chgData name="Andrew Patterson" userId="6c8ffccf-7c1b-4173-8b93-861005bd5f70" providerId="ADAL" clId="{340A04FB-801D-4D33-9372-268FA29A2369}" dt="2026-06-22T08:51:11.191" v="1834" actId="255"/>
          <ac:spMkLst>
            <pc:docMk/>
            <pc:sldMk cId="2202397105" sldId="272"/>
            <ac:spMk id="4" creationId="{96DF9A3B-63A0-298E-DBFC-776751BDF946}"/>
          </ac:spMkLst>
        </pc:spChg>
        <pc:spChg chg="add mod">
          <ac:chgData name="Andrew Patterson" userId="6c8ffccf-7c1b-4173-8b93-861005bd5f70" providerId="ADAL" clId="{340A04FB-801D-4D33-9372-268FA29A2369}" dt="2026-06-22T08:50:34.221" v="1798" actId="14100"/>
          <ac:spMkLst>
            <pc:docMk/>
            <pc:sldMk cId="2202397105" sldId="272"/>
            <ac:spMk id="5" creationId="{A6EC6F3A-0582-EC01-4187-ACE38B01C23E}"/>
          </ac:spMkLst>
        </pc:spChg>
        <pc:spChg chg="add mod">
          <ac:chgData name="Andrew Patterson" userId="6c8ffccf-7c1b-4173-8b93-861005bd5f70" providerId="ADAL" clId="{340A04FB-801D-4D33-9372-268FA29A2369}" dt="2026-06-22T08:49:31.146" v="1743" actId="1076"/>
          <ac:spMkLst>
            <pc:docMk/>
            <pc:sldMk cId="2202397105" sldId="272"/>
            <ac:spMk id="6" creationId="{49A72D6F-EF08-12D3-3547-9F016B33BAAA}"/>
          </ac:spMkLst>
        </pc:spChg>
        <pc:spChg chg="add mod">
          <ac:chgData name="Andrew Patterson" userId="6c8ffccf-7c1b-4173-8b93-861005bd5f70" providerId="ADAL" clId="{340A04FB-801D-4D33-9372-268FA29A2369}" dt="2026-06-22T11:08:54.340" v="2091" actId="14100"/>
          <ac:spMkLst>
            <pc:docMk/>
            <pc:sldMk cId="2202397105" sldId="272"/>
            <ac:spMk id="7" creationId="{DDB296FD-C927-807D-CF7F-2B94C98308F5}"/>
          </ac:spMkLst>
        </pc:spChg>
        <pc:spChg chg="add mod">
          <ac:chgData name="Andrew Patterson" userId="6c8ffccf-7c1b-4173-8b93-861005bd5f70" providerId="ADAL" clId="{340A04FB-801D-4D33-9372-268FA29A2369}" dt="2026-06-22T08:49:22.009" v="1741" actId="1076"/>
          <ac:spMkLst>
            <pc:docMk/>
            <pc:sldMk cId="2202397105" sldId="272"/>
            <ac:spMk id="8" creationId="{87AFDDF9-C1AC-4750-6EDB-ECC8635B982D}"/>
          </ac:spMkLst>
        </pc:spChg>
        <pc:picChg chg="add mod">
          <ac:chgData name="Andrew Patterson" userId="6c8ffccf-7c1b-4173-8b93-861005bd5f70" providerId="ADAL" clId="{340A04FB-801D-4D33-9372-268FA29A2369}" dt="2026-06-22T08:49:14.487" v="1739"/>
          <ac:picMkLst>
            <pc:docMk/>
            <pc:sldMk cId="2202397105" sldId="272"/>
            <ac:picMk id="3" creationId="{3C23C279-1D46-FCB8-F6D8-D4A454E538A7}"/>
          </ac:picMkLst>
        </pc:picChg>
      </pc:sldChg>
      <pc:sldChg chg="addSp delSp modSp new mod">
        <pc:chgData name="Andrew Patterson" userId="6c8ffccf-7c1b-4173-8b93-861005bd5f70" providerId="ADAL" clId="{340A04FB-801D-4D33-9372-268FA29A2369}" dt="2026-06-22T09:45:11.553" v="2079" actId="1076"/>
        <pc:sldMkLst>
          <pc:docMk/>
          <pc:sldMk cId="1618819277" sldId="273"/>
        </pc:sldMkLst>
        <pc:spChg chg="add mod">
          <ac:chgData name="Andrew Patterson" userId="6c8ffccf-7c1b-4173-8b93-861005bd5f70" providerId="ADAL" clId="{340A04FB-801D-4D33-9372-268FA29A2369}" dt="2026-06-22T09:40:45.358" v="2015" actId="20577"/>
          <ac:spMkLst>
            <pc:docMk/>
            <pc:sldMk cId="1618819277" sldId="273"/>
            <ac:spMk id="5" creationId="{1371FA6D-582A-1455-3DF7-CDF3A7198F3D}"/>
          </ac:spMkLst>
        </pc:spChg>
        <pc:spChg chg="add mod">
          <ac:chgData name="Andrew Patterson" userId="6c8ffccf-7c1b-4173-8b93-861005bd5f70" providerId="ADAL" clId="{340A04FB-801D-4D33-9372-268FA29A2369}" dt="2026-06-22T09:45:11.553" v="2079" actId="1076"/>
          <ac:spMkLst>
            <pc:docMk/>
            <pc:sldMk cId="1618819277" sldId="273"/>
            <ac:spMk id="10" creationId="{9CD19FBE-74A1-EB3E-F193-6454CDAFE4E9}"/>
          </ac:spMkLst>
        </pc:spChg>
        <pc:spChg chg="add mod">
          <ac:chgData name="Andrew Patterson" userId="6c8ffccf-7c1b-4173-8b93-861005bd5f70" providerId="ADAL" clId="{340A04FB-801D-4D33-9372-268FA29A2369}" dt="2026-06-22T09:44:03.332" v="2060" actId="1076"/>
          <ac:spMkLst>
            <pc:docMk/>
            <pc:sldMk cId="1618819277" sldId="273"/>
            <ac:spMk id="12" creationId="{51C99139-07F1-4D46-9AF2-44B64427059E}"/>
          </ac:spMkLst>
        </pc:spChg>
        <pc:spChg chg="add mod">
          <ac:chgData name="Andrew Patterson" userId="6c8ffccf-7c1b-4173-8b93-861005bd5f70" providerId="ADAL" clId="{340A04FB-801D-4D33-9372-268FA29A2369}" dt="2026-06-22T09:45:00.266" v="2077" actId="1076"/>
          <ac:spMkLst>
            <pc:docMk/>
            <pc:sldMk cId="1618819277" sldId="273"/>
            <ac:spMk id="16" creationId="{F6E557F8-B52C-AAD7-0575-98AFDB7AFF2E}"/>
          </ac:spMkLst>
        </pc:spChg>
        <pc:picChg chg="add mod">
          <ac:chgData name="Andrew Patterson" userId="6c8ffccf-7c1b-4173-8b93-861005bd5f70" providerId="ADAL" clId="{340A04FB-801D-4D33-9372-268FA29A2369}" dt="2026-06-22T09:41:03.787" v="2018" actId="1076"/>
          <ac:picMkLst>
            <pc:docMk/>
            <pc:sldMk cId="1618819277" sldId="273"/>
            <ac:picMk id="7" creationId="{6967105B-5BCF-A3C0-CF26-0B974B4BCC34}"/>
          </ac:picMkLst>
        </pc:picChg>
        <pc:cxnChg chg="add mod">
          <ac:chgData name="Andrew Patterson" userId="6c8ffccf-7c1b-4173-8b93-861005bd5f70" providerId="ADAL" clId="{340A04FB-801D-4D33-9372-268FA29A2369}" dt="2026-06-22T09:45:07.162" v="2078" actId="14100"/>
          <ac:cxnSpMkLst>
            <pc:docMk/>
            <pc:sldMk cId="1618819277" sldId="273"/>
            <ac:cxnSpMk id="9" creationId="{1A6E2599-6019-B4E7-7416-651F965BAF91}"/>
          </ac:cxnSpMkLst>
        </pc:cxnChg>
        <pc:cxnChg chg="add mod">
          <ac:chgData name="Andrew Patterson" userId="6c8ffccf-7c1b-4173-8b93-861005bd5f70" providerId="ADAL" clId="{340A04FB-801D-4D33-9372-268FA29A2369}" dt="2026-06-22T09:43:58.175" v="2059" actId="14100"/>
          <ac:cxnSpMkLst>
            <pc:docMk/>
            <pc:sldMk cId="1618819277" sldId="273"/>
            <ac:cxnSpMk id="11" creationId="{BB7AA629-EEDB-0BCD-4AF8-6DAE6D1EB4AE}"/>
          </ac:cxnSpMkLst>
        </pc:cxnChg>
        <pc:cxnChg chg="add mod">
          <ac:chgData name="Andrew Patterson" userId="6c8ffccf-7c1b-4173-8b93-861005bd5f70" providerId="ADAL" clId="{340A04FB-801D-4D33-9372-268FA29A2369}" dt="2026-06-22T09:44:09.301" v="2061" actId="14100"/>
          <ac:cxnSpMkLst>
            <pc:docMk/>
            <pc:sldMk cId="1618819277" sldId="273"/>
            <ac:cxnSpMk id="13" creationId="{B4965065-42C2-231F-8E55-FE0895B270A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English Grammar In Use</a:t>
            </a:r>
            <a:br>
              <a:rPr lang="en-GB" dirty="0"/>
            </a:br>
            <a:r>
              <a:rPr lang="en-GB" dirty="0"/>
              <a:t> Unit 46 Have Something Done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CD76FE-39B7-6559-9DE4-7B1B998B4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71898" cy="10042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32EBF5-4651-5466-8B82-824222388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4222"/>
            <a:ext cx="6096000" cy="58537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22078F-92CA-DBF2-BB67-81E3B08CF7E3}"/>
              </a:ext>
            </a:extLst>
          </p:cNvPr>
          <p:cNvSpPr txBox="1"/>
          <p:nvPr/>
        </p:nvSpPr>
        <p:spPr>
          <a:xfrm>
            <a:off x="6096000" y="825927"/>
            <a:ext cx="6096000" cy="5027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GB" sz="3200" dirty="0"/>
              <a:t>The roof of Lisa’s house was damaged in a storm. So she called a builder, and yesterday a man came and repaired it. Lisa had the roof repaired yesterday. This means: Lisa arranged for somebody else to repair the roof. She didn’t repair it herself. </a:t>
            </a:r>
          </a:p>
          <a:p>
            <a:pPr>
              <a:lnSpc>
                <a:spcPts val="3200"/>
              </a:lnSpc>
            </a:pPr>
            <a:endParaRPr lang="en-GB" sz="3200" dirty="0"/>
          </a:p>
          <a:p>
            <a:pPr>
              <a:lnSpc>
                <a:spcPts val="3200"/>
              </a:lnSpc>
            </a:pPr>
            <a:r>
              <a:rPr lang="en-GB" sz="3200" dirty="0"/>
              <a:t>We use </a:t>
            </a:r>
            <a:r>
              <a:rPr lang="en-GB" sz="3200" b="1" dirty="0"/>
              <a:t>have something done </a:t>
            </a:r>
            <a:r>
              <a:rPr lang="en-GB" sz="3200" dirty="0"/>
              <a:t>to say that we arrange for somebody else to do something for us.</a:t>
            </a:r>
          </a:p>
        </p:txBody>
      </p:sp>
    </p:spTree>
    <p:extLst>
      <p:ext uri="{BB962C8B-B14F-4D97-AF65-F5344CB8AC3E}">
        <p14:creationId xmlns:p14="http://schemas.microsoft.com/office/powerpoint/2010/main" val="409732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0EB48D-2DE6-68BE-9764-8AD190F84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0" y="1665496"/>
            <a:ext cx="11880734" cy="352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18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265779-E019-1558-F4A7-9D938FC63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" y="902424"/>
            <a:ext cx="11828874" cy="505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69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98D207-A4DE-9F29-CB02-625114143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90" y="1776047"/>
            <a:ext cx="11596020" cy="302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535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4AA76A-8B84-A967-C953-0DC5B2DAC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9" y="791308"/>
            <a:ext cx="11650701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03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718F97-52C8-921F-5AE0-79CB6FDED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05" y="158261"/>
            <a:ext cx="11638749" cy="6541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6B3ECB-DF64-BB6F-5086-BD3D2062E3DA}"/>
              </a:ext>
            </a:extLst>
          </p:cNvPr>
          <p:cNvSpPr txBox="1"/>
          <p:nvPr/>
        </p:nvSpPr>
        <p:spPr>
          <a:xfrm>
            <a:off x="3155141" y="5974366"/>
            <a:ext cx="562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B050"/>
                </a:solidFill>
                <a:latin typeface="Wingdings 2" panose="05020102010507070707" pitchFamily="18" charset="2"/>
              </a:rPr>
              <a:t>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CCC99F-0C6F-95F7-5DF1-A847E16C8C71}"/>
              </a:ext>
            </a:extLst>
          </p:cNvPr>
          <p:cNvSpPr txBox="1"/>
          <p:nvPr/>
        </p:nvSpPr>
        <p:spPr>
          <a:xfrm>
            <a:off x="5046393" y="5152408"/>
            <a:ext cx="562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B050"/>
                </a:solidFill>
                <a:latin typeface="Wingdings 2" panose="05020102010507070707" pitchFamily="18" charset="2"/>
              </a:rPr>
              <a:t>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1714A-3FC5-62AD-A269-49786FA4259A}"/>
              </a:ext>
            </a:extLst>
          </p:cNvPr>
          <p:cNvSpPr txBox="1"/>
          <p:nvPr/>
        </p:nvSpPr>
        <p:spPr>
          <a:xfrm>
            <a:off x="8241787" y="5199878"/>
            <a:ext cx="562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B050"/>
                </a:solidFill>
                <a:latin typeface="Wingdings 2" panose="05020102010507070707" pitchFamily="18" charset="2"/>
              </a:rPr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D05E71-C616-6233-3BB1-32A1D459A7EB}"/>
              </a:ext>
            </a:extLst>
          </p:cNvPr>
          <p:cNvSpPr txBox="1"/>
          <p:nvPr/>
        </p:nvSpPr>
        <p:spPr>
          <a:xfrm>
            <a:off x="11212331" y="6026834"/>
            <a:ext cx="562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B050"/>
                </a:solidFill>
                <a:latin typeface="Wingdings 2" panose="05020102010507070707" pitchFamily="18" charset="2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67132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526BAA-EE71-3F9C-7097-C5C1A08975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" y="383563"/>
            <a:ext cx="12156367" cy="6090873"/>
          </a:xfrm>
          <a:prstGeom prst="rect">
            <a:avLst/>
          </a:prstGeom>
        </p:spPr>
      </p:pic>
      <p:sp>
        <p:nvSpPr>
          <p:cNvPr id="2" name="6) text">
            <a:extLst>
              <a:ext uri="{FF2B5EF4-FFF2-40B4-BE49-F238E27FC236}">
                <a16:creationId xmlns:a16="http://schemas.microsoft.com/office/drawing/2014/main" id="{2F3687DD-E725-A7B8-EF11-5A2198E1811F}"/>
              </a:ext>
            </a:extLst>
          </p:cNvPr>
          <p:cNvSpPr/>
          <p:nvPr/>
        </p:nvSpPr>
        <p:spPr>
          <a:xfrm>
            <a:off x="1638977" y="5956796"/>
            <a:ext cx="1035203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We need to get this document translated as soon as possible.</a:t>
            </a:r>
            <a:endParaRPr lang="en-GB" sz="2600" dirty="0"/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CC24EEF1-7DF3-5927-DEF6-753471BC242C}"/>
              </a:ext>
            </a:extLst>
          </p:cNvPr>
          <p:cNvSpPr>
            <a:spLocks noChangeAspect="1"/>
          </p:cNvSpPr>
          <p:nvPr/>
        </p:nvSpPr>
        <p:spPr>
          <a:xfrm>
            <a:off x="375995" y="5541372"/>
            <a:ext cx="843747" cy="461843"/>
          </a:xfrm>
          <a:prstGeom prst="ellipse">
            <a:avLst/>
          </a:prstGeom>
          <a:solidFill>
            <a:srgbClr val="7E9C6A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6</a:t>
            </a:r>
          </a:p>
        </p:txBody>
      </p:sp>
      <p:sp>
        <p:nvSpPr>
          <p:cNvPr id="6" name="5) text">
            <a:extLst>
              <a:ext uri="{FF2B5EF4-FFF2-40B4-BE49-F238E27FC236}">
                <a16:creationId xmlns:a16="http://schemas.microsoft.com/office/drawing/2014/main" id="{B4B9CE70-99F6-CB42-B865-C103BE98D4BF}"/>
              </a:ext>
            </a:extLst>
          </p:cNvPr>
          <p:cNvSpPr/>
          <p:nvPr/>
        </p:nvSpPr>
        <p:spPr>
          <a:xfrm>
            <a:off x="1577921" y="5092842"/>
            <a:ext cx="104741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We’ve had some new cupboards fitted in the </a:t>
            </a:r>
            <a:r>
              <a:rPr lang="en-US" sz="2800" dirty="0" err="1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the</a:t>
            </a:r>
            <a:r>
              <a:rPr lang="en-US" sz="28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 kitchen.</a:t>
            </a:r>
            <a:endParaRPr lang="en-GB" sz="2800" dirty="0"/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755216BA-903F-2B34-5C3E-3903930AF672}"/>
              </a:ext>
            </a:extLst>
          </p:cNvPr>
          <p:cNvSpPr>
            <a:spLocks noChangeAspect="1"/>
          </p:cNvSpPr>
          <p:nvPr/>
        </p:nvSpPr>
        <p:spPr>
          <a:xfrm>
            <a:off x="375995" y="4694513"/>
            <a:ext cx="843747" cy="461843"/>
          </a:xfrm>
          <a:prstGeom prst="ellipse">
            <a:avLst/>
          </a:prstGeom>
          <a:solidFill>
            <a:srgbClr val="375722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5</a:t>
            </a:r>
          </a:p>
        </p:txBody>
      </p:sp>
      <p:sp>
        <p:nvSpPr>
          <p:cNvPr id="8" name="4) text">
            <a:extLst>
              <a:ext uri="{FF2B5EF4-FFF2-40B4-BE49-F238E27FC236}">
                <a16:creationId xmlns:a16="http://schemas.microsoft.com/office/drawing/2014/main" id="{014E76E3-9183-7316-5A2F-300BFA67D2F0}"/>
              </a:ext>
            </a:extLst>
          </p:cNvPr>
          <p:cNvSpPr/>
          <p:nvPr/>
        </p:nvSpPr>
        <p:spPr>
          <a:xfrm>
            <a:off x="1577921" y="4127573"/>
            <a:ext cx="101159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The last time I had my eyes tested was two years ago. </a:t>
            </a:r>
            <a:endParaRPr lang="en-GB" sz="2800" dirty="0"/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F8D9D441-4835-9620-2BE7-C68145FA7919}"/>
              </a:ext>
            </a:extLst>
          </p:cNvPr>
          <p:cNvSpPr>
            <a:spLocks noChangeAspect="1"/>
          </p:cNvSpPr>
          <p:nvPr/>
        </p:nvSpPr>
        <p:spPr>
          <a:xfrm>
            <a:off x="375995" y="3847654"/>
            <a:ext cx="843747" cy="461843"/>
          </a:xfrm>
          <a:prstGeom prst="ellipse">
            <a:avLst/>
          </a:prstGeom>
          <a:solidFill>
            <a:srgbClr val="C9970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4</a:t>
            </a:r>
          </a:p>
        </p:txBody>
      </p:sp>
      <p:sp>
        <p:nvSpPr>
          <p:cNvPr id="10" name="3) text">
            <a:extLst>
              <a:ext uri="{FF2B5EF4-FFF2-40B4-BE49-F238E27FC236}">
                <a16:creationId xmlns:a16="http://schemas.microsoft.com/office/drawing/2014/main" id="{5883748D-2EE4-F71E-281D-418B0BC2DA4A}"/>
              </a:ext>
            </a:extLst>
          </p:cNvPr>
          <p:cNvSpPr/>
          <p:nvPr/>
        </p:nvSpPr>
        <p:spPr>
          <a:xfrm>
            <a:off x="1614679" y="3190887"/>
            <a:ext cx="97674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It cost twelve pounds to have my suit cleaned. </a:t>
            </a:r>
            <a:endParaRPr lang="en-GB" sz="3200" dirty="0"/>
          </a:p>
        </p:txBody>
      </p:sp>
      <p:sp>
        <p:nvSpPr>
          <p:cNvPr id="11" name="Oval 3">
            <a:extLst>
              <a:ext uri="{FF2B5EF4-FFF2-40B4-BE49-F238E27FC236}">
                <a16:creationId xmlns:a16="http://schemas.microsoft.com/office/drawing/2014/main" id="{96469AA0-730F-28A9-5368-C540352FE4B1}"/>
              </a:ext>
            </a:extLst>
          </p:cNvPr>
          <p:cNvSpPr>
            <a:spLocks noChangeAspect="1"/>
          </p:cNvSpPr>
          <p:nvPr/>
        </p:nvSpPr>
        <p:spPr>
          <a:xfrm>
            <a:off x="394374" y="3010346"/>
            <a:ext cx="843747" cy="461843"/>
          </a:xfrm>
          <a:prstGeom prst="ellipse">
            <a:avLst/>
          </a:prstGeom>
          <a:solidFill>
            <a:srgbClr val="9E790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3</a:t>
            </a:r>
          </a:p>
        </p:txBody>
      </p:sp>
      <p:sp>
        <p:nvSpPr>
          <p:cNvPr id="12" name="2) text">
            <a:extLst>
              <a:ext uri="{FF2B5EF4-FFF2-40B4-BE49-F238E27FC236}">
                <a16:creationId xmlns:a16="http://schemas.microsoft.com/office/drawing/2014/main" id="{72A9E5A1-CFBE-264B-1009-79FC82243111}"/>
              </a:ext>
            </a:extLst>
          </p:cNvPr>
          <p:cNvSpPr/>
          <p:nvPr/>
        </p:nvSpPr>
        <p:spPr>
          <a:xfrm>
            <a:off x="2694679" y="2265378"/>
            <a:ext cx="6969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has her car serviced once a year. </a:t>
            </a:r>
            <a:endParaRPr lang="en-GB" sz="3200" dirty="0"/>
          </a:p>
        </p:txBody>
      </p:sp>
      <p:sp>
        <p:nvSpPr>
          <p:cNvPr id="13" name="Oval 2">
            <a:extLst>
              <a:ext uri="{FF2B5EF4-FFF2-40B4-BE49-F238E27FC236}">
                <a16:creationId xmlns:a16="http://schemas.microsoft.com/office/drawing/2014/main" id="{FB80E147-770B-C792-5498-1BC54D40648D}"/>
              </a:ext>
            </a:extLst>
          </p:cNvPr>
          <p:cNvSpPr>
            <a:spLocks noChangeAspect="1"/>
          </p:cNvSpPr>
          <p:nvPr/>
        </p:nvSpPr>
        <p:spPr>
          <a:xfrm>
            <a:off x="429161" y="2243422"/>
            <a:ext cx="843747" cy="461843"/>
          </a:xfrm>
          <a:prstGeom prst="ellipse">
            <a:avLst/>
          </a:prstGeom>
          <a:solidFill>
            <a:srgbClr val="DA000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9562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71FA6D-582A-1455-3DF7-CDF3A7198F3D}"/>
              </a:ext>
            </a:extLst>
          </p:cNvPr>
          <p:cNvSpPr txBox="1"/>
          <p:nvPr/>
        </p:nvSpPr>
        <p:spPr>
          <a:xfrm>
            <a:off x="476905" y="402617"/>
            <a:ext cx="11441825" cy="6669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buNone/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Get your car serviced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means:</a:t>
            </a:r>
          </a:p>
          <a:p>
            <a:pPr>
              <a:lnSpc>
                <a:spcPts val="3200"/>
              </a:lnSpc>
              <a:buNone/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Take your car to a garage so a mechanic can check it and fix small problems.</a:t>
            </a:r>
          </a:p>
          <a:p>
            <a:pPr>
              <a:lnSpc>
                <a:spcPts val="3200"/>
              </a:lnSpc>
              <a:buNone/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They will:</a:t>
            </a:r>
          </a:p>
          <a:p>
            <a:pPr marL="457200" lvl="0" indent="-457200">
              <a:lnSpc>
                <a:spcPts val="3200"/>
              </a:lnSpc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check the engine</a:t>
            </a:r>
          </a:p>
          <a:p>
            <a:pPr marL="457200" lvl="0" indent="-457200">
              <a:lnSpc>
                <a:spcPts val="3200"/>
              </a:lnSpc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check the oil and water</a:t>
            </a:r>
          </a:p>
          <a:p>
            <a:pPr marL="457200" lvl="0" indent="-457200">
              <a:lnSpc>
                <a:spcPts val="3200"/>
              </a:lnSpc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look at the brakes and tyres</a:t>
            </a:r>
          </a:p>
          <a:p>
            <a:pPr marL="457200" lvl="0" indent="-457200">
              <a:lnSpc>
                <a:spcPts val="3200"/>
              </a:lnSpc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look at the windscreen wipers</a:t>
            </a:r>
          </a:p>
          <a:p>
            <a:pPr marL="457200" lvl="0" indent="-457200">
              <a:lnSpc>
                <a:spcPts val="3200"/>
              </a:lnSpc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make sure everything is working well</a:t>
            </a:r>
          </a:p>
          <a:p>
            <a:pPr>
              <a:lnSpc>
                <a:spcPts val="3200"/>
              </a:lnSpc>
              <a:buSzPts val="1000"/>
              <a:tabLst>
                <a:tab pos="457200" algn="l"/>
              </a:tabLst>
            </a:pPr>
            <a:r>
              <a:rPr lang="en-GB" sz="3200" b="1" dirty="0"/>
              <a:t>Tyres</a:t>
            </a:r>
            <a:r>
              <a:rPr lang="en-GB" sz="3200" dirty="0"/>
              <a:t> are the round rubber parts filled with air on the wheel of most road vehicles.</a:t>
            </a:r>
          </a:p>
          <a:p>
            <a:pPr>
              <a:lnSpc>
                <a:spcPts val="3200"/>
              </a:lnSpc>
            </a:pPr>
            <a:r>
              <a:rPr lang="en-GB" sz="3200" b="1" dirty="0"/>
              <a:t>Windscreen </a:t>
            </a:r>
            <a:r>
              <a:rPr lang="en-GB" sz="3200" dirty="0"/>
              <a:t>the front window of a car.</a:t>
            </a:r>
          </a:p>
          <a:p>
            <a:pPr>
              <a:lnSpc>
                <a:spcPts val="3200"/>
              </a:lnSpc>
            </a:pPr>
            <a:r>
              <a:rPr lang="en-GB" sz="3200" b="1" dirty="0"/>
              <a:t>Windscreen wipers</a:t>
            </a:r>
            <a:r>
              <a:rPr lang="en-GB" sz="3200" dirty="0"/>
              <a:t> are long, thin objects on the </a:t>
            </a:r>
            <a:r>
              <a:rPr lang="en-GB" sz="3200" dirty="0" err="1"/>
              <a:t>winscreen</a:t>
            </a:r>
            <a:r>
              <a:rPr lang="en-GB" sz="3200" dirty="0"/>
              <a:t> of a car. They move from side to side and wipe the windscreen when it’s raining letting the driver see clearly.</a:t>
            </a:r>
          </a:p>
          <a:p>
            <a:pPr>
              <a:lnSpc>
                <a:spcPts val="32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GB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67105B-5BCF-A3C0-CF26-0B974B4BC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459" y="1542787"/>
            <a:ext cx="2762636" cy="188621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6E2599-6019-B4E7-7416-651F965BAF91}"/>
              </a:ext>
            </a:extLst>
          </p:cNvPr>
          <p:cNvCxnSpPr>
            <a:cxnSpLocks/>
          </p:cNvCxnSpPr>
          <p:nvPr/>
        </p:nvCxnSpPr>
        <p:spPr>
          <a:xfrm flipH="1" flipV="1">
            <a:off x="7993117" y="2994723"/>
            <a:ext cx="1371600" cy="2923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CD19FBE-74A1-EB3E-F193-6454CDAFE4E9}"/>
              </a:ext>
            </a:extLst>
          </p:cNvPr>
          <p:cNvSpPr txBox="1"/>
          <p:nvPr/>
        </p:nvSpPr>
        <p:spPr>
          <a:xfrm>
            <a:off x="7151838" y="2664201"/>
            <a:ext cx="1040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Tw Cen MT Condensed Extra Bold" panose="020B0803020202020204" pitchFamily="34" charset="0"/>
              </a:rPr>
              <a:t>Tyre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7AA629-EEDB-0BCD-4AF8-6DAE6D1EB4AE}"/>
              </a:ext>
            </a:extLst>
          </p:cNvPr>
          <p:cNvCxnSpPr>
            <a:cxnSpLocks/>
          </p:cNvCxnSpPr>
          <p:nvPr/>
        </p:nvCxnSpPr>
        <p:spPr>
          <a:xfrm flipH="1" flipV="1">
            <a:off x="8441257" y="1844566"/>
            <a:ext cx="1404581" cy="25487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1C99139-07F1-4D46-9AF2-44B64427059E}"/>
              </a:ext>
            </a:extLst>
          </p:cNvPr>
          <p:cNvSpPr txBox="1"/>
          <p:nvPr/>
        </p:nvSpPr>
        <p:spPr>
          <a:xfrm>
            <a:off x="6463092" y="1445399"/>
            <a:ext cx="2009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Tw Cen MT Condensed Extra Bold" panose="020B0803020202020204" pitchFamily="34" charset="0"/>
              </a:rPr>
              <a:t>Windscreen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965065-42C2-231F-8E55-FE0895B270AB}"/>
              </a:ext>
            </a:extLst>
          </p:cNvPr>
          <p:cNvCxnSpPr>
            <a:cxnSpLocks/>
          </p:cNvCxnSpPr>
          <p:nvPr/>
        </p:nvCxnSpPr>
        <p:spPr>
          <a:xfrm flipH="1">
            <a:off x="8441257" y="2313002"/>
            <a:ext cx="1513489" cy="1728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6E557F8-B52C-AAD7-0575-98AFDB7AFF2E}"/>
              </a:ext>
            </a:extLst>
          </p:cNvPr>
          <p:cNvSpPr txBox="1"/>
          <p:nvPr/>
        </p:nvSpPr>
        <p:spPr>
          <a:xfrm>
            <a:off x="5566678" y="2177990"/>
            <a:ext cx="2916620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GB" sz="3200" dirty="0">
                <a:latin typeface="Tw Cen MT Condensed Extra Bold" panose="020B0803020202020204" pitchFamily="34" charset="0"/>
              </a:rPr>
              <a:t>Windscreen wiper</a:t>
            </a:r>
          </a:p>
        </p:txBody>
      </p:sp>
    </p:spTree>
    <p:extLst>
      <p:ext uri="{BB962C8B-B14F-4D97-AF65-F5344CB8AC3E}">
        <p14:creationId xmlns:p14="http://schemas.microsoft.com/office/powerpoint/2010/main" val="1618819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849FA0-F87B-88B4-4A4D-451404D85E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7442"/>
            <a:ext cx="12082072" cy="3823116"/>
          </a:xfrm>
          <a:prstGeom prst="rect">
            <a:avLst/>
          </a:prstGeom>
        </p:spPr>
      </p:pic>
      <p:sp>
        <p:nvSpPr>
          <p:cNvPr id="5" name="5) text">
            <a:extLst>
              <a:ext uri="{FF2B5EF4-FFF2-40B4-BE49-F238E27FC236}">
                <a16:creationId xmlns:a16="http://schemas.microsoft.com/office/drawing/2014/main" id="{0F98F256-7A36-AB11-3747-C72213A21F45}"/>
              </a:ext>
            </a:extLst>
          </p:cNvPr>
          <p:cNvSpPr/>
          <p:nvPr/>
        </p:nvSpPr>
        <p:spPr>
          <a:xfrm>
            <a:off x="7651131" y="4672859"/>
            <a:ext cx="42548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I had them delivered.</a:t>
            </a:r>
            <a:endParaRPr lang="en-GB" sz="28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C1951C4-85EF-50D6-CCFE-A3A3A7E77DEE}"/>
              </a:ext>
            </a:extLst>
          </p:cNvPr>
          <p:cNvSpPr>
            <a:spLocks noChangeAspect="1"/>
          </p:cNvSpPr>
          <p:nvPr/>
        </p:nvSpPr>
        <p:spPr>
          <a:xfrm>
            <a:off x="480926" y="4616089"/>
            <a:ext cx="843747" cy="461843"/>
          </a:xfrm>
          <a:prstGeom prst="ellipse">
            <a:avLst/>
          </a:prstGeom>
          <a:solidFill>
            <a:srgbClr val="375722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5</a:t>
            </a:r>
          </a:p>
        </p:txBody>
      </p:sp>
      <p:sp>
        <p:nvSpPr>
          <p:cNvPr id="7" name="4) text">
            <a:extLst>
              <a:ext uri="{FF2B5EF4-FFF2-40B4-BE49-F238E27FC236}">
                <a16:creationId xmlns:a16="http://schemas.microsoft.com/office/drawing/2014/main" id="{668B0DCA-336F-E8B0-889D-4E8D56455F33}"/>
              </a:ext>
            </a:extLst>
          </p:cNvPr>
          <p:cNvSpPr/>
          <p:nvPr/>
        </p:nvSpPr>
        <p:spPr>
          <a:xfrm>
            <a:off x="7846003" y="4142700"/>
            <a:ext cx="33816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He had it built. </a:t>
            </a:r>
            <a:endParaRPr lang="en-GB" sz="3200" dirty="0"/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5F477AB9-7B09-657E-1A40-F779500981B0}"/>
              </a:ext>
            </a:extLst>
          </p:cNvPr>
          <p:cNvSpPr>
            <a:spLocks noChangeAspect="1"/>
          </p:cNvSpPr>
          <p:nvPr/>
        </p:nvSpPr>
        <p:spPr>
          <a:xfrm>
            <a:off x="480926" y="3962070"/>
            <a:ext cx="843747" cy="461843"/>
          </a:xfrm>
          <a:prstGeom prst="ellipse">
            <a:avLst/>
          </a:prstGeom>
          <a:solidFill>
            <a:srgbClr val="C9970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4</a:t>
            </a:r>
          </a:p>
        </p:txBody>
      </p:sp>
      <p:sp>
        <p:nvSpPr>
          <p:cNvPr id="9" name="3) text">
            <a:extLst>
              <a:ext uri="{FF2B5EF4-FFF2-40B4-BE49-F238E27FC236}">
                <a16:creationId xmlns:a16="http://schemas.microsoft.com/office/drawing/2014/main" id="{C493272B-B5E0-1ED7-8975-18F42A602D2C}"/>
              </a:ext>
            </a:extLst>
          </p:cNvPr>
          <p:cNvSpPr/>
          <p:nvPr/>
        </p:nvSpPr>
        <p:spPr>
          <a:xfrm>
            <a:off x="9095185" y="3635177"/>
            <a:ext cx="30518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had them cleaned. </a:t>
            </a:r>
            <a:endParaRPr lang="en-GB" sz="2400" dirty="0"/>
          </a:p>
        </p:txBody>
      </p:sp>
      <p:sp>
        <p:nvSpPr>
          <p:cNvPr id="10" name="Oval 3">
            <a:extLst>
              <a:ext uri="{FF2B5EF4-FFF2-40B4-BE49-F238E27FC236}">
                <a16:creationId xmlns:a16="http://schemas.microsoft.com/office/drawing/2014/main" id="{D176E63B-8E51-DE83-7B69-DF5FFAE4E297}"/>
              </a:ext>
            </a:extLst>
          </p:cNvPr>
          <p:cNvSpPr>
            <a:spLocks noChangeAspect="1"/>
          </p:cNvSpPr>
          <p:nvPr/>
        </p:nvSpPr>
        <p:spPr>
          <a:xfrm>
            <a:off x="480926" y="3286216"/>
            <a:ext cx="843747" cy="461843"/>
          </a:xfrm>
          <a:prstGeom prst="ellipse">
            <a:avLst/>
          </a:prstGeom>
          <a:solidFill>
            <a:srgbClr val="9E790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3</a:t>
            </a:r>
          </a:p>
        </p:txBody>
      </p:sp>
      <p:sp>
        <p:nvSpPr>
          <p:cNvPr id="11" name="2) text">
            <a:extLst>
              <a:ext uri="{FF2B5EF4-FFF2-40B4-BE49-F238E27FC236}">
                <a16:creationId xmlns:a16="http://schemas.microsoft.com/office/drawing/2014/main" id="{46648AA2-A0E8-2EB0-4B19-1EE78854D08D}"/>
              </a:ext>
            </a:extLst>
          </p:cNvPr>
          <p:cNvSpPr/>
          <p:nvPr/>
        </p:nvSpPr>
        <p:spPr>
          <a:xfrm>
            <a:off x="6961584" y="3016877"/>
            <a:ext cx="24072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had it cut. </a:t>
            </a:r>
            <a:endParaRPr lang="en-GB" sz="3200" dirty="0"/>
          </a:p>
        </p:txBody>
      </p:sp>
      <p:sp>
        <p:nvSpPr>
          <p:cNvPr id="12" name="Oval 2">
            <a:extLst>
              <a:ext uri="{FF2B5EF4-FFF2-40B4-BE49-F238E27FC236}">
                <a16:creationId xmlns:a16="http://schemas.microsoft.com/office/drawing/2014/main" id="{D0058D2C-221E-EB2D-417B-3CA43182CDB0}"/>
              </a:ext>
            </a:extLst>
          </p:cNvPr>
          <p:cNvSpPr>
            <a:spLocks noChangeAspect="1"/>
          </p:cNvSpPr>
          <p:nvPr/>
        </p:nvSpPr>
        <p:spPr>
          <a:xfrm>
            <a:off x="480926" y="2672107"/>
            <a:ext cx="843747" cy="461843"/>
          </a:xfrm>
          <a:prstGeom prst="ellipse">
            <a:avLst/>
          </a:prstGeom>
          <a:solidFill>
            <a:srgbClr val="DA000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6793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9" grpId="0"/>
      <p:bldP spid="9" grpId="1"/>
      <p:bldP spid="11" grpId="0"/>
      <p:bldP spid="1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E311BF-DA3F-14B6-D603-0D4D959379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79" y="914400"/>
            <a:ext cx="11296321" cy="594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04D18C-8929-316D-C0D9-BCAE780F9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61" y="223699"/>
            <a:ext cx="1060010" cy="655532"/>
          </a:xfrm>
          <a:prstGeom prst="rect">
            <a:avLst/>
          </a:prstGeom>
        </p:spPr>
      </p:pic>
      <p:sp>
        <p:nvSpPr>
          <p:cNvPr id="2" name="7) text">
            <a:extLst>
              <a:ext uri="{FF2B5EF4-FFF2-40B4-BE49-F238E27FC236}">
                <a16:creationId xmlns:a16="http://schemas.microsoft.com/office/drawing/2014/main" id="{F46C2014-8A08-66FD-D676-3C54E3349E5F}"/>
              </a:ext>
            </a:extLst>
          </p:cNvPr>
          <p:cNvSpPr/>
          <p:nvPr/>
        </p:nvSpPr>
        <p:spPr>
          <a:xfrm>
            <a:off x="6096000" y="5734009"/>
            <a:ext cx="57636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have your ears pierced? </a:t>
            </a:r>
            <a:endParaRPr lang="en-GB" sz="3200" dirty="0"/>
          </a:p>
        </p:txBody>
      </p:sp>
      <p:sp>
        <p:nvSpPr>
          <p:cNvPr id="4" name="Oval 7">
            <a:extLst>
              <a:ext uri="{FF2B5EF4-FFF2-40B4-BE49-F238E27FC236}">
                <a16:creationId xmlns:a16="http://schemas.microsoft.com/office/drawing/2014/main" id="{329ED314-D1C9-90DF-5C02-F6E846C7E5B7}"/>
              </a:ext>
            </a:extLst>
          </p:cNvPr>
          <p:cNvSpPr>
            <a:spLocks noChangeAspect="1"/>
          </p:cNvSpPr>
          <p:nvPr/>
        </p:nvSpPr>
        <p:spPr>
          <a:xfrm>
            <a:off x="198367" y="5778979"/>
            <a:ext cx="697312" cy="381688"/>
          </a:xfrm>
          <a:prstGeom prst="ellipse">
            <a:avLst/>
          </a:prstGeom>
          <a:solidFill>
            <a:srgbClr val="0071C3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7</a:t>
            </a:r>
          </a:p>
        </p:txBody>
      </p:sp>
      <p:sp>
        <p:nvSpPr>
          <p:cNvPr id="6" name="6) text">
            <a:extLst>
              <a:ext uri="{FF2B5EF4-FFF2-40B4-BE49-F238E27FC236}">
                <a16:creationId xmlns:a16="http://schemas.microsoft.com/office/drawing/2014/main" id="{F9796DD1-51A7-F512-C259-874C16D76966}"/>
              </a:ext>
            </a:extLst>
          </p:cNvPr>
          <p:cNvSpPr/>
          <p:nvPr/>
        </p:nvSpPr>
        <p:spPr>
          <a:xfrm>
            <a:off x="1519571" y="4846671"/>
            <a:ext cx="6783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Have you had the washing machine fixed? </a:t>
            </a:r>
            <a:endParaRPr lang="en-GB" sz="24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F0BD9A-E553-860A-0CCB-0E9C71906B8C}"/>
              </a:ext>
            </a:extLst>
          </p:cNvPr>
          <p:cNvSpPr>
            <a:spLocks noChangeAspect="1"/>
          </p:cNvSpPr>
          <p:nvPr/>
        </p:nvSpPr>
        <p:spPr>
          <a:xfrm>
            <a:off x="198367" y="4846760"/>
            <a:ext cx="697312" cy="381688"/>
          </a:xfrm>
          <a:prstGeom prst="ellipse">
            <a:avLst/>
          </a:prstGeom>
          <a:solidFill>
            <a:srgbClr val="7E9C6A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6</a:t>
            </a:r>
          </a:p>
        </p:txBody>
      </p:sp>
      <p:sp>
        <p:nvSpPr>
          <p:cNvPr id="8" name="5) text">
            <a:extLst>
              <a:ext uri="{FF2B5EF4-FFF2-40B4-BE49-F238E27FC236}">
                <a16:creationId xmlns:a16="http://schemas.microsoft.com/office/drawing/2014/main" id="{CC3F6A83-587D-EC10-E5A9-183898DB8092}"/>
              </a:ext>
            </a:extLst>
          </p:cNvPr>
          <p:cNvSpPr/>
          <p:nvPr/>
        </p:nvSpPr>
        <p:spPr>
          <a:xfrm>
            <a:off x="2079093" y="4316338"/>
            <a:ext cx="59106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we’re having a garage built</a:t>
            </a:r>
            <a:endParaRPr lang="en-GB" sz="3200" dirty="0"/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6E36AC1C-711A-4623-A8BA-ED13B3BC020C}"/>
              </a:ext>
            </a:extLst>
          </p:cNvPr>
          <p:cNvSpPr>
            <a:spLocks noChangeAspect="1"/>
          </p:cNvSpPr>
          <p:nvPr/>
        </p:nvSpPr>
        <p:spPr>
          <a:xfrm>
            <a:off x="220798" y="3914541"/>
            <a:ext cx="697312" cy="381688"/>
          </a:xfrm>
          <a:prstGeom prst="ellipse">
            <a:avLst/>
          </a:prstGeom>
          <a:solidFill>
            <a:srgbClr val="375722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5</a:t>
            </a:r>
          </a:p>
        </p:txBody>
      </p:sp>
      <p:sp>
        <p:nvSpPr>
          <p:cNvPr id="10" name="4) text">
            <a:extLst>
              <a:ext uri="{FF2B5EF4-FFF2-40B4-BE49-F238E27FC236}">
                <a16:creationId xmlns:a16="http://schemas.microsoft.com/office/drawing/2014/main" id="{0ABC3D8C-6F2F-5F6B-2166-79D92742DA36}"/>
              </a:ext>
            </a:extLst>
          </p:cNvPr>
          <p:cNvSpPr/>
          <p:nvPr/>
        </p:nvSpPr>
        <p:spPr>
          <a:xfrm>
            <a:off x="1206374" y="2905780"/>
            <a:ext cx="67833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Do you have a newspaper delivered </a:t>
            </a:r>
            <a:endParaRPr lang="en-GB" sz="2800" dirty="0"/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131804A1-24C9-7952-A6C3-DA8DCCC68E02}"/>
              </a:ext>
            </a:extLst>
          </p:cNvPr>
          <p:cNvSpPr>
            <a:spLocks noChangeAspect="1"/>
          </p:cNvSpPr>
          <p:nvPr/>
        </p:nvSpPr>
        <p:spPr>
          <a:xfrm>
            <a:off x="184243" y="3088961"/>
            <a:ext cx="697312" cy="381688"/>
          </a:xfrm>
          <a:prstGeom prst="ellipse">
            <a:avLst/>
          </a:prstGeom>
          <a:solidFill>
            <a:srgbClr val="C9970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4</a:t>
            </a:r>
          </a:p>
        </p:txBody>
      </p:sp>
      <p:sp>
        <p:nvSpPr>
          <p:cNvPr id="12" name="3) text">
            <a:extLst>
              <a:ext uri="{FF2B5EF4-FFF2-40B4-BE49-F238E27FC236}">
                <a16:creationId xmlns:a16="http://schemas.microsoft.com/office/drawing/2014/main" id="{9FA21D7F-C068-2BC9-6003-190EDE103439}"/>
              </a:ext>
            </a:extLst>
          </p:cNvPr>
          <p:cNvSpPr/>
          <p:nvPr/>
        </p:nvSpPr>
        <p:spPr>
          <a:xfrm>
            <a:off x="3936000" y="2401418"/>
            <a:ext cx="40537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had your hair cut? </a:t>
            </a:r>
            <a:endParaRPr lang="en-GB" sz="3200" dirty="0"/>
          </a:p>
        </p:txBody>
      </p:sp>
      <p:sp>
        <p:nvSpPr>
          <p:cNvPr id="13" name="Oval 3">
            <a:extLst>
              <a:ext uri="{FF2B5EF4-FFF2-40B4-BE49-F238E27FC236}">
                <a16:creationId xmlns:a16="http://schemas.microsoft.com/office/drawing/2014/main" id="{AAB307DF-81F4-08C4-A9F1-8DAD170ABA86}"/>
              </a:ext>
            </a:extLst>
          </p:cNvPr>
          <p:cNvSpPr>
            <a:spLocks noChangeAspect="1"/>
          </p:cNvSpPr>
          <p:nvPr/>
        </p:nvSpPr>
        <p:spPr>
          <a:xfrm>
            <a:off x="184243" y="2431791"/>
            <a:ext cx="697312" cy="381688"/>
          </a:xfrm>
          <a:prstGeom prst="ellipse">
            <a:avLst/>
          </a:prstGeom>
          <a:solidFill>
            <a:srgbClr val="9E790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3</a:t>
            </a:r>
          </a:p>
        </p:txBody>
      </p:sp>
      <p:sp>
        <p:nvSpPr>
          <p:cNvPr id="14" name="2) text">
            <a:extLst>
              <a:ext uri="{FF2B5EF4-FFF2-40B4-BE49-F238E27FC236}">
                <a16:creationId xmlns:a16="http://schemas.microsoft.com/office/drawing/2014/main" id="{2E858122-1811-5DC0-AA44-B60F392A23D9}"/>
              </a:ext>
            </a:extLst>
          </p:cNvPr>
          <p:cNvSpPr/>
          <p:nvPr/>
        </p:nvSpPr>
        <p:spPr>
          <a:xfrm>
            <a:off x="4149152" y="1910327"/>
            <a:ext cx="51682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have another key made. </a:t>
            </a:r>
            <a:endParaRPr lang="en-GB" sz="3200" dirty="0"/>
          </a:p>
        </p:txBody>
      </p:sp>
      <p:sp>
        <p:nvSpPr>
          <p:cNvPr id="15" name="Oval 2">
            <a:extLst>
              <a:ext uri="{FF2B5EF4-FFF2-40B4-BE49-F238E27FC236}">
                <a16:creationId xmlns:a16="http://schemas.microsoft.com/office/drawing/2014/main" id="{DE57185B-A8FA-DBC1-19AE-D1A6516BB51E}"/>
              </a:ext>
            </a:extLst>
          </p:cNvPr>
          <p:cNvSpPr>
            <a:spLocks noChangeAspect="1"/>
          </p:cNvSpPr>
          <p:nvPr/>
        </p:nvSpPr>
        <p:spPr>
          <a:xfrm>
            <a:off x="201753" y="1774621"/>
            <a:ext cx="697312" cy="381688"/>
          </a:xfrm>
          <a:prstGeom prst="ellipse">
            <a:avLst/>
          </a:prstGeom>
          <a:solidFill>
            <a:srgbClr val="DA000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074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4" grpId="0"/>
      <p:bldP spid="1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A40CBC-AA0B-B728-B062-C6877D4973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446"/>
            <a:ext cx="12134326" cy="3483982"/>
          </a:xfrm>
          <a:prstGeom prst="rect">
            <a:avLst/>
          </a:prstGeom>
        </p:spPr>
      </p:pic>
      <p:sp>
        <p:nvSpPr>
          <p:cNvPr id="2" name="Oval 10">
            <a:extLst>
              <a:ext uri="{FF2B5EF4-FFF2-40B4-BE49-F238E27FC236}">
                <a16:creationId xmlns:a16="http://schemas.microsoft.com/office/drawing/2014/main" id="{7771671A-DCB4-A304-5F44-B7AAB89C3C3E}"/>
              </a:ext>
            </a:extLst>
          </p:cNvPr>
          <p:cNvSpPr>
            <a:spLocks noChangeAspect="1"/>
          </p:cNvSpPr>
          <p:nvPr/>
        </p:nvSpPr>
        <p:spPr>
          <a:xfrm>
            <a:off x="4846532" y="3282096"/>
            <a:ext cx="843747" cy="461843"/>
          </a:xfrm>
          <a:prstGeom prst="ellipse">
            <a:avLst/>
          </a:prstGeom>
          <a:solidFill>
            <a:srgbClr val="7030A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10</a:t>
            </a:r>
          </a:p>
        </p:txBody>
      </p:sp>
      <p:sp>
        <p:nvSpPr>
          <p:cNvPr id="4" name="10) text">
            <a:extLst>
              <a:ext uri="{FF2B5EF4-FFF2-40B4-BE49-F238E27FC236}">
                <a16:creationId xmlns:a16="http://schemas.microsoft.com/office/drawing/2014/main" id="{6AC38BFE-BC6B-1470-2C0F-BDD32F735966}"/>
              </a:ext>
            </a:extLst>
          </p:cNvPr>
          <p:cNvSpPr/>
          <p:nvPr/>
        </p:nvSpPr>
        <p:spPr>
          <a:xfrm>
            <a:off x="5892277" y="2683788"/>
            <a:ext cx="629972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We had all our bags searched. </a:t>
            </a:r>
            <a:endParaRPr lang="en-GB" sz="3200" dirty="0"/>
          </a:p>
        </p:txBody>
      </p:sp>
      <p:sp>
        <p:nvSpPr>
          <p:cNvPr id="5" name="9) text">
            <a:extLst>
              <a:ext uri="{FF2B5EF4-FFF2-40B4-BE49-F238E27FC236}">
                <a16:creationId xmlns:a16="http://schemas.microsoft.com/office/drawing/2014/main" id="{0B43E52A-E301-03AC-F0B6-E1795830C359}"/>
              </a:ext>
            </a:extLst>
          </p:cNvPr>
          <p:cNvSpPr/>
          <p:nvPr/>
        </p:nvSpPr>
        <p:spPr>
          <a:xfrm>
            <a:off x="4278346" y="1614676"/>
            <a:ext cx="739899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She had her credit cards stolen. </a:t>
            </a:r>
            <a:endParaRPr lang="en-GB" sz="3200" dirty="0"/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255D48FD-6D4A-04C4-7CBE-776226CB67FC}"/>
              </a:ext>
            </a:extLst>
          </p:cNvPr>
          <p:cNvSpPr>
            <a:spLocks noChangeAspect="1"/>
          </p:cNvSpPr>
          <p:nvPr/>
        </p:nvSpPr>
        <p:spPr>
          <a:xfrm>
            <a:off x="4846532" y="2147903"/>
            <a:ext cx="843747" cy="461843"/>
          </a:xfrm>
          <a:prstGeom prst="ellipse">
            <a:avLst/>
          </a:prstGeom>
          <a:solidFill>
            <a:srgbClr val="04226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5729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35AF1C-F672-5039-89E2-BE91B842ADDB}"/>
              </a:ext>
            </a:extLst>
          </p:cNvPr>
          <p:cNvSpPr txBox="1"/>
          <p:nvPr/>
        </p:nvSpPr>
        <p:spPr>
          <a:xfrm>
            <a:off x="498939" y="674400"/>
            <a:ext cx="1119412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Causative get and have</a:t>
            </a:r>
          </a:p>
          <a:p>
            <a:r>
              <a:rPr lang="en-GB" sz="3200" dirty="0">
                <a:solidFill>
                  <a:srgbClr val="00B050"/>
                </a:solidFill>
              </a:rPr>
              <a:t>form </a:t>
            </a:r>
            <a:r>
              <a:rPr lang="en-GB" sz="3200" dirty="0"/>
              <a:t> </a:t>
            </a:r>
          </a:p>
          <a:p>
            <a:r>
              <a:rPr lang="en-GB" sz="3200" dirty="0"/>
              <a:t>Active: The active pattern is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get + </a:t>
            </a:r>
            <a:r>
              <a:rPr lang="en-GB" sz="3200" dirty="0" err="1"/>
              <a:t>sb</a:t>
            </a:r>
            <a:r>
              <a:rPr lang="en-GB" sz="3200" dirty="0"/>
              <a:t> + to-infinitive, or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have + </a:t>
            </a:r>
            <a:r>
              <a:rPr lang="en-GB" sz="3200" dirty="0" err="1"/>
              <a:t>sb</a:t>
            </a:r>
            <a:r>
              <a:rPr lang="en-GB" sz="3200" dirty="0"/>
              <a:t> + bare infinitive: </a:t>
            </a:r>
          </a:p>
          <a:p>
            <a:r>
              <a:rPr lang="en-GB" sz="3200" dirty="0"/>
              <a:t>I’ll get my assistant to bring you the other pair of shoes. </a:t>
            </a:r>
          </a:p>
          <a:p>
            <a:r>
              <a:rPr lang="en-GB" sz="3200" dirty="0"/>
              <a:t>Shall I have my secretary send you the details? </a:t>
            </a:r>
          </a:p>
          <a:p>
            <a:r>
              <a:rPr lang="en-GB" sz="3200" dirty="0"/>
              <a:t>Passive: The passive pattern is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get/have + object + past participle: </a:t>
            </a:r>
          </a:p>
          <a:p>
            <a:r>
              <a:rPr lang="en-GB" sz="3200" dirty="0"/>
              <a:t>I’m getting/having my house decorated at the moment. </a:t>
            </a:r>
          </a:p>
          <a:p>
            <a:r>
              <a:rPr lang="en-GB" sz="3200" dirty="0"/>
              <a:t>You ought to get/have your blood pressure checked.</a:t>
            </a:r>
            <a:r>
              <a:rPr lang="en-GB" sz="3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7640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925A37-7CB8-0EBA-0E76-626F17F63F8E}"/>
              </a:ext>
            </a:extLst>
          </p:cNvPr>
          <p:cNvSpPr txBox="1"/>
          <p:nvPr/>
        </p:nvSpPr>
        <p:spPr>
          <a:xfrm>
            <a:off x="689548" y="1217552"/>
            <a:ext cx="1131757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Use </a:t>
            </a:r>
          </a:p>
          <a:p>
            <a:r>
              <a:rPr lang="en-GB" sz="3200" dirty="0"/>
              <a:t>Causative get and have mean ‘ask or cause somebody to do something’ in the active form, and ‘arrange for somebody else to do something’ in the passive. </a:t>
            </a:r>
          </a:p>
          <a:p>
            <a:endParaRPr lang="en-GB" sz="3200" dirty="0"/>
          </a:p>
          <a:p>
            <a:r>
              <a:rPr lang="en-GB" sz="3200" i="1" dirty="0"/>
              <a:t>Get</a:t>
            </a:r>
            <a:r>
              <a:rPr lang="en-GB" sz="3200" dirty="0"/>
              <a:t> is more common in British English.</a:t>
            </a:r>
          </a:p>
          <a:p>
            <a:r>
              <a:rPr lang="en-GB" sz="3200" i="1" dirty="0"/>
              <a:t>Have </a:t>
            </a:r>
            <a:r>
              <a:rPr lang="en-GB" sz="3200" dirty="0"/>
              <a:t>is now more formal except in some situations described below. </a:t>
            </a:r>
          </a:p>
        </p:txBody>
      </p:sp>
    </p:spTree>
    <p:extLst>
      <p:ext uri="{BB962C8B-B14F-4D97-AF65-F5344CB8AC3E}">
        <p14:creationId xmlns:p14="http://schemas.microsoft.com/office/powerpoint/2010/main" val="1878388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AA8766-B018-7BE2-7BA3-DAAD3E20091A}"/>
              </a:ext>
            </a:extLst>
          </p:cNvPr>
          <p:cNvSpPr txBox="1"/>
          <p:nvPr/>
        </p:nvSpPr>
        <p:spPr>
          <a:xfrm>
            <a:off x="224852" y="188674"/>
            <a:ext cx="11452485" cy="6669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Sometimes causative get/have suggests the need to deal with a difficulty: </a:t>
            </a:r>
          </a:p>
          <a:p>
            <a:pPr>
              <a:lnSpc>
                <a:spcPts val="3200"/>
              </a:lnSpc>
            </a:pPr>
            <a:r>
              <a:rPr lang="en-GB" sz="3200" dirty="0"/>
              <a:t>I’m afraid you'll have to get/have the whole house rewired. </a:t>
            </a:r>
          </a:p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We use have in the passive when something unpleasant, happens. </a:t>
            </a:r>
          </a:p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Get is much less common than have in these situations:</a:t>
            </a:r>
          </a:p>
          <a:p>
            <a:pPr>
              <a:lnSpc>
                <a:spcPts val="3200"/>
              </a:lnSpc>
            </a:pPr>
            <a:r>
              <a:rPr lang="en-GB" sz="3200" dirty="0"/>
              <a:t>I had my wallet stolen in the crowd. </a:t>
            </a:r>
          </a:p>
          <a:p>
            <a:pPr>
              <a:lnSpc>
                <a:spcPts val="3200"/>
              </a:lnSpc>
            </a:pPr>
            <a:r>
              <a:rPr lang="en-GB" sz="3200" dirty="0"/>
              <a:t>He had his car broken into last night.</a:t>
            </a:r>
          </a:p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Sometimes when we use </a:t>
            </a:r>
            <a:r>
              <a:rPr lang="en-GB" sz="3200" i="1" dirty="0"/>
              <a:t>have</a:t>
            </a:r>
            <a:r>
              <a:rPr lang="en-GB" sz="3200" dirty="0"/>
              <a:t>, meaning depends on context: </a:t>
            </a:r>
          </a:p>
          <a:p>
            <a:pPr>
              <a:lnSpc>
                <a:spcPts val="3200"/>
              </a:lnSpc>
            </a:pPr>
            <a:r>
              <a:rPr lang="en-GB" sz="3200" dirty="0"/>
              <a:t>We’ve had the bricks removed. </a:t>
            </a:r>
          </a:p>
          <a:p>
            <a:pPr>
              <a:lnSpc>
                <a:spcPts val="3200"/>
              </a:lnSpc>
            </a:pPr>
            <a:r>
              <a:rPr lang="en-GB" sz="3200" dirty="0"/>
              <a:t>(= either we arranged for somebody to take them, or somebody stole them) </a:t>
            </a:r>
          </a:p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We use get, not have, when somebody else has to work on our behalf:</a:t>
            </a:r>
          </a:p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 One of these days I’m going to get myself elected onto the committee. </a:t>
            </a:r>
          </a:p>
        </p:txBody>
      </p:sp>
    </p:spTree>
    <p:extLst>
      <p:ext uri="{BB962C8B-B14F-4D97-AF65-F5344CB8AC3E}">
        <p14:creationId xmlns:p14="http://schemas.microsoft.com/office/powerpoint/2010/main" val="1924766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CFE3D-C1E9-CDF5-6F2D-CDD77230B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" y="266557"/>
            <a:ext cx="1687649" cy="5830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FBF4B5-E0A2-82EF-AC5E-3361A4ACBB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 rot="60000">
            <a:off x="193350" y="952840"/>
            <a:ext cx="11883266" cy="5485543"/>
          </a:xfrm>
          <a:prstGeom prst="rect">
            <a:avLst/>
          </a:prstGeom>
        </p:spPr>
      </p:pic>
      <p:sp>
        <p:nvSpPr>
          <p:cNvPr id="2" name="3) text">
            <a:extLst>
              <a:ext uri="{FF2B5EF4-FFF2-40B4-BE49-F238E27FC236}">
                <a16:creationId xmlns:a16="http://schemas.microsoft.com/office/drawing/2014/main" id="{7F87A00B-D79B-CA15-041F-F213ED3B5797}"/>
              </a:ext>
            </a:extLst>
          </p:cNvPr>
          <p:cNvSpPr/>
          <p:nvPr/>
        </p:nvSpPr>
        <p:spPr>
          <a:xfrm>
            <a:off x="3569796" y="5804823"/>
            <a:ext cx="37645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get it serviced </a:t>
            </a:r>
            <a:endParaRPr lang="en-GB" sz="32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144C07C-72CF-5A33-2247-7DA04B22D935}"/>
              </a:ext>
            </a:extLst>
          </p:cNvPr>
          <p:cNvSpPr>
            <a:spLocks noChangeAspect="1"/>
          </p:cNvSpPr>
          <p:nvPr/>
        </p:nvSpPr>
        <p:spPr>
          <a:xfrm>
            <a:off x="298570" y="5496299"/>
            <a:ext cx="843747" cy="461843"/>
          </a:xfrm>
          <a:prstGeom prst="ellipse">
            <a:avLst/>
          </a:prstGeom>
          <a:solidFill>
            <a:srgbClr val="9E790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3</a:t>
            </a:r>
          </a:p>
        </p:txBody>
      </p:sp>
      <p:sp>
        <p:nvSpPr>
          <p:cNvPr id="6" name="2) text">
            <a:extLst>
              <a:ext uri="{FF2B5EF4-FFF2-40B4-BE49-F238E27FC236}">
                <a16:creationId xmlns:a16="http://schemas.microsoft.com/office/drawing/2014/main" id="{ECBDDEC0-DFBB-1EF5-A1C0-8825D6DA1F87}"/>
              </a:ext>
            </a:extLst>
          </p:cNvPr>
          <p:cNvSpPr/>
          <p:nvPr/>
        </p:nvSpPr>
        <p:spPr>
          <a:xfrm>
            <a:off x="3446307" y="4560898"/>
            <a:ext cx="26496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got it made </a:t>
            </a:r>
            <a:endParaRPr lang="en-GB" sz="3200" dirty="0"/>
          </a:p>
        </p:txBody>
      </p:sp>
      <p:sp>
        <p:nvSpPr>
          <p:cNvPr id="7" name="Oval 2">
            <a:extLst>
              <a:ext uri="{FF2B5EF4-FFF2-40B4-BE49-F238E27FC236}">
                <a16:creationId xmlns:a16="http://schemas.microsoft.com/office/drawing/2014/main" id="{35FA3E5F-A21F-6848-8294-FC5523F30E07}"/>
              </a:ext>
            </a:extLst>
          </p:cNvPr>
          <p:cNvSpPr>
            <a:spLocks noChangeAspect="1"/>
          </p:cNvSpPr>
          <p:nvPr/>
        </p:nvSpPr>
        <p:spPr>
          <a:xfrm>
            <a:off x="279164" y="4231107"/>
            <a:ext cx="843747" cy="461843"/>
          </a:xfrm>
          <a:prstGeom prst="ellipse">
            <a:avLst/>
          </a:prstGeom>
          <a:solidFill>
            <a:srgbClr val="DA000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2</a:t>
            </a:r>
          </a:p>
        </p:txBody>
      </p:sp>
      <p:sp>
        <p:nvSpPr>
          <p:cNvPr id="8" name="1) text">
            <a:extLst>
              <a:ext uri="{FF2B5EF4-FFF2-40B4-BE49-F238E27FC236}">
                <a16:creationId xmlns:a16="http://schemas.microsoft.com/office/drawing/2014/main" id="{DC95E186-6495-6D72-E8D5-0C5B65EF8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095" y="3747062"/>
            <a:ext cx="40270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get your eyes tested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8F38332D-2486-F776-0904-A9101D26B822}"/>
              </a:ext>
            </a:extLst>
          </p:cNvPr>
          <p:cNvSpPr>
            <a:spLocks noChangeAspect="1"/>
          </p:cNvSpPr>
          <p:nvPr/>
        </p:nvSpPr>
        <p:spPr>
          <a:xfrm>
            <a:off x="279164" y="3308693"/>
            <a:ext cx="863153" cy="472466"/>
          </a:xfrm>
          <a:prstGeom prst="ellipse">
            <a:avLst/>
          </a:prstGeom>
          <a:solidFill>
            <a:srgbClr val="43000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755933-906A-2B1B-E43D-0A51B58ACBCD}"/>
              </a:ext>
            </a:extLst>
          </p:cNvPr>
          <p:cNvSpPr txBox="1"/>
          <p:nvPr/>
        </p:nvSpPr>
        <p:spPr>
          <a:xfrm>
            <a:off x="9818557" y="1951672"/>
            <a:ext cx="23050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Come, go, stop and try are often followed by </a:t>
            </a:r>
            <a:r>
              <a:rPr lang="en-GB" i="1" dirty="0"/>
              <a:t>and</a:t>
            </a:r>
            <a:r>
              <a:rPr lang="en-GB" dirty="0"/>
              <a:t> </a:t>
            </a:r>
            <a:r>
              <a:rPr lang="en-GB" dirty="0" err="1"/>
              <a:t>and</a:t>
            </a:r>
            <a:r>
              <a:rPr lang="en-GB" dirty="0"/>
              <a:t> the infinitive without </a:t>
            </a:r>
            <a:r>
              <a:rPr lang="en-GB" i="1" dirty="0"/>
              <a:t>to.</a:t>
            </a:r>
            <a:r>
              <a:rPr lang="en-GB" dirty="0"/>
              <a:t> See Ex 1.</a:t>
            </a:r>
          </a:p>
        </p:txBody>
      </p:sp>
    </p:spTree>
    <p:extLst>
      <p:ext uri="{BB962C8B-B14F-4D97-AF65-F5344CB8AC3E}">
        <p14:creationId xmlns:p14="http://schemas.microsoft.com/office/powerpoint/2010/main" val="225836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  <p:bldP spid="6" grpId="1"/>
      <p:bldP spid="8" grpId="0"/>
      <p:bldP spid="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808DD0-01FC-3BF8-6A06-C1C06689A1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79" y="615462"/>
            <a:ext cx="11139049" cy="5451230"/>
          </a:xfrm>
          <a:prstGeom prst="rect">
            <a:avLst/>
          </a:prstGeom>
        </p:spPr>
      </p:pic>
      <p:sp>
        <p:nvSpPr>
          <p:cNvPr id="2" name="7) text">
            <a:extLst>
              <a:ext uri="{FF2B5EF4-FFF2-40B4-BE49-F238E27FC236}">
                <a16:creationId xmlns:a16="http://schemas.microsoft.com/office/drawing/2014/main" id="{1CF90A7F-67AE-BB29-A705-CD5E62051B7A}"/>
              </a:ext>
            </a:extLst>
          </p:cNvPr>
          <p:cNvSpPr/>
          <p:nvPr/>
        </p:nvSpPr>
        <p:spPr>
          <a:xfrm>
            <a:off x="1835467" y="5453783"/>
            <a:ext cx="48175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’m getting it repaired </a:t>
            </a:r>
            <a:endParaRPr lang="en-GB" sz="2800" dirty="0"/>
          </a:p>
        </p:txBody>
      </p:sp>
      <p:sp>
        <p:nvSpPr>
          <p:cNvPr id="4" name="Oval 7">
            <a:extLst>
              <a:ext uri="{FF2B5EF4-FFF2-40B4-BE49-F238E27FC236}">
                <a16:creationId xmlns:a16="http://schemas.microsoft.com/office/drawing/2014/main" id="{684446EC-778D-0737-FBC3-DBB0ED0901FD}"/>
              </a:ext>
            </a:extLst>
          </p:cNvPr>
          <p:cNvSpPr>
            <a:spLocks noChangeAspect="1"/>
          </p:cNvSpPr>
          <p:nvPr/>
        </p:nvSpPr>
        <p:spPr>
          <a:xfrm>
            <a:off x="311969" y="5434739"/>
            <a:ext cx="843747" cy="461843"/>
          </a:xfrm>
          <a:prstGeom prst="ellipse">
            <a:avLst/>
          </a:prstGeom>
          <a:solidFill>
            <a:srgbClr val="0071C3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7</a:t>
            </a:r>
          </a:p>
        </p:txBody>
      </p:sp>
      <p:sp>
        <p:nvSpPr>
          <p:cNvPr id="5" name="6) text">
            <a:extLst>
              <a:ext uri="{FF2B5EF4-FFF2-40B4-BE49-F238E27FC236}">
                <a16:creationId xmlns:a16="http://schemas.microsoft.com/office/drawing/2014/main" id="{6EAC8639-5B5E-39AA-A1C3-3B32A6D39361}"/>
              </a:ext>
            </a:extLst>
          </p:cNvPr>
          <p:cNvSpPr/>
          <p:nvPr/>
        </p:nvSpPr>
        <p:spPr>
          <a:xfrm>
            <a:off x="5235053" y="4124273"/>
            <a:ext cx="416574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6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just had it redecorated </a:t>
            </a:r>
            <a:endParaRPr lang="en-GB" sz="2600" dirty="0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6D39ABEC-26AA-EA23-E6B7-6C49588631A4}"/>
              </a:ext>
            </a:extLst>
          </p:cNvPr>
          <p:cNvSpPr>
            <a:spLocks noChangeAspect="1"/>
          </p:cNvSpPr>
          <p:nvPr/>
        </p:nvSpPr>
        <p:spPr>
          <a:xfrm>
            <a:off x="311970" y="4157820"/>
            <a:ext cx="843747" cy="461843"/>
          </a:xfrm>
          <a:prstGeom prst="ellipse">
            <a:avLst/>
          </a:prstGeom>
          <a:solidFill>
            <a:srgbClr val="7E9C6A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6</a:t>
            </a:r>
          </a:p>
        </p:txBody>
      </p:sp>
      <p:sp>
        <p:nvSpPr>
          <p:cNvPr id="7" name="5) text">
            <a:extLst>
              <a:ext uri="{FF2B5EF4-FFF2-40B4-BE49-F238E27FC236}">
                <a16:creationId xmlns:a16="http://schemas.microsoft.com/office/drawing/2014/main" id="{52EDE19E-BC48-FC91-7F89-2E9BC563546E}"/>
              </a:ext>
            </a:extLst>
          </p:cNvPr>
          <p:cNvSpPr/>
          <p:nvPr/>
        </p:nvSpPr>
        <p:spPr>
          <a:xfrm>
            <a:off x="3603928" y="2774052"/>
            <a:ext cx="3713998" cy="933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to get central heating installed</a:t>
            </a:r>
            <a:endParaRPr lang="en-GB" sz="3200" dirty="0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10C56DB1-F4BC-8789-A7C7-6AEF7D8D4874}"/>
              </a:ext>
            </a:extLst>
          </p:cNvPr>
          <p:cNvSpPr>
            <a:spLocks noChangeAspect="1"/>
          </p:cNvSpPr>
          <p:nvPr/>
        </p:nvSpPr>
        <p:spPr>
          <a:xfrm>
            <a:off x="311971" y="2735786"/>
            <a:ext cx="843747" cy="461843"/>
          </a:xfrm>
          <a:prstGeom prst="ellipse">
            <a:avLst/>
          </a:prstGeom>
          <a:solidFill>
            <a:srgbClr val="375722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5</a:t>
            </a:r>
          </a:p>
        </p:txBody>
      </p:sp>
      <p:sp>
        <p:nvSpPr>
          <p:cNvPr id="9" name="4) text">
            <a:extLst>
              <a:ext uri="{FF2B5EF4-FFF2-40B4-BE49-F238E27FC236}">
                <a16:creationId xmlns:a16="http://schemas.microsoft.com/office/drawing/2014/main" id="{BDF9FDD4-0830-05B8-7308-7CA64F3E10D5}"/>
              </a:ext>
            </a:extLst>
          </p:cNvPr>
          <p:cNvSpPr/>
          <p:nvPr/>
        </p:nvSpPr>
        <p:spPr>
          <a:xfrm>
            <a:off x="1977355" y="1423261"/>
            <a:ext cx="32531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just got it cut </a:t>
            </a:r>
            <a:endParaRPr lang="en-GB" sz="3200" dirty="0"/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384FA828-A0B0-8765-A48B-2AA414C2BDDB}"/>
              </a:ext>
            </a:extLst>
          </p:cNvPr>
          <p:cNvSpPr>
            <a:spLocks noChangeAspect="1"/>
          </p:cNvSpPr>
          <p:nvPr/>
        </p:nvSpPr>
        <p:spPr>
          <a:xfrm>
            <a:off x="311972" y="1423261"/>
            <a:ext cx="843747" cy="461843"/>
          </a:xfrm>
          <a:prstGeom prst="ellipse">
            <a:avLst/>
          </a:prstGeom>
          <a:solidFill>
            <a:srgbClr val="C9970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5074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  <p:bldP spid="7" grpId="0"/>
      <p:bldP spid="7" grpId="1"/>
      <p:bldP spid="9" grpId="0"/>
      <p:bldP spid="9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3C279-1D46-FCB8-F6D8-D4A454E538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25" y="1406769"/>
            <a:ext cx="10627994" cy="4572000"/>
          </a:xfrm>
          <a:prstGeom prst="rect">
            <a:avLst/>
          </a:prstGeom>
        </p:spPr>
      </p:pic>
      <p:sp>
        <p:nvSpPr>
          <p:cNvPr id="2" name="Oval 10">
            <a:extLst>
              <a:ext uri="{FF2B5EF4-FFF2-40B4-BE49-F238E27FC236}">
                <a16:creationId xmlns:a16="http://schemas.microsoft.com/office/drawing/2014/main" id="{B8CEAF45-AE61-7338-2354-4262B5960F40}"/>
              </a:ext>
            </a:extLst>
          </p:cNvPr>
          <p:cNvSpPr>
            <a:spLocks noChangeAspect="1"/>
          </p:cNvSpPr>
          <p:nvPr/>
        </p:nvSpPr>
        <p:spPr>
          <a:xfrm>
            <a:off x="254777" y="5026399"/>
            <a:ext cx="843747" cy="461843"/>
          </a:xfrm>
          <a:prstGeom prst="ellipse">
            <a:avLst/>
          </a:prstGeom>
          <a:solidFill>
            <a:srgbClr val="7030A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10</a:t>
            </a:r>
          </a:p>
        </p:txBody>
      </p:sp>
      <p:sp>
        <p:nvSpPr>
          <p:cNvPr id="4" name="10) text">
            <a:extLst>
              <a:ext uri="{FF2B5EF4-FFF2-40B4-BE49-F238E27FC236}">
                <a16:creationId xmlns:a16="http://schemas.microsoft.com/office/drawing/2014/main" id="{96DF9A3B-63A0-298E-DBFC-776751BDF946}"/>
              </a:ext>
            </a:extLst>
          </p:cNvPr>
          <p:cNvSpPr/>
          <p:nvPr/>
        </p:nvSpPr>
        <p:spPr>
          <a:xfrm>
            <a:off x="5475233" y="5163231"/>
            <a:ext cx="46935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get that cavity filled. </a:t>
            </a:r>
            <a:endParaRPr lang="en-GB" sz="2800" dirty="0"/>
          </a:p>
        </p:txBody>
      </p:sp>
      <p:sp>
        <p:nvSpPr>
          <p:cNvPr id="5" name="9) text">
            <a:extLst>
              <a:ext uri="{FF2B5EF4-FFF2-40B4-BE49-F238E27FC236}">
                <a16:creationId xmlns:a16="http://schemas.microsoft.com/office/drawing/2014/main" id="{A6EC6F3A-0582-EC01-4187-ACE38B01C23E}"/>
              </a:ext>
            </a:extLst>
          </p:cNvPr>
          <p:cNvSpPr/>
          <p:nvPr/>
        </p:nvSpPr>
        <p:spPr>
          <a:xfrm>
            <a:off x="5332521" y="3650935"/>
            <a:ext cx="34804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get it cut down </a:t>
            </a:r>
            <a:endParaRPr lang="en-GB" sz="3200" dirty="0"/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49A72D6F-EF08-12D3-3547-9F016B33BAAA}"/>
              </a:ext>
            </a:extLst>
          </p:cNvPr>
          <p:cNvSpPr>
            <a:spLocks noChangeAspect="1"/>
          </p:cNvSpPr>
          <p:nvPr/>
        </p:nvSpPr>
        <p:spPr>
          <a:xfrm>
            <a:off x="254777" y="3630803"/>
            <a:ext cx="843747" cy="461843"/>
          </a:xfrm>
          <a:prstGeom prst="ellipse">
            <a:avLst/>
          </a:prstGeom>
          <a:solidFill>
            <a:srgbClr val="042260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9</a:t>
            </a:r>
          </a:p>
        </p:txBody>
      </p:sp>
      <p:sp>
        <p:nvSpPr>
          <p:cNvPr id="7" name="8) text">
            <a:extLst>
              <a:ext uri="{FF2B5EF4-FFF2-40B4-BE49-F238E27FC236}">
                <a16:creationId xmlns:a16="http://schemas.microsoft.com/office/drawing/2014/main" id="{DDB296FD-C927-807D-CF7F-2B94C98308F5}"/>
              </a:ext>
            </a:extLst>
          </p:cNvPr>
          <p:cNvSpPr/>
          <p:nvPr/>
        </p:nvSpPr>
        <p:spPr>
          <a:xfrm>
            <a:off x="5617122" y="2169803"/>
            <a:ext cx="37791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get them cleaned </a:t>
            </a:r>
            <a:endParaRPr lang="en-GB" sz="3200" dirty="0"/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87AFDDF9-C1AC-4750-6EDB-ECC8635B982D}"/>
              </a:ext>
            </a:extLst>
          </p:cNvPr>
          <p:cNvSpPr>
            <a:spLocks noChangeAspect="1"/>
          </p:cNvSpPr>
          <p:nvPr/>
        </p:nvSpPr>
        <p:spPr>
          <a:xfrm>
            <a:off x="254778" y="1938882"/>
            <a:ext cx="843747" cy="461843"/>
          </a:xfrm>
          <a:prstGeom prst="ellipse">
            <a:avLst/>
          </a:prstGeom>
          <a:solidFill>
            <a:srgbClr val="0BB9F8"/>
          </a:solidFill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Gill Sans Nova Cond" panose="020B06060201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0239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7" grpId="0"/>
      <p:bldP spid="7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A99BB3-9714-429F-8F7B-BC00A868DC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3EABC9-6E79-46AA-9D2A-0080F07795BF}"/>
</file>

<file path=customXml/itemProps3.xml><?xml version="1.0" encoding="utf-8"?>
<ds:datastoreItem xmlns:ds="http://schemas.openxmlformats.org/officeDocument/2006/customXml" ds:itemID="{31AA4B43-CF4F-4C04-A386-28436FD51ED6}">
  <ds:schemaRefs>
    <ds:schemaRef ds:uri="http://schemas.microsoft.com/office/2006/documentManagement/types"/>
    <ds:schemaRef ds:uri="http://www.w3.org/XML/1998/namespace"/>
    <ds:schemaRef ds:uri="1a9719da-fe5f-437a-a6ff-844d57a52976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4043</TotalTime>
  <Words>678</Words>
  <Application>Microsoft Office PowerPoint</Application>
  <PresentationFormat>Widescreen</PresentationFormat>
  <Paragraphs>104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Gill Sans Nova Cond</vt:lpstr>
      <vt:lpstr>Segoe Print</vt:lpstr>
      <vt:lpstr>Tw Cen MT Condensed Extra Bold</vt:lpstr>
      <vt:lpstr>Wingdings 2</vt:lpstr>
      <vt:lpstr>office theme</vt:lpstr>
      <vt:lpstr>English Grammar In Use  Unit 46 Have Something Done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1</cp:revision>
  <dcterms:created xsi:type="dcterms:W3CDTF">2026-06-19T15:34:47Z</dcterms:created>
  <dcterms:modified xsi:type="dcterms:W3CDTF">2026-06-25T13:34:40Z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242900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_SourceUrl">
    <vt:lpwstr/>
  </property>
  <property fmtid="{D5CDD505-2E9C-101B-9397-08002B2CF9AE}" pid="11" name="_SharedFileIndex">
    <vt:lpwstr/>
  </property>
</Properties>
</file>