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0.xml" ContentType="application/vnd.openxmlformats-officedocument.presentationml.slide+xml"/>
  <Override PartName="/ppt/slides/slide50.xml" ContentType="application/vnd.openxmlformats-officedocument.presentationml.slide+xml"/>
  <Override PartName="/ppt/slides/slide60.xml" ContentType="application/vnd.openxmlformats-officedocument.presentationml.slide+xml"/>
  <Override PartName="/ppt/slides/slide70.xml" ContentType="application/vnd.openxmlformats-officedocument.presentationml.slide+xml"/>
  <Override PartName="/ppt/slideLayouts/slideLayout70.xml" ContentType="application/vnd.openxmlformats-officedocument.presentationml.slideLayout+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30.xml" ContentType="application/vnd.openxmlformats-officedocument.presentationml.slideLayout+xml"/>
  <Override PartName="/ppt/theme/theme10.xml" ContentType="application/vnd.openxmlformats-officedocument.theme+xml"/>
  <Override PartName="/ppt/slideLayouts/slideLayout20.xml" ContentType="application/vnd.openxmlformats-officedocument.presentationml.slideLayout+xml"/>
  <Override PartName="/ppt/slideLayouts/slideLayout12.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77" r:id="rId5"/>
    <p:sldId id="276" r:id="rId6"/>
    <p:sldId id="275" r:id="rId7"/>
    <p:sldId id="274" r:id="rId8"/>
    <p:sldId id="273" r:id="rId9"/>
    <p:sldId id="272" r:id="rId10"/>
    <p:sldId id="271" r:id="rId11"/>
    <p:sldId id="270" r:id="rId12"/>
    <p:sldId id="269" r:id="rId13"/>
    <p:sldId id="268" r:id="rId14"/>
    <p:sldId id="281" r:id="rId15"/>
    <p:sldId id="282" r:id="rId16"/>
    <p:sldId id="266" r:id="rId17"/>
    <p:sldId id="265" r:id="rId18"/>
    <p:sldId id="264" r:id="rId19"/>
    <p:sldId id="278" r:id="rId20"/>
    <p:sldId id="279" r:id="rId21"/>
    <p:sldId id="263" r:id="rId22"/>
    <p:sldId id="262" r:id="rId23"/>
    <p:sldId id="261" r:id="rId24"/>
    <p:sldId id="260" r:id="rId25"/>
    <p:sldId id="259" r:id="rId26"/>
    <p:sldId id="283" r:id="rId2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60CB4-033D-4ACE-858E-C39C4FFC701E}" v="1" dt="2026-06-25T19:42:10.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addSld modSld">
      <pc:chgData name="Andrew Patterson" userId="6c8ffccf-7c1b-4173-8b93-861005bd5f70" providerId="ADAL" clId="{340A04FB-801D-4D33-9372-268FA29A2369}" dt="2026-06-25T19:43:12.548" v="84" actId="14100"/>
      <pc:docMkLst>
        <pc:docMk/>
      </pc:docMkLst>
      <pc:sldChg chg="addSp modSp new mod">
        <pc:chgData name="Andrew Patterson" userId="6c8ffccf-7c1b-4173-8b93-861005bd5f70" providerId="ADAL" clId="{340A04FB-801D-4D33-9372-268FA29A2369}" dt="2026-06-25T19:43:12.548" v="84" actId="14100"/>
        <pc:sldMkLst>
          <pc:docMk/>
          <pc:sldMk cId="1487761881" sldId="283"/>
        </pc:sldMkLst>
        <pc:spChg chg="add mod">
          <ac:chgData name="Andrew Patterson" userId="6c8ffccf-7c1b-4173-8b93-861005bd5f70" providerId="ADAL" clId="{340A04FB-801D-4D33-9372-268FA29A2369}" dt="2026-06-25T19:43:12.548" v="84" actId="14100"/>
          <ac:spMkLst>
            <pc:docMk/>
            <pc:sldMk cId="1487761881" sldId="283"/>
            <ac:spMk id="2" creationId="{D103A9B1-5158-010B-2042-279E15DE6CE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30.xml"/><Relationship Id="rId7" Type="http://schemas.openxmlformats.org/officeDocument/2006/relationships/slideLayout" Target="../slideLayouts/slideLayout70.xml"/><Relationship Id="rId12" Type="http://schemas.openxmlformats.org/officeDocument/2006/relationships/theme" Target="../theme/theme10.xml"/><Relationship Id="rId2" Type="http://schemas.openxmlformats.org/officeDocument/2006/relationships/slideLayout" Target="../slideLayouts/slideLayout20.xml"/><Relationship Id="rId1" Type="http://schemas.openxmlformats.org/officeDocument/2006/relationships/slideLayout" Target="../slideLayouts/slideLayout12.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0.png"/><Relationship Id="rId3" Type="http://schemas.openxmlformats.org/officeDocument/2006/relationships/slide" Target="slide40.xml"/><Relationship Id="rId7" Type="http://schemas.openxmlformats.org/officeDocument/2006/relationships/image" Target="../media/image40.png"/><Relationship Id="rId12" Type="http://schemas.openxmlformats.org/officeDocument/2006/relationships/slide" Target="slide70.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 Target="slide50.xml"/><Relationship Id="rId11"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50.png"/><Relationship Id="rId4" Type="http://schemas.openxmlformats.org/officeDocument/2006/relationships/image" Target="../media/image30.png"/><Relationship Id="rId9" Type="http://schemas.openxmlformats.org/officeDocument/2006/relationships/slide" Target="slide6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0.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0.xml"/></Relationships>
</file>

<file path=ppt/slides/_rels/slide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A93876-5B9E-4837-9608-C21DCC641891}"/>
              </a:ext>
            </a:extLst>
          </p:cNvPr>
          <p:cNvPicPr>
            <a:picLocks noChangeAspect="1"/>
          </p:cNvPicPr>
          <p:nvPr/>
        </p:nvPicPr>
        <p:blipFill>
          <a:blip r:embed="rId2"/>
          <a:stretch>
            <a:fillRect/>
          </a:stretch>
        </p:blipFill>
        <p:spPr>
          <a:xfrm>
            <a:off x="366712" y="1047750"/>
            <a:ext cx="11458575" cy="4762500"/>
          </a:xfrm>
          <a:prstGeom prst="rect">
            <a:avLst/>
          </a:prstGeom>
        </p:spPr>
      </p:pic>
    </p:spTree>
    <p:extLst>
      <p:ext uri="{BB962C8B-B14F-4D97-AF65-F5344CB8AC3E}">
        <p14:creationId xmlns:p14="http://schemas.microsoft.com/office/powerpoint/2010/main" val="169668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7EBFD"/>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F68498-1221-4CFA-A273-89CDB2D93AEE}"/>
              </a:ext>
            </a:extLst>
          </p:cNvPr>
          <p:cNvPicPr>
            <a:picLocks noChangeAspect="1"/>
          </p:cNvPicPr>
          <p:nvPr/>
        </p:nvPicPr>
        <p:blipFill>
          <a:blip r:embed="rId2"/>
          <a:stretch>
            <a:fillRect/>
          </a:stretch>
        </p:blipFill>
        <p:spPr>
          <a:xfrm>
            <a:off x="2407920" y="-5524"/>
            <a:ext cx="7376160" cy="6869049"/>
          </a:xfrm>
          <a:prstGeom prst="rect">
            <a:avLst/>
          </a:prstGeom>
        </p:spPr>
      </p:pic>
    </p:spTree>
    <p:extLst>
      <p:ext uri="{BB962C8B-B14F-4D97-AF65-F5344CB8AC3E}">
        <p14:creationId xmlns:p14="http://schemas.microsoft.com/office/powerpoint/2010/main" val="3958260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CF39F86-5F85-EB22-8519-BD49323BCA43}"/>
                  </a:ext>
                </a:extLst>
              </p:cNvPr>
              <p:cNvGraphicFramePr>
                <a:graphicFrameLocks noChangeAspect="1"/>
              </p:cNvGraphicFramePr>
              <p:nvPr>
                <p:extLst>
                  <p:ext uri="{D42A27DB-BD31-4B8C-83A1-F6EECF244321}">
                    <p14:modId xmlns:p14="http://schemas.microsoft.com/office/powerpoint/2010/main" val="3823523251"/>
                  </p:ext>
                </p:extLst>
              </p:nvPr>
            </p:nvGraphicFramePr>
            <p:xfrm>
              <a:off x="6577751" y="223137"/>
              <a:ext cx="2290007" cy="1288129"/>
            </p:xfrm>
            <a:graphic>
              <a:graphicData uri="http://schemas.microsoft.com/office/powerpoint/2016/slidezoom">
                <pslz:sldZm>
                  <pslz:sldZmObj sldId="274" cId="398160083">
                    <pslz:zmPr id="{002B3F5C-12D0-4CA2-845C-E4D5BAB6F9D0}" transitionDur="1000">
                      <p166:blipFill xmlns:p166="http://schemas.microsoft.com/office/powerpoint/2016/6/main">
                        <a:blip r:embed="rId2"/>
                        <a:stretch>
                          <a:fillRect/>
                        </a:stretch>
                      </p166:blipFill>
                      <p166:spPr xmlns:p166="http://schemas.microsoft.com/office/powerpoint/2016/6/main">
                        <a:xfrm>
                          <a:off x="0" y="0"/>
                          <a:ext cx="2290007" cy="1288129"/>
                        </a:xfrm>
                        <a:prstGeom prst="rect">
                          <a:avLst/>
                        </a:prstGeom>
                        <a:ln w="3175">
                          <a:solidFill>
                            <a:prstClr val="ltGray"/>
                          </a:solidFill>
                        </a:ln>
                      </p166:spPr>
                    </pslz:zmPr>
                  </pslz:sldZmObj>
                </pslz:sldZm>
              </a:graphicData>
            </a:graphic>
          </p:graphicFrame>
        </mc:Choice>
        <mc:Fallback xmlns="">
          <p:pic>
            <p:nvPicPr>
              <p:cNvPr id="4" name="Slide Zoom 3">
                <a:hlinkClick r:id="rId3" action="ppaction://hlinksldjump"/>
                <a:extLst>
                  <a:ext uri="{FF2B5EF4-FFF2-40B4-BE49-F238E27FC236}">
                    <a16:creationId xmlns:a16="http://schemas.microsoft.com/office/drawing/2014/main" id="{1CF39F86-5F85-EB22-8519-BD49323BCA43}"/>
                  </a:ext>
                </a:extLst>
              </p:cNvPr>
              <p:cNvPicPr>
                <a:picLocks noGrp="1" noRot="1" noChangeAspect="1" noMove="1" noResize="1" noEditPoints="1" noAdjustHandles="1" noChangeArrowheads="1" noChangeShapeType="1"/>
              </p:cNvPicPr>
              <p:nvPr/>
            </p:nvPicPr>
            <p:blipFill>
              <a:blip r:embed="rId4"/>
              <a:stretch>
                <a:fillRect/>
              </a:stretch>
            </p:blipFill>
            <p:spPr>
              <a:xfrm>
                <a:off x="6577751" y="223137"/>
                <a:ext cx="2290007" cy="128812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DB4EADF2-8D6C-AF34-F712-6E7994A56103}"/>
                  </a:ext>
                </a:extLst>
              </p:cNvPr>
              <p:cNvGraphicFramePr>
                <a:graphicFrameLocks noChangeAspect="1"/>
              </p:cNvGraphicFramePr>
              <p:nvPr>
                <p:extLst>
                  <p:ext uri="{D42A27DB-BD31-4B8C-83A1-F6EECF244321}">
                    <p14:modId xmlns:p14="http://schemas.microsoft.com/office/powerpoint/2010/main" val="1219216557"/>
                  </p:ext>
                </p:extLst>
              </p:nvPr>
            </p:nvGraphicFramePr>
            <p:xfrm>
              <a:off x="4287745" y="1519624"/>
              <a:ext cx="2290007" cy="1288129"/>
            </p:xfrm>
            <a:graphic>
              <a:graphicData uri="http://schemas.microsoft.com/office/powerpoint/2016/slidezoom">
                <pslz:sldZm>
                  <pslz:sldZmObj sldId="273" cId="2457496747">
                    <pslz:zmPr id="{6E481B72-06A7-46A3-ADB2-284015C8E69F}" transitionDur="1000">
                      <p166:blipFill xmlns:p166="http://schemas.microsoft.com/office/powerpoint/2016/6/main">
                        <a:blip r:embed="rId5"/>
                        <a:stretch>
                          <a:fillRect/>
                        </a:stretch>
                      </p166:blipFill>
                      <p166:spPr xmlns:p166="http://schemas.microsoft.com/office/powerpoint/2016/6/main">
                        <a:xfrm>
                          <a:off x="0" y="0"/>
                          <a:ext cx="2290007" cy="1288129"/>
                        </a:xfrm>
                        <a:prstGeom prst="rect">
                          <a:avLst/>
                        </a:prstGeom>
                        <a:ln w="3175">
                          <a:solidFill>
                            <a:prstClr val="ltGray"/>
                          </a:solidFill>
                        </a:ln>
                      </p166:spPr>
                    </pslz:zmPr>
                  </pslz:sldZmObj>
                </pslz:sldZm>
              </a:graphicData>
            </a:graphic>
          </p:graphicFrame>
        </mc:Choice>
        <mc:Fallback xmlns="">
          <p:pic>
            <p:nvPicPr>
              <p:cNvPr id="7" name="Slide Zoom 6">
                <a:hlinkClick r:id="rId6" action="ppaction://hlinksldjump"/>
                <a:extLst>
                  <a:ext uri="{FF2B5EF4-FFF2-40B4-BE49-F238E27FC236}">
                    <a16:creationId xmlns:a16="http://schemas.microsoft.com/office/drawing/2014/main" id="{DB4EADF2-8D6C-AF34-F712-6E7994A56103}"/>
                  </a:ext>
                </a:extLst>
              </p:cNvPr>
              <p:cNvPicPr>
                <a:picLocks noGrp="1" noRot="1" noChangeAspect="1" noMove="1" noResize="1" noEditPoints="1" noAdjustHandles="1" noChangeArrowheads="1" noChangeShapeType="1"/>
              </p:cNvPicPr>
              <p:nvPr/>
            </p:nvPicPr>
            <p:blipFill>
              <a:blip r:embed="rId7"/>
              <a:stretch>
                <a:fillRect/>
              </a:stretch>
            </p:blipFill>
            <p:spPr>
              <a:xfrm>
                <a:off x="4287745" y="1519624"/>
                <a:ext cx="2290007" cy="128812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4AF326AA-E6B6-0777-7EAD-CAFC4B7381A5}"/>
                  </a:ext>
                </a:extLst>
              </p:cNvPr>
              <p:cNvGraphicFramePr>
                <a:graphicFrameLocks noChangeAspect="1"/>
              </p:cNvGraphicFramePr>
              <p:nvPr>
                <p:extLst>
                  <p:ext uri="{D42A27DB-BD31-4B8C-83A1-F6EECF244321}">
                    <p14:modId xmlns:p14="http://schemas.microsoft.com/office/powerpoint/2010/main" val="780031151"/>
                  </p:ext>
                </p:extLst>
              </p:nvPr>
            </p:nvGraphicFramePr>
            <p:xfrm>
              <a:off x="4287745" y="2724979"/>
              <a:ext cx="4462577" cy="2510200"/>
            </p:xfrm>
            <a:graphic>
              <a:graphicData uri="http://schemas.microsoft.com/office/powerpoint/2016/slidezoom">
                <pslz:sldZm>
                  <pslz:sldZmObj sldId="272" cId="2233292194">
                    <pslz:zmPr id="{B62F909A-B4ED-409B-91BB-8D5D14D6840A}" transitionDur="1000">
                      <p166:blipFill xmlns:p166="http://schemas.microsoft.com/office/powerpoint/2016/6/main">
                        <a:blip r:embed="rId8"/>
                        <a:stretch>
                          <a:fillRect/>
                        </a:stretch>
                      </p166:blipFill>
                      <p166:spPr xmlns:p166="http://schemas.microsoft.com/office/powerpoint/2016/6/main">
                        <a:xfrm>
                          <a:off x="0" y="0"/>
                          <a:ext cx="4462577" cy="2510200"/>
                        </a:xfrm>
                        <a:prstGeom prst="rect">
                          <a:avLst/>
                        </a:prstGeom>
                        <a:ln w="3175">
                          <a:solidFill>
                            <a:prstClr val="ltGray"/>
                          </a:solidFill>
                        </a:ln>
                      </p166:spPr>
                    </pslz:zmPr>
                  </pslz:sldZmObj>
                </pslz:sldZm>
              </a:graphicData>
            </a:graphic>
          </p:graphicFrame>
        </mc:Choice>
        <mc:Fallback xmlns="">
          <p:pic>
            <p:nvPicPr>
              <p:cNvPr id="11" name="Slide Zoom 10">
                <a:hlinkClick r:id="rId9" action="ppaction://hlinksldjump"/>
                <a:extLst>
                  <a:ext uri="{FF2B5EF4-FFF2-40B4-BE49-F238E27FC236}">
                    <a16:creationId xmlns:a16="http://schemas.microsoft.com/office/drawing/2014/main" id="{4AF326AA-E6B6-0777-7EAD-CAFC4B7381A5}"/>
                  </a:ext>
                </a:extLst>
              </p:cNvPr>
              <p:cNvPicPr>
                <a:picLocks noGrp="1" noRot="1" noChangeAspect="1" noMove="1" noResize="1" noEditPoints="1" noAdjustHandles="1" noChangeArrowheads="1" noChangeShapeType="1"/>
              </p:cNvPicPr>
              <p:nvPr/>
            </p:nvPicPr>
            <p:blipFill>
              <a:blip r:embed="rId10"/>
              <a:stretch>
                <a:fillRect/>
              </a:stretch>
            </p:blipFill>
            <p:spPr>
              <a:xfrm>
                <a:off x="4287745" y="2724979"/>
                <a:ext cx="4462577" cy="25102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A58FD0F3-CBA6-86BD-252E-175C38530BF1}"/>
                  </a:ext>
                </a:extLst>
              </p:cNvPr>
              <p:cNvGraphicFramePr>
                <a:graphicFrameLocks noChangeAspect="1"/>
              </p:cNvGraphicFramePr>
              <p:nvPr>
                <p:extLst>
                  <p:ext uri="{D42A27DB-BD31-4B8C-83A1-F6EECF244321}">
                    <p14:modId xmlns:p14="http://schemas.microsoft.com/office/powerpoint/2010/main" val="1880351137"/>
                  </p:ext>
                </p:extLst>
              </p:nvPr>
            </p:nvGraphicFramePr>
            <p:xfrm>
              <a:off x="4287744" y="5235179"/>
              <a:ext cx="2290007" cy="1288129"/>
            </p:xfrm>
            <a:graphic>
              <a:graphicData uri="http://schemas.microsoft.com/office/powerpoint/2016/slidezoom">
                <pslz:sldZm>
                  <pslz:sldZmObj sldId="271" cId="1981476174">
                    <pslz:zmPr id="{A1807F2F-421E-48A4-8517-2AA4D13D0B62}" transitionDur="1000">
                      <p166:blipFill xmlns:p166="http://schemas.microsoft.com/office/powerpoint/2016/6/main">
                        <a:blip r:embed="rId11"/>
                        <a:stretch>
                          <a:fillRect/>
                        </a:stretch>
                      </p166:blipFill>
                      <p166:spPr xmlns:p166="http://schemas.microsoft.com/office/powerpoint/2016/6/main">
                        <a:xfrm>
                          <a:off x="0" y="0"/>
                          <a:ext cx="2290007" cy="1288129"/>
                        </a:xfrm>
                        <a:prstGeom prst="rect">
                          <a:avLst/>
                        </a:prstGeom>
                        <a:ln w="3175">
                          <a:solidFill>
                            <a:prstClr val="ltGray"/>
                          </a:solidFill>
                        </a:ln>
                      </p166:spPr>
                    </pslz:zmPr>
                  </pslz:sldZmObj>
                </pslz:sldZm>
              </a:graphicData>
            </a:graphic>
          </p:graphicFrame>
        </mc:Choice>
        <mc:Fallback xmlns="">
          <p:pic>
            <p:nvPicPr>
              <p:cNvPr id="13" name="Slide Zoom 12">
                <a:hlinkClick r:id="rId12" action="ppaction://hlinksldjump"/>
                <a:extLst>
                  <a:ext uri="{FF2B5EF4-FFF2-40B4-BE49-F238E27FC236}">
                    <a16:creationId xmlns:a16="http://schemas.microsoft.com/office/drawing/2014/main" id="{A58FD0F3-CBA6-86BD-252E-175C38530BF1}"/>
                  </a:ext>
                </a:extLst>
              </p:cNvPr>
              <p:cNvPicPr>
                <a:picLocks noGrp="1" noRot="1" noChangeAspect="1" noMove="1" noResize="1" noEditPoints="1" noAdjustHandles="1" noChangeArrowheads="1" noChangeShapeType="1"/>
              </p:cNvPicPr>
              <p:nvPr/>
            </p:nvPicPr>
            <p:blipFill>
              <a:blip r:embed="rId13"/>
              <a:stretch>
                <a:fillRect/>
              </a:stretch>
            </p:blipFill>
            <p:spPr>
              <a:xfrm>
                <a:off x="4287744" y="5235179"/>
                <a:ext cx="2290007" cy="1288129"/>
              </a:xfrm>
              <a:prstGeom prst="rect">
                <a:avLst/>
              </a:prstGeom>
              <a:ln w="3175">
                <a:solidFill>
                  <a:prstClr val="ltGray"/>
                </a:solidFill>
              </a:ln>
            </p:spPr>
          </p:pic>
        </mc:Fallback>
      </mc:AlternateContent>
    </p:spTree>
    <p:extLst>
      <p:ext uri="{BB962C8B-B14F-4D97-AF65-F5344CB8AC3E}">
        <p14:creationId xmlns:p14="http://schemas.microsoft.com/office/powerpoint/2010/main" val="21587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442EB3-BC68-4808-AE19-9DD7E25818A3}"/>
              </a:ext>
            </a:extLst>
          </p:cNvPr>
          <p:cNvSpPr txBox="1"/>
          <p:nvPr/>
        </p:nvSpPr>
        <p:spPr>
          <a:xfrm>
            <a:off x="6189784" y="952813"/>
            <a:ext cx="5386465" cy="5632311"/>
          </a:xfrm>
          <a:prstGeom prst="rect">
            <a:avLst/>
          </a:prstGeom>
          <a:noFill/>
        </p:spPr>
        <p:txBody>
          <a:bodyPr wrap="square" rtlCol="0">
            <a:spAutoFit/>
          </a:bodyPr>
          <a:lstStyle/>
          <a:p>
            <a:pPr algn="r"/>
            <a:r>
              <a:rPr lang="en-GB" sz="6000">
                <a:latin typeface="Times New Roman" panose="02020603050405020304" pitchFamily="18" charset="0"/>
                <a:cs typeface="Times New Roman" panose="02020603050405020304" pitchFamily="18" charset="0"/>
              </a:rPr>
              <a:t>9 Fake Street</a:t>
            </a:r>
          </a:p>
          <a:p>
            <a:pPr algn="r"/>
            <a:r>
              <a:rPr lang="en-GB" sz="6000">
                <a:latin typeface="Times New Roman" panose="02020603050405020304" pitchFamily="18" charset="0"/>
                <a:cs typeface="Times New Roman" panose="02020603050405020304" pitchFamily="18" charset="0"/>
              </a:rPr>
              <a:t>Fakefield</a:t>
            </a:r>
          </a:p>
          <a:p>
            <a:pPr algn="r"/>
            <a:r>
              <a:rPr lang="en-GB" sz="6000">
                <a:latin typeface="Times New Roman" panose="02020603050405020304" pitchFamily="18" charset="0"/>
                <a:cs typeface="Times New Roman" panose="02020603050405020304" pitchFamily="18" charset="0"/>
              </a:rPr>
              <a:t>Fakenham</a:t>
            </a:r>
          </a:p>
          <a:p>
            <a:pPr algn="r"/>
            <a:r>
              <a:rPr lang="en-GB" sz="6000">
                <a:latin typeface="Times New Roman" panose="02020603050405020304" pitchFamily="18" charset="0"/>
                <a:cs typeface="Times New Roman" panose="02020603050405020304" pitchFamily="18" charset="0"/>
              </a:rPr>
              <a:t>FA12 3HE</a:t>
            </a:r>
          </a:p>
          <a:p>
            <a:pPr algn="r"/>
            <a:endParaRPr lang="en-GB" sz="6000">
              <a:latin typeface="Times New Roman" panose="02020603050405020304" pitchFamily="18" charset="0"/>
              <a:cs typeface="Times New Roman" panose="02020603050405020304" pitchFamily="18" charset="0"/>
            </a:endParaRPr>
          </a:p>
          <a:p>
            <a:pPr algn="r"/>
            <a:r>
              <a:rPr lang="en-GB" sz="6000">
                <a:latin typeface="Times New Roman" panose="02020603050405020304" pitchFamily="18" charset="0"/>
                <a:cs typeface="Times New Roman" panose="02020603050405020304" pitchFamily="18" charset="0"/>
              </a:rPr>
              <a:t>19 May 2022</a:t>
            </a:r>
          </a:p>
        </p:txBody>
      </p:sp>
    </p:spTree>
    <p:extLst>
      <p:ext uri="{BB962C8B-B14F-4D97-AF65-F5344CB8AC3E}">
        <p14:creationId xmlns:p14="http://schemas.microsoft.com/office/powerpoint/2010/main" val="398160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CBA22D-E1F2-421A-8053-403199AF22E5}"/>
              </a:ext>
            </a:extLst>
          </p:cNvPr>
          <p:cNvPicPr>
            <a:picLocks noChangeAspect="1"/>
          </p:cNvPicPr>
          <p:nvPr/>
        </p:nvPicPr>
        <p:blipFill>
          <a:blip r:embed="rId2"/>
          <a:stretch>
            <a:fillRect/>
          </a:stretch>
        </p:blipFill>
        <p:spPr>
          <a:xfrm>
            <a:off x="323836" y="551145"/>
            <a:ext cx="9457621" cy="5755710"/>
          </a:xfrm>
          <a:prstGeom prst="rect">
            <a:avLst/>
          </a:prstGeom>
        </p:spPr>
      </p:pic>
      <p:cxnSp>
        <p:nvCxnSpPr>
          <p:cNvPr id="4" name="Straight Connector 3">
            <a:extLst>
              <a:ext uri="{FF2B5EF4-FFF2-40B4-BE49-F238E27FC236}">
                <a16:creationId xmlns:a16="http://schemas.microsoft.com/office/drawing/2014/main" id="{21DA667A-45EA-A063-8A33-ED65D10A8D29}"/>
              </a:ext>
            </a:extLst>
          </p:cNvPr>
          <p:cNvCxnSpPr>
            <a:cxnSpLocks/>
          </p:cNvCxnSpPr>
          <p:nvPr/>
        </p:nvCxnSpPr>
        <p:spPr>
          <a:xfrm>
            <a:off x="495300" y="4203700"/>
            <a:ext cx="2590800" cy="0"/>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7496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FD40A7-A765-40B5-81F4-04A657D1DC5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33292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02331A-BB1F-4681-8AB2-0516436F86EB}"/>
              </a:ext>
            </a:extLst>
          </p:cNvPr>
          <p:cNvPicPr>
            <a:picLocks noChangeAspect="1"/>
          </p:cNvPicPr>
          <p:nvPr/>
        </p:nvPicPr>
        <p:blipFill>
          <a:blip r:embed="rId2"/>
          <a:stretch>
            <a:fillRect/>
          </a:stretch>
        </p:blipFill>
        <p:spPr>
          <a:xfrm>
            <a:off x="23447" y="24443"/>
            <a:ext cx="11712829" cy="5136253"/>
          </a:xfrm>
          <a:prstGeom prst="rect">
            <a:avLst/>
          </a:prstGeom>
        </p:spPr>
      </p:pic>
    </p:spTree>
    <p:extLst>
      <p:ext uri="{BB962C8B-B14F-4D97-AF65-F5344CB8AC3E}">
        <p14:creationId xmlns:p14="http://schemas.microsoft.com/office/powerpoint/2010/main" val="1981476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1A4C7A-4070-4610-A6B5-950B6860FB82}"/>
              </a:ext>
            </a:extLst>
          </p:cNvPr>
          <p:cNvPicPr>
            <a:picLocks noChangeAspect="1"/>
          </p:cNvPicPr>
          <p:nvPr/>
        </p:nvPicPr>
        <p:blipFill>
          <a:blip r:embed="rId2"/>
          <a:stretch>
            <a:fillRect/>
          </a:stretch>
        </p:blipFill>
        <p:spPr>
          <a:xfrm>
            <a:off x="1076325" y="396190"/>
            <a:ext cx="10039350" cy="4838700"/>
          </a:xfrm>
          <a:prstGeom prst="rect">
            <a:avLst/>
          </a:prstGeom>
        </p:spPr>
      </p:pic>
      <p:sp>
        <p:nvSpPr>
          <p:cNvPr id="3" name="TextBox 2">
            <a:extLst>
              <a:ext uri="{FF2B5EF4-FFF2-40B4-BE49-F238E27FC236}">
                <a16:creationId xmlns:a16="http://schemas.microsoft.com/office/drawing/2014/main" id="{BE73B85D-56FC-6420-AFD8-B5E57585FC9D}"/>
              </a:ext>
            </a:extLst>
          </p:cNvPr>
          <p:cNvSpPr txBox="1"/>
          <p:nvPr/>
        </p:nvSpPr>
        <p:spPr>
          <a:xfrm>
            <a:off x="1551009" y="4892150"/>
            <a:ext cx="1967696" cy="1569660"/>
          </a:xfrm>
          <a:prstGeom prst="rect">
            <a:avLst/>
          </a:prstGeom>
          <a:noFill/>
        </p:spPr>
        <p:txBody>
          <a:bodyPr wrap="square" rtlCol="0">
            <a:spAutoFit/>
          </a:bodyPr>
          <a:lstStyle/>
          <a:p>
            <a:pPr algn="ctr"/>
            <a:r>
              <a:rPr lang="en-GB" sz="3200">
                <a:latin typeface="Abadi Extra Light" panose="020B0204020104020204" pitchFamily="34" charset="0"/>
              </a:rPr>
              <a:t>Red</a:t>
            </a:r>
          </a:p>
          <a:p>
            <a:pPr algn="ctr"/>
            <a:r>
              <a:rPr lang="en-GB" sz="3200">
                <a:latin typeface="Abadi Extra Light" panose="020B0204020104020204" pitchFamily="34" charset="0"/>
              </a:rPr>
              <a:t>telephone </a:t>
            </a:r>
          </a:p>
          <a:p>
            <a:pPr algn="ctr"/>
            <a:r>
              <a:rPr lang="en-GB" sz="3200">
                <a:latin typeface="Abadi Extra Light" panose="020B0204020104020204" pitchFamily="34" charset="0"/>
              </a:rPr>
              <a:t>box</a:t>
            </a:r>
          </a:p>
        </p:txBody>
      </p:sp>
      <p:sp>
        <p:nvSpPr>
          <p:cNvPr id="4" name="TextBox 3">
            <a:extLst>
              <a:ext uri="{FF2B5EF4-FFF2-40B4-BE49-F238E27FC236}">
                <a16:creationId xmlns:a16="http://schemas.microsoft.com/office/drawing/2014/main" id="{2407111A-95CA-AF52-2DBC-6D02C1B08FF1}"/>
              </a:ext>
            </a:extLst>
          </p:cNvPr>
          <p:cNvSpPr txBox="1"/>
          <p:nvPr/>
        </p:nvSpPr>
        <p:spPr>
          <a:xfrm>
            <a:off x="4631864" y="5092205"/>
            <a:ext cx="1967696" cy="584775"/>
          </a:xfrm>
          <a:prstGeom prst="rect">
            <a:avLst/>
          </a:prstGeom>
          <a:noFill/>
        </p:spPr>
        <p:txBody>
          <a:bodyPr wrap="square" rtlCol="0">
            <a:spAutoFit/>
          </a:bodyPr>
          <a:lstStyle/>
          <a:p>
            <a:pPr algn="ctr"/>
            <a:r>
              <a:rPr lang="en-GB" sz="3200">
                <a:latin typeface="Abadi Extra Light" panose="020B0204020104020204" pitchFamily="34" charset="0"/>
              </a:rPr>
              <a:t>Beefeater</a:t>
            </a:r>
          </a:p>
        </p:txBody>
      </p:sp>
      <p:sp>
        <p:nvSpPr>
          <p:cNvPr id="5" name="TextBox 4">
            <a:extLst>
              <a:ext uri="{FF2B5EF4-FFF2-40B4-BE49-F238E27FC236}">
                <a16:creationId xmlns:a16="http://schemas.microsoft.com/office/drawing/2014/main" id="{843309D8-E239-E3C6-C0AC-EBAB562E2C1F}"/>
              </a:ext>
            </a:extLst>
          </p:cNvPr>
          <p:cNvSpPr txBox="1"/>
          <p:nvPr/>
        </p:nvSpPr>
        <p:spPr>
          <a:xfrm>
            <a:off x="8673297" y="5092205"/>
            <a:ext cx="2636387" cy="1569660"/>
          </a:xfrm>
          <a:prstGeom prst="rect">
            <a:avLst/>
          </a:prstGeom>
          <a:noFill/>
        </p:spPr>
        <p:txBody>
          <a:bodyPr wrap="square" rtlCol="0">
            <a:spAutoFit/>
          </a:bodyPr>
          <a:lstStyle/>
          <a:p>
            <a:pPr algn="ctr"/>
            <a:r>
              <a:rPr lang="en-GB" sz="3200" dirty="0">
                <a:latin typeface="Abadi Extra Light" panose="020B0204020104020204" pitchFamily="34" charset="0"/>
              </a:rPr>
              <a:t>Elizabeth/</a:t>
            </a:r>
          </a:p>
          <a:p>
            <a:pPr algn="ctr"/>
            <a:r>
              <a:rPr lang="en-GB" sz="3200" dirty="0">
                <a:latin typeface="Abadi Extra Light" panose="020B0204020104020204" pitchFamily="34" charset="0"/>
              </a:rPr>
              <a:t>Westminster</a:t>
            </a:r>
          </a:p>
          <a:p>
            <a:pPr algn="ctr"/>
            <a:r>
              <a:rPr lang="en-GB" sz="3200" dirty="0">
                <a:latin typeface="Abadi Extra Light" panose="020B0204020104020204" pitchFamily="34" charset="0"/>
              </a:rPr>
              <a:t>Tower</a:t>
            </a:r>
          </a:p>
        </p:txBody>
      </p:sp>
    </p:spTree>
    <p:extLst>
      <p:ext uri="{BB962C8B-B14F-4D97-AF65-F5344CB8AC3E}">
        <p14:creationId xmlns:p14="http://schemas.microsoft.com/office/powerpoint/2010/main" val="52414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0C55C1-19A6-43A9-9D2E-661F029C0382}"/>
              </a:ext>
            </a:extLst>
          </p:cNvPr>
          <p:cNvPicPr>
            <a:picLocks noChangeAspect="1"/>
          </p:cNvPicPr>
          <p:nvPr/>
        </p:nvPicPr>
        <p:blipFill>
          <a:blip r:embed="rId2"/>
          <a:stretch>
            <a:fillRect/>
          </a:stretch>
        </p:blipFill>
        <p:spPr>
          <a:xfrm>
            <a:off x="280987" y="1406842"/>
            <a:ext cx="11630025" cy="4044315"/>
          </a:xfrm>
          <a:prstGeom prst="rect">
            <a:avLst/>
          </a:prstGeom>
        </p:spPr>
      </p:pic>
      <p:sp>
        <p:nvSpPr>
          <p:cNvPr id="3" name="TextBox 2">
            <a:extLst>
              <a:ext uri="{FF2B5EF4-FFF2-40B4-BE49-F238E27FC236}">
                <a16:creationId xmlns:a16="http://schemas.microsoft.com/office/drawing/2014/main" id="{AE2A0650-FEB7-43AE-B811-1FBA49234B61}"/>
              </a:ext>
            </a:extLst>
          </p:cNvPr>
          <p:cNvSpPr txBox="1"/>
          <p:nvPr/>
        </p:nvSpPr>
        <p:spPr>
          <a:xfrm>
            <a:off x="4618893" y="3059668"/>
            <a:ext cx="457200" cy="369332"/>
          </a:xfrm>
          <a:prstGeom prst="rect">
            <a:avLst/>
          </a:prstGeom>
          <a:noFill/>
        </p:spPr>
        <p:txBody>
          <a:bodyPr wrap="square" rtlCol="0">
            <a:spAutoFit/>
          </a:bodyPr>
          <a:lstStyle/>
          <a:p>
            <a:r>
              <a:rPr lang="en-GB">
                <a:latin typeface="Segoe Print" panose="02000600000000000000" pitchFamily="2" charset="0"/>
              </a:rPr>
              <a:t>✔</a:t>
            </a:r>
          </a:p>
        </p:txBody>
      </p:sp>
      <p:sp>
        <p:nvSpPr>
          <p:cNvPr id="4" name="TextBox 3">
            <a:extLst>
              <a:ext uri="{FF2B5EF4-FFF2-40B4-BE49-F238E27FC236}">
                <a16:creationId xmlns:a16="http://schemas.microsoft.com/office/drawing/2014/main" id="{74F76F05-F412-42E3-A70C-A18887AF44BE}"/>
              </a:ext>
            </a:extLst>
          </p:cNvPr>
          <p:cNvSpPr txBox="1"/>
          <p:nvPr/>
        </p:nvSpPr>
        <p:spPr>
          <a:xfrm>
            <a:off x="4618893" y="4372653"/>
            <a:ext cx="457200" cy="369332"/>
          </a:xfrm>
          <a:prstGeom prst="rect">
            <a:avLst/>
          </a:prstGeom>
          <a:noFill/>
        </p:spPr>
        <p:txBody>
          <a:bodyPr wrap="square" rtlCol="0">
            <a:spAutoFit/>
          </a:bodyPr>
          <a:lstStyle/>
          <a:p>
            <a:r>
              <a:rPr lang="en-GB">
                <a:latin typeface="Segoe Print" panose="02000600000000000000" pitchFamily="2" charset="0"/>
              </a:rPr>
              <a:t>✔</a:t>
            </a:r>
          </a:p>
        </p:txBody>
      </p:sp>
    </p:spTree>
    <p:extLst>
      <p:ext uri="{BB962C8B-B14F-4D97-AF65-F5344CB8AC3E}">
        <p14:creationId xmlns:p14="http://schemas.microsoft.com/office/powerpoint/2010/main" val="120293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3E678-5705-416C-8728-4F458C7764FD}"/>
              </a:ext>
            </a:extLst>
          </p:cNvPr>
          <p:cNvPicPr>
            <a:picLocks noChangeAspect="1"/>
          </p:cNvPicPr>
          <p:nvPr/>
        </p:nvPicPr>
        <p:blipFill>
          <a:blip r:embed="rId2"/>
          <a:stretch>
            <a:fillRect/>
          </a:stretch>
        </p:blipFill>
        <p:spPr>
          <a:xfrm>
            <a:off x="186690" y="1490663"/>
            <a:ext cx="11818620" cy="3876675"/>
          </a:xfrm>
          <a:prstGeom prst="rect">
            <a:avLst/>
          </a:prstGeom>
        </p:spPr>
      </p:pic>
      <p:sp>
        <p:nvSpPr>
          <p:cNvPr id="3" name="TextBox 2">
            <a:extLst>
              <a:ext uri="{FF2B5EF4-FFF2-40B4-BE49-F238E27FC236}">
                <a16:creationId xmlns:a16="http://schemas.microsoft.com/office/drawing/2014/main" id="{C931B4D7-6B63-482D-B04F-AC518484D279}"/>
              </a:ext>
            </a:extLst>
          </p:cNvPr>
          <p:cNvSpPr txBox="1"/>
          <p:nvPr/>
        </p:nvSpPr>
        <p:spPr>
          <a:xfrm>
            <a:off x="2262558" y="2086708"/>
            <a:ext cx="1664676"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further</a:t>
            </a:r>
          </a:p>
        </p:txBody>
      </p:sp>
      <p:sp>
        <p:nvSpPr>
          <p:cNvPr id="4" name="TextBox 3">
            <a:extLst>
              <a:ext uri="{FF2B5EF4-FFF2-40B4-BE49-F238E27FC236}">
                <a16:creationId xmlns:a16="http://schemas.microsoft.com/office/drawing/2014/main" id="{9F12D946-04F2-48C8-96F5-9B865D5D58EF}"/>
              </a:ext>
            </a:extLst>
          </p:cNvPr>
          <p:cNvSpPr txBox="1"/>
          <p:nvPr/>
        </p:nvSpPr>
        <p:spPr>
          <a:xfrm>
            <a:off x="2262558" y="2682753"/>
            <a:ext cx="1887413"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mention</a:t>
            </a:r>
          </a:p>
        </p:txBody>
      </p:sp>
      <p:sp>
        <p:nvSpPr>
          <p:cNvPr id="5" name="TextBox 4">
            <a:extLst>
              <a:ext uri="{FF2B5EF4-FFF2-40B4-BE49-F238E27FC236}">
                <a16:creationId xmlns:a16="http://schemas.microsoft.com/office/drawing/2014/main" id="{E2B01179-6C35-4BA9-A8B4-D1791789D200}"/>
              </a:ext>
            </a:extLst>
          </p:cNvPr>
          <p:cNvSpPr txBox="1"/>
          <p:nvPr/>
        </p:nvSpPr>
        <p:spPr>
          <a:xfrm>
            <a:off x="2262558" y="3205973"/>
            <a:ext cx="2590799"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furthermore</a:t>
            </a:r>
          </a:p>
        </p:txBody>
      </p:sp>
      <p:sp>
        <p:nvSpPr>
          <p:cNvPr id="6" name="TextBox 5">
            <a:extLst>
              <a:ext uri="{FF2B5EF4-FFF2-40B4-BE49-F238E27FC236}">
                <a16:creationId xmlns:a16="http://schemas.microsoft.com/office/drawing/2014/main" id="{C747168F-E7DB-48EC-8597-D346528184C5}"/>
              </a:ext>
            </a:extLst>
          </p:cNvPr>
          <p:cNvSpPr txBox="1"/>
          <p:nvPr/>
        </p:nvSpPr>
        <p:spPr>
          <a:xfrm>
            <a:off x="2262558" y="3709150"/>
            <a:ext cx="1664676"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inform</a:t>
            </a:r>
          </a:p>
        </p:txBody>
      </p:sp>
      <p:sp>
        <p:nvSpPr>
          <p:cNvPr id="7" name="TextBox 6">
            <a:extLst>
              <a:ext uri="{FF2B5EF4-FFF2-40B4-BE49-F238E27FC236}">
                <a16:creationId xmlns:a16="http://schemas.microsoft.com/office/drawing/2014/main" id="{05E47D7E-4E5E-453B-B8E5-75A482FACCB9}"/>
              </a:ext>
            </a:extLst>
          </p:cNvPr>
          <p:cNvSpPr txBox="1"/>
          <p:nvPr/>
        </p:nvSpPr>
        <p:spPr>
          <a:xfrm>
            <a:off x="2262558" y="4212327"/>
            <a:ext cx="1664676"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improve</a:t>
            </a:r>
          </a:p>
        </p:txBody>
      </p:sp>
      <p:sp>
        <p:nvSpPr>
          <p:cNvPr id="8" name="TextBox 7">
            <a:extLst>
              <a:ext uri="{FF2B5EF4-FFF2-40B4-BE49-F238E27FC236}">
                <a16:creationId xmlns:a16="http://schemas.microsoft.com/office/drawing/2014/main" id="{2AD8B5EB-CD81-470B-AE4B-E22867E5DE8C}"/>
              </a:ext>
            </a:extLst>
          </p:cNvPr>
          <p:cNvSpPr txBox="1"/>
          <p:nvPr/>
        </p:nvSpPr>
        <p:spPr>
          <a:xfrm>
            <a:off x="2262558" y="4699802"/>
            <a:ext cx="1664676"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reply</a:t>
            </a:r>
          </a:p>
        </p:txBody>
      </p:sp>
    </p:spTree>
    <p:extLst>
      <p:ext uri="{BB962C8B-B14F-4D97-AF65-F5344CB8AC3E}">
        <p14:creationId xmlns:p14="http://schemas.microsoft.com/office/powerpoint/2010/main" val="55661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A3BAA-0073-C1CC-DC6D-CB5C376C701A}"/>
              </a:ext>
            </a:extLst>
          </p:cNvPr>
          <p:cNvPicPr>
            <a:picLocks noChangeAspect="1"/>
          </p:cNvPicPr>
          <p:nvPr/>
        </p:nvPicPr>
        <p:blipFill>
          <a:blip r:embed="rId2"/>
          <a:stretch>
            <a:fillRect/>
          </a:stretch>
        </p:blipFill>
        <p:spPr>
          <a:xfrm>
            <a:off x="316613" y="1547446"/>
            <a:ext cx="11558774" cy="3559125"/>
          </a:xfrm>
          <a:prstGeom prst="rect">
            <a:avLst/>
          </a:prstGeom>
        </p:spPr>
      </p:pic>
    </p:spTree>
    <p:extLst>
      <p:ext uri="{BB962C8B-B14F-4D97-AF65-F5344CB8AC3E}">
        <p14:creationId xmlns:p14="http://schemas.microsoft.com/office/powerpoint/2010/main" val="1722667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CAFB06-A568-FA69-C8C3-3D6DDCBB1DF1}"/>
              </a:ext>
            </a:extLst>
          </p:cNvPr>
          <p:cNvPicPr>
            <a:picLocks noChangeAspect="1"/>
          </p:cNvPicPr>
          <p:nvPr/>
        </p:nvPicPr>
        <p:blipFill>
          <a:blip r:embed="rId2"/>
          <a:stretch>
            <a:fillRect/>
          </a:stretch>
        </p:blipFill>
        <p:spPr>
          <a:xfrm>
            <a:off x="240680" y="0"/>
            <a:ext cx="11710639" cy="4930477"/>
          </a:xfrm>
          <a:prstGeom prst="rect">
            <a:avLst/>
          </a:prstGeom>
        </p:spPr>
      </p:pic>
      <p:pic>
        <p:nvPicPr>
          <p:cNvPr id="5" name="Picture 4">
            <a:extLst>
              <a:ext uri="{FF2B5EF4-FFF2-40B4-BE49-F238E27FC236}">
                <a16:creationId xmlns:a16="http://schemas.microsoft.com/office/drawing/2014/main" id="{C6FADA8E-534D-62C6-5C62-EB2172947722}"/>
              </a:ext>
            </a:extLst>
          </p:cNvPr>
          <p:cNvPicPr>
            <a:picLocks noChangeAspect="1"/>
          </p:cNvPicPr>
          <p:nvPr/>
        </p:nvPicPr>
        <p:blipFill>
          <a:blip r:embed="rId3"/>
          <a:stretch>
            <a:fillRect/>
          </a:stretch>
        </p:blipFill>
        <p:spPr>
          <a:xfrm>
            <a:off x="0" y="4930476"/>
            <a:ext cx="11795010" cy="598127"/>
          </a:xfrm>
          <a:prstGeom prst="rect">
            <a:avLst/>
          </a:prstGeom>
        </p:spPr>
      </p:pic>
      <p:sp>
        <p:nvSpPr>
          <p:cNvPr id="6" name="TextBox 5">
            <a:extLst>
              <a:ext uri="{FF2B5EF4-FFF2-40B4-BE49-F238E27FC236}">
                <a16:creationId xmlns:a16="http://schemas.microsoft.com/office/drawing/2014/main" id="{A9F26C5F-A1ED-D169-0F0E-31E3029535CE}"/>
              </a:ext>
            </a:extLst>
          </p:cNvPr>
          <p:cNvSpPr txBox="1"/>
          <p:nvPr/>
        </p:nvSpPr>
        <p:spPr>
          <a:xfrm>
            <a:off x="316612" y="5643737"/>
            <a:ext cx="8560102" cy="918841"/>
          </a:xfrm>
          <a:prstGeom prst="rect">
            <a:avLst/>
          </a:prstGeom>
          <a:noFill/>
        </p:spPr>
        <p:txBody>
          <a:bodyPr wrap="square" rtlCol="0">
            <a:spAutoFit/>
          </a:bodyPr>
          <a:lstStyle/>
          <a:p>
            <a:pPr>
              <a:lnSpc>
                <a:spcPts val="3200"/>
              </a:lnSpc>
            </a:pPr>
            <a:r>
              <a:rPr lang="en-GB" sz="3200" spc="-150" dirty="0">
                <a:latin typeface="Abadi Extra Light" panose="020B0204020104020204" pitchFamily="34" charset="0"/>
              </a:rPr>
              <a:t>This is a guide to planning rather than a plan. </a:t>
            </a:r>
          </a:p>
          <a:p>
            <a:pPr>
              <a:lnSpc>
                <a:spcPts val="3200"/>
              </a:lnSpc>
            </a:pPr>
            <a:r>
              <a:rPr lang="en-GB" sz="3200" spc="-150" dirty="0">
                <a:latin typeface="Abadi Extra Light" panose="020B0204020104020204" pitchFamily="34" charset="0"/>
              </a:rPr>
              <a:t>Your actual plan needs to actually answer these questions.</a:t>
            </a:r>
          </a:p>
        </p:txBody>
      </p:sp>
    </p:spTree>
    <p:extLst>
      <p:ext uri="{BB962C8B-B14F-4D97-AF65-F5344CB8AC3E}">
        <p14:creationId xmlns:p14="http://schemas.microsoft.com/office/powerpoint/2010/main" val="3640511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7512AB-7696-4BAA-8309-F2D68E8BD6A4}"/>
              </a:ext>
            </a:extLst>
          </p:cNvPr>
          <p:cNvPicPr>
            <a:picLocks noChangeAspect="1"/>
          </p:cNvPicPr>
          <p:nvPr/>
        </p:nvPicPr>
        <p:blipFill>
          <a:blip r:embed="rId2"/>
          <a:stretch>
            <a:fillRect/>
          </a:stretch>
        </p:blipFill>
        <p:spPr>
          <a:xfrm>
            <a:off x="2732722" y="32744"/>
            <a:ext cx="6726555" cy="6443663"/>
          </a:xfrm>
          <a:prstGeom prst="rect">
            <a:avLst/>
          </a:prstGeom>
        </p:spPr>
      </p:pic>
      <p:sp>
        <p:nvSpPr>
          <p:cNvPr id="3" name="TextBox 2">
            <a:extLst>
              <a:ext uri="{FF2B5EF4-FFF2-40B4-BE49-F238E27FC236}">
                <a16:creationId xmlns:a16="http://schemas.microsoft.com/office/drawing/2014/main" id="{06147D42-709F-A35C-3816-8EC0BE2100AA}"/>
              </a:ext>
            </a:extLst>
          </p:cNvPr>
          <p:cNvSpPr txBox="1"/>
          <p:nvPr/>
        </p:nvSpPr>
        <p:spPr>
          <a:xfrm>
            <a:off x="352926" y="385011"/>
            <a:ext cx="2069432" cy="3046988"/>
          </a:xfrm>
          <a:prstGeom prst="rect">
            <a:avLst/>
          </a:prstGeom>
          <a:noFill/>
        </p:spPr>
        <p:txBody>
          <a:bodyPr wrap="square" rtlCol="0">
            <a:spAutoFit/>
          </a:bodyPr>
          <a:lstStyle/>
          <a:p>
            <a:r>
              <a:rPr lang="en-GB" sz="3200"/>
              <a:t>Actually, the Postcode should go under the city.</a:t>
            </a:r>
          </a:p>
        </p:txBody>
      </p:sp>
    </p:spTree>
    <p:extLst>
      <p:ext uri="{BB962C8B-B14F-4D97-AF65-F5344CB8AC3E}">
        <p14:creationId xmlns:p14="http://schemas.microsoft.com/office/powerpoint/2010/main" val="225057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ADB393-5153-4CE8-8823-2745F8D240BF}"/>
              </a:ext>
            </a:extLst>
          </p:cNvPr>
          <p:cNvPicPr>
            <a:picLocks noChangeAspect="1"/>
          </p:cNvPicPr>
          <p:nvPr/>
        </p:nvPicPr>
        <p:blipFill>
          <a:blip r:embed="rId2"/>
          <a:stretch>
            <a:fillRect/>
          </a:stretch>
        </p:blipFill>
        <p:spPr>
          <a:xfrm>
            <a:off x="195072" y="2247661"/>
            <a:ext cx="11801856" cy="2362677"/>
          </a:xfrm>
          <a:prstGeom prst="rect">
            <a:avLst/>
          </a:prstGeom>
        </p:spPr>
      </p:pic>
    </p:spTree>
    <p:extLst>
      <p:ext uri="{BB962C8B-B14F-4D97-AF65-F5344CB8AC3E}">
        <p14:creationId xmlns:p14="http://schemas.microsoft.com/office/powerpoint/2010/main" val="540386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F987D8-ED28-48C3-A536-B165001CC7A5}"/>
              </a:ext>
            </a:extLst>
          </p:cNvPr>
          <p:cNvPicPr>
            <a:picLocks noChangeAspect="1"/>
          </p:cNvPicPr>
          <p:nvPr/>
        </p:nvPicPr>
        <p:blipFill>
          <a:blip r:embed="rId2"/>
          <a:stretch>
            <a:fillRect/>
          </a:stretch>
        </p:blipFill>
        <p:spPr>
          <a:xfrm>
            <a:off x="471487" y="1290637"/>
            <a:ext cx="11249025" cy="4276725"/>
          </a:xfrm>
          <a:prstGeom prst="rect">
            <a:avLst/>
          </a:prstGeom>
        </p:spPr>
      </p:pic>
    </p:spTree>
    <p:extLst>
      <p:ext uri="{BB962C8B-B14F-4D97-AF65-F5344CB8AC3E}">
        <p14:creationId xmlns:p14="http://schemas.microsoft.com/office/powerpoint/2010/main" val="4227341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F7A961-BE01-03FE-D863-927C0C47282C}"/>
              </a:ext>
            </a:extLst>
          </p:cNvPr>
          <p:cNvSpPr txBox="1"/>
          <p:nvPr/>
        </p:nvSpPr>
        <p:spPr>
          <a:xfrm>
            <a:off x="531628" y="1592183"/>
            <a:ext cx="9335386" cy="3673634"/>
          </a:xfrm>
          <a:prstGeom prst="rect">
            <a:avLst/>
          </a:prstGeom>
          <a:noFill/>
        </p:spPr>
        <p:txBody>
          <a:bodyPr wrap="square">
            <a:spAutoFit/>
          </a:bodyPr>
          <a:lstStyle/>
          <a:p>
            <a:pPr algn="just">
              <a:lnSpc>
                <a:spcPts val="3100"/>
              </a:lnSpc>
            </a:pPr>
            <a:r>
              <a:rPr lang="en-GB" sz="3200" b="1" i="1">
                <a:solidFill>
                  <a:srgbClr val="333333"/>
                </a:solidFill>
                <a:effectLst/>
                <a:highlight>
                  <a:srgbClr val="FFFFFF"/>
                </a:highlight>
                <a:latin typeface="Abadi Extra Light" panose="020B0204020104020204" pitchFamily="34" charset="0"/>
              </a:rPr>
              <a:t>Reason for writing:</a:t>
            </a:r>
            <a:endParaRPr lang="en-GB" sz="3200" b="0" i="0">
              <a:solidFill>
                <a:srgbClr val="333333"/>
              </a:solidFill>
              <a:effectLst/>
              <a:highlight>
                <a:srgbClr val="FFFFFF"/>
              </a:highlight>
              <a:latin typeface="Abadi Extra Light" panose="020B0204020104020204" pitchFamily="34" charset="0"/>
            </a:endParaRP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am writing to receive further information about</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am writing to enquire about</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am writing to receive more detailed information about</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am writing to receive further details about</a:t>
            </a:r>
          </a:p>
          <a:p>
            <a:pPr algn="just">
              <a:lnSpc>
                <a:spcPts val="3100"/>
              </a:lnSpc>
            </a:pPr>
            <a:r>
              <a:rPr lang="en-GB" sz="3200" b="1" i="1">
                <a:solidFill>
                  <a:srgbClr val="333333"/>
                </a:solidFill>
                <a:effectLst/>
                <a:highlight>
                  <a:srgbClr val="FFFFFF"/>
                </a:highlight>
                <a:latin typeface="Abadi Extra Light" panose="020B0204020104020204" pitchFamily="34" charset="0"/>
              </a:rPr>
              <a:t>Requesting first piece of information:</a:t>
            </a:r>
            <a:endParaRPr lang="en-GB" sz="3200" b="0" i="0">
              <a:solidFill>
                <a:srgbClr val="333333"/>
              </a:solidFill>
              <a:effectLst/>
              <a:highlight>
                <a:srgbClr val="FFFFFF"/>
              </a:highlight>
              <a:latin typeface="Abadi Extra Light" panose="020B0204020104020204" pitchFamily="34" charset="0"/>
            </a:endParaRP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The first thing I would like to know is</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First of all, I would like to know</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wonder if you would mind telling me first of all ….?</a:t>
            </a:r>
          </a:p>
        </p:txBody>
      </p:sp>
    </p:spTree>
    <p:extLst>
      <p:ext uri="{BB962C8B-B14F-4D97-AF65-F5344CB8AC3E}">
        <p14:creationId xmlns:p14="http://schemas.microsoft.com/office/powerpoint/2010/main" val="602263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F7A961-BE01-03FE-D863-927C0C47282C}"/>
              </a:ext>
            </a:extLst>
          </p:cNvPr>
          <p:cNvSpPr txBox="1"/>
          <p:nvPr/>
        </p:nvSpPr>
        <p:spPr>
          <a:xfrm>
            <a:off x="372140" y="797093"/>
            <a:ext cx="9335386" cy="5263813"/>
          </a:xfrm>
          <a:prstGeom prst="rect">
            <a:avLst/>
          </a:prstGeom>
          <a:noFill/>
        </p:spPr>
        <p:txBody>
          <a:bodyPr wrap="square">
            <a:spAutoFit/>
          </a:bodyPr>
          <a:lstStyle/>
          <a:p>
            <a:pPr algn="just">
              <a:lnSpc>
                <a:spcPts val="3100"/>
              </a:lnSpc>
            </a:pPr>
            <a:r>
              <a:rPr lang="en-GB" sz="3200" b="1" i="1">
                <a:solidFill>
                  <a:srgbClr val="333333"/>
                </a:solidFill>
                <a:effectLst/>
                <a:highlight>
                  <a:srgbClr val="FFFFFF"/>
                </a:highlight>
                <a:latin typeface="Abadi Extra Light" panose="020B0204020104020204" pitchFamily="34" charset="0"/>
              </a:rPr>
              <a:t>Requesting further information:</a:t>
            </a:r>
            <a:endParaRPr lang="en-GB" sz="3200" b="0" i="0">
              <a:solidFill>
                <a:srgbClr val="333333"/>
              </a:solidFill>
              <a:effectLst/>
              <a:highlight>
                <a:srgbClr val="FFFFFF"/>
              </a:highlight>
              <a:latin typeface="Abadi Extra Light" panose="020B0204020104020204" pitchFamily="34" charset="0"/>
            </a:endParaRP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Could you also tell me….?</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Could you also inform me ….?</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Would you also mind informing me ….?</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Would you also mind telling me ….?</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Do you know ….?</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would also like to know if</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would also like to know whether</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hope you might also let me know about …</a:t>
            </a:r>
          </a:p>
          <a:p>
            <a:pPr algn="just">
              <a:lnSpc>
                <a:spcPts val="3100"/>
              </a:lnSpc>
            </a:pPr>
            <a:r>
              <a:rPr lang="en-GB" sz="3200" b="1" i="1">
                <a:solidFill>
                  <a:srgbClr val="333333"/>
                </a:solidFill>
                <a:effectLst/>
                <a:highlight>
                  <a:srgbClr val="FFFFFF"/>
                </a:highlight>
                <a:latin typeface="Abadi Extra Light" panose="020B0204020104020204" pitchFamily="34" charset="0"/>
              </a:rPr>
              <a:t>Thanking for information:</a:t>
            </a:r>
            <a:endParaRPr lang="en-GB" sz="3200" b="0" i="0">
              <a:solidFill>
                <a:srgbClr val="333333"/>
              </a:solidFill>
              <a:effectLst/>
              <a:highlight>
                <a:srgbClr val="FFFFFF"/>
              </a:highlight>
              <a:latin typeface="Abadi Extra Light" panose="020B0204020104020204" pitchFamily="34" charset="0"/>
            </a:endParaRP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I would like to thank you in advance for this information</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Thanking you in advance for this information</a:t>
            </a:r>
          </a:p>
          <a:p>
            <a:pPr algn="just">
              <a:lnSpc>
                <a:spcPts val="3100"/>
              </a:lnSpc>
              <a:buFont typeface="Arial" panose="020B0604020202020204" pitchFamily="34" charset="0"/>
              <a:buChar char="•"/>
            </a:pPr>
            <a:r>
              <a:rPr lang="en-GB" sz="3200" b="0" i="0">
                <a:solidFill>
                  <a:srgbClr val="333333"/>
                </a:solidFill>
                <a:effectLst/>
                <a:highlight>
                  <a:srgbClr val="FFFFFF"/>
                </a:highlight>
                <a:latin typeface="Abadi Extra Light" panose="020B0204020104020204" pitchFamily="34" charset="0"/>
              </a:rPr>
              <a:t>Thanking you in advance</a:t>
            </a:r>
          </a:p>
        </p:txBody>
      </p:sp>
    </p:spTree>
    <p:extLst>
      <p:ext uri="{BB962C8B-B14F-4D97-AF65-F5344CB8AC3E}">
        <p14:creationId xmlns:p14="http://schemas.microsoft.com/office/powerpoint/2010/main" val="968391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AF1F96-D0E9-40C0-8144-289A71E41D43}"/>
              </a:ext>
            </a:extLst>
          </p:cNvPr>
          <p:cNvPicPr>
            <a:picLocks noChangeAspect="1"/>
          </p:cNvPicPr>
          <p:nvPr/>
        </p:nvPicPr>
        <p:blipFill>
          <a:blip r:embed="rId2"/>
          <a:stretch>
            <a:fillRect/>
          </a:stretch>
        </p:blipFill>
        <p:spPr>
          <a:xfrm>
            <a:off x="600075" y="1171575"/>
            <a:ext cx="10991850" cy="4514850"/>
          </a:xfrm>
          <a:prstGeom prst="rect">
            <a:avLst/>
          </a:prstGeom>
        </p:spPr>
      </p:pic>
      <p:sp>
        <p:nvSpPr>
          <p:cNvPr id="3" name="TextBox 2">
            <a:extLst>
              <a:ext uri="{FF2B5EF4-FFF2-40B4-BE49-F238E27FC236}">
                <a16:creationId xmlns:a16="http://schemas.microsoft.com/office/drawing/2014/main" id="{261ACAD0-605B-4E1C-936E-9D92105E3C60}"/>
              </a:ext>
            </a:extLst>
          </p:cNvPr>
          <p:cNvSpPr txBox="1"/>
          <p:nvPr/>
        </p:nvSpPr>
        <p:spPr>
          <a:xfrm>
            <a:off x="9788769" y="2614191"/>
            <a:ext cx="45720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a:t>
            </a:r>
          </a:p>
        </p:txBody>
      </p:sp>
      <p:sp>
        <p:nvSpPr>
          <p:cNvPr id="4" name="TextBox 3">
            <a:extLst>
              <a:ext uri="{FF2B5EF4-FFF2-40B4-BE49-F238E27FC236}">
                <a16:creationId xmlns:a16="http://schemas.microsoft.com/office/drawing/2014/main" id="{5FE7B362-65BC-45A0-A514-62555A2502EF}"/>
              </a:ext>
            </a:extLst>
          </p:cNvPr>
          <p:cNvSpPr txBox="1"/>
          <p:nvPr/>
        </p:nvSpPr>
        <p:spPr>
          <a:xfrm>
            <a:off x="9788769" y="3197370"/>
            <a:ext cx="45720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T</a:t>
            </a:r>
          </a:p>
        </p:txBody>
      </p:sp>
      <p:sp>
        <p:nvSpPr>
          <p:cNvPr id="5" name="TextBox 4">
            <a:extLst>
              <a:ext uri="{FF2B5EF4-FFF2-40B4-BE49-F238E27FC236}">
                <a16:creationId xmlns:a16="http://schemas.microsoft.com/office/drawing/2014/main" id="{D91DF32D-165B-4C87-A526-C0CCE020E4F1}"/>
              </a:ext>
            </a:extLst>
          </p:cNvPr>
          <p:cNvSpPr txBox="1"/>
          <p:nvPr/>
        </p:nvSpPr>
        <p:spPr>
          <a:xfrm>
            <a:off x="9788769" y="3780549"/>
            <a:ext cx="45720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a:t>
            </a:r>
          </a:p>
        </p:txBody>
      </p:sp>
      <p:sp>
        <p:nvSpPr>
          <p:cNvPr id="6" name="TextBox 5">
            <a:extLst>
              <a:ext uri="{FF2B5EF4-FFF2-40B4-BE49-F238E27FC236}">
                <a16:creationId xmlns:a16="http://schemas.microsoft.com/office/drawing/2014/main" id="{EB7857AF-A7C5-4CD2-89F8-E7C0FACE5979}"/>
              </a:ext>
            </a:extLst>
          </p:cNvPr>
          <p:cNvSpPr txBox="1"/>
          <p:nvPr/>
        </p:nvSpPr>
        <p:spPr>
          <a:xfrm>
            <a:off x="9788769" y="4363728"/>
            <a:ext cx="45720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a:t>
            </a:r>
          </a:p>
        </p:txBody>
      </p:sp>
      <p:sp>
        <p:nvSpPr>
          <p:cNvPr id="7" name="TextBox 6">
            <a:extLst>
              <a:ext uri="{FF2B5EF4-FFF2-40B4-BE49-F238E27FC236}">
                <a16:creationId xmlns:a16="http://schemas.microsoft.com/office/drawing/2014/main" id="{7208679A-8EB1-47ED-9AA7-D244B55A3DBD}"/>
              </a:ext>
            </a:extLst>
          </p:cNvPr>
          <p:cNvSpPr txBox="1"/>
          <p:nvPr/>
        </p:nvSpPr>
        <p:spPr>
          <a:xfrm>
            <a:off x="9788769" y="5100466"/>
            <a:ext cx="45720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T</a:t>
            </a:r>
          </a:p>
        </p:txBody>
      </p:sp>
    </p:spTree>
    <p:extLst>
      <p:ext uri="{BB962C8B-B14F-4D97-AF65-F5344CB8AC3E}">
        <p14:creationId xmlns:p14="http://schemas.microsoft.com/office/powerpoint/2010/main" val="274493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C3F52291-0EBB-4D45-B717-48C55506D042}"/>
              </a:ext>
            </a:extLst>
          </p:cNvPr>
          <p:cNvSpPr>
            <a:spLocks noChangeArrowheads="1"/>
          </p:cNvSpPr>
          <p:nvPr/>
        </p:nvSpPr>
        <p:spPr bwMode="auto">
          <a:xfrm>
            <a:off x="1013680" y="1345627"/>
            <a:ext cx="1016464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a:ln>
                  <a:noFill/>
                </a:ln>
                <a:solidFill>
                  <a:schemeClr val="tx1"/>
                </a:solidFill>
                <a:effectLst/>
                <a:latin typeface="Arial Unicode MS"/>
                <a:cs typeface="Calibri" panose="020F0502020204030204" pitchFamily="34" charset="0"/>
              </a:rPr>
              <a:t>2. a. A teenager has seen the advertisement below in the magazine Photofile and has noted down some questions. Read the advertisement and the letter on the following page. The words and sentences in the letter that are in bold are not suitable for a formal letter. Rewrite them in an appropriate style. </a:t>
            </a: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7145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004704-52F9-48B7-8992-16579D0E99FA}"/>
              </a:ext>
            </a:extLst>
          </p:cNvPr>
          <p:cNvPicPr>
            <a:picLocks noChangeAspect="1"/>
          </p:cNvPicPr>
          <p:nvPr/>
        </p:nvPicPr>
        <p:blipFill>
          <a:blip r:embed="rId2"/>
          <a:stretch>
            <a:fillRect/>
          </a:stretch>
        </p:blipFill>
        <p:spPr>
          <a:xfrm>
            <a:off x="1082516" y="259556"/>
            <a:ext cx="10026968" cy="6338888"/>
          </a:xfrm>
          <a:prstGeom prst="rect">
            <a:avLst/>
          </a:prstGeom>
        </p:spPr>
      </p:pic>
    </p:spTree>
    <p:extLst>
      <p:ext uri="{BB962C8B-B14F-4D97-AF65-F5344CB8AC3E}">
        <p14:creationId xmlns:p14="http://schemas.microsoft.com/office/powerpoint/2010/main" val="3496688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AE96E-84F7-4D24-98EC-E18E999D0521}"/>
              </a:ext>
            </a:extLst>
          </p:cNvPr>
          <p:cNvPicPr>
            <a:picLocks noChangeAspect="1"/>
          </p:cNvPicPr>
          <p:nvPr/>
        </p:nvPicPr>
        <p:blipFill>
          <a:blip r:embed="rId2"/>
          <a:stretch>
            <a:fillRect/>
          </a:stretch>
        </p:blipFill>
        <p:spPr>
          <a:xfrm>
            <a:off x="1149294" y="573903"/>
            <a:ext cx="9612059" cy="6085332"/>
          </a:xfrm>
          <a:prstGeom prst="rect">
            <a:avLst/>
          </a:prstGeom>
        </p:spPr>
      </p:pic>
    </p:spTree>
    <p:extLst>
      <p:ext uri="{BB962C8B-B14F-4D97-AF65-F5344CB8AC3E}">
        <p14:creationId xmlns:p14="http://schemas.microsoft.com/office/powerpoint/2010/main" val="3815560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B39427-9D64-4893-8D0C-725D1F5B69EA}"/>
              </a:ext>
            </a:extLst>
          </p:cNvPr>
          <p:cNvPicPr>
            <a:picLocks noChangeAspect="1"/>
          </p:cNvPicPr>
          <p:nvPr/>
        </p:nvPicPr>
        <p:blipFill>
          <a:blip r:embed="rId2"/>
          <a:stretch>
            <a:fillRect/>
          </a:stretch>
        </p:blipFill>
        <p:spPr>
          <a:xfrm>
            <a:off x="183547" y="455486"/>
            <a:ext cx="11824907" cy="5947029"/>
          </a:xfrm>
          <a:prstGeom prst="rect">
            <a:avLst/>
          </a:prstGeom>
        </p:spPr>
      </p:pic>
    </p:spTree>
    <p:extLst>
      <p:ext uri="{BB962C8B-B14F-4D97-AF65-F5344CB8AC3E}">
        <p14:creationId xmlns:p14="http://schemas.microsoft.com/office/powerpoint/2010/main" val="2676595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03A9B1-5158-010B-2042-279E15DE6CE5}"/>
              </a:ext>
            </a:extLst>
          </p:cNvPr>
          <p:cNvSpPr txBox="1"/>
          <p:nvPr/>
        </p:nvSpPr>
        <p:spPr>
          <a:xfrm>
            <a:off x="770021" y="866274"/>
            <a:ext cx="10651958" cy="1077218"/>
          </a:xfrm>
          <a:prstGeom prst="rect">
            <a:avLst/>
          </a:prstGeom>
          <a:noFill/>
        </p:spPr>
        <p:txBody>
          <a:bodyPr wrap="square" rtlCol="0">
            <a:spAutoFit/>
          </a:bodyPr>
          <a:lstStyle/>
          <a:p>
            <a:r>
              <a:rPr lang="en-GB" sz="3200" dirty="0"/>
              <a:t>Please let me know what </a:t>
            </a:r>
            <a:r>
              <a:rPr lang="en-GB" sz="3200" dirty="0" err="1"/>
              <a:t>couese</a:t>
            </a:r>
            <a:r>
              <a:rPr lang="en-GB" sz="3200" dirty="0"/>
              <a:t> you want to do next and why. Send me a Teams chat.</a:t>
            </a:r>
          </a:p>
        </p:txBody>
      </p:sp>
    </p:spTree>
    <p:extLst>
      <p:ext uri="{BB962C8B-B14F-4D97-AF65-F5344CB8AC3E}">
        <p14:creationId xmlns:p14="http://schemas.microsoft.com/office/powerpoint/2010/main" val="1487761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442EB3-BC68-4808-AE19-9DD7E25818A3}"/>
              </a:ext>
            </a:extLst>
          </p:cNvPr>
          <p:cNvSpPr txBox="1"/>
          <p:nvPr/>
        </p:nvSpPr>
        <p:spPr>
          <a:xfrm>
            <a:off x="6189784" y="952813"/>
            <a:ext cx="5386465" cy="5632311"/>
          </a:xfrm>
          <a:prstGeom prst="rect">
            <a:avLst/>
          </a:prstGeom>
          <a:noFill/>
        </p:spPr>
        <p:txBody>
          <a:bodyPr wrap="square" rtlCol="0">
            <a:spAutoFit/>
          </a:bodyPr>
          <a:lstStyle/>
          <a:p>
            <a:pPr algn="r"/>
            <a:r>
              <a:rPr lang="en-GB" sz="6000">
                <a:latin typeface="Times New Roman" panose="02020603050405020304" pitchFamily="18" charset="0"/>
                <a:cs typeface="Times New Roman" panose="02020603050405020304" pitchFamily="18" charset="0"/>
              </a:rPr>
              <a:t>9 Fake Street</a:t>
            </a:r>
          </a:p>
          <a:p>
            <a:pPr algn="r"/>
            <a:r>
              <a:rPr lang="en-GB" sz="6000">
                <a:latin typeface="Times New Roman" panose="02020603050405020304" pitchFamily="18" charset="0"/>
                <a:cs typeface="Times New Roman" panose="02020603050405020304" pitchFamily="18" charset="0"/>
              </a:rPr>
              <a:t>Fakefield</a:t>
            </a:r>
          </a:p>
          <a:p>
            <a:pPr algn="r"/>
            <a:r>
              <a:rPr lang="en-GB" sz="6000">
                <a:latin typeface="Times New Roman" panose="02020603050405020304" pitchFamily="18" charset="0"/>
                <a:cs typeface="Times New Roman" panose="02020603050405020304" pitchFamily="18" charset="0"/>
              </a:rPr>
              <a:t>Fakenham</a:t>
            </a:r>
          </a:p>
          <a:p>
            <a:pPr algn="r"/>
            <a:r>
              <a:rPr lang="en-GB" sz="6000">
                <a:latin typeface="Times New Roman" panose="02020603050405020304" pitchFamily="18" charset="0"/>
                <a:cs typeface="Times New Roman" panose="02020603050405020304" pitchFamily="18" charset="0"/>
              </a:rPr>
              <a:t>FA12 3HE</a:t>
            </a:r>
          </a:p>
          <a:p>
            <a:pPr algn="r"/>
            <a:endParaRPr lang="en-GB" sz="6000">
              <a:latin typeface="Times New Roman" panose="02020603050405020304" pitchFamily="18" charset="0"/>
              <a:cs typeface="Times New Roman" panose="02020603050405020304" pitchFamily="18" charset="0"/>
            </a:endParaRPr>
          </a:p>
          <a:p>
            <a:pPr algn="r"/>
            <a:r>
              <a:rPr lang="en-GB" sz="6000">
                <a:latin typeface="Times New Roman" panose="02020603050405020304" pitchFamily="18" charset="0"/>
                <a:cs typeface="Times New Roman" panose="02020603050405020304" pitchFamily="18" charset="0"/>
              </a:rPr>
              <a:t>19 May 2022</a:t>
            </a:r>
          </a:p>
        </p:txBody>
      </p:sp>
    </p:spTree>
    <p:extLst>
      <p:ext uri="{BB962C8B-B14F-4D97-AF65-F5344CB8AC3E}">
        <p14:creationId xmlns:p14="http://schemas.microsoft.com/office/powerpoint/2010/main" val="398160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CBA22D-E1F2-421A-8053-403199AF22E5}"/>
              </a:ext>
            </a:extLst>
          </p:cNvPr>
          <p:cNvPicPr>
            <a:picLocks noChangeAspect="1"/>
          </p:cNvPicPr>
          <p:nvPr/>
        </p:nvPicPr>
        <p:blipFill>
          <a:blip r:embed="rId2"/>
          <a:stretch>
            <a:fillRect/>
          </a:stretch>
        </p:blipFill>
        <p:spPr>
          <a:xfrm>
            <a:off x="323836" y="551145"/>
            <a:ext cx="9457621" cy="5755710"/>
          </a:xfrm>
          <a:prstGeom prst="rect">
            <a:avLst/>
          </a:prstGeom>
        </p:spPr>
      </p:pic>
      <p:cxnSp>
        <p:nvCxnSpPr>
          <p:cNvPr id="4" name="Straight Connector 3">
            <a:extLst>
              <a:ext uri="{FF2B5EF4-FFF2-40B4-BE49-F238E27FC236}">
                <a16:creationId xmlns:a16="http://schemas.microsoft.com/office/drawing/2014/main" id="{21DA667A-45EA-A063-8A33-ED65D10A8D29}"/>
              </a:ext>
            </a:extLst>
          </p:cNvPr>
          <p:cNvCxnSpPr>
            <a:cxnSpLocks/>
          </p:cNvCxnSpPr>
          <p:nvPr/>
        </p:nvCxnSpPr>
        <p:spPr>
          <a:xfrm>
            <a:off x="495300" y="4203700"/>
            <a:ext cx="2590800" cy="0"/>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7496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FD40A7-A765-40B5-81F4-04A657D1DC5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332921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02331A-BB1F-4681-8AB2-0516436F86EB}"/>
              </a:ext>
            </a:extLst>
          </p:cNvPr>
          <p:cNvPicPr>
            <a:picLocks noChangeAspect="1"/>
          </p:cNvPicPr>
          <p:nvPr/>
        </p:nvPicPr>
        <p:blipFill>
          <a:blip r:embed="rId2"/>
          <a:stretch>
            <a:fillRect/>
          </a:stretch>
        </p:blipFill>
        <p:spPr>
          <a:xfrm>
            <a:off x="23447" y="24443"/>
            <a:ext cx="11712829" cy="5136253"/>
          </a:xfrm>
          <a:prstGeom prst="rect">
            <a:avLst/>
          </a:prstGeom>
        </p:spPr>
      </p:pic>
    </p:spTree>
    <p:extLst>
      <p:ext uri="{BB962C8B-B14F-4D97-AF65-F5344CB8AC3E}">
        <p14:creationId xmlns:p14="http://schemas.microsoft.com/office/powerpoint/2010/main" val="19814761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31635c7e-3a11-4128-b6ca-f17fd774e46d" xsi:nil="true"/>
  </documentManagement>
</p:properties>
</file>

<file path=customXml/itemProps1.xml><?xml version="1.0" encoding="utf-8"?>
<ds:datastoreItem xmlns:ds="http://schemas.openxmlformats.org/officeDocument/2006/customXml" ds:itemID="{E57FD3E8-3036-41AA-AA4D-2F892F4E03B9}">
  <ds:schemaRefs>
    <ds:schemaRef ds:uri="http://schemas.microsoft.com/sharepoint/v3/contenttype/forms"/>
  </ds:schemaRefs>
</ds:datastoreItem>
</file>

<file path=customXml/itemProps2.xml><?xml version="1.0" encoding="utf-8"?>
<ds:datastoreItem xmlns:ds="http://schemas.openxmlformats.org/officeDocument/2006/customXml" ds:itemID="{28AAA6AD-19FC-4A82-8F99-ACEF61639E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9B8052-992E-4093-905D-119737A23E75}">
  <ds:schemaRefs>
    <ds:schemaRef ds:uri="http://schemas.microsoft.com/office/2006/documentManagement/types"/>
    <ds:schemaRef ds:uri="http://schemas.microsoft.com/office/2006/metadata/properties"/>
    <ds:schemaRef ds:uri="http://purl.org/dc/dcmitype/"/>
    <ds:schemaRef ds:uri="http://www.w3.org/XML/1998/namespace"/>
    <ds:schemaRef ds:uri="31635c7e-3a11-4128-b6ca-f17fd774e46d"/>
    <ds:schemaRef ds:uri="http://purl.org/dc/term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202</TotalTime>
  <Words>296</Words>
  <Application>Microsoft Office PowerPoint</Application>
  <PresentationFormat>Widescreen</PresentationFormat>
  <Paragraphs>53</Paragraphs>
  <Slides>23</Slides>
  <Notes>0</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Abadi Extra Light</vt:lpstr>
      <vt:lpstr>Arial</vt:lpstr>
      <vt:lpstr>Arial Unicode MS</vt:lpstr>
      <vt:lpstr>Calibri</vt:lpstr>
      <vt:lpstr>Calibri Light</vt:lpstr>
      <vt:lpstr>Segoe Print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Patterson</dc:creator>
  <cp:lastModifiedBy>Andrew Patterson</cp:lastModifiedBy>
  <cp:revision>3</cp:revision>
  <dcterms:created xsi:type="dcterms:W3CDTF">2022-06-16T14:40:46Z</dcterms:created>
  <dcterms:modified xsi:type="dcterms:W3CDTF">2026-06-25T19:43:22Z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0x0101006794325352E032448D621CCF83E7CDF4</vt:lpwstr>
  </property>
  <property fmtid="{D5CDD505-2E9C-101B-9397-08002B2CF9AE}" pid="4" name="MediaServiceImageTags">
    <vt:lpwstr/>
  </property>
  <property fmtid="{D5CDD505-2E9C-101B-9397-08002B2CF9AE}" pid="5" name="Order">
    <vt:r8>12231700</vt:r8>
  </property>
  <property fmtid="{D5CDD505-2E9C-101B-9397-08002B2CF9AE}" pid="6" name="xd_Signature">
    <vt:bool>false</vt:bool>
  </property>
  <property fmtid="{D5CDD505-2E9C-101B-9397-08002B2CF9AE}" pid="7" name="xd_ProgID">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