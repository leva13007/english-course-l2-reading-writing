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256" r:id="rId6"/>
    <p:sldId id="257" r:id="rId7"/>
    <p:sldId id="310" r:id="rId8"/>
    <p:sldId id="259" r:id="rId9"/>
    <p:sldId id="313" r:id="rId10"/>
    <p:sldId id="314" r:id="rId11"/>
    <p:sldId id="311" r:id="rId12"/>
    <p:sldId id="312" r:id="rId13"/>
    <p:sldId id="341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CBF530-F198-491D-B280-14961CF8C60E}" v="64" dt="2026-03-19T11:04:30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2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S::apatterson@cavc.ac.uk::6c8ffccf-7c1b-4173-8b93-861005bd5f70" providerId="AD" clId="Web-{8306DEF7-9433-4786-9D60-D55E676FA790}"/>
    <pc:docChg chg="modSld">
      <pc:chgData name="Andrew Patterson" userId="S::apatterson@cavc.ac.uk::6c8ffccf-7c1b-4173-8b93-861005bd5f70" providerId="AD" clId="Web-{8306DEF7-9433-4786-9D60-D55E676FA790}" dt="2026-03-13T11:43:23.088" v="47" actId="20577"/>
      <pc:docMkLst>
        <pc:docMk/>
      </pc:docMkLst>
      <pc:sldChg chg="modSp">
        <pc:chgData name="Andrew Patterson" userId="S::apatterson@cavc.ac.uk::6c8ffccf-7c1b-4173-8b93-861005bd5f70" providerId="AD" clId="Web-{8306DEF7-9433-4786-9D60-D55E676FA790}" dt="2026-03-13T11:43:23.088" v="47" actId="20577"/>
        <pc:sldMkLst>
          <pc:docMk/>
          <pc:sldMk cId="2624607045" sldId="312"/>
        </pc:sldMkLst>
        <pc:spChg chg="mod">
          <ac:chgData name="Andrew Patterson" userId="S::apatterson@cavc.ac.uk::6c8ffccf-7c1b-4173-8b93-861005bd5f70" providerId="AD" clId="Web-{8306DEF7-9433-4786-9D60-D55E676FA790}" dt="2026-03-13T11:43:23.088" v="47" actId="20577"/>
          <ac:spMkLst>
            <pc:docMk/>
            <pc:sldMk cId="2624607045" sldId="312"/>
            <ac:spMk id="3" creationId="{2BDBE0DC-F63A-C50C-538A-CD3C95D56123}"/>
          </ac:spMkLst>
        </pc:spChg>
      </pc:sldChg>
    </pc:docChg>
  </pc:docChgLst>
  <pc:docChgLst>
    <pc:chgData clId="Web-{20147382-23CE-478A-B732-2C3B72F47924}"/>
    <pc:docChg chg="modSld">
      <pc:chgData name="" userId="" providerId="" clId="Web-{20147382-23CE-478A-B732-2C3B72F47924}" dt="2026-03-10T12:27:59.484" v="0" actId="20577"/>
      <pc:docMkLst>
        <pc:docMk/>
      </pc:docMkLst>
      <pc:sldChg chg="modSp">
        <pc:chgData name="" userId="" providerId="" clId="Web-{20147382-23CE-478A-B732-2C3B72F47924}" dt="2026-03-10T12:27:59.484" v="0" actId="20577"/>
        <pc:sldMkLst>
          <pc:docMk/>
          <pc:sldMk cId="109857222" sldId="256"/>
        </pc:sldMkLst>
        <pc:spChg chg="mod">
          <ac:chgData name="" userId="" providerId="" clId="Web-{20147382-23CE-478A-B732-2C3B72F47924}" dt="2026-03-10T12:27:59.484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EED30E20-8197-46F9-A76B-BD5175122B2D}"/>
    <pc:docChg chg="modSld">
      <pc:chgData name="Andrew Patterson" userId="6c8ffccf-7c1b-4173-8b93-861005bd5f70" providerId="ADAL" clId="{EED30E20-8197-46F9-A76B-BD5175122B2D}" dt="2026-03-19T16:29:50.977" v="0" actId="552"/>
      <pc:docMkLst>
        <pc:docMk/>
      </pc:docMkLst>
      <pc:sldChg chg="modSp mod">
        <pc:chgData name="Andrew Patterson" userId="6c8ffccf-7c1b-4173-8b93-861005bd5f70" providerId="ADAL" clId="{EED30E20-8197-46F9-A76B-BD5175122B2D}" dt="2026-03-19T16:29:50.977" v="0" actId="552"/>
        <pc:sldMkLst>
          <pc:docMk/>
          <pc:sldMk cId="1253676903" sldId="310"/>
        </pc:sldMkLst>
        <pc:grpChg chg="mod">
          <ac:chgData name="Andrew Patterson" userId="6c8ffccf-7c1b-4173-8b93-861005bd5f70" providerId="ADAL" clId="{EED30E20-8197-46F9-A76B-BD5175122B2D}" dt="2026-03-19T16:29:50.977" v="0" actId="552"/>
          <ac:grpSpMkLst>
            <pc:docMk/>
            <pc:sldMk cId="1253676903" sldId="310"/>
            <ac:grpSpMk id="3" creationId="{5EE9958D-C6B0-F896-A17D-2FD21CCA1E1D}"/>
          </ac:grpSpMkLst>
        </pc:grpChg>
        <pc:grpChg chg="mod">
          <ac:chgData name="Andrew Patterson" userId="6c8ffccf-7c1b-4173-8b93-861005bd5f70" providerId="ADAL" clId="{EED30E20-8197-46F9-A76B-BD5175122B2D}" dt="2026-03-19T16:29:50.977" v="0" actId="552"/>
          <ac:grpSpMkLst>
            <pc:docMk/>
            <pc:sldMk cId="1253676903" sldId="310"/>
            <ac:grpSpMk id="6" creationId="{982CF429-1FB8-7E68-A73E-CBEA85C5AB68}"/>
          </ac:grpSpMkLst>
        </pc:grpChg>
        <pc:grpChg chg="mod">
          <ac:chgData name="Andrew Patterson" userId="6c8ffccf-7c1b-4173-8b93-861005bd5f70" providerId="ADAL" clId="{EED30E20-8197-46F9-A76B-BD5175122B2D}" dt="2026-03-19T16:29:50.977" v="0" actId="552"/>
          <ac:grpSpMkLst>
            <pc:docMk/>
            <pc:sldMk cId="1253676903" sldId="310"/>
            <ac:grpSpMk id="9" creationId="{6A5B486C-D04B-84EE-8584-BFDEAAE99063}"/>
          </ac:grpSpMkLst>
        </pc:grpChg>
        <pc:grpChg chg="mod">
          <ac:chgData name="Andrew Patterson" userId="6c8ffccf-7c1b-4173-8b93-861005bd5f70" providerId="ADAL" clId="{EED30E20-8197-46F9-A76B-BD5175122B2D}" dt="2026-03-19T16:29:50.977" v="0" actId="552"/>
          <ac:grpSpMkLst>
            <pc:docMk/>
            <pc:sldMk cId="1253676903" sldId="310"/>
            <ac:grpSpMk id="12" creationId="{BDA1A186-9B61-3A34-F125-73E6FBB69382}"/>
          </ac:grpSpMkLst>
        </pc:grpChg>
        <pc:grpChg chg="mod">
          <ac:chgData name="Andrew Patterson" userId="6c8ffccf-7c1b-4173-8b93-861005bd5f70" providerId="ADAL" clId="{EED30E20-8197-46F9-A76B-BD5175122B2D}" dt="2026-03-19T16:29:50.977" v="0" actId="552"/>
          <ac:grpSpMkLst>
            <pc:docMk/>
            <pc:sldMk cId="1253676903" sldId="310"/>
            <ac:grpSpMk id="15" creationId="{D4EAC7C6-F9AB-FF0F-9F8B-3540B4B2737F}"/>
          </ac:grpSpMkLst>
        </pc:grpChg>
        <pc:grpChg chg="mod">
          <ac:chgData name="Andrew Patterson" userId="6c8ffccf-7c1b-4173-8b93-861005bd5f70" providerId="ADAL" clId="{EED30E20-8197-46F9-A76B-BD5175122B2D}" dt="2026-03-19T16:29:50.977" v="0" actId="552"/>
          <ac:grpSpMkLst>
            <pc:docMk/>
            <pc:sldMk cId="1253676903" sldId="310"/>
            <ac:grpSpMk id="18" creationId="{20440D60-0CE4-AD79-F915-FD17B06E3A97}"/>
          </ac:grpSpMkLst>
        </pc:grpChg>
        <pc:grpChg chg="mod">
          <ac:chgData name="Andrew Patterson" userId="6c8ffccf-7c1b-4173-8b93-861005bd5f70" providerId="ADAL" clId="{EED30E20-8197-46F9-A76B-BD5175122B2D}" dt="2026-03-19T16:29:50.977" v="0" actId="552"/>
          <ac:grpSpMkLst>
            <pc:docMk/>
            <pc:sldMk cId="1253676903" sldId="310"/>
            <ac:grpSpMk id="21" creationId="{BAC4992A-F412-C650-D49C-DA8AF9EA7B06}"/>
          </ac:grpSpMkLst>
        </pc:grpChg>
        <pc:grpChg chg="mod">
          <ac:chgData name="Andrew Patterson" userId="6c8ffccf-7c1b-4173-8b93-861005bd5f70" providerId="ADAL" clId="{EED30E20-8197-46F9-A76B-BD5175122B2D}" dt="2026-03-19T16:29:50.977" v="0" actId="552"/>
          <ac:grpSpMkLst>
            <pc:docMk/>
            <pc:sldMk cId="1253676903" sldId="310"/>
            <ac:grpSpMk id="24" creationId="{2ACDCF96-68E0-7AA6-4F4A-2B7970C6C2F4}"/>
          </ac:grpSpMkLst>
        </pc:grpChg>
        <pc:grpChg chg="mod">
          <ac:chgData name="Andrew Patterson" userId="6c8ffccf-7c1b-4173-8b93-861005bd5f70" providerId="ADAL" clId="{EED30E20-8197-46F9-A76B-BD5175122B2D}" dt="2026-03-19T16:29:50.977" v="0" actId="552"/>
          <ac:grpSpMkLst>
            <pc:docMk/>
            <pc:sldMk cId="1253676903" sldId="310"/>
            <ac:grpSpMk id="27" creationId="{00D91342-1C87-A990-0731-606C5CAB59A3}"/>
          </ac:grpSpMkLst>
        </pc:grpChg>
        <pc:grpChg chg="mod">
          <ac:chgData name="Andrew Patterson" userId="6c8ffccf-7c1b-4173-8b93-861005bd5f70" providerId="ADAL" clId="{EED30E20-8197-46F9-A76B-BD5175122B2D}" dt="2026-03-19T16:29:50.977" v="0" actId="552"/>
          <ac:grpSpMkLst>
            <pc:docMk/>
            <pc:sldMk cId="1253676903" sldId="310"/>
            <ac:grpSpMk id="30" creationId="{30536215-D1F9-31CF-A8AC-AC8E98D74222}"/>
          </ac:grpSpMkLst>
        </pc:grpChg>
      </pc:sldChg>
    </pc:docChg>
  </pc:docChgLst>
  <pc:docChgLst>
    <pc:chgData name="Andrew Patterson" userId="S::apatterson@cavc.ac.uk::6c8ffccf-7c1b-4173-8b93-861005bd5f70" providerId="AD" clId="Web-{20147382-23CE-478A-B732-2C3B72F47924}"/>
    <pc:docChg chg="modSld">
      <pc:chgData name="Andrew Patterson" userId="S::apatterson@cavc.ac.uk::6c8ffccf-7c1b-4173-8b93-861005bd5f70" providerId="AD" clId="Web-{20147382-23CE-478A-B732-2C3B72F47924}" dt="2026-03-10T12:28:07.876" v="3" actId="20577"/>
      <pc:docMkLst>
        <pc:docMk/>
      </pc:docMkLst>
      <pc:sldChg chg="modSp">
        <pc:chgData name="Andrew Patterson" userId="S::apatterson@cavc.ac.uk::6c8ffccf-7c1b-4173-8b93-861005bd5f70" providerId="AD" clId="Web-{20147382-23CE-478A-B732-2C3B72F47924}" dt="2026-03-10T12:28:07.876" v="3" actId="20577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20147382-23CE-478A-B732-2C3B72F47924}" dt="2026-03-10T12:28:07.876" v="3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custSel addSld delSld modSld sldOrd">
      <pc:chgData name="Andrew Patterson" userId="6c8ffccf-7c1b-4173-8b93-861005bd5f70" providerId="ADAL" clId="{340A04FB-801D-4D33-9372-268FA29A2369}" dt="2026-03-19T11:04:30.431" v="268" actId="1076"/>
      <pc:docMkLst>
        <pc:docMk/>
      </pc:docMkLst>
      <pc:sldChg chg="modSp mod">
        <pc:chgData name="Andrew Patterson" userId="6c8ffccf-7c1b-4173-8b93-861005bd5f70" providerId="ADAL" clId="{340A04FB-801D-4D33-9372-268FA29A2369}" dt="2026-03-10T12:29:07.341" v="4" actId="20577"/>
        <pc:sldMkLst>
          <pc:docMk/>
          <pc:sldMk cId="109857222" sldId="256"/>
        </pc:sldMkLst>
        <pc:spChg chg="mod">
          <ac:chgData name="Andrew Patterson" userId="6c8ffccf-7c1b-4173-8b93-861005bd5f70" providerId="ADAL" clId="{340A04FB-801D-4D33-9372-268FA29A2369}" dt="2026-03-10T12:29:07.341" v="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add mod">
        <pc:chgData name="Andrew Patterson" userId="6c8ffccf-7c1b-4173-8b93-861005bd5f70" providerId="ADAL" clId="{340A04FB-801D-4D33-9372-268FA29A2369}" dt="2026-03-10T12:32:44.204" v="10" actId="20577"/>
        <pc:sldMkLst>
          <pc:docMk/>
          <pc:sldMk cId="3345573719" sldId="257"/>
        </pc:sldMkLst>
        <pc:spChg chg="mod">
          <ac:chgData name="Andrew Patterson" userId="6c8ffccf-7c1b-4173-8b93-861005bd5f70" providerId="ADAL" clId="{340A04FB-801D-4D33-9372-268FA29A2369}" dt="2026-03-10T12:32:44.204" v="10" actId="20577"/>
          <ac:spMkLst>
            <pc:docMk/>
            <pc:sldMk cId="3345573719" sldId="257"/>
            <ac:spMk id="2" creationId="{B46C6785-5287-802A-5CCB-9E287EB68794}"/>
          </ac:spMkLst>
        </pc:spChg>
      </pc:sldChg>
      <pc:sldChg chg="add">
        <pc:chgData name="Andrew Patterson" userId="6c8ffccf-7c1b-4173-8b93-861005bd5f70" providerId="ADAL" clId="{340A04FB-801D-4D33-9372-268FA29A2369}" dt="2026-03-10T12:29:37.756" v="5"/>
        <pc:sldMkLst>
          <pc:docMk/>
          <pc:sldMk cId="1700952183" sldId="259"/>
        </pc:sldMkLst>
      </pc:sldChg>
      <pc:sldChg chg="add">
        <pc:chgData name="Andrew Patterson" userId="6c8ffccf-7c1b-4173-8b93-861005bd5f70" providerId="ADAL" clId="{340A04FB-801D-4D33-9372-268FA29A2369}" dt="2026-03-10T12:32:14.077" v="6"/>
        <pc:sldMkLst>
          <pc:docMk/>
          <pc:sldMk cId="1253676903" sldId="310"/>
        </pc:sldMkLst>
      </pc:sldChg>
      <pc:sldChg chg="modSp add mod ord setBg">
        <pc:chgData name="Andrew Patterson" userId="6c8ffccf-7c1b-4173-8b93-861005bd5f70" providerId="ADAL" clId="{340A04FB-801D-4D33-9372-268FA29A2369}" dt="2026-03-12T17:34:51.143" v="61"/>
        <pc:sldMkLst>
          <pc:docMk/>
          <pc:sldMk cId="1201532438" sldId="311"/>
        </pc:sldMkLst>
        <pc:spChg chg="mod">
          <ac:chgData name="Andrew Patterson" userId="6c8ffccf-7c1b-4173-8b93-861005bd5f70" providerId="ADAL" clId="{340A04FB-801D-4D33-9372-268FA29A2369}" dt="2026-03-12T17:34:34.837" v="60" actId="20577"/>
          <ac:spMkLst>
            <pc:docMk/>
            <pc:sldMk cId="1201532438" sldId="311"/>
            <ac:spMk id="2" creationId="{8ABC872D-4CC6-5F41-37AA-E4345552FE53}"/>
          </ac:spMkLst>
        </pc:spChg>
      </pc:sldChg>
      <pc:sldChg chg="addSp modSp new mod">
        <pc:chgData name="Andrew Patterson" userId="6c8ffccf-7c1b-4173-8b93-861005bd5f70" providerId="ADAL" clId="{340A04FB-801D-4D33-9372-268FA29A2369}" dt="2026-03-19T11:04:30.431" v="268" actId="1076"/>
        <pc:sldMkLst>
          <pc:docMk/>
          <pc:sldMk cId="2624607045" sldId="312"/>
        </pc:sldMkLst>
        <pc:spChg chg="add mod">
          <ac:chgData name="Andrew Patterson" userId="6c8ffccf-7c1b-4173-8b93-861005bd5f70" providerId="ADAL" clId="{340A04FB-801D-4D33-9372-268FA29A2369}" dt="2026-03-19T11:04:30.431" v="268" actId="1076"/>
          <ac:spMkLst>
            <pc:docMk/>
            <pc:sldMk cId="2624607045" sldId="312"/>
            <ac:spMk id="2" creationId="{0F8F80B6-E861-1EE8-0404-5C2863C3CD60}"/>
          </ac:spMkLst>
        </pc:spChg>
        <pc:spChg chg="add mod">
          <ac:chgData name="Andrew Patterson" userId="6c8ffccf-7c1b-4173-8b93-861005bd5f70" providerId="ADAL" clId="{340A04FB-801D-4D33-9372-268FA29A2369}" dt="2026-03-13T11:43:57.602" v="257" actId="2711"/>
          <ac:spMkLst>
            <pc:docMk/>
            <pc:sldMk cId="2624607045" sldId="312"/>
            <ac:spMk id="3" creationId="{2BDBE0DC-F63A-C50C-538A-CD3C95D56123}"/>
          </ac:spMkLst>
        </pc:spChg>
      </pc:sldChg>
      <pc:sldChg chg="add">
        <pc:chgData name="Andrew Patterson" userId="6c8ffccf-7c1b-4173-8b93-861005bd5f70" providerId="ADAL" clId="{340A04FB-801D-4D33-9372-268FA29A2369}" dt="2026-03-12T17:42:38.942" v="134" actId="2890"/>
        <pc:sldMkLst>
          <pc:docMk/>
          <pc:sldMk cId="4020289908" sldId="313"/>
        </pc:sldMkLst>
      </pc:sldChg>
      <pc:sldChg chg="addSp modSp new mod">
        <pc:chgData name="Andrew Patterson" userId="6c8ffccf-7c1b-4173-8b93-861005bd5f70" providerId="ADAL" clId="{340A04FB-801D-4D33-9372-268FA29A2369}" dt="2026-03-12T19:49:00.284" v="149" actId="207"/>
        <pc:sldMkLst>
          <pc:docMk/>
          <pc:sldMk cId="687894674" sldId="314"/>
        </pc:sldMkLst>
        <pc:spChg chg="add mod">
          <ac:chgData name="Andrew Patterson" userId="6c8ffccf-7c1b-4173-8b93-861005bd5f70" providerId="ADAL" clId="{340A04FB-801D-4D33-9372-268FA29A2369}" dt="2026-03-12T19:49:00.284" v="149" actId="207"/>
          <ac:spMkLst>
            <pc:docMk/>
            <pc:sldMk cId="687894674" sldId="314"/>
            <ac:spMk id="4" creationId="{4AD4BA30-DDD7-2932-AE73-684BF9597F8C}"/>
          </ac:spMkLst>
        </pc:spChg>
      </pc:sldChg>
      <pc:sldChg chg="delSp modSp add mod modAnim">
        <pc:chgData name="Andrew Patterson" userId="6c8ffccf-7c1b-4173-8b93-861005bd5f70" providerId="ADAL" clId="{340A04FB-801D-4D33-9372-268FA29A2369}" dt="2026-03-13T11:44:32.094" v="264" actId="1076"/>
        <pc:sldMkLst>
          <pc:docMk/>
          <pc:sldMk cId="551364960" sldId="341"/>
        </pc:sldMkLst>
        <pc:spChg chg="mod">
          <ac:chgData name="Andrew Patterson" userId="6c8ffccf-7c1b-4173-8b93-861005bd5f70" providerId="ADAL" clId="{340A04FB-801D-4D33-9372-268FA29A2369}" dt="2026-03-13T11:44:32.094" v="264" actId="1076"/>
          <ac:spMkLst>
            <pc:docMk/>
            <pc:sldMk cId="551364960" sldId="341"/>
            <ac:spMk id="4" creationId="{C4190E2B-51E4-4D9C-8822-AB7E508BFA6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765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497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482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054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464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990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6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4494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5990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9391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780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060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Di2TX0qeXvTJxWAgrEUxCdAUf90_4DbfbNCrZJ38T98kM?e=RiKB7S" TargetMode="External"/><Relationship Id="rId2" Type="http://schemas.openxmlformats.org/officeDocument/2006/relationships/hyperlink" Target="https://thecardiffandvalecollege.sharepoint.com/:f:/s/Section_ESCCCP24_2025_2026/IgBYNgwfZjQOTbYkM8KBUoGVAWFFXPEgUkoUlXXvqi5Xt6Q?e=tOcGbm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thecardiffandvalecollege.sharepoint.com/:b:/s/Section_ESCCCP24_2025_2026/IQBT8tZxPEmESrIhl3P6UJPxAcidRevmM0czRZLXJPVV5KI?e=SohM0U" TargetMode="External"/><Relationship Id="rId4" Type="http://schemas.openxmlformats.org/officeDocument/2006/relationships/hyperlink" Target="https://thecardiffandvalecollege.sharepoint.com/:p:/s/Section_ESCCCP24_2025_2026/IQDso7BeajR-TZ3ANj5pAjJfAfI72VWA79sOD5SLtr40bLw?e=l8bmYp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thecardiffandvalecollege.sharepoint.com/:b:/s/Section_ESCCCP24_2025_2026/IQAXGpo4_UiBS5GL7r9ZW8lsAWVzPlTGsSLb-bYjBvz-RAI?e=44nLmQ" TargetMode="External"/><Relationship Id="rId3" Type="http://schemas.openxmlformats.org/officeDocument/2006/relationships/hyperlink" Target="https://thecardiffandvalecollege.sharepoint.com/:p:/s/Section_ESCCCP24_2025_2026/IQDi2TX0qeXvTJxWAgrEUxCdAUf90_4DbfbNCrZJ38T98kM?e=RiKB7S" TargetMode="External"/><Relationship Id="rId7" Type="http://schemas.openxmlformats.org/officeDocument/2006/relationships/hyperlink" Target="https://thecardiffandvalecollege.sharepoint.com/:p:/s/Section_ESCCCP24_2025_2026/IQARq5sk26KVQptODzTpFE_dAU38ze0bozutQAmG4V7wIAw?e=NHo2KV" TargetMode="External"/><Relationship Id="rId2" Type="http://schemas.openxmlformats.org/officeDocument/2006/relationships/hyperlink" Target="https://thecardiffandvalecollege.sharepoint.com/:f:/s/Section_ESCCCP24_2025_2026/IgBYNgwfZjQOTbYkM8KBUoGVAWFFXPEgUkoUlXXvqi5Xt6Q?e=tOcGbm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thecardiffandvalecollege.sharepoint.com/:w:/s/Section_ESCCCP24_2025_2026/IQD0ogSpzGIQTIiWed7XuWpVAbkZSz-I2cKOjyFSowqERpM?e=92Fb7b" TargetMode="External"/><Relationship Id="rId5" Type="http://schemas.openxmlformats.org/officeDocument/2006/relationships/hyperlink" Target="https://thecardiffandvalecollege.sharepoint.com/:b:/s/Section_ESCCCP24_2025_2026/IQBT8tZxPEmESrIhl3P6UJPxAcidRevmM0czRZLXJPVV5KI?e=SohM0U" TargetMode="External"/><Relationship Id="rId4" Type="http://schemas.openxmlformats.org/officeDocument/2006/relationships/hyperlink" Target="https://thecardiffandvalecollege.sharepoint.com/:p:/s/Section_ESCCCP24_2025_2026/IQDso7BeajR-TZ3ANj5pAjJfAfI72VWA79sOD5SLtr40bLw?e=l8bmYp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AXGpo4_UiBS5GL7r9ZW8lsAWVzPlTGsSLb-bYjBvz-RAI?e=44nLmQ" TargetMode="External"/><Relationship Id="rId2" Type="http://schemas.openxmlformats.org/officeDocument/2006/relationships/hyperlink" Target="https://thecardiffandvalecollege.sharepoint.com/:p:/s/Section_ESCCCP24_2025_2026/IQARq5sk26KVQptODzTpFE_dAU38ze0bozutQAmG4V7wIAw?e=NHo2KV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thecardiffandvalecollege.sharepoint.com/:p:/s/Section_ESCCCP24_2025_2026/IQAxfcSP4ut9RKHJnb4fkrQkAS6X_hV7fkJ2W_lZ0TOS_zs?e=k6Ztx5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ESCCCP24 2025-2026 </a:t>
            </a:r>
            <a:br>
              <a:rPr lang="en-GB" dirty="0">
                <a:ea typeface="+mj-lt"/>
                <a:cs typeface="+mj-lt"/>
              </a:rPr>
            </a:br>
            <a:r>
              <a:rPr lang="en-GB">
                <a:ea typeface="+mj-lt"/>
                <a:cs typeface="+mj-lt"/>
              </a:rPr>
              <a:t>12 Mar 2026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Semester 2 Week 3</a:t>
            </a:r>
            <a:endParaRPr lang="en-US" dirty="0"/>
          </a:p>
          <a:p>
            <a:r>
              <a:rPr lang="en-GB" dirty="0"/>
              <a:t>Academic year Term 2B Week 24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C6785-5287-802A-5CCB-9E287EB68794}"/>
              </a:ext>
            </a:extLst>
          </p:cNvPr>
          <p:cNvSpPr txBox="1"/>
          <p:nvPr/>
        </p:nvSpPr>
        <p:spPr>
          <a:xfrm>
            <a:off x="557134" y="1074509"/>
            <a:ext cx="1107773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12 Mar 2026</a:t>
            </a:r>
          </a:p>
        </p:txBody>
      </p:sp>
    </p:spTree>
    <p:extLst>
      <p:ext uri="{BB962C8B-B14F-4D97-AF65-F5344CB8AC3E}">
        <p14:creationId xmlns:p14="http://schemas.microsoft.com/office/powerpoint/2010/main" val="334557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D32F3F-A085-1FF5-6BC8-7538D1804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53" y="1166842"/>
            <a:ext cx="1124711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Work from 5 Mar 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Using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2"/>
              </a:rPr>
              <a:t>0) Writing Booklet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and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3"/>
              </a:rPr>
              <a:t>Writing Booklet Task 1 p. 6-17.pptx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, we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Did Task Form practice 3, Task 4 Completing a Course application form for Cardiff &amp; Vale College.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Using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4"/>
              </a:rPr>
              <a:t>Unit 8 The Media - Writing styles.pptx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and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5"/>
              </a:rPr>
              <a:t>Unit 8 The Media - Writing styles.pdf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We looked at writing in different registers.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Homework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Complete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3"/>
              </a:rPr>
              <a:t>Writing Booklet Task 1 p. 6-17.pptx 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EE9958D-C6B0-F896-A17D-2FD21CCA1E1D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3" y="1359543"/>
            <a:ext cx="297374" cy="297521"/>
            <a:chOff x="1752597" y="2171695"/>
            <a:chExt cx="4317849" cy="4320005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C43BB176-C93A-9E8D-4E2D-13FE586355D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A1A1CE13-D93D-3590-0E2D-60EB2AE8436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82CF429-1FB8-7E68-A73E-CBEA85C5AB68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3" y="1788016"/>
            <a:ext cx="297374" cy="297521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C3AA3E77-86DB-6091-DC1E-48BE5AC9497B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9DEBD65C-8EF1-C93E-1265-C379324A5A8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A5B486C-D04B-84EE-8584-BFDEAAE99063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3" y="2189576"/>
            <a:ext cx="297374" cy="297521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E5FC05E1-11FD-F3AF-C875-1496C006613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880853D2-4037-8775-4C4A-B38E18FC5C99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A1A186-9B61-3A34-F125-73E6FBB69382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3" y="2566574"/>
            <a:ext cx="297374" cy="297521"/>
            <a:chOff x="1752597" y="2171695"/>
            <a:chExt cx="4317849" cy="4320005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D4C10ECF-1D5C-C3C1-4EC1-3FED9418361E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BB299A2F-98A4-2431-FAF9-F7B1738692E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EAC7C6-F9AB-FF0F-9F8B-3540B4B2737F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3" y="2932375"/>
            <a:ext cx="297374" cy="297521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2CD8A361-716E-E83A-47EC-2144FD04C95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653445BA-A75F-FAA4-662F-3FDEB141B18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0440D60-0CE4-AD79-F915-FD17B06E3A97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3" y="3359477"/>
            <a:ext cx="297374" cy="297521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6E69301B-0487-7087-71FD-C921EF29B929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016E8D2E-62BE-28ED-2252-E287564DD238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AC4992A-F412-C650-D49C-DA8AF9EA7B06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3" y="3786571"/>
            <a:ext cx="297374" cy="297521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AF51B602-9080-5AF9-40CF-3411F5995503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A9D5D0EA-3BB8-2DBD-AB4B-93E20D80B9EA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ACDCF96-68E0-7AA6-4F4A-2B7970C6C2F4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3" y="4190321"/>
            <a:ext cx="297374" cy="297521"/>
            <a:chOff x="1752597" y="2171695"/>
            <a:chExt cx="4317849" cy="4320005"/>
          </a:xfrm>
        </p:grpSpPr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21847504-F0D8-A34B-52AB-465CB6985E0A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19D01D59-8F63-2EC7-A14A-133E4E4BFD3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0D91342-1C87-A990-0731-606C5CAB59A3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3" y="4772464"/>
            <a:ext cx="297374" cy="297521"/>
            <a:chOff x="1752597" y="2171695"/>
            <a:chExt cx="4317849" cy="4320005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2D389DEC-D17D-08AC-CAC3-A00D833723B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40B4DAA1-ACC2-4ECC-237E-70F14A9E0310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0536215-D1F9-31CF-A8AC-AC8E98D74222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3" y="5219697"/>
            <a:ext cx="297374" cy="297521"/>
            <a:chOff x="1752597" y="2171695"/>
            <a:chExt cx="4317849" cy="4320005"/>
          </a:xfrm>
        </p:grpSpPr>
        <p:sp>
          <p:nvSpPr>
            <p:cNvPr id="31" name="Free-form: Shape 30">
              <a:extLst>
                <a:ext uri="{FF2B5EF4-FFF2-40B4-BE49-F238E27FC236}">
                  <a16:creationId xmlns:a16="http://schemas.microsoft.com/office/drawing/2014/main" id="{14BEBCFA-1B67-BA86-2CF1-81BC4852032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3A40550B-4B06-2103-AA7E-4BCACD8E65E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367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B62880-872B-7C90-3DBE-A2E103D5CE40}"/>
              </a:ext>
            </a:extLst>
          </p:cNvPr>
          <p:cNvSpPr txBox="1"/>
          <p:nvPr/>
        </p:nvSpPr>
        <p:spPr>
          <a:xfrm>
            <a:off x="1891145" y="1843950"/>
            <a:ext cx="84097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Reading/Writ</a:t>
            </a:r>
            <a:r>
              <a:rPr kumimoji="0" lang="en-GB" sz="10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ing</a:t>
            </a:r>
            <a:endParaRPr kumimoji="0" lang="en-GB" sz="10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17:45-20:45</a:t>
            </a:r>
          </a:p>
        </p:txBody>
      </p:sp>
    </p:spTree>
    <p:extLst>
      <p:ext uri="{BB962C8B-B14F-4D97-AF65-F5344CB8AC3E}">
        <p14:creationId xmlns:p14="http://schemas.microsoft.com/office/powerpoint/2010/main" val="170095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6A658-A7DE-F36E-FFAA-CE5DB0E92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8C1E503-9EAB-BD55-89EB-44E88DD0D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34" y="1060218"/>
            <a:ext cx="3393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2"/>
              </a:rPr>
              <a:t>0) Writing Booklet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C29BF7-4B37-136F-EF77-0687E7F7B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34" y="1793368"/>
            <a:ext cx="61521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3"/>
              </a:rPr>
              <a:t>Writing Booklet Task 1 p. 6-17.pptx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7E72A-CB3E-BCC2-F283-9014E3784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33" y="2655787"/>
            <a:ext cx="61521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4"/>
              </a:rPr>
              <a:t>Unit 8 The Media - Writing styles.pptx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EAF69A-9123-05C7-1C85-D11B01A19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33" y="3410484"/>
            <a:ext cx="61521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5"/>
              </a:rPr>
              <a:t>Unit 8 The Media - Writing styles.pdf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974223B-D875-C5EF-0BF3-D7E355C9A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3221" y="1793367"/>
            <a:ext cx="442996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6"/>
              </a:rPr>
              <a:t>L2 Register Task.docx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Condensed Extra Bold" panose="020B0803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AAE188B-ECEE-25F5-DA2C-468AD5666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33" y="4251356"/>
            <a:ext cx="581331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7"/>
              </a:rPr>
              <a:t>Writing an Article (I) Plus FCE.pptx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Condensed Extra Bold" panose="020B0803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3F1B54B-83C8-B252-F6B4-EAE451D33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33" y="5092227"/>
            <a:ext cx="558037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8"/>
              </a:rPr>
              <a:t>04)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8"/>
              </a:rPr>
              <a:t>PlusFCE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8"/>
              </a:rPr>
              <a:t> Article (I) pp53-56.pdf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Condensed Extra Bold" panose="020B08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3CE0E4-A830-0DD1-CD50-296C7E2C733D}"/>
              </a:ext>
            </a:extLst>
          </p:cNvPr>
          <p:cNvSpPr txBox="1"/>
          <p:nvPr/>
        </p:nvSpPr>
        <p:spPr>
          <a:xfrm>
            <a:off x="7093221" y="2655787"/>
            <a:ext cx="3282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Start at Slide 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03D14C-5A33-812B-A018-E53EE9B02890}"/>
              </a:ext>
            </a:extLst>
          </p:cNvPr>
          <p:cNvSpPr txBox="1"/>
          <p:nvPr/>
        </p:nvSpPr>
        <p:spPr>
          <a:xfrm>
            <a:off x="7093221" y="1171339"/>
            <a:ext cx="3984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Do  register task first.</a:t>
            </a:r>
          </a:p>
        </p:txBody>
      </p:sp>
    </p:spTree>
    <p:extLst>
      <p:ext uri="{BB962C8B-B14F-4D97-AF65-F5344CB8AC3E}">
        <p14:creationId xmlns:p14="http://schemas.microsoft.com/office/powerpoint/2010/main" val="4020289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D4BA30-DDD7-2932-AE73-684BF9597F8C}"/>
              </a:ext>
            </a:extLst>
          </p:cNvPr>
          <p:cNvSpPr txBox="1"/>
          <p:nvPr/>
        </p:nvSpPr>
        <p:spPr>
          <a:xfrm>
            <a:off x="379751" y="1473277"/>
            <a:ext cx="11432498" cy="346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3200" dirty="0">
                <a:solidFill>
                  <a:srgbClr val="0070C0"/>
                </a:solidFill>
                <a:latin typeface="Tw Cen MT Condensed Extra Bold" panose="020B0803020202020204" pitchFamily="34" charset="0"/>
              </a:rPr>
              <a:t>Whether you go during the winter or summer, the views are spectacular.</a:t>
            </a:r>
          </a:p>
          <a:p>
            <a:pPr>
              <a:lnSpc>
                <a:spcPct val="107000"/>
              </a:lnSpc>
              <a:spcAft>
                <a:spcPts val="600"/>
              </a:spcAft>
              <a:buNone/>
            </a:pPr>
            <a:endParaRPr lang="en-GB" sz="3200" b="1" kern="100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Complex sentences beginning with “whether” show two (or more) choices, but the result is the same for all choices.</a:t>
            </a:r>
            <a:b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other words, the speaker is saying:</a:t>
            </a:r>
          </a:p>
          <a:p>
            <a:pPr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“You can choose A or B — it doesn’t change the result.”</a:t>
            </a:r>
          </a:p>
        </p:txBody>
      </p:sp>
    </p:spTree>
    <p:extLst>
      <p:ext uri="{BB962C8B-B14F-4D97-AF65-F5344CB8AC3E}">
        <p14:creationId xmlns:p14="http://schemas.microsoft.com/office/powerpoint/2010/main" val="68789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4890BC-D04E-5C19-2EE1-A751FDDD0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BC872D-4CC6-5F41-37AA-E4345552FE53}"/>
              </a:ext>
            </a:extLst>
          </p:cNvPr>
          <p:cNvSpPr txBox="1"/>
          <p:nvPr/>
        </p:nvSpPr>
        <p:spPr>
          <a:xfrm>
            <a:off x="557134" y="1074509"/>
            <a:ext cx="1107773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</a:t>
            </a:r>
            <a:r>
              <a:rPr lang="en-GB" sz="15000" dirty="0">
                <a:solidFill>
                  <a:prstClr val="white"/>
                </a:solidFill>
                <a:latin typeface="Tw Cen MT Condensed Extra Bold" panose="020B0803020202020204" pitchFamily="34" charset="0"/>
              </a:rPr>
              <a:t>out</a:t>
            </a:r>
            <a:endParaRPr kumimoji="0" lang="en-GB" sz="1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12 Mar 2026</a:t>
            </a:r>
          </a:p>
        </p:txBody>
      </p:sp>
    </p:spTree>
    <p:extLst>
      <p:ext uri="{BB962C8B-B14F-4D97-AF65-F5344CB8AC3E}">
        <p14:creationId xmlns:p14="http://schemas.microsoft.com/office/powerpoint/2010/main" val="120153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DBE0DC-F63A-C50C-538A-CD3C95D56123}"/>
              </a:ext>
            </a:extLst>
          </p:cNvPr>
          <p:cNvSpPr txBox="1"/>
          <p:nvPr/>
        </p:nvSpPr>
        <p:spPr>
          <a:xfrm>
            <a:off x="558384" y="572337"/>
            <a:ext cx="10609288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dirty="0">
                <a:solidFill>
                  <a:prstClr val="black"/>
                </a:solidFill>
                <a:latin typeface="Abadi ExtraLight"/>
              </a:rPr>
              <a:t>Using </a:t>
            </a:r>
            <a:r>
              <a:rPr lang="en-US" sz="3200" dirty="0">
                <a:latin typeface="Tw Cen MT Condensed Extra Bold"/>
                <a:hlinkClick r:id="rId2"/>
              </a:rPr>
              <a:t>Writing an Article (I) Plus FCE.pptx</a:t>
            </a:r>
            <a:r>
              <a:rPr lang="en-US" altLang="en-US" sz="3200" dirty="0">
                <a:solidFill>
                  <a:prstClr val="black"/>
                </a:solidFill>
                <a:latin typeface="Abadi ExtraLight"/>
              </a:rPr>
              <a:t> and </a:t>
            </a:r>
            <a:endParaRPr lang="en-US" altLang="en-US" sz="3200" dirty="0">
              <a:solidFill>
                <a:prstClr val="black"/>
              </a:solidFill>
              <a:latin typeface="Tw Cen MT Condensed Extra Bold"/>
              <a:cs typeface="Times New Roman"/>
            </a:endParaRPr>
          </a:p>
          <a:p>
            <a:pPr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dirty="0">
                <a:latin typeface="Tw Cen MT Condensed Extra Bold"/>
                <a:hlinkClick r:id="rId2"/>
              </a:rPr>
              <a:t>Writing an Article (I) Plus FCE.pptx</a:t>
            </a:r>
            <a:r>
              <a:rPr lang="en-GB" sz="3200" kern="100" dirty="0">
                <a:latin typeface="Aptos"/>
                <a:ea typeface="Aptos" panose="020B0004020202020204" pitchFamily="34" charset="0"/>
                <a:cs typeface="Times New Roman"/>
              </a:rPr>
              <a:t>, we </a:t>
            </a:r>
            <a:endParaRPr lang="en-US" altLang="en-US" sz="3200" dirty="0">
              <a:latin typeface="Tw Cen MT Condensed Extra Bold"/>
              <a:ea typeface="Aptos" panose="020B0004020202020204" pitchFamily="34" charset="0"/>
              <a:cs typeface="Times New Roman"/>
            </a:endParaRPr>
          </a:p>
          <a:p>
            <a:pPr marL="457200" indent="-4572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GB" sz="3200" kern="100" dirty="0">
                <a:latin typeface="Abadi ExtraLight" panose="020B0204020104020204" pitchFamily="34" charset="0"/>
                <a:ea typeface="Aptos" panose="020B0004020202020204" pitchFamily="34" charset="0"/>
                <a:cs typeface="Times New Roman"/>
              </a:rPr>
              <a:t>learnt to write articles</a:t>
            </a:r>
            <a:endParaRPr lang="en-US" altLang="en-US" sz="3200" dirty="0">
              <a:latin typeface="Abadi ExtraLight" panose="020B0204020104020204" pitchFamily="34" charset="0"/>
              <a:ea typeface="Aptos" panose="020B0004020202020204" pitchFamily="34" charset="0"/>
              <a:cs typeface="Times New Roman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n-US" sz="3200" u="sng" kern="100" dirty="0">
                <a:solidFill>
                  <a:prstClr val="black"/>
                </a:solidFill>
                <a:latin typeface="Abadi ExtraLight" panose="020B0204020104020204" pitchFamily="34" charset="0"/>
                <a:cs typeface="Times New Roman" panose="02020603050405020304" pitchFamily="18" charset="0"/>
              </a:rPr>
              <a:t>Homework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dirty="0">
                <a:latin typeface="Tw Cen MT Condensed Extra Bold"/>
                <a:hlinkClick r:id="rId3"/>
              </a:rPr>
              <a:t>04)</a:t>
            </a:r>
            <a:r>
              <a:rPr lang="en-US" altLang="en-US" sz="3200" dirty="0" err="1">
                <a:latin typeface="Tw Cen MT Condensed Extra Bold"/>
                <a:hlinkClick r:id="rId3"/>
              </a:rPr>
              <a:t>PlusFCE</a:t>
            </a:r>
            <a:r>
              <a:rPr lang="en-US" altLang="en-US" sz="3200" dirty="0">
                <a:latin typeface="Tw Cen MT Condensed Extra Bold"/>
                <a:hlinkClick r:id="rId3"/>
              </a:rPr>
              <a:t> Article (I) pp53-56.pdf</a:t>
            </a:r>
            <a:endParaRPr lang="en-US" altLang="en-US" sz="3200" dirty="0">
              <a:latin typeface="Tw Cen MT Condensed Extra Bold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Page 56 Ex 3. See next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8F80B6-E861-1EE8-0404-5C2863C3C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8739" y="4649662"/>
            <a:ext cx="49667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Writing a film review.pptx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607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4190E2B-51E4-4D9C-8822-AB7E508BF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268" y="612844"/>
            <a:ext cx="1088346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Calibri" panose="020F0502020204030204" pitchFamily="34" charset="0"/>
              </a:rPr>
              <a:t>3 Task for homework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Calibri" panose="020F0502020204030204" pitchFamily="34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Calibri" panose="020F0502020204030204" pitchFamily="34" charset="0"/>
              </a:rPr>
              <a:t>A local English language newspaper is going to publish articles about places worth visiting in your country. 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Calibri" panose="020F0502020204030204" pitchFamily="34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Calibri" panose="020F0502020204030204" pitchFamily="34" charset="0"/>
              </a:rPr>
              <a:t>Write an article to be published in this newspaper.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Calibri" panose="020F0502020204030204" pitchFamily="34" charset="0"/>
              </a:rPr>
              <a:t>(120-180 words)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4000" dirty="0">
              <a:latin typeface="Arial Narrow" panose="020B0606020202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000" i="1" dirty="0">
                <a:latin typeface="Arial Narrow" panose="020B0606020202030204" pitchFamily="34" charset="0"/>
              </a:rPr>
              <a:t>Your country </a:t>
            </a:r>
            <a:r>
              <a:rPr lang="en-GB" sz="4000" dirty="0">
                <a:latin typeface="Arial Narrow" panose="020B0606020202030204" pitchFamily="34" charset="0"/>
              </a:rPr>
              <a:t>may refer to the UK or your country of origin depending on your preference. If you want the extra practice, you could of course do one of each.</a:t>
            </a:r>
            <a:endParaRPr lang="en-GB" sz="4000" i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364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SCC1P05 2025-2026 Class PowerPoint Template" id="{F58FAF5F-5C02-4A36-BBBE-708991514D85}" vid="{06B0B8DE-CAF2-47FC-91F8-BBC73CB6C2F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EFC2BC-1F1B-4318-84DE-E65EE45855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757296-EA13-4917-BE1F-94D497ACCA3E}">
  <ds:schemaRefs>
    <ds:schemaRef ds:uri="http://purl.org/dc/elements/1.1/"/>
    <ds:schemaRef ds:uri="http://schemas.microsoft.com/office/2006/metadata/properties"/>
    <ds:schemaRef ds:uri="http://purl.org/dc/terms/"/>
    <ds:schemaRef ds:uri="http://purl.org/dc/dcmitype/"/>
    <ds:schemaRef ds:uri="http://www.w3.org/XML/1998/namespace"/>
    <ds:schemaRef ds:uri="http://schemas.microsoft.com/office/2006/documentManagement/types"/>
    <ds:schemaRef ds:uri="31635c7e-3a11-4128-b6ca-f17fd774e46d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F6DBF94-D30B-4F4D-8721-0E53DA0B13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</TotalTime>
  <Words>363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Abadi ExtraLight</vt:lpstr>
      <vt:lpstr>Aptos</vt:lpstr>
      <vt:lpstr>Aptos Display</vt:lpstr>
      <vt:lpstr>Arial</vt:lpstr>
      <vt:lpstr>Arial Narrow</vt:lpstr>
      <vt:lpstr>Tw Cen MT Condensed Extra Bold</vt:lpstr>
      <vt:lpstr>office theme</vt:lpstr>
      <vt:lpstr>1_office theme</vt:lpstr>
      <vt:lpstr>ESCCCP24 2025-2026  12 Mar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4</cp:revision>
  <dcterms:created xsi:type="dcterms:W3CDTF">2026-03-10T12:27:51Z</dcterms:created>
  <dcterms:modified xsi:type="dcterms:W3CDTF">2026-03-19T16:29:51Z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