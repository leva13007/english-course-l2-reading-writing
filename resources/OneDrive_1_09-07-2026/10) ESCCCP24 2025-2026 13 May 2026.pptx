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  <p:sldMasterId id="2147483685" r:id="rId6"/>
  </p:sldMasterIdLst>
  <p:sldIdLst>
    <p:sldId id="256" r:id="rId7"/>
    <p:sldId id="261" r:id="rId8"/>
    <p:sldId id="353" r:id="rId9"/>
    <p:sldId id="262" r:id="rId10"/>
    <p:sldId id="257" r:id="rId11"/>
    <p:sldId id="304" r:id="rId12"/>
    <p:sldId id="355" r:id="rId13"/>
    <p:sldId id="281" r:id="rId14"/>
    <p:sldId id="282" r:id="rId15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2AE71B-5D75-43E3-8CFE-E7C87CB3EFB5}" v="19" dt="2026-05-14T19:35:13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57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353EF1C4-AC7A-4783-810D-9BFAEAFEF9F1}"/>
    <pc:docChg chg="modSld">
      <pc:chgData name="" userId="" providerId="" clId="Web-{353EF1C4-AC7A-4783-810D-9BFAEAFEF9F1}" dt="2026-05-13T16:33:01.159" v="0" actId="20577"/>
      <pc:docMkLst>
        <pc:docMk/>
      </pc:docMkLst>
      <pc:sldChg chg="modSp">
        <pc:chgData name="" userId="" providerId="" clId="Web-{353EF1C4-AC7A-4783-810D-9BFAEAFEF9F1}" dt="2026-05-13T16:33:01.159" v="0" actId="20577"/>
        <pc:sldMkLst>
          <pc:docMk/>
          <pc:sldMk cId="109857222" sldId="256"/>
        </pc:sldMkLst>
        <pc:spChg chg="mod">
          <ac:chgData name="" userId="" providerId="" clId="Web-{353EF1C4-AC7A-4783-810D-9BFAEAFEF9F1}" dt="2026-05-13T16:33:01.159" v="0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Andrew Patterson" userId="6c8ffccf-7c1b-4173-8b93-861005bd5f70" providerId="ADAL" clId="{340A04FB-801D-4D33-9372-268FA29A2369}"/>
    <pc:docChg chg="undo custSel addSld delSld modSld sldOrd">
      <pc:chgData name="Andrew Patterson" userId="6c8ffccf-7c1b-4173-8b93-861005bd5f70" providerId="ADAL" clId="{340A04FB-801D-4D33-9372-268FA29A2369}" dt="2026-05-14T19:35:46.697" v="536" actId="1076"/>
      <pc:docMkLst>
        <pc:docMk/>
      </pc:docMkLst>
      <pc:sldChg chg="addSp delSp modSp mod">
        <pc:chgData name="Andrew Patterson" userId="6c8ffccf-7c1b-4173-8b93-861005bd5f70" providerId="ADAL" clId="{340A04FB-801D-4D33-9372-268FA29A2369}" dt="2026-05-14T16:47:46.949" v="161" actId="6549"/>
        <pc:sldMkLst>
          <pc:docMk/>
          <pc:sldMk cId="109857222" sldId="256"/>
        </pc:sldMkLst>
        <pc:spChg chg="mod">
          <ac:chgData name="Andrew Patterson" userId="6c8ffccf-7c1b-4173-8b93-861005bd5f70" providerId="ADAL" clId="{340A04FB-801D-4D33-9372-268FA29A2369}" dt="2026-05-14T16:47:46.949" v="161" actId="6549"/>
          <ac:spMkLst>
            <pc:docMk/>
            <pc:sldMk cId="109857222" sldId="256"/>
            <ac:spMk id="2" creationId="{00000000-0000-0000-0000-000000000000}"/>
          </ac:spMkLst>
        </pc:spChg>
        <pc:spChg chg="del">
          <ac:chgData name="Andrew Patterson" userId="6c8ffccf-7c1b-4173-8b93-861005bd5f70" providerId="ADAL" clId="{340A04FB-801D-4D33-9372-268FA29A2369}" dt="2026-05-14T11:42:01.201" v="89" actId="478"/>
          <ac:spMkLst>
            <pc:docMk/>
            <pc:sldMk cId="109857222" sldId="256"/>
            <ac:spMk id="3" creationId="{00000000-0000-0000-0000-000000000000}"/>
          </ac:spMkLst>
        </pc:spChg>
        <pc:picChg chg="add mod">
          <ac:chgData name="Andrew Patterson" userId="6c8ffccf-7c1b-4173-8b93-861005bd5f70" providerId="ADAL" clId="{340A04FB-801D-4D33-9372-268FA29A2369}" dt="2026-05-14T15:58:30.722" v="157" actId="14100"/>
          <ac:picMkLst>
            <pc:docMk/>
            <pc:sldMk cId="109857222" sldId="256"/>
            <ac:picMk id="3" creationId="{745C9FDE-3D58-7E0B-DE9A-10154DFDCF8C}"/>
          </ac:picMkLst>
        </pc:picChg>
      </pc:sldChg>
      <pc:sldChg chg="addSp delSp modSp new mod">
        <pc:chgData name="Andrew Patterson" userId="6c8ffccf-7c1b-4173-8b93-861005bd5f70" providerId="ADAL" clId="{340A04FB-801D-4D33-9372-268FA29A2369}" dt="2026-05-14T19:26:28.290" v="162" actId="1076"/>
        <pc:sldMkLst>
          <pc:docMk/>
          <pc:sldMk cId="2325505541" sldId="257"/>
        </pc:sldMkLst>
        <pc:spChg chg="add mod">
          <ac:chgData name="Andrew Patterson" userId="6c8ffccf-7c1b-4173-8b93-861005bd5f70" providerId="ADAL" clId="{340A04FB-801D-4D33-9372-268FA29A2369}" dt="2026-05-14T19:26:28.290" v="162" actId="1076"/>
          <ac:spMkLst>
            <pc:docMk/>
            <pc:sldMk cId="2325505541" sldId="257"/>
            <ac:spMk id="5" creationId="{3EA96FC4-D175-F0DA-1881-BB8ECE09D260}"/>
          </ac:spMkLst>
        </pc:spChg>
        <pc:spChg chg="add mod">
          <ac:chgData name="Andrew Patterson" userId="6c8ffccf-7c1b-4173-8b93-861005bd5f70" providerId="ADAL" clId="{340A04FB-801D-4D33-9372-268FA29A2369}" dt="2026-05-14T11:35:34.077" v="12" actId="1076"/>
          <ac:spMkLst>
            <pc:docMk/>
            <pc:sldMk cId="2325505541" sldId="257"/>
            <ac:spMk id="7" creationId="{98A0DEA2-C246-68D2-FA51-64A89185E3FF}"/>
          </ac:spMkLst>
        </pc:spChg>
      </pc:sldChg>
      <pc:sldChg chg="modSp add mod">
        <pc:chgData name="Andrew Patterson" userId="6c8ffccf-7c1b-4173-8b93-861005bd5f70" providerId="ADAL" clId="{340A04FB-801D-4D33-9372-268FA29A2369}" dt="2026-05-14T11:37:10.924" v="17" actId="20577"/>
        <pc:sldMkLst>
          <pc:docMk/>
          <pc:sldMk cId="839210519" sldId="261"/>
        </pc:sldMkLst>
        <pc:spChg chg="mod">
          <ac:chgData name="Andrew Patterson" userId="6c8ffccf-7c1b-4173-8b93-861005bd5f70" providerId="ADAL" clId="{340A04FB-801D-4D33-9372-268FA29A2369}" dt="2026-05-14T11:37:10.924" v="17" actId="20577"/>
          <ac:spMkLst>
            <pc:docMk/>
            <pc:sldMk cId="839210519" sldId="261"/>
            <ac:spMk id="2" creationId="{CB1AD65D-C457-B895-8487-E9BE1F99FCA6}"/>
          </ac:spMkLst>
        </pc:spChg>
      </pc:sldChg>
      <pc:sldChg chg="add">
        <pc:chgData name="Andrew Patterson" userId="6c8ffccf-7c1b-4173-8b93-861005bd5f70" providerId="ADAL" clId="{340A04FB-801D-4D33-9372-268FA29A2369}" dt="2026-05-14T11:37:35.840" v="18"/>
        <pc:sldMkLst>
          <pc:docMk/>
          <pc:sldMk cId="748540512" sldId="262"/>
        </pc:sldMkLst>
      </pc:sldChg>
      <pc:sldChg chg="add">
        <pc:chgData name="Andrew Patterson" userId="6c8ffccf-7c1b-4173-8b93-861005bd5f70" providerId="ADAL" clId="{340A04FB-801D-4D33-9372-268FA29A2369}" dt="2026-05-14T19:35:13.282" v="527"/>
        <pc:sldMkLst>
          <pc:docMk/>
          <pc:sldMk cId="3156461205" sldId="281"/>
        </pc:sldMkLst>
      </pc:sldChg>
      <pc:sldChg chg="add">
        <pc:chgData name="Andrew Patterson" userId="6c8ffccf-7c1b-4173-8b93-861005bd5f70" providerId="ADAL" clId="{340A04FB-801D-4D33-9372-268FA29A2369}" dt="2026-05-14T19:35:13.282" v="527"/>
        <pc:sldMkLst>
          <pc:docMk/>
          <pc:sldMk cId="2655279064" sldId="282"/>
        </pc:sldMkLst>
      </pc:sldChg>
      <pc:sldChg chg="add">
        <pc:chgData name="Andrew Patterson" userId="6c8ffccf-7c1b-4173-8b93-861005bd5f70" providerId="ADAL" clId="{340A04FB-801D-4D33-9372-268FA29A2369}" dt="2026-05-14T11:37:58.298" v="19"/>
        <pc:sldMkLst>
          <pc:docMk/>
          <pc:sldMk cId="287456303" sldId="304"/>
        </pc:sldMkLst>
      </pc:sldChg>
      <pc:sldChg chg="addSp modSp add mod ord modAnim">
        <pc:chgData name="Andrew Patterson" userId="6c8ffccf-7c1b-4173-8b93-861005bd5f70" providerId="ADAL" clId="{340A04FB-801D-4D33-9372-268FA29A2369}" dt="2026-05-14T15:11:25.482" v="126" actId="1076"/>
        <pc:sldMkLst>
          <pc:docMk/>
          <pc:sldMk cId="1586480310" sldId="353"/>
        </pc:sldMkLst>
        <pc:spChg chg="mod">
          <ac:chgData name="Andrew Patterson" userId="6c8ffccf-7c1b-4173-8b93-861005bd5f70" providerId="ADAL" clId="{340A04FB-801D-4D33-9372-268FA29A2369}" dt="2026-05-14T11:41:13.630" v="83"/>
          <ac:spMkLst>
            <pc:docMk/>
            <pc:sldMk cId="1586480310" sldId="353"/>
            <ac:spMk id="3" creationId="{4FDEDE54-E5BB-8097-46F6-730437E1FA80}"/>
          </ac:spMkLst>
        </pc:spChg>
        <pc:spChg chg="mod">
          <ac:chgData name="Andrew Patterson" userId="6c8ffccf-7c1b-4173-8b93-861005bd5f70" providerId="ADAL" clId="{340A04FB-801D-4D33-9372-268FA29A2369}" dt="2026-05-14T11:40:43.871" v="82" actId="1076"/>
          <ac:spMkLst>
            <pc:docMk/>
            <pc:sldMk cId="1586480310" sldId="353"/>
            <ac:spMk id="6" creationId="{88BFC88C-3110-3E84-9770-14F061077750}"/>
          </ac:spMkLst>
        </pc:spChg>
        <pc:spChg chg="mod">
          <ac:chgData name="Andrew Patterson" userId="6c8ffccf-7c1b-4173-8b93-861005bd5f70" providerId="ADAL" clId="{340A04FB-801D-4D33-9372-268FA29A2369}" dt="2026-05-14T11:41:13.630" v="83"/>
          <ac:spMkLst>
            <pc:docMk/>
            <pc:sldMk cId="1586480310" sldId="353"/>
            <ac:spMk id="7" creationId="{64FD501A-BB92-0BDA-40FC-3630D1E5CBBC}"/>
          </ac:spMkLst>
        </pc:spChg>
        <pc:spChg chg="mod">
          <ac:chgData name="Andrew Patterson" userId="6c8ffccf-7c1b-4173-8b93-861005bd5f70" providerId="ADAL" clId="{340A04FB-801D-4D33-9372-268FA29A2369}" dt="2026-05-14T11:41:13.630" v="83"/>
          <ac:spMkLst>
            <pc:docMk/>
            <pc:sldMk cId="1586480310" sldId="353"/>
            <ac:spMk id="10" creationId="{B6C104EB-BC95-92C9-C7E9-873971E752E8}"/>
          </ac:spMkLst>
        </pc:spChg>
        <pc:spChg chg="mod">
          <ac:chgData name="Andrew Patterson" userId="6c8ffccf-7c1b-4173-8b93-861005bd5f70" providerId="ADAL" clId="{340A04FB-801D-4D33-9372-268FA29A2369}" dt="2026-05-14T11:41:13.630" v="83"/>
          <ac:spMkLst>
            <pc:docMk/>
            <pc:sldMk cId="1586480310" sldId="353"/>
            <ac:spMk id="11" creationId="{B623D237-55AA-BC0C-BD45-7308DCFDA9B2}"/>
          </ac:spMkLst>
        </pc:spChg>
        <pc:spChg chg="mod">
          <ac:chgData name="Andrew Patterson" userId="6c8ffccf-7c1b-4173-8b93-861005bd5f70" providerId="ADAL" clId="{340A04FB-801D-4D33-9372-268FA29A2369}" dt="2026-05-14T11:41:13.630" v="83"/>
          <ac:spMkLst>
            <pc:docMk/>
            <pc:sldMk cId="1586480310" sldId="353"/>
            <ac:spMk id="13" creationId="{7776F39D-530D-FE39-BCE7-1A3028954D88}"/>
          </ac:spMkLst>
        </pc:spChg>
        <pc:spChg chg="mod">
          <ac:chgData name="Andrew Patterson" userId="6c8ffccf-7c1b-4173-8b93-861005bd5f70" providerId="ADAL" clId="{340A04FB-801D-4D33-9372-268FA29A2369}" dt="2026-05-14T11:41:13.630" v="83"/>
          <ac:spMkLst>
            <pc:docMk/>
            <pc:sldMk cId="1586480310" sldId="353"/>
            <ac:spMk id="17" creationId="{4E2F6522-1B25-A27D-7591-BF5206530387}"/>
          </ac:spMkLst>
        </pc:spChg>
        <pc:spChg chg="mod">
          <ac:chgData name="Andrew Patterson" userId="6c8ffccf-7c1b-4173-8b93-861005bd5f70" providerId="ADAL" clId="{340A04FB-801D-4D33-9372-268FA29A2369}" dt="2026-05-14T11:41:13.630" v="83"/>
          <ac:spMkLst>
            <pc:docMk/>
            <pc:sldMk cId="1586480310" sldId="353"/>
            <ac:spMk id="19" creationId="{C4A20E31-636A-124E-45EA-E6401D854285}"/>
          </ac:spMkLst>
        </pc:spChg>
        <pc:spChg chg="mod">
          <ac:chgData name="Andrew Patterson" userId="6c8ffccf-7c1b-4173-8b93-861005bd5f70" providerId="ADAL" clId="{340A04FB-801D-4D33-9372-268FA29A2369}" dt="2026-05-14T11:41:13.630" v="83"/>
          <ac:spMkLst>
            <pc:docMk/>
            <pc:sldMk cId="1586480310" sldId="353"/>
            <ac:spMk id="20" creationId="{F530685E-F7FA-20A4-917C-4E2E69C8AC6B}"/>
          </ac:spMkLst>
        </pc:spChg>
        <pc:spChg chg="mod">
          <ac:chgData name="Andrew Patterson" userId="6c8ffccf-7c1b-4173-8b93-861005bd5f70" providerId="ADAL" clId="{340A04FB-801D-4D33-9372-268FA29A2369}" dt="2026-05-14T11:41:13.630" v="83"/>
          <ac:spMkLst>
            <pc:docMk/>
            <pc:sldMk cId="1586480310" sldId="353"/>
            <ac:spMk id="26" creationId="{54D13342-B5E6-1003-AF20-47AE6E58C0F6}"/>
          </ac:spMkLst>
        </pc:spChg>
        <pc:spChg chg="mod">
          <ac:chgData name="Andrew Patterson" userId="6c8ffccf-7c1b-4173-8b93-861005bd5f70" providerId="ADAL" clId="{340A04FB-801D-4D33-9372-268FA29A2369}" dt="2026-05-14T11:41:13.630" v="83"/>
          <ac:spMkLst>
            <pc:docMk/>
            <pc:sldMk cId="1586480310" sldId="353"/>
            <ac:spMk id="29" creationId="{601B02B8-A2D3-2631-BBCF-FD72549075E8}"/>
          </ac:spMkLst>
        </pc:spChg>
        <pc:spChg chg="mod">
          <ac:chgData name="Andrew Patterson" userId="6c8ffccf-7c1b-4173-8b93-861005bd5f70" providerId="ADAL" clId="{340A04FB-801D-4D33-9372-268FA29A2369}" dt="2026-05-14T15:11:19.256" v="125"/>
          <ac:spMkLst>
            <pc:docMk/>
            <pc:sldMk cId="1586480310" sldId="353"/>
            <ac:spMk id="34" creationId="{BE1A8A01-6885-C23D-E8A1-03E5D74AFAB3}"/>
          </ac:spMkLst>
        </pc:spChg>
        <pc:spChg chg="mod">
          <ac:chgData name="Andrew Patterson" userId="6c8ffccf-7c1b-4173-8b93-861005bd5f70" providerId="ADAL" clId="{340A04FB-801D-4D33-9372-268FA29A2369}" dt="2026-05-14T15:11:19.256" v="125"/>
          <ac:spMkLst>
            <pc:docMk/>
            <pc:sldMk cId="1586480310" sldId="353"/>
            <ac:spMk id="35" creationId="{B8EEB1DC-0F21-A3AB-ACAC-F5DEEFFFFB48}"/>
          </ac:spMkLst>
        </pc:spChg>
        <pc:grpChg chg="mod">
          <ac:chgData name="Andrew Patterson" userId="6c8ffccf-7c1b-4173-8b93-861005bd5f70" providerId="ADAL" clId="{340A04FB-801D-4D33-9372-268FA29A2369}" dt="2026-05-14T15:09:24.019" v="105" actId="1037"/>
          <ac:grpSpMkLst>
            <pc:docMk/>
            <pc:sldMk cId="1586480310" sldId="353"/>
            <ac:grpSpMk id="2" creationId="{525AF7D0-8F6F-BD5D-7E9B-C9234C9AB4E0}"/>
          </ac:grpSpMkLst>
        </pc:grpChg>
        <pc:grpChg chg="mod">
          <ac:chgData name="Andrew Patterson" userId="6c8ffccf-7c1b-4173-8b93-861005bd5f70" providerId="ADAL" clId="{340A04FB-801D-4D33-9372-268FA29A2369}" dt="2026-05-14T15:09:55.469" v="110" actId="1035"/>
          <ac:grpSpMkLst>
            <pc:docMk/>
            <pc:sldMk cId="1586480310" sldId="353"/>
            <ac:grpSpMk id="5" creationId="{A4DA6474-3FE8-6280-BF9D-3B5987E049E9}"/>
          </ac:grpSpMkLst>
        </pc:grpChg>
        <pc:grpChg chg="mod">
          <ac:chgData name="Andrew Patterson" userId="6c8ffccf-7c1b-4173-8b93-861005bd5f70" providerId="ADAL" clId="{340A04FB-801D-4D33-9372-268FA29A2369}" dt="2026-05-14T15:09:55.469" v="110" actId="1035"/>
          <ac:grpSpMkLst>
            <pc:docMk/>
            <pc:sldMk cId="1586480310" sldId="353"/>
            <ac:grpSpMk id="9" creationId="{65244A37-282D-1C9D-85EB-12087A5E8561}"/>
          </ac:grpSpMkLst>
        </pc:grpChg>
        <pc:grpChg chg="mod">
          <ac:chgData name="Andrew Patterson" userId="6c8ffccf-7c1b-4173-8b93-861005bd5f70" providerId="ADAL" clId="{340A04FB-801D-4D33-9372-268FA29A2369}" dt="2026-05-14T15:10:08.912" v="111" actId="1076"/>
          <ac:grpSpMkLst>
            <pc:docMk/>
            <pc:sldMk cId="1586480310" sldId="353"/>
            <ac:grpSpMk id="12" creationId="{BAC1B5EE-20DB-ED00-2E07-04A20E69AD15}"/>
          </ac:grpSpMkLst>
        </pc:grpChg>
        <pc:grpChg chg="mod">
          <ac:chgData name="Andrew Patterson" userId="6c8ffccf-7c1b-4173-8b93-861005bd5f70" providerId="ADAL" clId="{340A04FB-801D-4D33-9372-268FA29A2369}" dt="2026-05-14T15:10:19.123" v="112" actId="1076"/>
          <ac:grpSpMkLst>
            <pc:docMk/>
            <pc:sldMk cId="1586480310" sldId="353"/>
            <ac:grpSpMk id="15" creationId="{6E5C67E4-81D5-DA62-117A-0F6A61D35263}"/>
          </ac:grpSpMkLst>
        </pc:grpChg>
        <pc:grpChg chg="mod">
          <ac:chgData name="Andrew Patterson" userId="6c8ffccf-7c1b-4173-8b93-861005bd5f70" providerId="ADAL" clId="{340A04FB-801D-4D33-9372-268FA29A2369}" dt="2026-05-14T15:10:28.535" v="113" actId="1076"/>
          <ac:grpSpMkLst>
            <pc:docMk/>
            <pc:sldMk cId="1586480310" sldId="353"/>
            <ac:grpSpMk id="18" creationId="{EFCA57D7-2EEE-60CE-0030-E52843B5BAF5}"/>
          </ac:grpSpMkLst>
        </pc:grpChg>
        <pc:grpChg chg="mod">
          <ac:chgData name="Andrew Patterson" userId="6c8ffccf-7c1b-4173-8b93-861005bd5f70" providerId="ADAL" clId="{340A04FB-801D-4D33-9372-268FA29A2369}" dt="2026-05-14T15:10:42.437" v="114" actId="1076"/>
          <ac:grpSpMkLst>
            <pc:docMk/>
            <pc:sldMk cId="1586480310" sldId="353"/>
            <ac:grpSpMk id="21" creationId="{14D01342-7691-C9CD-15AA-8C9272168C00}"/>
          </ac:grpSpMkLst>
        </pc:grpChg>
        <pc:grpChg chg="mod">
          <ac:chgData name="Andrew Patterson" userId="6c8ffccf-7c1b-4173-8b93-861005bd5f70" providerId="ADAL" clId="{340A04FB-801D-4D33-9372-268FA29A2369}" dt="2026-05-14T15:10:53.446" v="117" actId="1035"/>
          <ac:grpSpMkLst>
            <pc:docMk/>
            <pc:sldMk cId="1586480310" sldId="353"/>
            <ac:grpSpMk id="24" creationId="{175D3EA5-6094-D552-E26D-49102E4515AD}"/>
          </ac:grpSpMkLst>
        </pc:grpChg>
        <pc:grpChg chg="mod">
          <ac:chgData name="Andrew Patterson" userId="6c8ffccf-7c1b-4173-8b93-861005bd5f70" providerId="ADAL" clId="{340A04FB-801D-4D33-9372-268FA29A2369}" dt="2026-05-14T15:11:05.609" v="120" actId="1037"/>
          <ac:grpSpMkLst>
            <pc:docMk/>
            <pc:sldMk cId="1586480310" sldId="353"/>
            <ac:grpSpMk id="27" creationId="{7F4204EE-1EFE-B3EE-937F-D550173526BC}"/>
          </ac:grpSpMkLst>
        </pc:grpChg>
        <pc:grpChg chg="mod">
          <ac:chgData name="Andrew Patterson" userId="6c8ffccf-7c1b-4173-8b93-861005bd5f70" providerId="ADAL" clId="{340A04FB-801D-4D33-9372-268FA29A2369}" dt="2026-05-14T15:11:17.007" v="124" actId="1035"/>
          <ac:grpSpMkLst>
            <pc:docMk/>
            <pc:sldMk cId="1586480310" sldId="353"/>
            <ac:grpSpMk id="30" creationId="{D7B12B16-BFCA-AC87-9AB6-2E0CC3AF04F0}"/>
          </ac:grpSpMkLst>
        </pc:grpChg>
        <pc:grpChg chg="add mod">
          <ac:chgData name="Andrew Patterson" userId="6c8ffccf-7c1b-4173-8b93-861005bd5f70" providerId="ADAL" clId="{340A04FB-801D-4D33-9372-268FA29A2369}" dt="2026-05-14T15:11:25.482" v="126" actId="1076"/>
          <ac:grpSpMkLst>
            <pc:docMk/>
            <pc:sldMk cId="1586480310" sldId="353"/>
            <ac:grpSpMk id="33" creationId="{9BB2CA8F-F5FC-9C16-6B27-FB5FAFFE3B0E}"/>
          </ac:grpSpMkLst>
        </pc:grpChg>
      </pc:sldChg>
      <pc:sldChg chg="new del">
        <pc:chgData name="Andrew Patterson" userId="6c8ffccf-7c1b-4173-8b93-861005bd5f70" providerId="ADAL" clId="{340A04FB-801D-4D33-9372-268FA29A2369}" dt="2026-05-14T15:51:18.181" v="129" actId="47"/>
        <pc:sldMkLst>
          <pc:docMk/>
          <pc:sldMk cId="1041359792" sldId="354"/>
        </pc:sldMkLst>
      </pc:sldChg>
      <pc:sldChg chg="addSp delSp modSp new mod ord modAnim">
        <pc:chgData name="Andrew Patterson" userId="6c8ffccf-7c1b-4173-8b93-861005bd5f70" providerId="ADAL" clId="{340A04FB-801D-4D33-9372-268FA29A2369}" dt="2026-05-14T19:35:46.697" v="536" actId="1076"/>
        <pc:sldMkLst>
          <pc:docMk/>
          <pc:sldMk cId="3020232546" sldId="355"/>
        </pc:sldMkLst>
        <pc:spChg chg="add mod">
          <ac:chgData name="Andrew Patterson" userId="6c8ffccf-7c1b-4173-8b93-861005bd5f70" providerId="ADAL" clId="{340A04FB-801D-4D33-9372-268FA29A2369}" dt="2026-05-14T19:35:46.697" v="536" actId="1076"/>
          <ac:spMkLst>
            <pc:docMk/>
            <pc:sldMk cId="3020232546" sldId="355"/>
            <ac:spMk id="2" creationId="{E8FC4D2A-B7A8-808C-94BD-55EB5ED7D408}"/>
          </ac:spMkLst>
        </pc:spChg>
        <pc:spChg chg="add del mod">
          <ac:chgData name="Andrew Patterson" userId="6c8ffccf-7c1b-4173-8b93-861005bd5f70" providerId="ADAL" clId="{340A04FB-801D-4D33-9372-268FA29A2369}" dt="2026-05-14T19:29:17.987" v="249" actId="478"/>
          <ac:spMkLst>
            <pc:docMk/>
            <pc:sldMk cId="3020232546" sldId="355"/>
            <ac:spMk id="3" creationId="{F7E6CBCA-AA60-A0D6-8E3A-D9DE39A08F75}"/>
          </ac:spMkLst>
        </pc:spChg>
        <pc:spChg chg="add del mod">
          <ac:chgData name="Andrew Patterson" userId="6c8ffccf-7c1b-4173-8b93-861005bd5f70" providerId="ADAL" clId="{340A04FB-801D-4D33-9372-268FA29A2369}" dt="2026-05-14T19:30:08.907" v="304" actId="478"/>
          <ac:spMkLst>
            <pc:docMk/>
            <pc:sldMk cId="3020232546" sldId="355"/>
            <ac:spMk id="4" creationId="{82B265E4-A9F1-094A-ADFE-FE6AD13C800A}"/>
          </ac:spMkLst>
        </pc:spChg>
        <pc:spChg chg="mod">
          <ac:chgData name="Andrew Patterson" userId="6c8ffccf-7c1b-4173-8b93-861005bd5f70" providerId="ADAL" clId="{340A04FB-801D-4D33-9372-268FA29A2369}" dt="2026-05-14T19:34:28.195" v="524" actId="121"/>
          <ac:spMkLst>
            <pc:docMk/>
            <pc:sldMk cId="3020232546" sldId="355"/>
            <ac:spMk id="6" creationId="{BC85924C-1D1F-A84F-5392-5EF37BC1EF81}"/>
          </ac:spMkLst>
        </pc:spChg>
        <pc:spChg chg="mod">
          <ac:chgData name="Andrew Patterson" userId="6c8ffccf-7c1b-4173-8b93-861005bd5f70" providerId="ADAL" clId="{340A04FB-801D-4D33-9372-268FA29A2369}" dt="2026-05-14T19:34:28.195" v="524" actId="121"/>
          <ac:spMkLst>
            <pc:docMk/>
            <pc:sldMk cId="3020232546" sldId="355"/>
            <ac:spMk id="7" creationId="{CDF4FFD8-68B9-CAEE-8642-F93AAD410D1A}"/>
          </ac:spMkLst>
        </pc:spChg>
        <pc:spChg chg="mod">
          <ac:chgData name="Andrew Patterson" userId="6c8ffccf-7c1b-4173-8b93-861005bd5f70" providerId="ADAL" clId="{340A04FB-801D-4D33-9372-268FA29A2369}" dt="2026-05-14T19:34:28.195" v="524" actId="121"/>
          <ac:spMkLst>
            <pc:docMk/>
            <pc:sldMk cId="3020232546" sldId="355"/>
            <ac:spMk id="9" creationId="{13740E2E-9D77-5DB1-59D8-70439577E58C}"/>
          </ac:spMkLst>
        </pc:spChg>
        <pc:spChg chg="mod">
          <ac:chgData name="Andrew Patterson" userId="6c8ffccf-7c1b-4173-8b93-861005bd5f70" providerId="ADAL" clId="{340A04FB-801D-4D33-9372-268FA29A2369}" dt="2026-05-14T19:34:28.195" v="524" actId="121"/>
          <ac:spMkLst>
            <pc:docMk/>
            <pc:sldMk cId="3020232546" sldId="355"/>
            <ac:spMk id="10" creationId="{BA49F21E-4C18-5958-5DCE-0B864027F132}"/>
          </ac:spMkLst>
        </pc:spChg>
        <pc:spChg chg="mod">
          <ac:chgData name="Andrew Patterson" userId="6c8ffccf-7c1b-4173-8b93-861005bd5f70" providerId="ADAL" clId="{340A04FB-801D-4D33-9372-268FA29A2369}" dt="2026-05-14T19:34:28.195" v="524" actId="121"/>
          <ac:spMkLst>
            <pc:docMk/>
            <pc:sldMk cId="3020232546" sldId="355"/>
            <ac:spMk id="12" creationId="{DA847702-C7CD-6CA8-71B2-A80C9A495495}"/>
          </ac:spMkLst>
        </pc:spChg>
        <pc:spChg chg="mod">
          <ac:chgData name="Andrew Patterson" userId="6c8ffccf-7c1b-4173-8b93-861005bd5f70" providerId="ADAL" clId="{340A04FB-801D-4D33-9372-268FA29A2369}" dt="2026-05-14T19:34:28.195" v="524" actId="121"/>
          <ac:spMkLst>
            <pc:docMk/>
            <pc:sldMk cId="3020232546" sldId="355"/>
            <ac:spMk id="13" creationId="{36B66A79-4A8B-058D-502A-79AEAFA52891}"/>
          </ac:spMkLst>
        </pc:spChg>
        <pc:spChg chg="mod">
          <ac:chgData name="Andrew Patterson" userId="6c8ffccf-7c1b-4173-8b93-861005bd5f70" providerId="ADAL" clId="{340A04FB-801D-4D33-9372-268FA29A2369}" dt="2026-05-14T19:34:28.195" v="524" actId="121"/>
          <ac:spMkLst>
            <pc:docMk/>
            <pc:sldMk cId="3020232546" sldId="355"/>
            <ac:spMk id="15" creationId="{1B425BAA-210C-A9A3-EAE6-FA9E0A93939C}"/>
          </ac:spMkLst>
        </pc:spChg>
        <pc:spChg chg="mod">
          <ac:chgData name="Andrew Patterson" userId="6c8ffccf-7c1b-4173-8b93-861005bd5f70" providerId="ADAL" clId="{340A04FB-801D-4D33-9372-268FA29A2369}" dt="2026-05-14T19:33:24.607" v="417" actId="1076"/>
          <ac:spMkLst>
            <pc:docMk/>
            <pc:sldMk cId="3020232546" sldId="355"/>
            <ac:spMk id="16" creationId="{4AE78A38-A4A6-551C-33BD-0DFD53CBD671}"/>
          </ac:spMkLst>
        </pc:spChg>
        <pc:spChg chg="mod">
          <ac:chgData name="Andrew Patterson" userId="6c8ffccf-7c1b-4173-8b93-861005bd5f70" providerId="ADAL" clId="{340A04FB-801D-4D33-9372-268FA29A2369}" dt="2026-05-14T19:34:06.087" v="488"/>
          <ac:spMkLst>
            <pc:docMk/>
            <pc:sldMk cId="3020232546" sldId="355"/>
            <ac:spMk id="18" creationId="{694EA024-95BB-5A2B-9620-366574900F1D}"/>
          </ac:spMkLst>
        </pc:spChg>
        <pc:spChg chg="mod">
          <ac:chgData name="Andrew Patterson" userId="6c8ffccf-7c1b-4173-8b93-861005bd5f70" providerId="ADAL" clId="{340A04FB-801D-4D33-9372-268FA29A2369}" dt="2026-05-14T19:34:28.195" v="524" actId="121"/>
          <ac:spMkLst>
            <pc:docMk/>
            <pc:sldMk cId="3020232546" sldId="355"/>
            <ac:spMk id="19" creationId="{2E70C552-1AC4-26A8-36F0-62673D3D534C}"/>
          </ac:spMkLst>
        </pc:spChg>
        <pc:spChg chg="add mod">
          <ac:chgData name="Andrew Patterson" userId="6c8ffccf-7c1b-4173-8b93-861005bd5f70" providerId="ADAL" clId="{340A04FB-801D-4D33-9372-268FA29A2369}" dt="2026-05-14T19:34:06.087" v="488"/>
          <ac:spMkLst>
            <pc:docMk/>
            <pc:sldMk cId="3020232546" sldId="355"/>
            <ac:spMk id="20" creationId="{D9FB26E1-CAB9-FF07-8D1C-3497581C4C68}"/>
          </ac:spMkLst>
        </pc:spChg>
        <pc:spChg chg="mod">
          <ac:chgData name="Andrew Patterson" userId="6c8ffccf-7c1b-4173-8b93-861005bd5f70" providerId="ADAL" clId="{340A04FB-801D-4D33-9372-268FA29A2369}" dt="2026-05-14T19:34:28.195" v="524" actId="121"/>
          <ac:spMkLst>
            <pc:docMk/>
            <pc:sldMk cId="3020232546" sldId="355"/>
            <ac:spMk id="22" creationId="{7F7586BA-B808-EA24-A4AC-CA1B77FE7167}"/>
          </ac:spMkLst>
        </pc:spChg>
        <pc:spChg chg="mod">
          <ac:chgData name="Andrew Patterson" userId="6c8ffccf-7c1b-4173-8b93-861005bd5f70" providerId="ADAL" clId="{340A04FB-801D-4D33-9372-268FA29A2369}" dt="2026-05-14T19:34:28.195" v="524" actId="121"/>
          <ac:spMkLst>
            <pc:docMk/>
            <pc:sldMk cId="3020232546" sldId="355"/>
            <ac:spMk id="23" creationId="{4D7DBA82-AC1F-D8FB-E4E1-5D0F8D576E33}"/>
          </ac:spMkLst>
        </pc:spChg>
        <pc:grpChg chg="mod">
          <ac:chgData name="Andrew Patterson" userId="6c8ffccf-7c1b-4173-8b93-861005bd5f70" providerId="ADAL" clId="{340A04FB-801D-4D33-9372-268FA29A2369}" dt="2026-05-14T19:35:46.697" v="536" actId="1076"/>
          <ac:grpSpMkLst>
            <pc:docMk/>
            <pc:sldMk cId="3020232546" sldId="355"/>
            <ac:grpSpMk id="5" creationId="{8A025819-C190-425E-CB51-99AE46DCDFFA}"/>
          </ac:grpSpMkLst>
        </pc:grpChg>
        <pc:grpChg chg="mod">
          <ac:chgData name="Andrew Patterson" userId="6c8ffccf-7c1b-4173-8b93-861005bd5f70" providerId="ADAL" clId="{340A04FB-801D-4D33-9372-268FA29A2369}" dt="2026-05-14T19:35:46.697" v="536" actId="1076"/>
          <ac:grpSpMkLst>
            <pc:docMk/>
            <pc:sldMk cId="3020232546" sldId="355"/>
            <ac:grpSpMk id="8" creationId="{1CAC7B34-04AF-1C4B-8528-A234F0C3BF3A}"/>
          </ac:grpSpMkLst>
        </pc:grpChg>
        <pc:grpChg chg="mod">
          <ac:chgData name="Andrew Patterson" userId="6c8ffccf-7c1b-4173-8b93-861005bd5f70" providerId="ADAL" clId="{340A04FB-801D-4D33-9372-268FA29A2369}" dt="2026-05-14T19:35:46.697" v="536" actId="1076"/>
          <ac:grpSpMkLst>
            <pc:docMk/>
            <pc:sldMk cId="3020232546" sldId="355"/>
            <ac:grpSpMk id="11" creationId="{7BC29676-1B20-1F4D-6951-7FDBA96BED44}"/>
          </ac:grpSpMkLst>
        </pc:grpChg>
        <pc:grpChg chg="mod">
          <ac:chgData name="Andrew Patterson" userId="6c8ffccf-7c1b-4173-8b93-861005bd5f70" providerId="ADAL" clId="{340A04FB-801D-4D33-9372-268FA29A2369}" dt="2026-05-14T19:35:46.697" v="536" actId="1076"/>
          <ac:grpSpMkLst>
            <pc:docMk/>
            <pc:sldMk cId="3020232546" sldId="355"/>
            <ac:grpSpMk id="14" creationId="{299EB925-10E4-4E83-223C-D4C63EF64A44}"/>
          </ac:grpSpMkLst>
        </pc:grpChg>
        <pc:grpChg chg="mod">
          <ac:chgData name="Andrew Patterson" userId="6c8ffccf-7c1b-4173-8b93-861005bd5f70" providerId="ADAL" clId="{340A04FB-801D-4D33-9372-268FA29A2369}" dt="2026-05-14T19:35:46.697" v="536" actId="1076"/>
          <ac:grpSpMkLst>
            <pc:docMk/>
            <pc:sldMk cId="3020232546" sldId="355"/>
            <ac:grpSpMk id="17" creationId="{C8B54657-DA74-4248-42E2-0413CA129A76}"/>
          </ac:grpSpMkLst>
        </pc:grpChg>
        <pc:grpChg chg="add mod">
          <ac:chgData name="Andrew Patterson" userId="6c8ffccf-7c1b-4173-8b93-861005bd5f70" providerId="ADAL" clId="{340A04FB-801D-4D33-9372-268FA29A2369}" dt="2026-05-14T19:35:46.697" v="536" actId="1076"/>
          <ac:grpSpMkLst>
            <pc:docMk/>
            <pc:sldMk cId="3020232546" sldId="355"/>
            <ac:grpSpMk id="21" creationId="{AE8BDA0A-7EFE-2AD0-A44E-83C557FCB3D2}"/>
          </ac:grpSpMkLst>
        </pc:grpChg>
      </pc:sldChg>
      <pc:sldChg chg="new del">
        <pc:chgData name="Andrew Patterson" userId="6c8ffccf-7c1b-4173-8b93-861005bd5f70" providerId="ADAL" clId="{340A04FB-801D-4D33-9372-268FA29A2369}" dt="2026-05-14T19:35:17.358" v="528" actId="47"/>
        <pc:sldMkLst>
          <pc:docMk/>
          <pc:sldMk cId="3814587667" sldId="3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4777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269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615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606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88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13262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45998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1001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0375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47582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7720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1237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285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261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962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463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3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069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892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430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2765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74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81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14/05/2026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981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69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b:/s/Section_ESCCCP24_2025_2026/IQDwD-3WEXKRQay2ULqexuRaAZSeHyntevELGz6bBzZpk1I?e=NsvSNo" TargetMode="External"/><Relationship Id="rId2" Type="http://schemas.openxmlformats.org/officeDocument/2006/relationships/hyperlink" Target="https://thecardiffandvalecollege.sharepoint.com/:p:/s/Section_ESCCCP24_2025_2026/IQBCjeMS5XlWQ51xppDEWfImAdcQwkHU4_vTeAvDlhi1yXU?e=yLVYJD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earnenglish.britishcouncil.org/free-resources/reading/b2" TargetMode="External"/><Relationship Id="rId4" Type="http://schemas.openxmlformats.org/officeDocument/2006/relationships/hyperlink" Target="https://www.youtube.com/watch?v=A4aRMBoif3c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f:/s/Section_ESCCCP24_2025_2026/IgDMfKMKdgDJTL4c1t7P7muSAe1pRCG_bx73wT-d3LdIzFU?e=hetH6e" TargetMode="External"/><Relationship Id="rId2" Type="http://schemas.openxmlformats.org/officeDocument/2006/relationships/hyperlink" Target="https://thecardiffandvalecollege.sharepoint.com/:f:/s/Section_ESCCCP24_2025_2026/IgBr2Qt-y2m7TZlfCThM_fFwAS6m_JbuS0Hwx0RBpQkEKHQ?e=f4cbKs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f:/s/Section_ESCCCP24_2025_2026/IgDMfKMKdgDJTL4c1t7P7muSAe1pRCG_bx73wT-d3LdIzFU?e=hetH6e" TargetMode="External"/><Relationship Id="rId2" Type="http://schemas.openxmlformats.org/officeDocument/2006/relationships/hyperlink" Target="https://thecardiffandvalecollege.sharepoint.com/:f:/s/Section_ESCCCP24_2025_2026/IgBr2Qt-y2m7TZlfCThM_fFwAS6m_JbuS0Hwx0RBpQkEKHQ?e=f4cbKs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456488"/>
            <a:ext cx="9144000" cy="2387600"/>
          </a:xfrm>
        </p:spPr>
        <p:txBody>
          <a:bodyPr/>
          <a:lstStyle/>
          <a:p>
            <a:r>
              <a:rPr lang="en-GB" dirty="0">
                <a:ea typeface="+mj-lt"/>
                <a:cs typeface="+mj-lt"/>
              </a:rPr>
              <a:t>10) ESCCCP24 2025-2026 14 May 2026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5C9FDE-3D58-7E0B-DE9A-10154DFDC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514" y="365919"/>
            <a:ext cx="2615854" cy="612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14 May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3BA5E-3A29-575C-680A-DBC52DB9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BFC88C-3110-3E84-9770-14F061077750}"/>
              </a:ext>
            </a:extLst>
          </p:cNvPr>
          <p:cNvSpPr txBox="1"/>
          <p:nvPr/>
        </p:nvSpPr>
        <p:spPr>
          <a:xfrm>
            <a:off x="629586" y="796564"/>
            <a:ext cx="10932827" cy="564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2400"/>
              </a:lnSpc>
              <a:defRPr/>
            </a:pPr>
            <a:r>
              <a:rPr lang="en-GB" sz="2400" dirty="0">
                <a:solidFill>
                  <a:prstClr val="black"/>
                </a:solidFill>
              </a:rPr>
              <a:t>Work from Thu 7 May 2026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  <a:hlinkClick r:id="rId2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FEC Booklet FCE Reading.pptx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with 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FCE Reading.pdf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, 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 did an First Certificate Reading paper to explore different ways of approaching reading.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Part 1: identified the main points in a text. This aligns exactly with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Ascentis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criterion 1.1 which is identically worded.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Part 2: detailed understanding of a text including opinions and attitudes expressed in it.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Part 3 developed our ability to analyse text structure. Although this aligns most closely with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Ascentis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criterion 1.2, the criterion does not fully capture this reading skill, as criterion 1.2  focuses only on identifying main events.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Les Dawson 'The Night Sky' – YouTube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helped us understand the expression “down to earth” in a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humourous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way. After expressing wonder at the night sky and the size of the universe, he realises that he needs to get a roof put on his outside toilet.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Homework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FCE Reading.pdf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Part 4: A Place to Play</a:t>
            </a:r>
            <a:endParaRPr kumimoji="0" lang="en-GB" sz="2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Extra Practice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sng" strike="noStrike" kern="100" cap="none" spc="0" normalizeH="0" baseline="0" noProof="0" dirty="0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B2 reading | </a:t>
            </a:r>
            <a:r>
              <a:rPr kumimoji="0" lang="en-GB" sz="2400" b="0" i="0" u="sng" strike="noStrike" kern="100" cap="none" spc="0" normalizeH="0" baseline="0" noProof="0" dirty="0" err="1">
                <a:ln>
                  <a:noFill/>
                </a:ln>
                <a:solidFill>
                  <a:srgbClr val="467886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5"/>
              </a:rPr>
              <a:t>LearnEnglish</a:t>
            </a:r>
            <a:endParaRPr kumimoji="0" lang="en-GB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5AF7D0-8F6F-BD5D-7E9B-C9234C9AB4E0}"/>
              </a:ext>
            </a:extLst>
          </p:cNvPr>
          <p:cNvGrpSpPr>
            <a:grpSpLocks noChangeAspect="1"/>
          </p:cNvGrpSpPr>
          <p:nvPr/>
        </p:nvGrpSpPr>
        <p:grpSpPr>
          <a:xfrm>
            <a:off x="444636" y="853413"/>
            <a:ext cx="223422" cy="223532"/>
            <a:chOff x="1752597" y="2171695"/>
            <a:chExt cx="4317849" cy="4320005"/>
          </a:xfrm>
        </p:grpSpPr>
        <p:sp>
          <p:nvSpPr>
            <p:cNvPr id="3" name="Free-form: Shape 2">
              <a:extLst>
                <a:ext uri="{FF2B5EF4-FFF2-40B4-BE49-F238E27FC236}">
                  <a16:creationId xmlns:a16="http://schemas.microsoft.com/office/drawing/2014/main" id="{4FDEDE54-E5BB-8097-46F6-730437E1FA8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C8453EC2-D03A-FB75-863F-8445ED01BB3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4DA6474-3FE8-6280-BF9D-3B5987E049E9}"/>
              </a:ext>
            </a:extLst>
          </p:cNvPr>
          <p:cNvGrpSpPr>
            <a:grpSpLocks noChangeAspect="1"/>
          </p:cNvGrpSpPr>
          <p:nvPr/>
        </p:nvGrpSpPr>
        <p:grpSpPr>
          <a:xfrm>
            <a:off x="444634" y="1163750"/>
            <a:ext cx="223422" cy="223532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64FD501A-BB92-0BDA-40FC-3630D1E5CBB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00909F99-C461-5FA0-32E6-82E12130F58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5244A37-282D-1C9D-85EB-12087A5E8561}"/>
              </a:ext>
            </a:extLst>
          </p:cNvPr>
          <p:cNvGrpSpPr>
            <a:grpSpLocks noChangeAspect="1"/>
          </p:cNvGrpSpPr>
          <p:nvPr/>
        </p:nvGrpSpPr>
        <p:grpSpPr>
          <a:xfrm>
            <a:off x="444632" y="1472691"/>
            <a:ext cx="223422" cy="223532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B6C104EB-BC95-92C9-C7E9-873971E752E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B623D237-55AA-BC0C-BD45-7308DCFDA9B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C1B5EE-20DB-ED00-2E07-04A20E69AD15}"/>
              </a:ext>
            </a:extLst>
          </p:cNvPr>
          <p:cNvGrpSpPr>
            <a:grpSpLocks noChangeAspect="1"/>
          </p:cNvGrpSpPr>
          <p:nvPr/>
        </p:nvGrpSpPr>
        <p:grpSpPr>
          <a:xfrm>
            <a:off x="444630" y="2055277"/>
            <a:ext cx="223422" cy="223532"/>
            <a:chOff x="1752597" y="2171695"/>
            <a:chExt cx="4317849" cy="4320005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7776F39D-530D-FE39-BCE7-1A3028954D8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FE0EE2E4-27EB-824D-4E1B-D33077395BCD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5C67E4-81D5-DA62-117A-0F6A61D35263}"/>
              </a:ext>
            </a:extLst>
          </p:cNvPr>
          <p:cNvGrpSpPr>
            <a:grpSpLocks noChangeAspect="1"/>
          </p:cNvGrpSpPr>
          <p:nvPr/>
        </p:nvGrpSpPr>
        <p:grpSpPr>
          <a:xfrm>
            <a:off x="457800" y="2702707"/>
            <a:ext cx="223422" cy="223532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62FC8CA7-AE70-8A38-2397-B05FBA6339D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4E2F6522-1B25-A27D-7591-BF5206530387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FCA57D7-2EEE-60CE-0030-E52843B5BAF5}"/>
              </a:ext>
            </a:extLst>
          </p:cNvPr>
          <p:cNvGrpSpPr>
            <a:grpSpLocks noChangeAspect="1"/>
          </p:cNvGrpSpPr>
          <p:nvPr/>
        </p:nvGrpSpPr>
        <p:grpSpPr>
          <a:xfrm>
            <a:off x="444628" y="3309703"/>
            <a:ext cx="223422" cy="223532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C4A20E31-636A-124E-45EA-E6401D85428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F530685E-F7FA-20A4-917C-4E2E69C8AC6B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4D01342-7691-C9CD-15AA-8C9272168C00}"/>
              </a:ext>
            </a:extLst>
          </p:cNvPr>
          <p:cNvGrpSpPr>
            <a:grpSpLocks noChangeAspect="1"/>
          </p:cNvGrpSpPr>
          <p:nvPr/>
        </p:nvGrpSpPr>
        <p:grpSpPr>
          <a:xfrm>
            <a:off x="444626" y="4216703"/>
            <a:ext cx="223422" cy="223532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5534157F-7CC5-9659-D910-D3E205F36E1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F58D39DF-4B65-993D-670D-6C388595FBEE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75D3EA5-6094-D552-E26D-49102E4515AD}"/>
              </a:ext>
            </a:extLst>
          </p:cNvPr>
          <p:cNvGrpSpPr>
            <a:grpSpLocks noChangeAspect="1"/>
          </p:cNvGrpSpPr>
          <p:nvPr/>
        </p:nvGrpSpPr>
        <p:grpSpPr>
          <a:xfrm>
            <a:off x="444624" y="5142474"/>
            <a:ext cx="223422" cy="223532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A8662EE6-045D-CDAE-CCBA-ACC74A87A1E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54D13342-B5E6-1003-AF20-47AE6E58C0F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F4204EE-1EFE-B3EE-937F-D550173526BC}"/>
              </a:ext>
            </a:extLst>
          </p:cNvPr>
          <p:cNvGrpSpPr>
            <a:grpSpLocks noChangeAspect="1"/>
          </p:cNvGrpSpPr>
          <p:nvPr/>
        </p:nvGrpSpPr>
        <p:grpSpPr>
          <a:xfrm>
            <a:off x="446068" y="5477772"/>
            <a:ext cx="223422" cy="223532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A4AD39C0-B444-BE45-1BE9-5E93389AE2AB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601B02B8-A2D3-2631-BBCF-FD72549075E8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7B12B16-BFCA-AC87-9AB6-2E0CC3AF04F0}"/>
              </a:ext>
            </a:extLst>
          </p:cNvPr>
          <p:cNvGrpSpPr>
            <a:grpSpLocks noChangeAspect="1"/>
          </p:cNvGrpSpPr>
          <p:nvPr/>
        </p:nvGrpSpPr>
        <p:grpSpPr>
          <a:xfrm>
            <a:off x="457800" y="5775559"/>
            <a:ext cx="223422" cy="223532"/>
            <a:chOff x="1752597" y="2171695"/>
            <a:chExt cx="4317849" cy="4320005"/>
          </a:xfrm>
        </p:grpSpPr>
        <p:sp>
          <p:nvSpPr>
            <p:cNvPr id="31" name="Free-form: Shape 30">
              <a:extLst>
                <a:ext uri="{FF2B5EF4-FFF2-40B4-BE49-F238E27FC236}">
                  <a16:creationId xmlns:a16="http://schemas.microsoft.com/office/drawing/2014/main" id="{DE4D0210-1460-3E48-FDC8-C2DB54EF619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550140FC-1A96-F38F-D92C-22674F3BE93C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BB2CA8F-F5FC-9C16-6B27-FB5FAFFE3B0E}"/>
              </a:ext>
            </a:extLst>
          </p:cNvPr>
          <p:cNvGrpSpPr>
            <a:grpSpLocks noChangeAspect="1"/>
          </p:cNvGrpSpPr>
          <p:nvPr/>
        </p:nvGrpSpPr>
        <p:grpSpPr>
          <a:xfrm>
            <a:off x="457800" y="6107013"/>
            <a:ext cx="223422" cy="223532"/>
            <a:chOff x="1752597" y="2171695"/>
            <a:chExt cx="4317849" cy="4320005"/>
          </a:xfrm>
        </p:grpSpPr>
        <p:sp>
          <p:nvSpPr>
            <p:cNvPr id="34" name="Free-form: Shape 33">
              <a:extLst>
                <a:ext uri="{FF2B5EF4-FFF2-40B4-BE49-F238E27FC236}">
                  <a16:creationId xmlns:a16="http://schemas.microsoft.com/office/drawing/2014/main" id="{BE1A8A01-6885-C23D-E8A1-03E5D74AFAB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5" name="Free-form: Shape 34">
              <a:extLst>
                <a:ext uri="{FF2B5EF4-FFF2-40B4-BE49-F238E27FC236}">
                  <a16:creationId xmlns:a16="http://schemas.microsoft.com/office/drawing/2014/main" id="{B8EEB1DC-0F21-A3AB-ACAC-F5DEEFFFFB48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648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36B12-9758-1EC9-15FD-01B8A1488387}"/>
              </a:ext>
            </a:extLst>
          </p:cNvPr>
          <p:cNvSpPr txBox="1"/>
          <p:nvPr/>
        </p:nvSpPr>
        <p:spPr>
          <a:xfrm>
            <a:off x="1491703" y="1843950"/>
            <a:ext cx="92085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 &amp; 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 – 20:45</a:t>
            </a:r>
          </a:p>
        </p:txBody>
      </p:sp>
    </p:spTree>
    <p:extLst>
      <p:ext uri="{BB962C8B-B14F-4D97-AF65-F5344CB8AC3E}">
        <p14:creationId xmlns:p14="http://schemas.microsoft.com/office/powerpoint/2010/main" val="748540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A96FC4-D175-F0DA-1881-BB8ECE09D260}"/>
              </a:ext>
            </a:extLst>
          </p:cNvPr>
          <p:cNvSpPr txBox="1"/>
          <p:nvPr/>
        </p:nvSpPr>
        <p:spPr>
          <a:xfrm>
            <a:off x="2402174" y="1440118"/>
            <a:ext cx="2124856" cy="601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2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Complaint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0DEA2-C246-68D2-FA51-64A89185E3FF}"/>
              </a:ext>
            </a:extLst>
          </p:cNvPr>
          <p:cNvSpPr txBox="1"/>
          <p:nvPr/>
        </p:nvSpPr>
        <p:spPr>
          <a:xfrm>
            <a:off x="2402174" y="2041373"/>
            <a:ext cx="30492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dirty="0">
                <a:hlinkClick r:id="rId3"/>
              </a:rPr>
              <a:t>Progress Test 2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325505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99146-E6DB-C053-E88B-05D10EF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91680-9B74-8648-9B46-823E54DA941C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7 May 2026</a:t>
            </a:r>
          </a:p>
        </p:txBody>
      </p:sp>
    </p:spTree>
    <p:extLst>
      <p:ext uri="{BB962C8B-B14F-4D97-AF65-F5344CB8AC3E}">
        <p14:creationId xmlns:p14="http://schemas.microsoft.com/office/powerpoint/2010/main" val="28745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FC4D2A-B7A8-808C-94BD-55EB5ED7D408}"/>
              </a:ext>
            </a:extLst>
          </p:cNvPr>
          <p:cNvSpPr txBox="1"/>
          <p:nvPr/>
        </p:nvSpPr>
        <p:spPr>
          <a:xfrm>
            <a:off x="1231692" y="1291074"/>
            <a:ext cx="9728616" cy="4275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3200" dirty="0"/>
              <a:t>Using </a:t>
            </a:r>
            <a:r>
              <a:rPr lang="en-GB" sz="32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Plus FCE Complaint</a:t>
            </a:r>
            <a:r>
              <a:rPr lang="en-GB" sz="3200" dirty="0"/>
              <a:t>, we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earnt to write a</a:t>
            </a: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 email 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 complaint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Using </a:t>
            </a:r>
            <a:r>
              <a:rPr lang="en-GB" sz="3200" dirty="0">
                <a:hlinkClick r:id="rId3"/>
              </a:rPr>
              <a:t>Progress Test 2</a:t>
            </a: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we</a:t>
            </a: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began the progress test.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2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Homework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3200" u="sng" kern="100" dirty="0">
                <a:solidFill>
                  <a:srgbClr val="467886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Plus FCE Complaint</a:t>
            </a:r>
            <a:r>
              <a:rPr lang="en-GB" sz="3200" u="sng" kern="100" dirty="0">
                <a:solidFill>
                  <a:srgbClr val="467886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3200" dirty="0"/>
              <a:t>p. 68. Write an email of complaint for Kim’s Wonder Diet. See the next two  slides.</a:t>
            </a:r>
            <a:endParaRPr lang="en-GB" sz="32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025819-C190-425E-CB51-99AE46DCDFFA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1394852"/>
            <a:ext cx="395804" cy="396000"/>
            <a:chOff x="1752597" y="2171695"/>
            <a:chExt cx="4317849" cy="4320005"/>
          </a:xfrm>
        </p:grpSpPr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BC85924C-1D1F-A84F-5392-5EF37BC1EF8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CDF4FFD8-68B9-CAEE-8642-F93AAD410D1A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CAC7B34-04AF-1C4B-8528-A234F0C3BF3A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2032125"/>
            <a:ext cx="395804" cy="396000"/>
            <a:chOff x="1752597" y="2171695"/>
            <a:chExt cx="4317849" cy="4320005"/>
          </a:xfrm>
        </p:grpSpPr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13740E2E-9D77-5DB1-59D8-70439577E58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BA49F21E-4C18-5958-5DCE-0B864027F13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C29676-1B20-1F4D-6951-7FDBA96BED44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2626125"/>
            <a:ext cx="395804" cy="396000"/>
            <a:chOff x="1752597" y="2171695"/>
            <a:chExt cx="4317849" cy="4320005"/>
          </a:xfrm>
        </p:grpSpPr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DA847702-C7CD-6CA8-71B2-A80C9A495495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36B66A79-4A8B-058D-502A-79AEAFA52891}"/>
                </a:ext>
              </a:extLst>
            </p:cNvPr>
            <p:cNvSpPr/>
            <p:nvPr/>
          </p:nvSpPr>
          <p:spPr>
            <a:xfrm>
              <a:off x="1752597" y="2171695"/>
              <a:ext cx="4317805" cy="2160003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9EB925-10E4-4E83-223C-D4C63EF64A44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3272925"/>
            <a:ext cx="395804" cy="396000"/>
            <a:chOff x="1752601" y="2171698"/>
            <a:chExt cx="4317847" cy="4320004"/>
          </a:xfrm>
        </p:grpSpPr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1B425BAA-210C-A9A3-EAE6-FA9E0A93939C}"/>
                </a:ext>
              </a:extLst>
            </p:cNvPr>
            <p:cNvSpPr/>
            <p:nvPr/>
          </p:nvSpPr>
          <p:spPr>
            <a:xfrm>
              <a:off x="1753779" y="4331700"/>
              <a:ext cx="4316669" cy="2160002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4AE78A38-A4A6-551C-33BD-0DFD53CBD671}"/>
                </a:ext>
              </a:extLst>
            </p:cNvPr>
            <p:cNvSpPr/>
            <p:nvPr/>
          </p:nvSpPr>
          <p:spPr>
            <a:xfrm>
              <a:off x="1752601" y="2171698"/>
              <a:ext cx="4317803" cy="2160002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8B54657-DA74-4248-42E2-0413CA129A76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3866925"/>
            <a:ext cx="395804" cy="396000"/>
            <a:chOff x="1752597" y="2171695"/>
            <a:chExt cx="4317849" cy="4320005"/>
          </a:xfrm>
        </p:grpSpPr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694EA024-95BB-5A2B-9620-366574900F1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2E70C552-1AC4-26A8-36F0-62673D3D534C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8BDA0A-7EFE-2AD0-A44E-83C557FCB3D2}"/>
              </a:ext>
            </a:extLst>
          </p:cNvPr>
          <p:cNvGrpSpPr>
            <a:grpSpLocks noChangeAspect="1"/>
          </p:cNvGrpSpPr>
          <p:nvPr/>
        </p:nvGrpSpPr>
        <p:grpSpPr>
          <a:xfrm>
            <a:off x="835884" y="4514000"/>
            <a:ext cx="395804" cy="396000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7F7586BA-B808-EA24-A4AC-CA1B77FE716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4D7DBA82-AC1F-D8FB-E4E1-5D0F8D576E33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023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57B446-A6D7-E04B-CDBD-BF5A61A7B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408" y="0"/>
            <a:ext cx="7195905" cy="6679921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273518E-412D-E7C7-EB4C-0FC685DDF143}"/>
              </a:ext>
            </a:extLst>
          </p:cNvPr>
          <p:cNvSpPr/>
          <p:nvPr/>
        </p:nvSpPr>
        <p:spPr>
          <a:xfrm>
            <a:off x="2775284" y="160421"/>
            <a:ext cx="4987329" cy="577516"/>
          </a:xfrm>
          <a:prstGeom prst="roundRect">
            <a:avLst>
              <a:gd name="adj" fmla="val 50000"/>
            </a:avLst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5B27840-E94A-B3B0-0D74-AA7863696FF6}"/>
              </a:ext>
            </a:extLst>
          </p:cNvPr>
          <p:cNvSpPr/>
          <p:nvPr/>
        </p:nvSpPr>
        <p:spPr>
          <a:xfrm>
            <a:off x="4748463" y="1106905"/>
            <a:ext cx="2727158" cy="946484"/>
          </a:xfrm>
          <a:prstGeom prst="ellipse">
            <a:avLst/>
          </a:prstGeom>
          <a:noFill/>
          <a:ln w="1143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EF84921-2EF2-F5E3-CF9B-556C3865FBA5}"/>
              </a:ext>
            </a:extLst>
          </p:cNvPr>
          <p:cNvGrpSpPr>
            <a:grpSpLocks noChangeAspect="1"/>
          </p:cNvGrpSpPr>
          <p:nvPr/>
        </p:nvGrpSpPr>
        <p:grpSpPr>
          <a:xfrm>
            <a:off x="7797631" y="1639476"/>
            <a:ext cx="223422" cy="223532"/>
            <a:chOff x="1752597" y="2171695"/>
            <a:chExt cx="4317849" cy="4320005"/>
          </a:xfrm>
        </p:grpSpPr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CE289795-9350-3828-C403-39B59571E6C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5894DE3E-8133-A155-4086-BDFF71B90685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45951EE-9E50-F861-813D-F1665285BAF7}"/>
              </a:ext>
            </a:extLst>
          </p:cNvPr>
          <p:cNvGrpSpPr>
            <a:grpSpLocks noChangeAspect="1"/>
          </p:cNvGrpSpPr>
          <p:nvPr/>
        </p:nvGrpSpPr>
        <p:grpSpPr>
          <a:xfrm>
            <a:off x="3755017" y="2215201"/>
            <a:ext cx="223422" cy="223532"/>
            <a:chOff x="1752597" y="2171695"/>
            <a:chExt cx="4317849" cy="4320005"/>
          </a:xfrm>
        </p:grpSpPr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9478A676-543F-8921-5588-69ACB3E01BC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2D781ACA-CD5D-887D-627A-6F2F7C17C407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8243FD-6ABD-8A3F-81D3-FBC7506C4E4B}"/>
              </a:ext>
            </a:extLst>
          </p:cNvPr>
          <p:cNvGrpSpPr>
            <a:grpSpLocks noChangeAspect="1"/>
          </p:cNvGrpSpPr>
          <p:nvPr/>
        </p:nvGrpSpPr>
        <p:grpSpPr>
          <a:xfrm>
            <a:off x="3946937" y="2566874"/>
            <a:ext cx="223422" cy="223532"/>
            <a:chOff x="1752597" y="2171695"/>
            <a:chExt cx="4317849" cy="4320005"/>
          </a:xfrm>
        </p:grpSpPr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3ECBA54B-E252-2940-4E51-32284B92452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2E271A2E-3835-8364-E52E-E96D796CB33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758532-AC69-1772-E07A-58E767B833AC}"/>
              </a:ext>
            </a:extLst>
          </p:cNvPr>
          <p:cNvGrpSpPr>
            <a:grpSpLocks noChangeAspect="1"/>
          </p:cNvGrpSpPr>
          <p:nvPr/>
        </p:nvGrpSpPr>
        <p:grpSpPr>
          <a:xfrm>
            <a:off x="7685920" y="2763891"/>
            <a:ext cx="223422" cy="223532"/>
            <a:chOff x="1752597" y="2171695"/>
            <a:chExt cx="4317849" cy="4320005"/>
          </a:xfrm>
        </p:grpSpPr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97874DC9-5C57-7AED-1CB9-69AD0BC4D1A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F21D91D7-8D57-9272-3765-23005D39279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C2A965-5A3B-2C5D-BE8C-CF6D56CCC040}"/>
              </a:ext>
            </a:extLst>
          </p:cNvPr>
          <p:cNvGrpSpPr>
            <a:grpSpLocks noChangeAspect="1"/>
          </p:cNvGrpSpPr>
          <p:nvPr/>
        </p:nvGrpSpPr>
        <p:grpSpPr>
          <a:xfrm>
            <a:off x="4373225" y="3597163"/>
            <a:ext cx="223422" cy="223532"/>
            <a:chOff x="1752597" y="2171695"/>
            <a:chExt cx="4317849" cy="4320005"/>
          </a:xfrm>
        </p:grpSpPr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3A892534-4DF9-3D10-2576-8D51365820D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1" name="Free-form: Shape 20">
              <a:extLst>
                <a:ext uri="{FF2B5EF4-FFF2-40B4-BE49-F238E27FC236}">
                  <a16:creationId xmlns:a16="http://schemas.microsoft.com/office/drawing/2014/main" id="{BC4D19BC-C430-0827-BB1B-1DA7DCF0F9B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8CAA66-8A46-5627-85BF-6257E1C9D547}"/>
              </a:ext>
            </a:extLst>
          </p:cNvPr>
          <p:cNvGrpSpPr>
            <a:grpSpLocks noChangeAspect="1"/>
          </p:cNvGrpSpPr>
          <p:nvPr/>
        </p:nvGrpSpPr>
        <p:grpSpPr>
          <a:xfrm>
            <a:off x="7685920" y="3553008"/>
            <a:ext cx="223422" cy="223532"/>
            <a:chOff x="1752597" y="2171695"/>
            <a:chExt cx="4317849" cy="4320005"/>
          </a:xfrm>
        </p:grpSpPr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A802EF32-F9DF-F22D-503C-4CEDE22EE551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4" name="Free-form: Shape 23">
              <a:extLst>
                <a:ext uri="{FF2B5EF4-FFF2-40B4-BE49-F238E27FC236}">
                  <a16:creationId xmlns:a16="http://schemas.microsoft.com/office/drawing/2014/main" id="{B5606921-62E1-BE74-4D58-609B26A0071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425BF7B-C92A-41FD-AA30-057CD88F4EC6}"/>
              </a:ext>
            </a:extLst>
          </p:cNvPr>
          <p:cNvGrpSpPr>
            <a:grpSpLocks noChangeAspect="1"/>
          </p:cNvGrpSpPr>
          <p:nvPr/>
        </p:nvGrpSpPr>
        <p:grpSpPr>
          <a:xfrm>
            <a:off x="3978437" y="4614789"/>
            <a:ext cx="223422" cy="223532"/>
            <a:chOff x="1752597" y="2171695"/>
            <a:chExt cx="4317849" cy="4320005"/>
          </a:xfrm>
        </p:grpSpPr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1BC3A1A6-AADC-7391-C4B9-1D18F14A84BC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7" name="Free-form: Shape 26">
              <a:extLst>
                <a:ext uri="{FF2B5EF4-FFF2-40B4-BE49-F238E27FC236}">
                  <a16:creationId xmlns:a16="http://schemas.microsoft.com/office/drawing/2014/main" id="{F9733029-AABC-B5CF-AE65-88A42D3D76A5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0EA734B-52ED-607A-4622-E292D920B789}"/>
              </a:ext>
            </a:extLst>
          </p:cNvPr>
          <p:cNvGrpSpPr>
            <a:grpSpLocks noChangeAspect="1"/>
          </p:cNvGrpSpPr>
          <p:nvPr/>
        </p:nvGrpSpPr>
        <p:grpSpPr>
          <a:xfrm>
            <a:off x="7762615" y="4441332"/>
            <a:ext cx="223422" cy="223532"/>
            <a:chOff x="1752597" y="2171695"/>
            <a:chExt cx="4317849" cy="4320005"/>
          </a:xfrm>
        </p:grpSpPr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00524D07-E8E8-177E-C504-DA743D5FD03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0" name="Free-form: Shape 29">
              <a:extLst>
                <a:ext uri="{FF2B5EF4-FFF2-40B4-BE49-F238E27FC236}">
                  <a16:creationId xmlns:a16="http://schemas.microsoft.com/office/drawing/2014/main" id="{1C484FB2-1DDC-1B91-C352-D4E0B218158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FCEACBC-C922-BD80-E853-48A3774E51AC}"/>
              </a:ext>
            </a:extLst>
          </p:cNvPr>
          <p:cNvGrpSpPr>
            <a:grpSpLocks noChangeAspect="1"/>
          </p:cNvGrpSpPr>
          <p:nvPr/>
        </p:nvGrpSpPr>
        <p:grpSpPr>
          <a:xfrm>
            <a:off x="3349290" y="5519151"/>
            <a:ext cx="223422" cy="223532"/>
            <a:chOff x="1752597" y="2171695"/>
            <a:chExt cx="4317849" cy="4320005"/>
          </a:xfrm>
        </p:grpSpPr>
        <p:sp>
          <p:nvSpPr>
            <p:cNvPr id="32" name="Free-form: Shape 31">
              <a:extLst>
                <a:ext uri="{FF2B5EF4-FFF2-40B4-BE49-F238E27FC236}">
                  <a16:creationId xmlns:a16="http://schemas.microsoft.com/office/drawing/2014/main" id="{555C7FD8-DE28-5AD6-8B12-49FB99746C24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3" name="Free-form: Shape 32">
              <a:extLst>
                <a:ext uri="{FF2B5EF4-FFF2-40B4-BE49-F238E27FC236}">
                  <a16:creationId xmlns:a16="http://schemas.microsoft.com/office/drawing/2014/main" id="{0B3A21AD-7A8C-9ED4-EB00-533D1129F64E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873A84A-740E-E30B-1DAE-34F23F35168D}"/>
              </a:ext>
            </a:extLst>
          </p:cNvPr>
          <p:cNvGrpSpPr>
            <a:grpSpLocks noChangeAspect="1"/>
          </p:cNvGrpSpPr>
          <p:nvPr/>
        </p:nvGrpSpPr>
        <p:grpSpPr>
          <a:xfrm>
            <a:off x="7762613" y="5528542"/>
            <a:ext cx="223422" cy="223532"/>
            <a:chOff x="1752597" y="2171695"/>
            <a:chExt cx="4317849" cy="4320005"/>
          </a:xfrm>
        </p:grpSpPr>
        <p:sp>
          <p:nvSpPr>
            <p:cNvPr id="35" name="Free-form: Shape 34">
              <a:extLst>
                <a:ext uri="{FF2B5EF4-FFF2-40B4-BE49-F238E27FC236}">
                  <a16:creationId xmlns:a16="http://schemas.microsoft.com/office/drawing/2014/main" id="{E9116AE7-B805-D393-4957-4BC5C570F82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36" name="Free-form: Shape 35">
              <a:extLst>
                <a:ext uri="{FF2B5EF4-FFF2-40B4-BE49-F238E27FC236}">
                  <a16:creationId xmlns:a16="http://schemas.microsoft.com/office/drawing/2014/main" id="{8E84A6DD-7960-C421-83E8-C0A5D13B324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646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6" grpId="0" animBg="1"/>
      <p:bldP spid="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EEF781-F2E1-BCC7-2B5C-1BA86C6AA8E0}"/>
              </a:ext>
            </a:extLst>
          </p:cNvPr>
          <p:cNvSpPr txBox="1"/>
          <p:nvPr/>
        </p:nvSpPr>
        <p:spPr>
          <a:xfrm>
            <a:off x="994610" y="1732548"/>
            <a:ext cx="105288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3 Task for homework.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Write the email of complaint using the plan you made in exercise 2.</a:t>
            </a:r>
          </a:p>
        </p:txBody>
      </p:sp>
    </p:spTree>
    <p:extLst>
      <p:ext uri="{BB962C8B-B14F-4D97-AF65-F5344CB8AC3E}">
        <p14:creationId xmlns:p14="http://schemas.microsoft.com/office/powerpoint/2010/main" val="2655279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F7AC68-0C8A-46A3-A76E-199FDB8E55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2DD35E-1EB1-41F0-B682-EDA3E2AC1971}">
  <ds:schemaRefs>
    <ds:schemaRef ds:uri="http://purl.org/dc/terms/"/>
    <ds:schemaRef ds:uri="31635c7e-3a11-4128-b6ca-f17fd774e46d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F499BA4-CBA9-4129-9EF9-ABBD580B25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2333</TotalTime>
  <Words>276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Tw Cen MT Condensed Extra Bold</vt:lpstr>
      <vt:lpstr>office theme</vt:lpstr>
      <vt:lpstr>1_office theme</vt:lpstr>
      <vt:lpstr>2_office theme</vt:lpstr>
      <vt:lpstr>10) ESCCCP24 2025-2026 14 May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3</cp:revision>
  <dcterms:created xsi:type="dcterms:W3CDTF">2026-05-13T16:32:49Z</dcterms:created>
  <dcterms:modified xsi:type="dcterms:W3CDTF">2026-05-15T10:54:25Z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