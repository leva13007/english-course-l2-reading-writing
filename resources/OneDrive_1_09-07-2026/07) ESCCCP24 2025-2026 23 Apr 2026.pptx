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60" r:id="rId7"/>
    <p:sldId id="349" r:id="rId8"/>
    <p:sldId id="262" r:id="rId9"/>
    <p:sldId id="350" r:id="rId10"/>
    <p:sldId id="304" r:id="rId11"/>
    <p:sldId id="35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DD9E3-52A9-4AF4-9EF3-D91A0BA49367}" v="64" dt="2026-04-24T12:23:53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1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340A04FB-801D-4D33-9372-268FA29A2369}"/>
    <pc:docChg chg="custSel addSld modSld">
      <pc:chgData name="Andrew Patterson" userId="6c8ffccf-7c1b-4173-8b93-861005bd5f70" providerId="ADAL" clId="{340A04FB-801D-4D33-9372-268FA29A2369}" dt="2026-04-24T12:23:53.960" v="159" actId="1076"/>
      <pc:docMkLst>
        <pc:docMk/>
      </pc:docMkLst>
      <pc:sldChg chg="modSp new mod">
        <pc:chgData name="Andrew Patterson" userId="6c8ffccf-7c1b-4173-8b93-861005bd5f70" providerId="ADAL" clId="{340A04FB-801D-4D33-9372-268FA29A2369}" dt="2026-04-22T10:34:36.451" v="2" actId="20577"/>
        <pc:sldMkLst>
          <pc:docMk/>
          <pc:sldMk cId="2688405671" sldId="256"/>
        </pc:sldMkLst>
        <pc:spChg chg="mod">
          <ac:chgData name="Andrew Patterson" userId="6c8ffccf-7c1b-4173-8b93-861005bd5f70" providerId="ADAL" clId="{340A04FB-801D-4D33-9372-268FA29A2369}" dt="2026-04-22T10:34:36.451" v="2" actId="20577"/>
          <ac:spMkLst>
            <pc:docMk/>
            <pc:sldMk cId="2688405671" sldId="256"/>
            <ac:spMk id="2" creationId="{9804E459-CB08-242C-1E45-832A6A89722F}"/>
          </ac:spMkLst>
        </pc:spChg>
      </pc:sldChg>
      <pc:sldChg chg="add">
        <pc:chgData name="Andrew Patterson" userId="6c8ffccf-7c1b-4173-8b93-861005bd5f70" providerId="ADAL" clId="{340A04FB-801D-4D33-9372-268FA29A2369}" dt="2026-04-22T10:35:05.993" v="3"/>
        <pc:sldMkLst>
          <pc:docMk/>
          <pc:sldMk cId="839210519" sldId="260"/>
        </pc:sldMkLst>
      </pc:sldChg>
      <pc:sldChg chg="modSp add mod">
        <pc:chgData name="Andrew Patterson" userId="6c8ffccf-7c1b-4173-8b93-861005bd5f70" providerId="ADAL" clId="{340A04FB-801D-4D33-9372-268FA29A2369}" dt="2026-04-22T10:35:31.008" v="17" actId="20577"/>
        <pc:sldMkLst>
          <pc:docMk/>
          <pc:sldMk cId="748540512" sldId="262"/>
        </pc:sldMkLst>
        <pc:spChg chg="mod">
          <ac:chgData name="Andrew Patterson" userId="6c8ffccf-7c1b-4173-8b93-861005bd5f70" providerId="ADAL" clId="{340A04FB-801D-4D33-9372-268FA29A2369}" dt="2026-04-22T10:35:31.008" v="17" actId="20577"/>
          <ac:spMkLst>
            <pc:docMk/>
            <pc:sldMk cId="748540512" sldId="262"/>
            <ac:spMk id="2" creationId="{25936B12-9758-1EC9-15FD-01B8A1488387}"/>
          </ac:spMkLst>
        </pc:spChg>
      </pc:sldChg>
      <pc:sldChg chg="add">
        <pc:chgData name="Andrew Patterson" userId="6c8ffccf-7c1b-4173-8b93-861005bd5f70" providerId="ADAL" clId="{340A04FB-801D-4D33-9372-268FA29A2369}" dt="2026-04-22T10:35:54.636" v="18"/>
        <pc:sldMkLst>
          <pc:docMk/>
          <pc:sldMk cId="287456303" sldId="304"/>
        </pc:sldMkLst>
      </pc:sldChg>
      <pc:sldChg chg="addSp delSp modSp add mod delAnim modAnim">
        <pc:chgData name="Andrew Patterson" userId="6c8ffccf-7c1b-4173-8b93-861005bd5f70" providerId="ADAL" clId="{340A04FB-801D-4D33-9372-268FA29A2369}" dt="2026-04-22T10:38:50.951" v="55" actId="478"/>
        <pc:sldMkLst>
          <pc:docMk/>
          <pc:sldMk cId="1495916537" sldId="349"/>
        </pc:sldMkLst>
        <pc:spChg chg="mod">
          <ac:chgData name="Andrew Patterson" userId="6c8ffccf-7c1b-4173-8b93-861005bd5f70" providerId="ADAL" clId="{340A04FB-801D-4D33-9372-268FA29A2369}" dt="2026-04-22T10:37:58.029" v="51" actId="20577"/>
          <ac:spMkLst>
            <pc:docMk/>
            <pc:sldMk cId="1495916537" sldId="349"/>
            <ac:spMk id="3" creationId="{BD14A9EB-672C-07E0-4C2A-6234D977E8ED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4" creationId="{964256ED-D485-D249-301C-D0B8A6C98704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7" creationId="{1CF80D13-1A1A-F333-08FD-A18EC681B57B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14" creationId="{6550545C-9D6C-4745-8BA5-6BDF5BFB1138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16" creationId="{9C34A5C7-C9A4-25E1-4813-57D52C33862B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20" creationId="{8515B8EE-5188-6555-2E80-05544C7F045C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22" creationId="{C15668FC-A742-92FD-088C-FD2C78CE4885}"/>
          </ac:spMkLst>
        </pc:spChg>
        <pc:spChg chg="mod">
          <ac:chgData name="Andrew Patterson" userId="6c8ffccf-7c1b-4173-8b93-861005bd5f70" providerId="ADAL" clId="{340A04FB-801D-4D33-9372-268FA29A2369}" dt="2026-04-22T10:38:33.153" v="52"/>
          <ac:spMkLst>
            <pc:docMk/>
            <pc:sldMk cId="1495916537" sldId="349"/>
            <ac:spMk id="23" creationId="{D2C01970-924F-3ED6-FBBA-3A53407E2816}"/>
          </ac:spMkLst>
        </pc:s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2" creationId="{113E1F08-2832-EBD9-B649-5A4D9FA86A23}"/>
          </ac:grpSpMkLst>
        </pc:gr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6" creationId="{0E205900-A7B1-4D81-9C71-9AF0F19031F4}"/>
          </ac:grpSpMkLst>
        </pc:gr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9" creationId="{BDC1F878-3479-A7AE-4D25-73573B3A5519}"/>
          </ac:grpSpMkLst>
        </pc:gr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12" creationId="{B46BE2AA-D028-0634-1E94-E4F4ACBDF92B}"/>
          </ac:grpSpMkLst>
        </pc:gr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15" creationId="{2AB18BE9-0053-1C73-09E5-F932FF9B115F}"/>
          </ac:grpSpMkLst>
        </pc:gr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18" creationId="{05B49867-FD22-AA28-4774-8A4CC5C7A1E2}"/>
          </ac:grpSpMkLst>
        </pc:grpChg>
        <pc:grpChg chg="mod">
          <ac:chgData name="Andrew Patterson" userId="6c8ffccf-7c1b-4173-8b93-861005bd5f70" providerId="ADAL" clId="{340A04FB-801D-4D33-9372-268FA29A2369}" dt="2026-04-22T10:38:42.307" v="53" actId="1076"/>
          <ac:grpSpMkLst>
            <pc:docMk/>
            <pc:sldMk cId="1495916537" sldId="349"/>
            <ac:grpSpMk id="21" creationId="{9D74D452-AD88-A90C-4BBB-41A81C20B67D}"/>
          </ac:grpSpMkLst>
        </pc:grpChg>
      </pc:sldChg>
      <pc:sldChg chg="addSp delSp modSp new mod">
        <pc:chgData name="Andrew Patterson" userId="6c8ffccf-7c1b-4173-8b93-861005bd5f70" providerId="ADAL" clId="{340A04FB-801D-4D33-9372-268FA29A2369}" dt="2026-04-23T19:06:08.006" v="99" actId="2711"/>
        <pc:sldMkLst>
          <pc:docMk/>
          <pc:sldMk cId="2825657784" sldId="350"/>
        </pc:sldMkLst>
        <pc:spChg chg="add mod">
          <ac:chgData name="Andrew Patterson" userId="6c8ffccf-7c1b-4173-8b93-861005bd5f70" providerId="ADAL" clId="{340A04FB-801D-4D33-9372-268FA29A2369}" dt="2026-04-23T19:02:20.209" v="77" actId="1076"/>
          <ac:spMkLst>
            <pc:docMk/>
            <pc:sldMk cId="2825657784" sldId="350"/>
            <ac:spMk id="2" creationId="{E5894BF4-9142-00C6-F55C-31B146918EE1}"/>
          </ac:spMkLst>
        </pc:spChg>
        <pc:spChg chg="add mod">
          <ac:chgData name="Andrew Patterson" userId="6c8ffccf-7c1b-4173-8b93-861005bd5f70" providerId="ADAL" clId="{340A04FB-801D-4D33-9372-268FA29A2369}" dt="2026-04-23T19:02:20.209" v="77" actId="1076"/>
          <ac:spMkLst>
            <pc:docMk/>
            <pc:sldMk cId="2825657784" sldId="350"/>
            <ac:spMk id="3" creationId="{3129A873-B72F-FAB9-B853-1BBB6DD1E6F6}"/>
          </ac:spMkLst>
        </pc:spChg>
        <pc:spChg chg="add mod">
          <ac:chgData name="Andrew Patterson" userId="6c8ffccf-7c1b-4173-8b93-861005bd5f70" providerId="ADAL" clId="{340A04FB-801D-4D33-9372-268FA29A2369}" dt="2026-04-23T19:02:20.209" v="77" actId="1076"/>
          <ac:spMkLst>
            <pc:docMk/>
            <pc:sldMk cId="2825657784" sldId="350"/>
            <ac:spMk id="4" creationId="{307750A1-DECE-25AF-05AC-B219790A255D}"/>
          </ac:spMkLst>
        </pc:spChg>
        <pc:spChg chg="add mod">
          <ac:chgData name="Andrew Patterson" userId="6c8ffccf-7c1b-4173-8b93-861005bd5f70" providerId="ADAL" clId="{340A04FB-801D-4D33-9372-268FA29A2369}" dt="2026-04-23T19:02:20.209" v="77" actId="1076"/>
          <ac:spMkLst>
            <pc:docMk/>
            <pc:sldMk cId="2825657784" sldId="350"/>
            <ac:spMk id="5" creationId="{7D9E3FCE-1EFF-331F-0D62-B09D9A454659}"/>
          </ac:spMkLst>
        </pc:spChg>
        <pc:spChg chg="add del mod">
          <ac:chgData name="Andrew Patterson" userId="6c8ffccf-7c1b-4173-8b93-861005bd5f70" providerId="ADAL" clId="{340A04FB-801D-4D33-9372-268FA29A2369}" dt="2026-04-23T19:03:07.554" v="84" actId="478"/>
          <ac:spMkLst>
            <pc:docMk/>
            <pc:sldMk cId="2825657784" sldId="350"/>
            <ac:spMk id="6" creationId="{09AE1E54-C5FE-7E3A-2F64-103E0345D909}"/>
          </ac:spMkLst>
        </pc:spChg>
        <pc:spChg chg="add mod">
          <ac:chgData name="Andrew Patterson" userId="6c8ffccf-7c1b-4173-8b93-861005bd5f70" providerId="ADAL" clId="{340A04FB-801D-4D33-9372-268FA29A2369}" dt="2026-04-23T19:03:48.168" v="90" actId="1076"/>
          <ac:spMkLst>
            <pc:docMk/>
            <pc:sldMk cId="2825657784" sldId="350"/>
            <ac:spMk id="7" creationId="{B0243A2C-EF2A-148F-4FD4-9A2B9324B0D0}"/>
          </ac:spMkLst>
        </pc:spChg>
        <pc:spChg chg="add mod">
          <ac:chgData name="Andrew Patterson" userId="6c8ffccf-7c1b-4173-8b93-861005bd5f70" providerId="ADAL" clId="{340A04FB-801D-4D33-9372-268FA29A2369}" dt="2026-04-23T19:06:08.006" v="99" actId="2711"/>
          <ac:spMkLst>
            <pc:docMk/>
            <pc:sldMk cId="2825657784" sldId="350"/>
            <ac:spMk id="8" creationId="{050E4083-BD14-A266-F989-B99BD225FB1B}"/>
          </ac:spMkLst>
        </pc:spChg>
      </pc:sldChg>
      <pc:sldChg chg="addSp delSp modSp new mod">
        <pc:chgData name="Andrew Patterson" userId="6c8ffccf-7c1b-4173-8b93-861005bd5f70" providerId="ADAL" clId="{340A04FB-801D-4D33-9372-268FA29A2369}" dt="2026-04-24T12:23:53.960" v="159" actId="1076"/>
        <pc:sldMkLst>
          <pc:docMk/>
          <pc:sldMk cId="2280939754" sldId="351"/>
        </pc:sldMkLst>
        <pc:spChg chg="add mod">
          <ac:chgData name="Andrew Patterson" userId="6c8ffccf-7c1b-4173-8b93-861005bd5f70" providerId="ADAL" clId="{340A04FB-801D-4D33-9372-268FA29A2369}" dt="2026-04-24T12:23:53.960" v="159" actId="1076"/>
          <ac:spMkLst>
            <pc:docMk/>
            <pc:sldMk cId="2280939754" sldId="351"/>
            <ac:spMk id="2" creationId="{4B9C7EB2-D76D-A7B2-5218-EB218E44B536}"/>
          </ac:spMkLst>
        </pc:spChg>
        <pc:spChg chg="add del mod">
          <ac:chgData name="Andrew Patterson" userId="6c8ffccf-7c1b-4173-8b93-861005bd5f70" providerId="ADAL" clId="{340A04FB-801D-4D33-9372-268FA29A2369}" dt="2026-04-24T12:19:51.315" v="104" actId="478"/>
          <ac:spMkLst>
            <pc:docMk/>
            <pc:sldMk cId="2280939754" sldId="351"/>
            <ac:spMk id="3" creationId="{72FB9AEA-7CCB-84BA-A0CA-0A3D04AAD930}"/>
          </ac:spMkLst>
        </pc:spChg>
        <pc:spChg chg="add del mod">
          <ac:chgData name="Andrew Patterson" userId="6c8ffccf-7c1b-4173-8b93-861005bd5f70" providerId="ADAL" clId="{340A04FB-801D-4D33-9372-268FA29A2369}" dt="2026-04-24T12:20:32.015" v="111" actId="478"/>
          <ac:spMkLst>
            <pc:docMk/>
            <pc:sldMk cId="2280939754" sldId="351"/>
            <ac:spMk id="4" creationId="{EC19B895-2232-888C-2974-E51ECD4C3988}"/>
          </ac:spMkLst>
        </pc:spChg>
        <pc:spChg chg="add del mod">
          <ac:chgData name="Andrew Patterson" userId="6c8ffccf-7c1b-4173-8b93-861005bd5f70" providerId="ADAL" clId="{340A04FB-801D-4D33-9372-268FA29A2369}" dt="2026-04-24T12:20:46.864" v="113" actId="478"/>
          <ac:spMkLst>
            <pc:docMk/>
            <pc:sldMk cId="2280939754" sldId="351"/>
            <ac:spMk id="5" creationId="{B63365D1-1AF7-4FFD-054E-7BFAA5501F82}"/>
          </ac:spMkLst>
        </pc:spChg>
        <pc:spChg chg="add mod">
          <ac:chgData name="Andrew Patterson" userId="6c8ffccf-7c1b-4173-8b93-861005bd5f70" providerId="ADAL" clId="{340A04FB-801D-4D33-9372-268FA29A2369}" dt="2026-04-24T12:20:15.266" v="109" actId="1076"/>
          <ac:spMkLst>
            <pc:docMk/>
            <pc:sldMk cId="2280939754" sldId="351"/>
            <ac:spMk id="6" creationId="{98795E4A-CAB2-9E83-67EA-91B0DD4E97AD}"/>
          </ac:spMkLst>
        </pc:spChg>
        <pc:spChg chg="add mod">
          <ac:chgData name="Andrew Patterson" userId="6c8ffccf-7c1b-4173-8b93-861005bd5f70" providerId="ADAL" clId="{340A04FB-801D-4D33-9372-268FA29A2369}" dt="2026-04-24T12:20:13.270" v="108"/>
          <ac:spMkLst>
            <pc:docMk/>
            <pc:sldMk cId="2280939754" sldId="351"/>
            <ac:spMk id="7" creationId="{851E014F-4582-D62C-9EFB-0B8291956E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C7B62-B9D3-CDCB-BFA7-5F3227D6E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24C19-DA7C-21D6-126B-2BF5EF8FE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89CC0-279F-B164-3F33-AAED436B9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EFA59-B27B-F8A1-5145-C8842492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FE951-CC09-2EAD-18F7-0927488F8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835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30329-83D2-19CD-26D2-C5794FD6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57681-9C63-4574-27A3-20DA437E5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4C827-BADE-2A1F-CB82-6AED6C73A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C0232-6DFE-B29B-0E0B-369E95DB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DB8E4-692B-F3F7-2DCB-499D2F08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21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2DFCB-1A86-3A6D-8099-24F3E3E88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019BF-B098-5419-88E0-4287EF290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048C2-6381-888B-5E4E-CF6253A3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21184-B00B-EABC-39F9-DF3A6FF2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A9184-7659-7884-4ED5-631D2E52C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47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C5108-D371-CED4-14C0-E4C70ED2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4D081-F502-57F7-3AC6-2EEE89B76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80BEF-ADBC-D589-0A97-A5F1C9026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4910D-B45B-2015-ADFF-54106265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4EBB7-7462-C1CA-EA3C-217AE2A8D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D4510-CC21-6591-7ABE-961D4078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11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FEE2B-9125-67DB-2C17-1C0C309E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DCAC6-A098-B46F-69ED-2FF34F897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BF41C6-1196-2B40-B1BB-AC1EF1E86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9626F6-1C93-4935-8536-B0AA09B29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81077-69D4-1175-4F78-E9763A015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1B9AE3-449A-7F5D-E46F-3FB3803D9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DDD8C3-BA5E-FAE9-7195-3FE5FF8D7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33DAE3-EB8E-C51B-6FCC-EF43C459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64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1C5D-E5D3-41CB-BC09-8720C6FA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89396-0078-5454-02C8-E7E54B87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D59D2-6A41-D6E9-8A61-79F1DA18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0AEA1-20CF-001C-587F-264040A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73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43BBEA-B880-8F40-4D4B-6A9919F9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CFB92-2EBE-F097-7735-446A2586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FCE98-9DC2-329E-C008-5DBE328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464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7638C-F5C7-FADC-CE5C-DE3A3C21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211E-2103-733B-E460-329A23FC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1715E-F22C-B0DF-40FB-6396B26EB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C98CF-2F9D-A59F-EEA8-DEA43CE6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1AD393-7C26-ADD1-CD0D-D97110AC1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7F75C-B8CB-5D2B-72E0-F8E7300A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76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3FF48-9389-1A77-D4E6-849CD52B9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91C95-A4B3-7A12-5DD2-1E173A4AB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4D9150-94B6-BAC0-A711-AD2B848166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7D60E-E3B2-BD53-B331-B215C4D9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A22677-2382-C08B-DFE8-8A2946C55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2FC49-5651-68A3-E72D-2BD6A9D3E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86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DF81-BBD3-6247-C7E2-1013DD5A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3D79E-98BF-DBBD-FD67-92B83E185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46275-4361-83DF-D4AF-E03899692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A2EDE-FCA3-3EDE-C478-EAFFFA180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871A-A54E-0E40-90FA-EBE74BA4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44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00B8D4-ADAB-7F3E-6FC2-37BD52C32C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012739-DB5D-BA99-74FD-7656B91AA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246E7-7945-038E-39D9-5A3A37DD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654F3-9B38-7CC0-8053-622A15BE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F01D2-F644-76B7-943A-81C8E710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442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28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963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708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8344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744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921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3883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110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24448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79564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3229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1701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94A462-7760-706B-7066-C911A643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4A72F-3593-D9E8-8A95-F2DA83A12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F4DE1-DD0F-C9E1-4CCF-18F117AF0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3A17D3-ACF0-4545-AF16-371D0CAC925E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01C01-8DB3-5524-B7B8-47EB484AC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F78F6-7D52-8BE0-942D-982678957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D7C4E-286B-4D14-92FF-4EA3D5E253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08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24/04/2026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22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Ci12_woyOfTLnEDka2tcyMAVdh0RiBKCW6vuWYhZnSXUg?e=7tQnCf" TargetMode="External"/><Relationship Id="rId2" Type="http://schemas.openxmlformats.org/officeDocument/2006/relationships/hyperlink" Target="https://thecardiffandvalecollege.sharepoint.com/:f:/s/Section_ESCCCP24_2025_2026/IgA4OGQn9S4kSpKX7qm2iLO7Ae5hT2QpEDry2yAquhJymnM?e=2ibKSc" TargetMode="Externa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4bw5KYvoATKkF511gU8uSAT_kqLLjgxQp_sekFPKfiT4?e=uWd6Be" TargetMode="External"/><Relationship Id="rId7" Type="http://schemas.openxmlformats.org/officeDocument/2006/relationships/hyperlink" Target="https://thecardiffandvalecollege.sharepoint.com/:b:/s/Section_ESCCCP24_2025_2026/IQC75ndC-g5qRLnINGp4wSl2AbHeyUAwBtfEeceJ7GyRzJk?e=tA0I2X" TargetMode="External"/><Relationship Id="rId2" Type="http://schemas.openxmlformats.org/officeDocument/2006/relationships/hyperlink" Target="https://thecardiffandvalecollege.sharepoint.com/:p:/s/Section_ESCCCP24_2025_2026/IQDg9KioGSROT6-pkk3hmluCAfu6cCYA_5_KZzSQMNgHq-g?e=A70Q7R" TargetMode="Externa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thecardiffandvalecollege.sharepoint.com/:p:/s/Section_ESCCCP24_2025_2026/IQAxfcSP4ut9RKHJnb4fkrQkAS6X_hV7fkJ2W_lZ0TOS_zs?e=G9q8rT" TargetMode="External"/><Relationship Id="rId5" Type="http://schemas.openxmlformats.org/officeDocument/2006/relationships/hyperlink" Target="https://thecardiffandvalecollege.sharepoint.com/:b:/s/Section_ESCCCP24_2025_2026/IQB6pxZZ0s6ZSqzDPQY2HGF2ASxsi0c80xF1y2eSeOLFnhY?e=efzRvv" TargetMode="External"/><Relationship Id="rId4" Type="http://schemas.openxmlformats.org/officeDocument/2006/relationships/hyperlink" Target="https://thecardiffandvalecollege.sharepoint.com/:p:/s/Section_ESCCCP24_2025_2026/IQCrIbLKu0eDQp4_l43wpc0iAROMV_oPsswOGUil50QGrQk?e=nVIJag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A4bw5KYvoATKkF511gU8uSAT_kqLLjgxQp_sekFPKfiT4?e=uWd6Be" TargetMode="External"/><Relationship Id="rId2" Type="http://schemas.openxmlformats.org/officeDocument/2006/relationships/hyperlink" Target="https://thecardiffandvalecollege.sharepoint.com/:p:/s/Section_ESCCCP24_2025_2026/IQDg9KioGSROT6-pkk3hmluCAfu6cCYA_5_KZzSQMNgHq-g?e=A70Q7R" TargetMode="External"/><Relationship Id="rId1" Type="http://schemas.openxmlformats.org/officeDocument/2006/relationships/slideLayout" Target="../slideLayouts/slideLayout18.xml"/><Relationship Id="rId5" Type="http://schemas.openxmlformats.org/officeDocument/2006/relationships/hyperlink" Target="https://thecardiffandvalecollege.sharepoint.com/:b:/s/Section_ESCCCP24_2025_2026/IQB6pxZZ0s6ZSqzDPQY2HGF2ASxsi0c80xF1y2eSeOLFnhY?e=efzRvv" TargetMode="External"/><Relationship Id="rId4" Type="http://schemas.openxmlformats.org/officeDocument/2006/relationships/hyperlink" Target="https://thecardiffandvalecollege.sharepoint.com/:p:/s/Section_ESCCCP24_2025_2026/IQCrIbLKu0eDQp4_l43wpc0iAROMV_oPsswOGUil50QGrQk?e=nVIJa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E459-CB08-242C-1E45-832A6A897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7) ESCCCP24 2025-2026 </a:t>
            </a:r>
            <a:br>
              <a:rPr lang="pt-BR" dirty="0"/>
            </a:br>
            <a:r>
              <a:rPr lang="pt-BR" dirty="0"/>
              <a:t>23 Apr 2026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FACD3-9598-BD4C-8C49-0061F00E3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840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23 Apr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14A9EB-672C-07E0-4C2A-6234D977E8ED}"/>
              </a:ext>
            </a:extLst>
          </p:cNvPr>
          <p:cNvSpPr txBox="1"/>
          <p:nvPr/>
        </p:nvSpPr>
        <p:spPr>
          <a:xfrm>
            <a:off x="497305" y="1443005"/>
            <a:ext cx="1169469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Work from Thu 16 Apr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Reading booklet Week 4 –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2"/>
              </a:rPr>
              <a:t>0) Reading Booklet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Idioms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  <a:hlinkClick r:id="rId3"/>
              </a:rPr>
              <a:t>Cutting Edge Adv Vocab Booster Module 1.pdf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Phrasal verbs, idioms, collocations.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en-US" sz="3200" b="0" i="0" u="none" strike="noStrike" kern="1200" cap="none" spc="-7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Light" panose="020B0204020104020204" pitchFamily="34" charset="0"/>
                <a:ea typeface="+mn-ea"/>
                <a:cs typeface="+mn-cs"/>
              </a:rPr>
              <a:t>Write about 12 sentences using some of the expressions you learnt in class.</a:t>
            </a:r>
            <a:endParaRPr kumimoji="0" lang="en-US" altLang="en-US" sz="3200" b="0" i="0" u="none" strike="noStrike" kern="1200" cap="none" spc="-7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badi ExtraLight" panose="020B0204020104020204" pitchFamily="34" charset="0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3E1F08-2832-EBD9-B649-5A4D9FA86A23}"/>
              </a:ext>
            </a:extLst>
          </p:cNvPr>
          <p:cNvGrpSpPr>
            <a:grpSpLocks noChangeAspect="1"/>
          </p:cNvGrpSpPr>
          <p:nvPr/>
        </p:nvGrpSpPr>
        <p:grpSpPr>
          <a:xfrm>
            <a:off x="199931" y="1585364"/>
            <a:ext cx="297374" cy="297521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964256ED-D485-D249-301C-D0B8A6C98704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B0992D3B-168E-3E1D-9A35-FA9CDBF16FBE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E205900-A7B1-4D81-9C71-9AF0F19031F4}"/>
              </a:ext>
            </a:extLst>
          </p:cNvPr>
          <p:cNvGrpSpPr>
            <a:grpSpLocks noChangeAspect="1"/>
          </p:cNvGrpSpPr>
          <p:nvPr/>
        </p:nvGrpSpPr>
        <p:grpSpPr>
          <a:xfrm>
            <a:off x="199928" y="2054456"/>
            <a:ext cx="297374" cy="297521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1CF80D13-1A1A-F333-08FD-A18EC681B57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AFB1D68C-C1E3-050D-7676-E3D7CCC327D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DC1F878-3479-A7AE-4D25-73573B3A5519}"/>
              </a:ext>
            </a:extLst>
          </p:cNvPr>
          <p:cNvGrpSpPr>
            <a:grpSpLocks noChangeAspect="1"/>
          </p:cNvGrpSpPr>
          <p:nvPr/>
        </p:nvGrpSpPr>
        <p:grpSpPr>
          <a:xfrm>
            <a:off x="199925" y="2532822"/>
            <a:ext cx="297374" cy="297521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26141279-0BC3-FBD0-4B2F-7461FB3F440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317555BD-A555-67CB-87A2-3F7EBF71D24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46BE2AA-D028-0634-1E94-E4F4ACBDF92B}"/>
              </a:ext>
            </a:extLst>
          </p:cNvPr>
          <p:cNvGrpSpPr>
            <a:grpSpLocks noChangeAspect="1"/>
          </p:cNvGrpSpPr>
          <p:nvPr/>
        </p:nvGrpSpPr>
        <p:grpSpPr>
          <a:xfrm>
            <a:off x="199922" y="2997480"/>
            <a:ext cx="297374" cy="297521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57C39A78-E83D-5B2C-B089-101329932EF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6550545C-9D6C-4745-8BA5-6BDF5BFB113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AB18BE9-0053-1C73-09E5-F932FF9B115F}"/>
              </a:ext>
            </a:extLst>
          </p:cNvPr>
          <p:cNvGrpSpPr>
            <a:grpSpLocks noChangeAspect="1"/>
          </p:cNvGrpSpPr>
          <p:nvPr/>
        </p:nvGrpSpPr>
        <p:grpSpPr>
          <a:xfrm>
            <a:off x="199922" y="3477828"/>
            <a:ext cx="297374" cy="297521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9C34A5C7-C9A4-25E1-4813-57D52C33862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F0F38901-BBD8-245D-9E84-49D342EDC26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B49867-FD22-AA28-4774-8A4CC5C7A1E2}"/>
              </a:ext>
            </a:extLst>
          </p:cNvPr>
          <p:cNvGrpSpPr>
            <a:grpSpLocks noChangeAspect="1"/>
          </p:cNvGrpSpPr>
          <p:nvPr/>
        </p:nvGrpSpPr>
        <p:grpSpPr>
          <a:xfrm>
            <a:off x="199922" y="4025119"/>
            <a:ext cx="297374" cy="297521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4A66D60C-78D4-D9E4-FF85-CFD4C9B979F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8515B8EE-5188-6555-2E80-05544C7F045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74D452-AD88-A90C-4BBB-41A81C20B67D}"/>
              </a:ext>
            </a:extLst>
          </p:cNvPr>
          <p:cNvGrpSpPr>
            <a:grpSpLocks noChangeAspect="1"/>
          </p:cNvGrpSpPr>
          <p:nvPr/>
        </p:nvGrpSpPr>
        <p:grpSpPr>
          <a:xfrm>
            <a:off x="199922" y="4471433"/>
            <a:ext cx="297374" cy="297521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C15668FC-A742-92FD-088C-FD2C78CE488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D2C01970-924F-3ED6-FBBA-3A53407E281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591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</a:t>
            </a:r>
            <a:r>
              <a:rPr lang="en-GB" sz="10000" dirty="0">
                <a:solidFill>
                  <a:prstClr val="black"/>
                </a:solidFill>
                <a:latin typeface="Tw Cen MT Condensed Extra Bold" panose="020B0803020202020204" pitchFamily="34" charset="0"/>
              </a:rPr>
              <a:t>20</a:t>
            </a: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894BF4-9142-00C6-F55C-31B146918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83" y="189259"/>
            <a:ext cx="93685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ExtraBold" panose="020B0004020202020204" pitchFamily="34" charset="0"/>
                <a:hlinkClick r:id="rId2"/>
              </a:rPr>
              <a:t>CE Adv WB Mod 1 p.24-25 W a music review.pptx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ExtraBold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29A873-B72F-FAB9-B853-1BBB6DD1E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83" y="1111680"/>
            <a:ext cx="912795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ExtraBold" panose="020B0004020202020204" pitchFamily="34" charset="0"/>
                <a:hlinkClick r:id="rId3"/>
              </a:rPr>
              <a:t>CE Adv WB Mod 1 p.24-25 W a music review.pdf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ExtraBold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7750A1-DECE-25AF-05AC-B219790A2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83" y="1985611"/>
            <a:ext cx="84687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ExtraBold" panose="020B0004020202020204" pitchFamily="34" charset="0"/>
                <a:hlinkClick r:id="rId4"/>
              </a:rPr>
              <a:t>Cutting Edge Adv Vocab Builder Mod 2.pptx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ExtraBold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9E3FCE-1EFF-331F-0D62-B09D9A454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83" y="2844225"/>
            <a:ext cx="84687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ExtraBold" panose="020B0004020202020204" pitchFamily="34" charset="0"/>
                <a:hlinkClick r:id="rId5"/>
              </a:rPr>
              <a:t>Cutting Edge Adv Vocab Builder Mod 2.pdf</a:t>
            </a:r>
            <a:endParaRPr kumimoji="0" lang="en-US" altLang="en-US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ExtraBold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243A2C-EF2A-148F-4FD4-9A2B9324B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83" y="3702839"/>
            <a:ext cx="51495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ExtraBold" panose="020B0004020202020204" pitchFamily="34" charset="0"/>
                <a:hlinkClick r:id="rId6"/>
              </a:rPr>
              <a:t>Writing a film review.pptx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ExtraBold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0E4083-BD14-A266-F989-B99BD225F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483" y="4561453"/>
            <a:ext cx="97536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7"/>
              </a:rPr>
              <a:t>Speakout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7"/>
              </a:rPr>
              <a:t> Writing Extra Intermediate Unit 7.pdf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65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23 Apr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9C7EB2-D76D-A7B2-5218-EB218E44B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778" y="1905506"/>
            <a:ext cx="967339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ExtraBold" panose="020B0004020202020204" pitchFamily="34" charset="0"/>
                <a:hlinkClick r:id="rId2"/>
              </a:rPr>
              <a:t>CE Adv WB Mod 1 p.24-25 W a music review.pptx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ExtraBold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ptos ExtraBold" panose="020B0004020202020204" pitchFamily="34" charset="0"/>
                <a:hlinkClick r:id="rId3"/>
              </a:rPr>
              <a:t>CE Adv WB Mod 1 p.24-25 W a music review.pdf</a:t>
            </a:r>
            <a:endParaRPr lang="en-US" altLang="en-US" sz="3200" dirty="0">
              <a:latin typeface="Aptos ExtraBold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ptos ExtraBold" panose="020B0004020202020204" pitchFamily="34" charset="0"/>
                <a:hlinkClick r:id="rId4"/>
              </a:rPr>
              <a:t>Cutting Edge Adv Vocab Builder Mod 2.pptx</a:t>
            </a:r>
            <a:endParaRPr lang="en-US" altLang="en-US" sz="3200" dirty="0">
              <a:latin typeface="Aptos ExtraBold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ptos ExtraBold" panose="020B0004020202020204" pitchFamily="34" charset="0"/>
                <a:hlinkClick r:id="rId5"/>
              </a:rPr>
              <a:t>Cutting Edge Adv Vocab Builder Mod 2.pdf</a:t>
            </a:r>
            <a:r>
              <a:rPr lang="en-US" altLang="en-US" sz="3200" dirty="0">
                <a:latin typeface="Aptos ExtraBold" panose="020B0004020202020204" pitchFamily="34" charset="0"/>
              </a:rPr>
              <a:t> </a:t>
            </a:r>
            <a:r>
              <a:rPr lang="en-US" altLang="en-US" sz="3200" dirty="0">
                <a:latin typeface="Abadi ExtraLight" panose="020B0204020104020204" pitchFamily="34" charset="0"/>
              </a:rPr>
              <a:t>p.8-9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B0204020104020204" pitchFamily="34" charset="0"/>
              </a:rPr>
              <a:t>Homework</a:t>
            </a:r>
            <a:endParaRPr kumimoji="0" lang="en-US" altLang="en-US" sz="32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adi ExtraLight" panose="020B0204020104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latin typeface="Aptos ExtraBold" panose="020B0004020202020204" pitchFamily="34" charset="0"/>
                <a:hlinkClick r:id="rId5"/>
              </a:rPr>
              <a:t>Cutting Edge Adv Vocab Builder Mod 2.pdf</a:t>
            </a:r>
            <a:r>
              <a:rPr lang="en-US" altLang="en-US" sz="3200" dirty="0">
                <a:latin typeface="Aptos ExtraBold" panose="020B0004020202020204" pitchFamily="34" charset="0"/>
              </a:rPr>
              <a:t> </a:t>
            </a:r>
            <a:r>
              <a:rPr lang="en-US" altLang="en-US" sz="3200" dirty="0">
                <a:latin typeface="Abadi ExtraLight" panose="020B0204020104020204" pitchFamily="34" charset="0"/>
              </a:rPr>
              <a:t>p.10-11</a:t>
            </a:r>
          </a:p>
        </p:txBody>
      </p:sp>
    </p:spTree>
    <p:extLst>
      <p:ext uri="{BB962C8B-B14F-4D97-AF65-F5344CB8AC3E}">
        <p14:creationId xmlns:p14="http://schemas.microsoft.com/office/powerpoint/2010/main" val="2280939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03C922-8613-4DDC-A775-EC4B9DA1843B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31635c7e-3a11-4128-b6ca-f17fd774e46d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8E196F1-C0B5-41AF-890D-733767FF59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EBAFBE-54C0-41ED-A684-B88169F0EA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193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Abadi ExtraLight</vt:lpstr>
      <vt:lpstr>ADLaM Display</vt:lpstr>
      <vt:lpstr>Aptos</vt:lpstr>
      <vt:lpstr>Aptos Black</vt:lpstr>
      <vt:lpstr>Aptos Display</vt:lpstr>
      <vt:lpstr>Aptos ExtraBold</vt:lpstr>
      <vt:lpstr>Arial</vt:lpstr>
      <vt:lpstr>Tw Cen MT Condensed Extra Bold</vt:lpstr>
      <vt:lpstr>Office Theme</vt:lpstr>
      <vt:lpstr>1_office theme</vt:lpstr>
      <vt:lpstr>7) ESCCCP24 2025-2026  23 Apr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Cardiff and Vale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Patterson</dc:creator>
  <cp:lastModifiedBy>Andrew Patterson</cp:lastModifiedBy>
  <cp:revision>1</cp:revision>
  <dcterms:created xsi:type="dcterms:W3CDTF">2026-04-22T10:34:27Z</dcterms:created>
  <dcterms:modified xsi:type="dcterms:W3CDTF">2026-04-24T12:23:57Z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