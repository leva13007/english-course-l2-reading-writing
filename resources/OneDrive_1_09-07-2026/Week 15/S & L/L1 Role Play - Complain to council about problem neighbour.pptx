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7" r:id="rId5"/>
    <p:sldId id="263" r:id="rId6"/>
    <p:sldId id="258" r:id="rId7"/>
    <p:sldId id="269" r:id="rId8"/>
    <p:sldId id="268" r:id="rId9"/>
  </p:sldIdLst>
  <p:sldSz cx="9144000" cy="6858000" type="screen4x3"/>
  <p:notesSz cx="6669088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D1768-2DDD-F10A-2B8D-6047976CCA7E}" v="26" dt="2025-12-15T11:04:13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12" autoAdjust="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S::jnasrallah1@cavc.ac.uk::a195ca03-6986-4630-8fa7-5c8ad63c348f" providerId="AD" clId="Web-{43CD1768-2DDD-F10A-2B8D-6047976CCA7E}"/>
    <pc:docChg chg="modSld">
      <pc:chgData name="Julia Nasrallah" userId="S::jnasrallah1@cavc.ac.uk::a195ca03-6986-4630-8fa7-5c8ad63c348f" providerId="AD" clId="Web-{43CD1768-2DDD-F10A-2B8D-6047976CCA7E}" dt="2025-12-15T11:04:13.713" v="25" actId="20577"/>
      <pc:docMkLst>
        <pc:docMk/>
      </pc:docMkLst>
      <pc:sldChg chg="modSp">
        <pc:chgData name="Julia Nasrallah" userId="S::jnasrallah1@cavc.ac.uk::a195ca03-6986-4630-8fa7-5c8ad63c348f" providerId="AD" clId="Web-{43CD1768-2DDD-F10A-2B8D-6047976CCA7E}" dt="2025-12-15T11:04:13.713" v="25" actId="20577"/>
        <pc:sldMkLst>
          <pc:docMk/>
          <pc:sldMk cId="1383437462" sldId="268"/>
        </pc:sldMkLst>
        <pc:spChg chg="mod">
          <ac:chgData name="Julia Nasrallah" userId="S::jnasrallah1@cavc.ac.uk::a195ca03-6986-4630-8fa7-5c8ad63c348f" providerId="AD" clId="Web-{43CD1768-2DDD-F10A-2B8D-6047976CCA7E}" dt="2025-12-15T11:04:13.713" v="25" actId="20577"/>
          <ac:spMkLst>
            <pc:docMk/>
            <pc:sldMk cId="1383437462" sldId="268"/>
            <ac:spMk id="3" creationId="{401AD4BB-F5B6-4B01-BD0B-57E86846169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0137" cy="495872"/>
          </a:xfrm>
          <a:prstGeom prst="rect">
            <a:avLst/>
          </a:prstGeom>
        </p:spPr>
        <p:txBody>
          <a:bodyPr vert="horz" lIns="87554" tIns="43777" rIns="87554" bIns="43777" rtlCol="0"/>
          <a:lstStyle>
            <a:lvl1pPr algn="l">
              <a:defRPr sz="11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461" y="1"/>
            <a:ext cx="2890137" cy="495872"/>
          </a:xfrm>
          <a:prstGeom prst="rect">
            <a:avLst/>
          </a:prstGeom>
        </p:spPr>
        <p:txBody>
          <a:bodyPr vert="horz" lIns="87554" tIns="43777" rIns="87554" bIns="43777" rtlCol="0"/>
          <a:lstStyle>
            <a:lvl1pPr algn="r">
              <a:defRPr sz="1100"/>
            </a:lvl1pPr>
          </a:lstStyle>
          <a:p>
            <a:fld id="{6DA15FD8-5626-4916-817B-F561E2B22625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813"/>
            <a:ext cx="2890137" cy="495872"/>
          </a:xfrm>
          <a:prstGeom prst="rect">
            <a:avLst/>
          </a:prstGeom>
        </p:spPr>
        <p:txBody>
          <a:bodyPr vert="horz" lIns="87554" tIns="43777" rIns="87554" bIns="43777" rtlCol="0" anchor="b"/>
          <a:lstStyle>
            <a:lvl1pPr algn="l">
              <a:defRPr sz="11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461" y="9430813"/>
            <a:ext cx="2890137" cy="495872"/>
          </a:xfrm>
          <a:prstGeom prst="rect">
            <a:avLst/>
          </a:prstGeom>
        </p:spPr>
        <p:txBody>
          <a:bodyPr vert="horz" lIns="87554" tIns="43777" rIns="87554" bIns="43777" rtlCol="0" anchor="b"/>
          <a:lstStyle>
            <a:lvl1pPr algn="r">
              <a:defRPr sz="1100"/>
            </a:lvl1pPr>
          </a:lstStyle>
          <a:p>
            <a:fld id="{0F1BE45F-F865-49AC-AC91-D7F3B34F5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1028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91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54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82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78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05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80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82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496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96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31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46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DA966-4A0D-4BD2-8809-3E2428630F0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D8D4B-4214-430F-AEC8-0AF76A146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02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b="1" dirty="0">
                <a:latin typeface="Century Gothic" panose="020B0502020202020204" pitchFamily="34" charset="0"/>
              </a:rPr>
              <a:t>Think of…10 things neighbours do that annoy you.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Century Gothic" panose="020B0502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r:id="rId1" imgW="3816019" imgH="1871618"/>
        </mc:Choice>
        <mc:Fallback>
          <p:control r:id="rId1" imgW="3816019" imgH="1871618">
            <p:pic>
              <p:nvPicPr>
                <p:cNvPr id="4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30888" y="5202238"/>
                  <a:ext cx="3313112" cy="16557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59990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entury Gothic" panose="020B0502020202020204" pitchFamily="34" charset="0"/>
              </a:rPr>
              <a:t>What would you say?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66" y="1600200"/>
            <a:ext cx="804186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022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b="1" dirty="0">
                <a:latin typeface="Century Gothic" panose="020B0502020202020204" pitchFamily="34" charset="0"/>
              </a:rPr>
              <a:t>Change the rude phrases to polite phrases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678239"/>
              </p:ext>
            </p:extLst>
          </p:nvPr>
        </p:nvGraphicFramePr>
        <p:xfrm>
          <a:off x="457200" y="1600200"/>
          <a:ext cx="8507288" cy="50691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25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3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91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400" b="0" baseline="0" dirty="0"/>
                        <a:t> </a:t>
                      </a:r>
                      <a:r>
                        <a:rPr lang="en-GB" sz="2400" b="1" baseline="0" dirty="0"/>
                        <a:t>I want to tell you about </a:t>
                      </a:r>
                      <a:r>
                        <a:rPr lang="en-GB" sz="2400" b="0" baseline="0" dirty="0"/>
                        <a:t>my neighbour who is very noisy. </a:t>
                      </a:r>
                      <a:r>
                        <a:rPr lang="en-GB" sz="2400" b="1" baseline="0" dirty="0"/>
                        <a:t>You must </a:t>
                      </a:r>
                      <a:r>
                        <a:rPr lang="en-GB" sz="2400" b="0" baseline="0" dirty="0"/>
                        <a:t>tell him to turn down the volume on his TV. </a:t>
                      </a:r>
                      <a:r>
                        <a:rPr lang="en-GB" sz="2400" b="1" baseline="0" dirty="0"/>
                        <a:t>It is very selfish</a:t>
                      </a:r>
                      <a:r>
                        <a:rPr lang="en-GB" sz="2400" b="0" baseline="0" dirty="0"/>
                        <a:t> because it keeps me awake all night. </a:t>
                      </a:r>
                      <a:r>
                        <a:rPr lang="en-GB" sz="2400" b="1" baseline="0" dirty="0"/>
                        <a:t>Now, </a:t>
                      </a:r>
                      <a:r>
                        <a:rPr lang="en-GB" sz="2400" b="0" baseline="0" dirty="0"/>
                        <a:t>I feel tired all the time. </a:t>
                      </a:r>
                      <a:r>
                        <a:rPr lang="en-GB" sz="2400" b="1" baseline="0" dirty="0"/>
                        <a:t>Fix it for 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dirty="0"/>
                        <a:t>I would like to talk about…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I would be grateful if you could…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I would appreciate your help. 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Unfortunately, it is very frustrating…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As a result…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96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b="1" dirty="0">
                <a:latin typeface="Century Gothic" panose="020B0502020202020204" pitchFamily="34" charset="0"/>
              </a:rPr>
              <a:t>Change the rude phrases to polite phrases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499317"/>
              </p:ext>
            </p:extLst>
          </p:nvPr>
        </p:nvGraphicFramePr>
        <p:xfrm>
          <a:off x="457200" y="1600200"/>
          <a:ext cx="8579296" cy="50691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90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91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400" b="0" baseline="0" dirty="0"/>
                        <a:t> </a:t>
                      </a:r>
                      <a:r>
                        <a:rPr lang="en-GB" sz="2400" b="1" baseline="0" dirty="0"/>
                        <a:t>I would like to talk about </a:t>
                      </a:r>
                      <a:r>
                        <a:rPr lang="en-GB" sz="2400" b="0" baseline="0" dirty="0"/>
                        <a:t>my neighbour who is very noisy. </a:t>
                      </a:r>
                      <a:r>
                        <a:rPr lang="en-GB" sz="2400" b="1" baseline="0" dirty="0"/>
                        <a:t>I would be grateful if you could </a:t>
                      </a:r>
                      <a:r>
                        <a:rPr lang="en-GB" sz="2400" b="0" baseline="0" dirty="0"/>
                        <a:t>tell him to turn down the volume on his TV. </a:t>
                      </a:r>
                      <a:r>
                        <a:rPr lang="en-GB" sz="2400" b="1" baseline="0" dirty="0"/>
                        <a:t>Unfortunately, it is very frustrating</a:t>
                      </a:r>
                      <a:r>
                        <a:rPr lang="en-GB" sz="2400" b="0" baseline="0" dirty="0"/>
                        <a:t> because it keeps me awake all night. </a:t>
                      </a:r>
                      <a:r>
                        <a:rPr lang="en-GB" sz="2400" b="1" baseline="0" dirty="0"/>
                        <a:t>As a result, </a:t>
                      </a:r>
                      <a:r>
                        <a:rPr lang="en-GB" sz="2400" b="0" baseline="0" dirty="0"/>
                        <a:t>I feel tired all the time. </a:t>
                      </a:r>
                      <a:r>
                        <a:rPr lang="en-GB" sz="2400" b="1" baseline="0" dirty="0"/>
                        <a:t>I would appreciate your help.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dirty="0"/>
                        <a:t>I would like to talk about…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I would be grateful if you could…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I would appreciate your help. 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Unfortunately, it is very frustrating…</a:t>
                      </a:r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endParaRPr lang="en-GB" sz="2400" b="0" baseline="0" dirty="0"/>
                    </a:p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GB" sz="2400" b="0" baseline="0" dirty="0"/>
                        <a:t>As a result…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01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18BE-B5A7-4026-867B-AA296184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Ascentis</a:t>
            </a:r>
            <a:r>
              <a:rPr lang="en-GB" dirty="0"/>
              <a:t> L1 S&amp;L Exam Task 2: Role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AD4BB-F5B6-4B01-BD0B-57E86846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You have decided to speak to your councillor about your neighbour. 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First discuss </a:t>
            </a:r>
            <a:r>
              <a:rPr lang="en-GB">
                <a:solidFill>
                  <a:srgbClr val="FF0000"/>
                </a:solidFill>
              </a:rPr>
              <a:t>possible solutions</a:t>
            </a:r>
            <a:r>
              <a:rPr lang="en-GB" dirty="0">
                <a:solidFill>
                  <a:srgbClr val="FF0000"/>
                </a:solidFill>
              </a:rPr>
              <a:t> with your neighbours </a:t>
            </a:r>
            <a:r>
              <a:rPr lang="en-GB" dirty="0"/>
              <a:t>and decide what you are both going to do</a:t>
            </a:r>
            <a:endParaRPr lang="en-US" dirty="0"/>
          </a:p>
          <a:p>
            <a:pPr lvl="1"/>
            <a:r>
              <a:rPr lang="en-GB"/>
              <a:t>Explain the </a:t>
            </a:r>
            <a:r>
              <a:rPr lang="en-GB" dirty="0">
                <a:solidFill>
                  <a:srgbClr val="FF0000"/>
                </a:solidFill>
              </a:rPr>
              <a:t>problem</a:t>
            </a:r>
            <a:r>
              <a:rPr lang="en-GB" dirty="0"/>
              <a:t> to the </a:t>
            </a:r>
            <a:r>
              <a:rPr lang="en-GB"/>
              <a:t>councillor and ask for their help</a:t>
            </a:r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343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04B0C5-A311-4B2A-BDC3-49C0BEB5F564}">
  <ds:schemaRefs>
    <ds:schemaRef ds:uri="http://schemas.microsoft.com/office/2006/metadata/properties"/>
    <ds:schemaRef ds:uri="http://schemas.microsoft.com/office/infopath/2007/PartnerControls"/>
    <ds:schemaRef ds:uri="0b5197e8-b3d5-44fa-9c9e-08a78b475116"/>
    <ds:schemaRef ds:uri="1cf731c3-fdca-4a95-a92a-ea3b14523102"/>
  </ds:schemaRefs>
</ds:datastoreItem>
</file>

<file path=customXml/itemProps2.xml><?xml version="1.0" encoding="utf-8"?>
<ds:datastoreItem xmlns:ds="http://schemas.openxmlformats.org/officeDocument/2006/customXml" ds:itemID="{6FFFDA55-45EE-4544-87A5-766AA62855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8162C7-14A7-45D7-B71B-1D231AA02E62}"/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254</Words>
  <Application>Microsoft Office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Think of…10 things neighbours do that annoy you. </vt:lpstr>
      <vt:lpstr>What would you say? </vt:lpstr>
      <vt:lpstr>Change the rude phrases to polite phrases </vt:lpstr>
      <vt:lpstr>Change the rude phrases to polite phrases </vt:lpstr>
      <vt:lpstr>Ascentis L1 S&amp;L Exam Task 2: Role Play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PSBTLAP077</dc:creator>
  <cp:lastModifiedBy>Victoria Cheung</cp:lastModifiedBy>
  <cp:revision>27</cp:revision>
  <cp:lastPrinted>2016-04-14T13:33:47Z</cp:lastPrinted>
  <dcterms:created xsi:type="dcterms:W3CDTF">2016-04-06T16:56:46Z</dcterms:created>
  <dcterms:modified xsi:type="dcterms:W3CDTF">2025-12-15T11:04:19Z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3191500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