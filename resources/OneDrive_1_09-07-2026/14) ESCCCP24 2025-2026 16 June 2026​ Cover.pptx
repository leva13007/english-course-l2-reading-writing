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7"/>
    <p:sldMasterId id="2147483672" r:id="rId8"/>
    <p:sldMasterId id="2147483685" r:id="rId9"/>
    <p:sldMasterId id="2147483697" r:id="rId10"/>
  </p:sldMasterIdLst>
  <p:sldIdLst>
    <p:sldId id="256" r:id="rId11"/>
    <p:sldId id="260" r:id="rId12"/>
    <p:sldId id="363" r:id="rId13"/>
    <p:sldId id="281" r:id="rId14"/>
    <p:sldId id="2711" r:id="rId15"/>
    <p:sldId id="2717" r:id="rId16"/>
    <p:sldId id="304" r:id="rId17"/>
    <p:sldId id="2719" r:id="rId18"/>
    <p:sldId id="282" r:id="rId19"/>
    <p:sldId id="283" r:id="rId20"/>
    <p:sldId id="284" r:id="rId2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D3FDC3-BD9C-4D0C-BB9F-89A6F8256C5F}" v="16" dt="2026-06-17T08:44:18.3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2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24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viewProps" Target="viewProps.xml"/><Relationship Id="rId10" Type="http://schemas.openxmlformats.org/officeDocument/2006/relationships/slideMaster" Target="slideMasters/slideMaster4.xml"/><Relationship Id="rId19" Type="http://schemas.openxmlformats.org/officeDocument/2006/relationships/slide" Target="slides/slide9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3.xml"/><Relationship Id="rId14" Type="http://schemas.openxmlformats.org/officeDocument/2006/relationships/slide" Target="slides/slide4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FE458F95-B407-415F-983C-9C9526879223}"/>
    <pc:docChg chg="modSld">
      <pc:chgData name="" userId="" providerId="" clId="Web-{FE458F95-B407-415F-983C-9C9526879223}" dt="2026-06-16T11:36:49.324" v="1"/>
      <pc:docMkLst>
        <pc:docMk/>
      </pc:docMkLst>
      <pc:sldChg chg="modSp">
        <pc:chgData name="" userId="" providerId="" clId="Web-{FE458F95-B407-415F-983C-9C9526879223}" dt="2026-06-16T11:36:49.324" v="1"/>
        <pc:sldMkLst>
          <pc:docMk/>
          <pc:sldMk cId="109857222" sldId="256"/>
        </pc:sldMkLst>
        <pc:spChg chg="mod">
          <ac:chgData name="" userId="" providerId="" clId="Web-{FE458F95-B407-415F-983C-9C9526879223}" dt="2026-06-16T11:36:49.324" v="1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ndrew Patterson" userId="S::apatterson@cavc.ac.uk::6c8ffccf-7c1b-4173-8b93-861005bd5f70" providerId="AD" clId="Web-{FE458F95-B407-415F-983C-9C9526879223}"/>
    <pc:docChg chg="modSld">
      <pc:chgData name="Andrew Patterson" userId="S::apatterson@cavc.ac.uk::6c8ffccf-7c1b-4173-8b93-861005bd5f70" providerId="AD" clId="Web-{FE458F95-B407-415F-983C-9C9526879223}" dt="2026-06-16T11:38:07.815" v="7"/>
      <pc:docMkLst>
        <pc:docMk/>
      </pc:docMkLst>
      <pc:sldChg chg="addSp delSp modSp">
        <pc:chgData name="Andrew Patterson" userId="S::apatterson@cavc.ac.uk::6c8ffccf-7c1b-4173-8b93-861005bd5f70" providerId="AD" clId="Web-{FE458F95-B407-415F-983C-9C9526879223}" dt="2026-06-16T11:38:07.815" v="7"/>
        <pc:sldMkLst>
          <pc:docMk/>
          <pc:sldMk cId="109857222" sldId="256"/>
        </pc:sldMkLst>
        <pc:spChg chg="mod">
          <ac:chgData name="Andrew Patterson" userId="S::apatterson@cavc.ac.uk::6c8ffccf-7c1b-4173-8b93-861005bd5f70" providerId="AD" clId="Web-{FE458F95-B407-415F-983C-9C9526879223}" dt="2026-06-16T11:38:03.236" v="6" actId="1076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Andrew Patterson" userId="S::apatterson@cavc.ac.uk::6c8ffccf-7c1b-4173-8b93-861005bd5f70" providerId="AD" clId="Web-{FE458F95-B407-415F-983C-9C9526879223}" dt="2026-06-16T11:37:09.013" v="3"/>
          <ac:spMkLst>
            <pc:docMk/>
            <pc:sldMk cId="109857222" sldId="256"/>
            <ac:spMk id="3" creationId="{00000000-0000-0000-0000-000000000000}"/>
          </ac:spMkLst>
        </pc:spChg>
        <pc:picChg chg="add mod">
          <ac:chgData name="Andrew Patterson" userId="S::apatterson@cavc.ac.uk::6c8ffccf-7c1b-4173-8b93-861005bd5f70" providerId="AD" clId="Web-{FE458F95-B407-415F-983C-9C9526879223}" dt="2026-06-16T11:38:07.815" v="7"/>
          <ac:picMkLst>
            <pc:docMk/>
            <pc:sldMk cId="109857222" sldId="256"/>
            <ac:picMk id="4" creationId="{C1FD9C11-C717-B579-6AE6-8A89719D6670}"/>
          </ac:picMkLst>
        </pc:picChg>
      </pc:sldChg>
    </pc:docChg>
  </pc:docChgLst>
  <pc:docChgLst>
    <pc:chgData name="Andrew Patterson" userId="6c8ffccf-7c1b-4173-8b93-861005bd5f70" providerId="ADAL" clId="{340A04FB-801D-4D33-9372-268FA29A2369}"/>
    <pc:docChg chg="undo custSel addSld delSld modSld sldOrd">
      <pc:chgData name="Andrew Patterson" userId="6c8ffccf-7c1b-4173-8b93-861005bd5f70" providerId="ADAL" clId="{340A04FB-801D-4D33-9372-268FA29A2369}" dt="2026-06-17T15:41:34.611" v="399" actId="47"/>
      <pc:docMkLst>
        <pc:docMk/>
      </pc:docMkLst>
      <pc:sldChg chg="addSp modSp mod">
        <pc:chgData name="Andrew Patterson" userId="6c8ffccf-7c1b-4173-8b93-861005bd5f70" providerId="ADAL" clId="{340A04FB-801D-4D33-9372-268FA29A2369}" dt="2026-06-16T11:43:52.518" v="90" actId="20577"/>
        <pc:sldMkLst>
          <pc:docMk/>
          <pc:sldMk cId="109857222" sldId="256"/>
        </pc:sldMkLst>
        <pc:spChg chg="mod">
          <ac:chgData name="Andrew Patterson" userId="6c8ffccf-7c1b-4173-8b93-861005bd5f70" providerId="ADAL" clId="{340A04FB-801D-4D33-9372-268FA29A2369}" dt="2026-06-16T11:40:06.596" v="18" actId="1076"/>
          <ac:spMkLst>
            <pc:docMk/>
            <pc:sldMk cId="109857222" sldId="256"/>
            <ac:spMk id="2" creationId="{00000000-0000-0000-0000-000000000000}"/>
          </ac:spMkLst>
        </pc:spChg>
        <pc:spChg chg="add mod">
          <ac:chgData name="Andrew Patterson" userId="6c8ffccf-7c1b-4173-8b93-861005bd5f70" providerId="ADAL" clId="{340A04FB-801D-4D33-9372-268FA29A2369}" dt="2026-06-16T11:43:52.518" v="90" actId="20577"/>
          <ac:spMkLst>
            <pc:docMk/>
            <pc:sldMk cId="109857222" sldId="256"/>
            <ac:spMk id="3" creationId="{8972F7DD-9487-66DA-45F0-CA318B81F8B8}"/>
          </ac:spMkLst>
        </pc:spChg>
        <pc:picChg chg="mod">
          <ac:chgData name="Andrew Patterson" userId="6c8ffccf-7c1b-4173-8b93-861005bd5f70" providerId="ADAL" clId="{340A04FB-801D-4D33-9372-268FA29A2369}" dt="2026-06-16T11:39:58.763" v="17" actId="1076"/>
          <ac:picMkLst>
            <pc:docMk/>
            <pc:sldMk cId="109857222" sldId="256"/>
            <ac:picMk id="4" creationId="{C1FD9C11-C717-B579-6AE6-8A89719D6670}"/>
          </ac:picMkLst>
        </pc:picChg>
      </pc:sldChg>
      <pc:sldChg chg="modSp add mod">
        <pc:chgData name="Andrew Patterson" userId="6c8ffccf-7c1b-4173-8b93-861005bd5f70" providerId="ADAL" clId="{340A04FB-801D-4D33-9372-268FA29A2369}" dt="2026-06-16T11:44:28.684" v="94" actId="20577"/>
        <pc:sldMkLst>
          <pc:docMk/>
          <pc:sldMk cId="839210519" sldId="260"/>
        </pc:sldMkLst>
        <pc:spChg chg="mod">
          <ac:chgData name="Andrew Patterson" userId="6c8ffccf-7c1b-4173-8b93-861005bd5f70" providerId="ADAL" clId="{340A04FB-801D-4D33-9372-268FA29A2369}" dt="2026-06-16T11:44:28.684" v="94" actId="20577"/>
          <ac:spMkLst>
            <pc:docMk/>
            <pc:sldMk cId="839210519" sldId="260"/>
            <ac:spMk id="2" creationId="{CB1AD65D-C457-B895-8487-E9BE1F99FCA6}"/>
          </ac:spMkLst>
        </pc:spChg>
      </pc:sldChg>
      <pc:sldChg chg="add">
        <pc:chgData name="Andrew Patterson" userId="6c8ffccf-7c1b-4173-8b93-861005bd5f70" providerId="ADAL" clId="{340A04FB-801D-4D33-9372-268FA29A2369}" dt="2026-06-17T08:35:11.418" v="146"/>
        <pc:sldMkLst>
          <pc:docMk/>
          <pc:sldMk cId="4122186183" sldId="281"/>
        </pc:sldMkLst>
      </pc:sldChg>
      <pc:sldChg chg="add">
        <pc:chgData name="Andrew Patterson" userId="6c8ffccf-7c1b-4173-8b93-861005bd5f70" providerId="ADAL" clId="{340A04FB-801D-4D33-9372-268FA29A2369}" dt="2026-06-17T08:44:18.332" v="363"/>
        <pc:sldMkLst>
          <pc:docMk/>
          <pc:sldMk cId="2566685571" sldId="282"/>
        </pc:sldMkLst>
      </pc:sldChg>
      <pc:sldChg chg="add">
        <pc:chgData name="Andrew Patterson" userId="6c8ffccf-7c1b-4173-8b93-861005bd5f70" providerId="ADAL" clId="{340A04FB-801D-4D33-9372-268FA29A2369}" dt="2026-06-17T08:44:18.332" v="363"/>
        <pc:sldMkLst>
          <pc:docMk/>
          <pc:sldMk cId="3684232140" sldId="283"/>
        </pc:sldMkLst>
      </pc:sldChg>
      <pc:sldChg chg="add">
        <pc:chgData name="Andrew Patterson" userId="6c8ffccf-7c1b-4173-8b93-861005bd5f70" providerId="ADAL" clId="{340A04FB-801D-4D33-9372-268FA29A2369}" dt="2026-06-17T08:44:18.332" v="363"/>
        <pc:sldMkLst>
          <pc:docMk/>
          <pc:sldMk cId="3193128185" sldId="284"/>
        </pc:sldMkLst>
      </pc:sldChg>
      <pc:sldChg chg="modSp add mod ord">
        <pc:chgData name="Andrew Patterson" userId="6c8ffccf-7c1b-4173-8b93-861005bd5f70" providerId="ADAL" clId="{340A04FB-801D-4D33-9372-268FA29A2369}" dt="2026-06-16T11:45:09.657" v="100" actId="20577"/>
        <pc:sldMkLst>
          <pc:docMk/>
          <pc:sldMk cId="2448340053" sldId="304"/>
        </pc:sldMkLst>
        <pc:spChg chg="mod">
          <ac:chgData name="Andrew Patterson" userId="6c8ffccf-7c1b-4173-8b93-861005bd5f70" providerId="ADAL" clId="{340A04FB-801D-4D33-9372-268FA29A2369}" dt="2026-06-16T11:45:09.657" v="100" actId="20577"/>
          <ac:spMkLst>
            <pc:docMk/>
            <pc:sldMk cId="2448340053" sldId="304"/>
            <ac:spMk id="2" creationId="{B6D3E1E0-5008-11DC-7284-1707E751029A}"/>
          </ac:spMkLst>
        </pc:spChg>
      </pc:sldChg>
      <pc:sldChg chg="modSp add mod">
        <pc:chgData name="Andrew Patterson" userId="6c8ffccf-7c1b-4173-8b93-861005bd5f70" providerId="ADAL" clId="{340A04FB-801D-4D33-9372-268FA29A2369}" dt="2026-06-17T08:36:23.243" v="171" actId="1076"/>
        <pc:sldMkLst>
          <pc:docMk/>
          <pc:sldMk cId="1156977069" sldId="363"/>
        </pc:sldMkLst>
        <pc:spChg chg="mod">
          <ac:chgData name="Andrew Patterson" userId="6c8ffccf-7c1b-4173-8b93-861005bd5f70" providerId="ADAL" clId="{340A04FB-801D-4D33-9372-268FA29A2369}" dt="2026-06-17T08:36:23.243" v="171" actId="1076"/>
          <ac:spMkLst>
            <pc:docMk/>
            <pc:sldMk cId="1156977069" sldId="363"/>
            <ac:spMk id="2" creationId="{545A25EC-5A01-879E-5015-4DF68032EAD9}"/>
          </ac:spMkLst>
        </pc:spChg>
      </pc:sldChg>
      <pc:sldChg chg="modSp add mod">
        <pc:chgData name="Andrew Patterson" userId="6c8ffccf-7c1b-4173-8b93-861005bd5f70" providerId="ADAL" clId="{340A04FB-801D-4D33-9372-268FA29A2369}" dt="2026-06-17T15:39:17.307" v="398" actId="20577"/>
        <pc:sldMkLst>
          <pc:docMk/>
          <pc:sldMk cId="3363005254" sldId="2711"/>
        </pc:sldMkLst>
        <pc:spChg chg="mod">
          <ac:chgData name="Andrew Patterson" userId="6c8ffccf-7c1b-4173-8b93-861005bd5f70" providerId="ADAL" clId="{340A04FB-801D-4D33-9372-268FA29A2369}" dt="2026-06-17T15:39:17.307" v="398" actId="20577"/>
          <ac:spMkLst>
            <pc:docMk/>
            <pc:sldMk cId="3363005254" sldId="2711"/>
            <ac:spMk id="2" creationId="{0A72AE03-C535-2B42-5D09-65602ACBF65E}"/>
          </ac:spMkLst>
        </pc:spChg>
      </pc:sldChg>
      <pc:sldChg chg="add del">
        <pc:chgData name="Andrew Patterson" userId="6c8ffccf-7c1b-4173-8b93-861005bd5f70" providerId="ADAL" clId="{340A04FB-801D-4D33-9372-268FA29A2369}" dt="2026-06-16T11:52:19.937" v="113" actId="47"/>
        <pc:sldMkLst>
          <pc:docMk/>
          <pc:sldMk cId="2362423354" sldId="2716"/>
        </pc:sldMkLst>
      </pc:sldChg>
      <pc:sldChg chg="addSp delSp modSp new mod">
        <pc:chgData name="Andrew Patterson" userId="6c8ffccf-7c1b-4173-8b93-861005bd5f70" providerId="ADAL" clId="{340A04FB-801D-4D33-9372-268FA29A2369}" dt="2026-06-17T08:34:18.380" v="142" actId="1076"/>
        <pc:sldMkLst>
          <pc:docMk/>
          <pc:sldMk cId="3519714718" sldId="2717"/>
        </pc:sldMkLst>
        <pc:spChg chg="add del mod">
          <ac:chgData name="Andrew Patterson" userId="6c8ffccf-7c1b-4173-8b93-861005bd5f70" providerId="ADAL" clId="{340A04FB-801D-4D33-9372-268FA29A2369}" dt="2026-06-17T08:33:32.362" v="136" actId="478"/>
          <ac:spMkLst>
            <pc:docMk/>
            <pc:sldMk cId="3519714718" sldId="2717"/>
            <ac:spMk id="3" creationId="{A8F54197-3836-F06F-C144-488954B44F15}"/>
          </ac:spMkLst>
        </pc:spChg>
        <pc:spChg chg="add mod">
          <ac:chgData name="Andrew Patterson" userId="6c8ffccf-7c1b-4173-8b93-861005bd5f70" providerId="ADAL" clId="{340A04FB-801D-4D33-9372-268FA29A2369}" dt="2026-06-17T08:34:18.380" v="142" actId="1076"/>
          <ac:spMkLst>
            <pc:docMk/>
            <pc:sldMk cId="3519714718" sldId="2717"/>
            <ac:spMk id="4" creationId="{EAD867D1-E793-DBF3-0DDF-F191723288BE}"/>
          </ac:spMkLst>
        </pc:spChg>
        <pc:spChg chg="add mod">
          <ac:chgData name="Andrew Patterson" userId="6c8ffccf-7c1b-4173-8b93-861005bd5f70" providerId="ADAL" clId="{340A04FB-801D-4D33-9372-268FA29A2369}" dt="2026-06-17T08:34:18.380" v="142" actId="1076"/>
          <ac:spMkLst>
            <pc:docMk/>
            <pc:sldMk cId="3519714718" sldId="2717"/>
            <ac:spMk id="5" creationId="{E2F934D5-0AA1-63F5-86BE-97BFD400DAE2}"/>
          </ac:spMkLst>
        </pc:spChg>
        <pc:spChg chg="add mod">
          <ac:chgData name="Andrew Patterson" userId="6c8ffccf-7c1b-4173-8b93-861005bd5f70" providerId="ADAL" clId="{340A04FB-801D-4D33-9372-268FA29A2369}" dt="2026-06-17T08:34:18.380" v="142" actId="1076"/>
          <ac:spMkLst>
            <pc:docMk/>
            <pc:sldMk cId="3519714718" sldId="2717"/>
            <ac:spMk id="7" creationId="{34D97023-AA3B-F3C5-FE1D-7E77641A4C27}"/>
          </ac:spMkLst>
        </pc:spChg>
      </pc:sldChg>
      <pc:sldChg chg="addSp modSp new del mod">
        <pc:chgData name="Andrew Patterson" userId="6c8ffccf-7c1b-4173-8b93-861005bd5f70" providerId="ADAL" clId="{340A04FB-801D-4D33-9372-268FA29A2369}" dt="2026-06-17T15:41:34.611" v="399" actId="47"/>
        <pc:sldMkLst>
          <pc:docMk/>
          <pc:sldMk cId="1919806531" sldId="2718"/>
        </pc:sldMkLst>
        <pc:picChg chg="add mod">
          <ac:chgData name="Andrew Patterson" userId="6c8ffccf-7c1b-4173-8b93-861005bd5f70" providerId="ADAL" clId="{340A04FB-801D-4D33-9372-268FA29A2369}" dt="2026-06-16T19:06:55.523" v="132" actId="1076"/>
          <ac:picMkLst>
            <pc:docMk/>
            <pc:sldMk cId="1919806531" sldId="2718"/>
            <ac:picMk id="3" creationId="{389DBC95-B841-3C21-B60B-D530F7807961}"/>
          </ac:picMkLst>
        </pc:picChg>
      </pc:sldChg>
      <pc:sldChg chg="delSp modSp add mod ord">
        <pc:chgData name="Andrew Patterson" userId="6c8ffccf-7c1b-4173-8b93-861005bd5f70" providerId="ADAL" clId="{340A04FB-801D-4D33-9372-268FA29A2369}" dt="2026-06-17T08:44:44.240" v="366" actId="20577"/>
        <pc:sldMkLst>
          <pc:docMk/>
          <pc:sldMk cId="1304681503" sldId="2719"/>
        </pc:sldMkLst>
        <pc:spChg chg="mod">
          <ac:chgData name="Andrew Patterson" userId="6c8ffccf-7c1b-4173-8b93-861005bd5f70" providerId="ADAL" clId="{340A04FB-801D-4D33-9372-268FA29A2369}" dt="2026-06-17T08:44:44.240" v="366" actId="20577"/>
          <ac:spMkLst>
            <pc:docMk/>
            <pc:sldMk cId="1304681503" sldId="2719"/>
            <ac:spMk id="4" creationId="{3EA6A893-6C07-C1DB-8BC5-2FFA8F211B44}"/>
          </ac:spMkLst>
        </pc:spChg>
        <pc:spChg chg="del">
          <ac:chgData name="Andrew Patterson" userId="6c8ffccf-7c1b-4173-8b93-861005bd5f70" providerId="ADAL" clId="{340A04FB-801D-4D33-9372-268FA29A2369}" dt="2026-06-17T08:38:19.270" v="185" actId="478"/>
          <ac:spMkLst>
            <pc:docMk/>
            <pc:sldMk cId="1304681503" sldId="2719"/>
            <ac:spMk id="5" creationId="{7416E1E2-2BDD-2B0D-4C0D-B46E539A7D02}"/>
          </ac:spMkLst>
        </pc:spChg>
        <pc:spChg chg="del">
          <ac:chgData name="Andrew Patterson" userId="6c8ffccf-7c1b-4173-8b93-861005bd5f70" providerId="ADAL" clId="{340A04FB-801D-4D33-9372-268FA29A2369}" dt="2026-06-17T08:40:24.309" v="293" actId="478"/>
          <ac:spMkLst>
            <pc:docMk/>
            <pc:sldMk cId="1304681503" sldId="2719"/>
            <ac:spMk id="7" creationId="{E34CA2FE-7B02-89DD-6F91-4F6672C9C1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3378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1918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060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955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78720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3640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448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93138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7506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168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08316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90916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4479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17012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28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1348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6432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5646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0805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1294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2124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6443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6292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6012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1785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3714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9822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2642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0701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0765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588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6550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25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705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7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575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67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p:/s/Section_ESCCCP24_2025_2026/IQAV2cYvIoU7Q6_lGTXulGe0AUPWW5H3B1Kbo93z_0Y8n4M?e=T7M5Sh" TargetMode="External"/><Relationship Id="rId2" Type="http://schemas.openxmlformats.org/officeDocument/2006/relationships/hyperlink" Target="https://thecardiffandvalecollege.sharepoint.com/:w:/s/Section_ESCCCP24_2025_2026/IQDx76MlbBaARo-kXWSUnhMjAejla2R6yGkVv7zR8gMrGYg?e=nEuTIH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thecardiffandvalecollege.sharepoint.com/:b:/s/Section_ESCCCP24_2025_2026/IQBT49Ld_sulSL0i_gUiyXgHAZAzGD58vItos0yBssS9eDM?e=0VMVmA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p:/s/Section_ESCCCP24_2025_2026/IQAV2cYvIoU7Q6_lGTXulGe0AUPWW5H3B1Kbo93z_0Y8n4M?e=eDtKc8" TargetMode="External"/><Relationship Id="rId2" Type="http://schemas.openxmlformats.org/officeDocument/2006/relationships/hyperlink" Target="https://thecardiffandvalecollege.sharepoint.com/:w:/s/Section_ESCCCP24_2025_2026/IQBpCOoocIMuRKQnBVscRml7AdG5kVK1Bw09AIxNTNeM84g?e=cJgLSR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thecardiffandvalecollege.sharepoint.com/:p:/s/Section_ESCCCP24_2025_2026/IQC63oNJedY8QKM7IX62ISAPARvSYBcx6tJY2Xz5SqBTK-A?e=OXFU8e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w:/s/Section_ESCCCP24_2025_2026/IQBpCOoocIMuRKQnBVscRml7AdG5kVK1Bw09AIxNTNeM84g?e=cJgLSR" TargetMode="External"/><Relationship Id="rId2" Type="http://schemas.openxmlformats.org/officeDocument/2006/relationships/hyperlink" Target="https://thecardiffandvalecollege.sharepoint.com/:p:/s/Section_ESCCCP24_2025_2026/IQC63oNJedY8QKM7IX62ISAPARvSYBcx6tJY2Xz5SqBTK-A?e=OXFU8e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thecardiffandvalecollege.sharepoint.com/:b:/s/Section_ESCCCP24_2025_2026/IQBT49Ld_sulSL0i_gUiyXgHAZAzGD58vItos0yBssS9eDM?e=0VMVmA" TargetMode="External"/><Relationship Id="rId4" Type="http://schemas.openxmlformats.org/officeDocument/2006/relationships/hyperlink" Target="https://thecardiffandvalecollege.sharepoint.com/:p:/s/Section_ESCCCP24_2025_2026/IQAV2cYvIoU7Q6_lGTXulGe0AUPWW5H3B1Kbo93z_0Y8n4M?e=eDtKc8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410741"/>
            <a:ext cx="9144000" cy="2387600"/>
          </a:xfrm>
        </p:spPr>
        <p:txBody>
          <a:bodyPr/>
          <a:lstStyle/>
          <a:p>
            <a:r>
              <a:rPr lang="en-GB"/>
              <a:t>14) ESCCCP24 2025-2026 16 June 2026</a:t>
            </a:r>
            <a:endParaRPr lang="en-US"/>
          </a:p>
        </p:txBody>
      </p:sp>
      <p:pic>
        <p:nvPicPr>
          <p:cNvPr id="4" name="Picture 3" descr="A cartoon of a person with a badge&#10;&#10;AI-generated content may be incorrect.">
            <a:extLst>
              <a:ext uri="{FF2B5EF4-FFF2-40B4-BE49-F238E27FC236}">
                <a16:creationId xmlns:a16="http://schemas.microsoft.com/office/drawing/2014/main" id="{C1FD9C11-C717-B579-6AE6-8A89719D6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012" y="0"/>
            <a:ext cx="2933241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72F7DD-9487-66DA-45F0-CA318B81F8B8}"/>
              </a:ext>
            </a:extLst>
          </p:cNvPr>
          <p:cNvSpPr txBox="1"/>
          <p:nvPr/>
        </p:nvSpPr>
        <p:spPr>
          <a:xfrm>
            <a:off x="959370" y="4212236"/>
            <a:ext cx="65956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>
                <a:latin typeface="Aptos" panose="020B0004020202020204" pitchFamily="34" charset="0"/>
              </a:rPr>
              <a:t>Andrew Patterson covering for Gözde.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1AD65D-C457-B895-8487-E9BE1F99FCA6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Tue 16 June 2026</a:t>
            </a:r>
          </a:p>
        </p:txBody>
      </p:sp>
    </p:spTree>
    <p:extLst>
      <p:ext uri="{BB962C8B-B14F-4D97-AF65-F5344CB8AC3E}">
        <p14:creationId xmlns:p14="http://schemas.microsoft.com/office/powerpoint/2010/main" val="83921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5A25EC-5A01-879E-5015-4DF68032EAD9}"/>
              </a:ext>
            </a:extLst>
          </p:cNvPr>
          <p:cNvSpPr txBox="1"/>
          <p:nvPr/>
        </p:nvSpPr>
        <p:spPr>
          <a:xfrm>
            <a:off x="507635" y="1443841"/>
            <a:ext cx="1117672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Work from 11 June 2026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Using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2"/>
              </a:rPr>
              <a:t>LEVEL 2 PROGRESS TEST 2 – Term 3 2026 ANSWER KEY.docx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, we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looked at some of the more common issues from the progress test.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Using 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3"/>
              </a:rPr>
              <a:t>Plus FCE Opinion Piece.pptx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, and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4"/>
              </a:rPr>
              <a:t>06)</a:t>
            </a:r>
            <a:r>
              <a:rPr kumimoji="0" lang="en-GB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4"/>
              </a:rPr>
              <a:t>PlusFCE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4"/>
              </a:rPr>
              <a:t> Discursive Essay_pp74-78.pdf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, we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learnt to write an essay.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Homework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Ex 2a see next slide.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4"/>
              </a:rPr>
              <a:t>06)</a:t>
            </a:r>
            <a:r>
              <a:rPr kumimoji="0" lang="en-GB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4"/>
              </a:rPr>
              <a:t>PlusFCE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4"/>
              </a:rPr>
              <a:t> Discursive Essay_pp74-78.pdf</a:t>
            </a:r>
            <a:endParaRPr kumimoji="0" lang="en-GB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977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187CDF-E535-3761-B739-A07473B04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84" y="481263"/>
            <a:ext cx="11389895" cy="575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186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15BFA-8C83-784F-F9CD-9D2E5038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72AE03-C535-2B42-5D09-65602ACBF65E}"/>
              </a:ext>
            </a:extLst>
          </p:cNvPr>
          <p:cNvSpPr txBox="1"/>
          <p:nvPr/>
        </p:nvSpPr>
        <p:spPr>
          <a:xfrm>
            <a:off x="1775358" y="2127454"/>
            <a:ext cx="844731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Integrated Skills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17:45-20:45</a:t>
            </a:r>
          </a:p>
        </p:txBody>
      </p:sp>
    </p:spTree>
    <p:extLst>
      <p:ext uri="{BB962C8B-B14F-4D97-AF65-F5344CB8AC3E}">
        <p14:creationId xmlns:p14="http://schemas.microsoft.com/office/powerpoint/2010/main" val="3363005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F934D5-0AA1-63F5-86BE-97BFD400DAE2}"/>
              </a:ext>
            </a:extLst>
          </p:cNvPr>
          <p:cNvSpPr txBox="1"/>
          <p:nvPr/>
        </p:nvSpPr>
        <p:spPr>
          <a:xfrm>
            <a:off x="2623345" y="2876351"/>
            <a:ext cx="58124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>
                <a:hlinkClick r:id="rId2"/>
              </a:rPr>
              <a:t>B2_16_tenses_worksheet.docx</a:t>
            </a:r>
            <a:endParaRPr lang="en-GB" sz="3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D97023-AA3B-F3C5-FE1D-7E77641A4C27}"/>
              </a:ext>
            </a:extLst>
          </p:cNvPr>
          <p:cNvSpPr txBox="1"/>
          <p:nvPr/>
        </p:nvSpPr>
        <p:spPr>
          <a:xfrm>
            <a:off x="2625845" y="3742073"/>
            <a:ext cx="6093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hlinkClick r:id="rId3"/>
              </a:rPr>
              <a:t>Plus FCE Opinion Piece.pptx</a:t>
            </a:r>
            <a:endParaRPr lang="en-GB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867D1-E793-DBF3-0DDF-F191723288BE}"/>
              </a:ext>
            </a:extLst>
          </p:cNvPr>
          <p:cNvSpPr txBox="1"/>
          <p:nvPr/>
        </p:nvSpPr>
        <p:spPr>
          <a:xfrm>
            <a:off x="2623345" y="201062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hlinkClick r:id="rId4"/>
              </a:rPr>
              <a:t>16_tenses_lesson.pptx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519714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4688B-F75D-ADA8-E29C-3FF689834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D3E1E0-5008-11DC-7284-1707E751029A}"/>
              </a:ext>
            </a:extLst>
          </p:cNvPr>
          <p:cNvSpPr txBox="1"/>
          <p:nvPr/>
        </p:nvSpPr>
        <p:spPr>
          <a:xfrm>
            <a:off x="0" y="1247375"/>
            <a:ext cx="12192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Check-out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Tue 16 June 2026</a:t>
            </a:r>
          </a:p>
        </p:txBody>
      </p:sp>
    </p:spTree>
    <p:extLst>
      <p:ext uri="{BB962C8B-B14F-4D97-AF65-F5344CB8AC3E}">
        <p14:creationId xmlns:p14="http://schemas.microsoft.com/office/powerpoint/2010/main" val="2448340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8106-7E4A-A037-76BA-50BDE5F2F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A6A893-6C07-C1DB-8BC5-2FFA8F211B44}"/>
              </a:ext>
            </a:extLst>
          </p:cNvPr>
          <p:cNvSpPr txBox="1"/>
          <p:nvPr/>
        </p:nvSpPr>
        <p:spPr>
          <a:xfrm>
            <a:off x="1656577" y="674400"/>
            <a:ext cx="887884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prstClr val="black"/>
                </a:solidFill>
              </a:rPr>
              <a:t>Using </a:t>
            </a:r>
            <a:r>
              <a:rPr lang="en-GB" sz="3200" dirty="0">
                <a:hlinkClick r:id="rId2"/>
              </a:rPr>
              <a:t>16_tenses_lesson.pptx</a:t>
            </a:r>
            <a:r>
              <a:rPr lang="en-GB" sz="3200" dirty="0"/>
              <a:t> and </a:t>
            </a:r>
            <a:r>
              <a:rPr lang="en-GB" sz="3200" dirty="0">
                <a:hlinkClick r:id="rId3"/>
              </a:rPr>
              <a:t>B2_16_tenses_worksheet.docx</a:t>
            </a:r>
            <a:r>
              <a:rPr lang="en-GB" sz="3200" dirty="0">
                <a:solidFill>
                  <a:prstClr val="black"/>
                </a:solidFill>
              </a:rPr>
              <a:t>, we</a:t>
            </a:r>
          </a:p>
          <a:p>
            <a:r>
              <a:rPr lang="en-GB" sz="3200" dirty="0">
                <a:solidFill>
                  <a:prstClr val="black"/>
                </a:solidFill>
              </a:rPr>
              <a:t>Learnt the 16 tenses in English plus the imperative, and</a:t>
            </a:r>
          </a:p>
          <a:p>
            <a:r>
              <a:rPr lang="en-GB" sz="3200" dirty="0">
                <a:solidFill>
                  <a:prstClr val="black"/>
                </a:solidFill>
              </a:rPr>
              <a:t>Practiced making the passive</a:t>
            </a:r>
          </a:p>
          <a:p>
            <a:r>
              <a:rPr lang="en-GB" sz="3200" dirty="0">
                <a:solidFill>
                  <a:prstClr val="black"/>
                </a:solidFill>
              </a:rPr>
              <a:t>Using </a:t>
            </a:r>
            <a:r>
              <a:rPr lang="en-GB" sz="3200" dirty="0">
                <a:hlinkClick r:id="rId4"/>
              </a:rPr>
              <a:t>Plus FCE Opinion Piece.pptx</a:t>
            </a:r>
            <a:r>
              <a:rPr lang="en-GB" sz="3200" dirty="0">
                <a:solidFill>
                  <a:prstClr val="black"/>
                </a:solidFill>
              </a:rPr>
              <a:t> and </a:t>
            </a:r>
            <a:r>
              <a:rPr lang="en-GB" sz="3200" dirty="0">
                <a:solidFill>
                  <a:prstClr val="black"/>
                </a:solidFill>
                <a:hlinkClick r:id="rId5"/>
              </a:rPr>
              <a:t>06)</a:t>
            </a:r>
            <a:r>
              <a:rPr lang="en-GB" sz="3200" dirty="0" err="1">
                <a:solidFill>
                  <a:prstClr val="black"/>
                </a:solidFill>
                <a:hlinkClick r:id="rId5"/>
              </a:rPr>
              <a:t>PlusFCE</a:t>
            </a:r>
            <a:r>
              <a:rPr lang="en-GB" sz="3200" dirty="0">
                <a:solidFill>
                  <a:prstClr val="black"/>
                </a:solidFill>
                <a:hlinkClick r:id="rId5"/>
              </a:rPr>
              <a:t> Discursive Essay_pp74-78.pdf</a:t>
            </a:r>
            <a:r>
              <a:rPr lang="en-GB" sz="3200" dirty="0">
                <a:solidFill>
                  <a:prstClr val="black"/>
                </a:solidFill>
              </a:rPr>
              <a:t>, we</a:t>
            </a:r>
          </a:p>
          <a:p>
            <a:r>
              <a:rPr lang="en-GB" sz="3200" dirty="0">
                <a:solidFill>
                  <a:prstClr val="black"/>
                </a:solidFill>
              </a:rPr>
              <a:t>Started p. 78 Ex 3. </a:t>
            </a:r>
          </a:p>
          <a:p>
            <a:r>
              <a:rPr lang="en-GB" sz="3200" u="sng" dirty="0">
                <a:solidFill>
                  <a:prstClr val="black"/>
                </a:solidFill>
              </a:rPr>
              <a:t>Homework</a:t>
            </a:r>
          </a:p>
          <a:p>
            <a:r>
              <a:rPr lang="en-GB" sz="3200" dirty="0">
                <a:solidFill>
                  <a:prstClr val="black"/>
                </a:solidFill>
                <a:hlinkClick r:id="rId5"/>
              </a:rPr>
              <a:t>06)</a:t>
            </a:r>
            <a:r>
              <a:rPr lang="en-GB" sz="3200" dirty="0" err="1">
                <a:solidFill>
                  <a:prstClr val="black"/>
                </a:solidFill>
                <a:hlinkClick r:id="rId5"/>
              </a:rPr>
              <a:t>PlusFCE</a:t>
            </a:r>
            <a:r>
              <a:rPr lang="en-GB" sz="3200" dirty="0">
                <a:solidFill>
                  <a:prstClr val="black"/>
                </a:solidFill>
                <a:hlinkClick r:id="rId5"/>
              </a:rPr>
              <a:t> Discursive Essay_pp74-78.pdf</a:t>
            </a:r>
            <a:endParaRPr lang="en-GB" sz="3200" dirty="0">
              <a:solidFill>
                <a:prstClr val="black"/>
              </a:solidFill>
            </a:endParaRPr>
          </a:p>
          <a:p>
            <a:r>
              <a:rPr lang="en-GB" sz="3200" dirty="0">
                <a:solidFill>
                  <a:prstClr val="black"/>
                </a:solidFill>
              </a:rPr>
              <a:t>p. 78 Ex 3. See </a:t>
            </a:r>
            <a:r>
              <a:rPr lang="en-GB" sz="3200">
                <a:solidFill>
                  <a:prstClr val="black"/>
                </a:solidFill>
              </a:rPr>
              <a:t>next 3 slides.</a:t>
            </a:r>
            <a:endParaRPr lang="en-GB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681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1BEFA7-FCC6-AE68-44C2-6F441741C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68" y="418238"/>
            <a:ext cx="10812379" cy="602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685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48C4B6-1F4F-80F5-4507-EC5BC53B4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42" y="1073901"/>
            <a:ext cx="11550316" cy="524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232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642C49-C174-089B-DE31-33FCC62FA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79" y="2342832"/>
            <a:ext cx="10684042" cy="217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28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SCC1P05 2025-2026 Class PowerPoint Template" id="{F58FAF5F-5C02-4A36-BBBE-708991514D85}" vid="{06B0B8DE-CAF2-47FC-91F8-BBC73CB6C2F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6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8BD6D2-12F3-4072-80E4-977AA47BA765}">
  <ds:schemaRefs>
    <ds:schemaRef ds:uri="31635c7e-3a11-4128-b6ca-f17fd774e46d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F85BB2A-1358-4D8F-8A20-A8167ABD0B68}">
  <ds:schemaRefs>
    <ds:schemaRef ds:uri="31635c7e-3a11-4128-b6ca-f17fd774e4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14C3C53-9E59-4510-9AD4-FE861A504F4F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F421EA20-2F4C-4477-AA96-F02628658EED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55D8D981-E1EC-40FB-822C-5DFAA81C4C06}">
  <ds:schemaRefs>
    <ds:schemaRef ds:uri="http://purl.org/dc/terms/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31635c7e-3a11-4128-b6ca-f17fd774e46d"/>
    <ds:schemaRef ds:uri="http://www.w3.org/XML/1998/namespace"/>
  </ds:schemaRefs>
</ds:datastoreItem>
</file>

<file path=customXml/itemProps6.xml><?xml version="1.0" encoding="utf-8"?>
<ds:datastoreItem xmlns:ds="http://schemas.openxmlformats.org/officeDocument/2006/customXml" ds:itemID="{7198D708-171E-4EF4-A58E-6C6FC767C0BD}">
  <ds:schemaRefs>
    <ds:schemaRef ds:uri="31635c7e-3a11-4128-b6ca-f17fd774e4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203</Words>
  <Application>Microsoft Office PowerPoint</Application>
  <PresentationFormat>Widescreen</PresentationFormat>
  <Paragraphs>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Tw Cen MT Condensed Extra Bold</vt:lpstr>
      <vt:lpstr>office theme</vt:lpstr>
      <vt:lpstr>1_office theme</vt:lpstr>
      <vt:lpstr>2_office theme</vt:lpstr>
      <vt:lpstr>3_office theme</vt:lpstr>
      <vt:lpstr>14) ESCCCP24 2025-2026 16 June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Patterson</cp:lastModifiedBy>
  <cp:revision>1</cp:revision>
  <dcterms:created xsi:type="dcterms:W3CDTF">2026-06-16T11:36:41Z</dcterms:created>
  <dcterms:modified xsi:type="dcterms:W3CDTF">2026-06-17T15:41:45Z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</Properties>
</file>