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7"/>
  </p:sldMasterIdLst>
  <p:notesMasterIdLst>
    <p:notesMasterId r:id="rId22"/>
  </p:notesMasterIdLst>
  <p:sldIdLst>
    <p:sldId id="256" r:id="rId8"/>
    <p:sldId id="257" r:id="rId9"/>
    <p:sldId id="258" r:id="rId10"/>
    <p:sldId id="259" r:id="rId11"/>
    <p:sldId id="260" r:id="rId12"/>
    <p:sldId id="261" r:id="rId13"/>
    <p:sldId id="269" r:id="rId14"/>
    <p:sldId id="262" r:id="rId15"/>
    <p:sldId id="263" r:id="rId16"/>
    <p:sldId id="264" r:id="rId17"/>
    <p:sldId id="265" r:id="rId18"/>
    <p:sldId id="266" r:id="rId19"/>
    <p:sldId id="267" r:id="rId20"/>
    <p:sldId id="268" r:id="rId2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3A11D-4C95-4603-BB65-4FA0A46E3B0F}" v="211" dt="2026-04-23T17:40:56.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4" d="100"/>
          <a:sy n="64" d="100"/>
        </p:scale>
        <p:origin x="7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1.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S::apatterson@cavc.ac.uk::6c8ffccf-7c1b-4173-8b93-861005bd5f70" providerId="AD" clId="Web-{4BE743C5-8A47-4DD6-931F-4945DA08C319}"/>
    <pc:docChg chg="modSld">
      <pc:chgData name="Andrew Patterson" userId="S::apatterson@cavc.ac.uk::6c8ffccf-7c1b-4173-8b93-861005bd5f70" providerId="AD" clId="Web-{4BE743C5-8A47-4DD6-931F-4945DA08C319}" dt="2026-04-22T11:05:14.631" v="31" actId="20577"/>
      <pc:docMkLst>
        <pc:docMk/>
      </pc:docMkLst>
      <pc:sldChg chg="modSp">
        <pc:chgData name="Andrew Patterson" userId="S::apatterson@cavc.ac.uk::6c8ffccf-7c1b-4173-8b93-861005bd5f70" providerId="AD" clId="Web-{4BE743C5-8A47-4DD6-931F-4945DA08C319}" dt="2026-04-22T11:05:14.631" v="31" actId="20577"/>
        <pc:sldMkLst>
          <pc:docMk/>
          <pc:sldMk cId="109857222" sldId="256"/>
        </pc:sldMkLst>
        <pc:spChg chg="mod">
          <ac:chgData name="Andrew Patterson" userId="S::apatterson@cavc.ac.uk::6c8ffccf-7c1b-4173-8b93-861005bd5f70" providerId="AD" clId="Web-{4BE743C5-8A47-4DD6-931F-4945DA08C319}" dt="2026-04-22T11:05:04.818" v="27" actId="20577"/>
          <ac:spMkLst>
            <pc:docMk/>
            <pc:sldMk cId="109857222" sldId="256"/>
            <ac:spMk id="2" creationId="{00000000-0000-0000-0000-000000000000}"/>
          </ac:spMkLst>
        </pc:spChg>
        <pc:spChg chg="mod">
          <ac:chgData name="Andrew Patterson" userId="S::apatterson@cavc.ac.uk::6c8ffccf-7c1b-4173-8b93-861005bd5f70" providerId="AD" clId="Web-{4BE743C5-8A47-4DD6-931F-4945DA08C319}" dt="2026-04-22T11:05:14.631" v="31" actId="20577"/>
          <ac:spMkLst>
            <pc:docMk/>
            <pc:sldMk cId="109857222" sldId="256"/>
            <ac:spMk id="3" creationId="{00000000-0000-0000-0000-000000000000}"/>
          </ac:spMkLst>
        </pc:spChg>
      </pc:sldChg>
    </pc:docChg>
  </pc:docChgLst>
  <pc:docChgLst>
    <pc:chgData clId="Web-{4BE743C5-8A47-4DD6-931F-4945DA08C319}"/>
    <pc:docChg chg="modSld">
      <pc:chgData name="" userId="" providerId="" clId="Web-{4BE743C5-8A47-4DD6-931F-4945DA08C319}" dt="2026-04-22T11:03:44.615" v="2"/>
      <pc:docMkLst>
        <pc:docMk/>
      </pc:docMkLst>
      <pc:sldChg chg="addSp delSp modSp">
        <pc:chgData name="" userId="" providerId="" clId="Web-{4BE743C5-8A47-4DD6-931F-4945DA08C319}" dt="2026-04-22T11:03:44.615" v="2"/>
        <pc:sldMkLst>
          <pc:docMk/>
          <pc:sldMk cId="109857222" sldId="256"/>
        </pc:sldMkLst>
        <pc:spChg chg="add del mod">
          <ac:chgData name="" userId="" providerId="" clId="Web-{4BE743C5-8A47-4DD6-931F-4945DA08C319}" dt="2026-04-22T11:03:44.615" v="2"/>
          <ac:spMkLst>
            <pc:docMk/>
            <pc:sldMk cId="109857222" sldId="256"/>
            <ac:spMk id="4" creationId="{5785C962-70F7-D49D-AE74-C809ACA85BB9}"/>
          </ac:spMkLst>
        </pc:spChg>
      </pc:sldChg>
    </pc:docChg>
  </pc:docChgLst>
  <pc:docChgLst>
    <pc:chgData name="Andrew Patterson" userId="6c8ffccf-7c1b-4173-8b93-861005bd5f70" providerId="ADAL" clId="{340A04FB-801D-4D33-9372-268FA29A2369}"/>
    <pc:docChg chg="custSel addSld modSld">
      <pc:chgData name="Andrew Patterson" userId="6c8ffccf-7c1b-4173-8b93-861005bd5f70" providerId="ADAL" clId="{340A04FB-801D-4D33-9372-268FA29A2369}" dt="2026-04-23T17:40:56.490" v="1207" actId="255"/>
      <pc:docMkLst>
        <pc:docMk/>
      </pc:docMkLst>
      <pc:sldChg chg="addSp delSp modSp new mod">
        <pc:chgData name="Andrew Patterson" userId="6c8ffccf-7c1b-4173-8b93-861005bd5f70" providerId="ADAL" clId="{340A04FB-801D-4D33-9372-268FA29A2369}" dt="2026-04-22T15:56:25.703" v="1169" actId="1076"/>
        <pc:sldMkLst>
          <pc:docMk/>
          <pc:sldMk cId="2604306812" sldId="257"/>
        </pc:sldMkLst>
        <pc:spChg chg="add mod ord">
          <ac:chgData name="Andrew Patterson" userId="6c8ffccf-7c1b-4173-8b93-861005bd5f70" providerId="ADAL" clId="{340A04FB-801D-4D33-9372-268FA29A2369}" dt="2026-04-22T15:56:22.394" v="1168" actId="1076"/>
          <ac:spMkLst>
            <pc:docMk/>
            <pc:sldMk cId="2604306812" sldId="257"/>
            <ac:spMk id="4" creationId="{B069C608-1844-FEB8-CF95-57785F7AB549}"/>
          </ac:spMkLst>
        </pc:spChg>
        <pc:spChg chg="add mod">
          <ac:chgData name="Andrew Patterson" userId="6c8ffccf-7c1b-4173-8b93-861005bd5f70" providerId="ADAL" clId="{340A04FB-801D-4D33-9372-268FA29A2369}" dt="2026-04-22T15:56:25.703" v="1169" actId="1076"/>
          <ac:spMkLst>
            <pc:docMk/>
            <pc:sldMk cId="2604306812" sldId="257"/>
            <ac:spMk id="6" creationId="{4A39C8AF-137C-134F-A5DD-DA90D69F637E}"/>
          </ac:spMkLst>
        </pc:spChg>
        <pc:picChg chg="add del mod">
          <ac:chgData name="Andrew Patterson" userId="6c8ffccf-7c1b-4173-8b93-861005bd5f70" providerId="ADAL" clId="{340A04FB-801D-4D33-9372-268FA29A2369}" dt="2026-04-22T14:56:18.869" v="442" actId="478"/>
          <ac:picMkLst>
            <pc:docMk/>
            <pc:sldMk cId="2604306812" sldId="257"/>
            <ac:picMk id="3" creationId="{65E735AA-D907-2895-0A02-9E23D34E677C}"/>
          </ac:picMkLst>
        </pc:picChg>
        <pc:picChg chg="add mod">
          <ac:chgData name="Andrew Patterson" userId="6c8ffccf-7c1b-4173-8b93-861005bd5f70" providerId="ADAL" clId="{340A04FB-801D-4D33-9372-268FA29A2369}" dt="2026-04-22T15:56:09.380" v="1165" actId="1076"/>
          <ac:picMkLst>
            <pc:docMk/>
            <pc:sldMk cId="2604306812" sldId="257"/>
            <ac:picMk id="2050" creationId="{1315092C-AE9F-FB07-B1FE-3F8C51D9AAC7}"/>
          </ac:picMkLst>
        </pc:picChg>
      </pc:sldChg>
      <pc:sldChg chg="addSp modSp new mod">
        <pc:chgData name="Andrew Patterson" userId="6c8ffccf-7c1b-4173-8b93-861005bd5f70" providerId="ADAL" clId="{340A04FB-801D-4D33-9372-268FA29A2369}" dt="2026-04-22T11:08:17.895" v="19" actId="14100"/>
        <pc:sldMkLst>
          <pc:docMk/>
          <pc:sldMk cId="14235684" sldId="258"/>
        </pc:sldMkLst>
        <pc:picChg chg="add mod">
          <ac:chgData name="Andrew Patterson" userId="6c8ffccf-7c1b-4173-8b93-861005bd5f70" providerId="ADAL" clId="{340A04FB-801D-4D33-9372-268FA29A2369}" dt="2026-04-22T11:08:17.895" v="19" actId="14100"/>
          <ac:picMkLst>
            <pc:docMk/>
            <pc:sldMk cId="14235684" sldId="258"/>
            <ac:picMk id="3" creationId="{06253642-05AE-8010-5B19-7E24585C5290}"/>
          </ac:picMkLst>
        </pc:picChg>
      </pc:sldChg>
      <pc:sldChg chg="addSp modSp new mod">
        <pc:chgData name="Andrew Patterson" userId="6c8ffccf-7c1b-4173-8b93-861005bd5f70" providerId="ADAL" clId="{340A04FB-801D-4D33-9372-268FA29A2369}" dt="2026-04-22T11:09:15.526" v="25" actId="1076"/>
        <pc:sldMkLst>
          <pc:docMk/>
          <pc:sldMk cId="462882417" sldId="259"/>
        </pc:sldMkLst>
        <pc:picChg chg="add mod">
          <ac:chgData name="Andrew Patterson" userId="6c8ffccf-7c1b-4173-8b93-861005bd5f70" providerId="ADAL" clId="{340A04FB-801D-4D33-9372-268FA29A2369}" dt="2026-04-22T11:09:15.526" v="25" actId="1076"/>
          <ac:picMkLst>
            <pc:docMk/>
            <pc:sldMk cId="462882417" sldId="259"/>
            <ac:picMk id="3" creationId="{A554D903-F204-D67C-71A2-8E751AB452A4}"/>
          </ac:picMkLst>
        </pc:picChg>
      </pc:sldChg>
      <pc:sldChg chg="addSp delSp modSp new mod">
        <pc:chgData name="Andrew Patterson" userId="6c8ffccf-7c1b-4173-8b93-861005bd5f70" providerId="ADAL" clId="{340A04FB-801D-4D33-9372-268FA29A2369}" dt="2026-04-22T15:05:42.538" v="556" actId="1076"/>
        <pc:sldMkLst>
          <pc:docMk/>
          <pc:sldMk cId="1114284931" sldId="260"/>
        </pc:sldMkLst>
        <pc:spChg chg="add del mod">
          <ac:chgData name="Andrew Patterson" userId="6c8ffccf-7c1b-4173-8b93-861005bd5f70" providerId="ADAL" clId="{340A04FB-801D-4D33-9372-268FA29A2369}" dt="2026-04-22T15:03:38.233" v="516" actId="478"/>
          <ac:spMkLst>
            <pc:docMk/>
            <pc:sldMk cId="1114284931" sldId="260"/>
            <ac:spMk id="10" creationId="{00D14717-C7AF-4914-14A9-DBBB40C3C160}"/>
          </ac:spMkLst>
        </pc:spChg>
        <pc:picChg chg="add del mod">
          <ac:chgData name="Andrew Patterson" userId="6c8ffccf-7c1b-4173-8b93-861005bd5f70" providerId="ADAL" clId="{340A04FB-801D-4D33-9372-268FA29A2369}" dt="2026-04-22T15:03:57.192" v="523" actId="478"/>
          <ac:picMkLst>
            <pc:docMk/>
            <pc:sldMk cId="1114284931" sldId="260"/>
            <ac:picMk id="3" creationId="{36924244-BC35-FDF5-87AF-ECBFAA4EC500}"/>
          </ac:picMkLst>
        </pc:picChg>
        <pc:picChg chg="add mod">
          <ac:chgData name="Andrew Patterson" userId="6c8ffccf-7c1b-4173-8b93-861005bd5f70" providerId="ADAL" clId="{340A04FB-801D-4D33-9372-268FA29A2369}" dt="2026-04-22T15:05:42.538" v="556" actId="1076"/>
          <ac:picMkLst>
            <pc:docMk/>
            <pc:sldMk cId="1114284931" sldId="260"/>
            <ac:picMk id="5" creationId="{28004B46-D02A-9D78-0D17-45B003B226CF}"/>
          </ac:picMkLst>
        </pc:picChg>
        <pc:picChg chg="add del mod">
          <ac:chgData name="Andrew Patterson" userId="6c8ffccf-7c1b-4173-8b93-861005bd5f70" providerId="ADAL" clId="{340A04FB-801D-4D33-9372-268FA29A2369}" dt="2026-04-22T15:04:53.135" v="537" actId="478"/>
          <ac:picMkLst>
            <pc:docMk/>
            <pc:sldMk cId="1114284931" sldId="260"/>
            <ac:picMk id="7" creationId="{D2254C4C-4766-F980-1BD4-AD2C7403E9B8}"/>
          </ac:picMkLst>
        </pc:picChg>
        <pc:picChg chg="add mod">
          <ac:chgData name="Andrew Patterson" userId="6c8ffccf-7c1b-4173-8b93-861005bd5f70" providerId="ADAL" clId="{340A04FB-801D-4D33-9372-268FA29A2369}" dt="2026-04-22T15:05:37.821" v="555" actId="1076"/>
          <ac:picMkLst>
            <pc:docMk/>
            <pc:sldMk cId="1114284931" sldId="260"/>
            <ac:picMk id="9" creationId="{D93CB000-7E8E-88A1-1FF9-DBAB4D0AC810}"/>
          </ac:picMkLst>
        </pc:picChg>
        <pc:picChg chg="add mod">
          <ac:chgData name="Andrew Patterson" userId="6c8ffccf-7c1b-4173-8b93-861005bd5f70" providerId="ADAL" clId="{340A04FB-801D-4D33-9372-268FA29A2369}" dt="2026-04-22T15:05:33.356" v="554" actId="1076"/>
          <ac:picMkLst>
            <pc:docMk/>
            <pc:sldMk cId="1114284931" sldId="260"/>
            <ac:picMk id="3074" creationId="{2CB64DD7-0CC2-BA7F-CD66-CBE8AC7026F4}"/>
          </ac:picMkLst>
        </pc:picChg>
        <pc:picChg chg="add mod">
          <ac:chgData name="Andrew Patterson" userId="6c8ffccf-7c1b-4173-8b93-861005bd5f70" providerId="ADAL" clId="{340A04FB-801D-4D33-9372-268FA29A2369}" dt="2026-04-22T15:05:31.473" v="553" actId="1076"/>
          <ac:picMkLst>
            <pc:docMk/>
            <pc:sldMk cId="1114284931" sldId="260"/>
            <ac:picMk id="3076" creationId="{04B2453D-FE75-D4C0-D631-31D9D187FEF2}"/>
          </ac:picMkLst>
        </pc:picChg>
      </pc:sldChg>
      <pc:sldChg chg="addSp delSp modSp new mod modAnim">
        <pc:chgData name="Andrew Patterson" userId="6c8ffccf-7c1b-4173-8b93-861005bd5f70" providerId="ADAL" clId="{340A04FB-801D-4D33-9372-268FA29A2369}" dt="2026-04-22T15:28:14.359" v="862"/>
        <pc:sldMkLst>
          <pc:docMk/>
          <pc:sldMk cId="863174299" sldId="261"/>
        </pc:sldMkLst>
        <pc:spChg chg="add mod">
          <ac:chgData name="Andrew Patterson" userId="6c8ffccf-7c1b-4173-8b93-861005bd5f70" providerId="ADAL" clId="{340A04FB-801D-4D33-9372-268FA29A2369}" dt="2026-04-22T15:27:57.784" v="859" actId="20577"/>
          <ac:spMkLst>
            <pc:docMk/>
            <pc:sldMk cId="863174299" sldId="261"/>
            <ac:spMk id="3" creationId="{9732E322-BCB0-29DF-E88A-0853D0518ABC}"/>
          </ac:spMkLst>
        </pc:spChg>
        <pc:spChg chg="add mod">
          <ac:chgData name="Andrew Patterson" userId="6c8ffccf-7c1b-4173-8b93-861005bd5f70" providerId="ADAL" clId="{340A04FB-801D-4D33-9372-268FA29A2369}" dt="2026-04-22T15:26:28.927" v="798" actId="1038"/>
          <ac:spMkLst>
            <pc:docMk/>
            <pc:sldMk cId="863174299" sldId="261"/>
            <ac:spMk id="6" creationId="{17B89457-154E-F121-3AF0-2276DB022676}"/>
          </ac:spMkLst>
        </pc:spChg>
        <pc:spChg chg="add del mod">
          <ac:chgData name="Andrew Patterson" userId="6c8ffccf-7c1b-4173-8b93-861005bd5f70" providerId="ADAL" clId="{340A04FB-801D-4D33-9372-268FA29A2369}" dt="2026-04-22T15:25:59.082" v="787" actId="478"/>
          <ac:spMkLst>
            <pc:docMk/>
            <pc:sldMk cId="863174299" sldId="261"/>
            <ac:spMk id="7" creationId="{380825F3-B3AD-A612-1923-1A6C18EA344A}"/>
          </ac:spMkLst>
        </pc:spChg>
        <pc:spChg chg="add mod">
          <ac:chgData name="Andrew Patterson" userId="6c8ffccf-7c1b-4173-8b93-861005bd5f70" providerId="ADAL" clId="{340A04FB-801D-4D33-9372-268FA29A2369}" dt="2026-04-22T15:27:35.255" v="844" actId="1076"/>
          <ac:spMkLst>
            <pc:docMk/>
            <pc:sldMk cId="863174299" sldId="261"/>
            <ac:spMk id="8" creationId="{3793E316-3F4E-0923-E46B-5CB80860269E}"/>
          </ac:spMkLst>
        </pc:spChg>
        <pc:spChg chg="add mod">
          <ac:chgData name="Andrew Patterson" userId="6c8ffccf-7c1b-4173-8b93-861005bd5f70" providerId="ADAL" clId="{340A04FB-801D-4D33-9372-268FA29A2369}" dt="2026-04-22T15:28:09.793" v="861" actId="14100"/>
          <ac:spMkLst>
            <pc:docMk/>
            <pc:sldMk cId="863174299" sldId="261"/>
            <ac:spMk id="9" creationId="{E3F66BA6-4093-C2C2-3963-6781C0CE5551}"/>
          </ac:spMkLst>
        </pc:spChg>
        <pc:graphicFrameChg chg="add mod">
          <ac:chgData name="Andrew Patterson" userId="6c8ffccf-7c1b-4173-8b93-861005bd5f70" providerId="ADAL" clId="{340A04FB-801D-4D33-9372-268FA29A2369}" dt="2026-04-22T15:22:57.921" v="777"/>
          <ac:graphicFrameMkLst>
            <pc:docMk/>
            <pc:sldMk cId="863174299" sldId="261"/>
            <ac:graphicFrameMk id="4" creationId="{4065031B-CA28-46A5-1190-BA09C0D6C09C}"/>
          </ac:graphicFrameMkLst>
        </pc:graphicFrameChg>
      </pc:sldChg>
      <pc:sldChg chg="addSp delSp modSp new mod delAnim modAnim">
        <pc:chgData name="Andrew Patterson" userId="6c8ffccf-7c1b-4173-8b93-861005bd5f70" providerId="ADAL" clId="{340A04FB-801D-4D33-9372-268FA29A2369}" dt="2026-04-22T15:52:16.436" v="1129" actId="20577"/>
        <pc:sldMkLst>
          <pc:docMk/>
          <pc:sldMk cId="1182545083" sldId="262"/>
        </pc:sldMkLst>
        <pc:spChg chg="add">
          <ac:chgData name="Andrew Patterson" userId="6c8ffccf-7c1b-4173-8b93-861005bd5f70" providerId="ADAL" clId="{340A04FB-801D-4D33-9372-268FA29A2369}" dt="2026-04-22T11:29:14.401" v="73"/>
          <ac:spMkLst>
            <pc:docMk/>
            <pc:sldMk cId="1182545083" sldId="262"/>
            <ac:spMk id="2" creationId="{B2BE8D53-70D8-4CCF-F779-7B3979D788E7}"/>
          </ac:spMkLst>
        </pc:spChg>
        <pc:spChg chg="add mod">
          <ac:chgData name="Andrew Patterson" userId="6c8ffccf-7c1b-4173-8b93-861005bd5f70" providerId="ADAL" clId="{340A04FB-801D-4D33-9372-268FA29A2369}" dt="2026-04-22T15:52:16.436" v="1129" actId="20577"/>
          <ac:spMkLst>
            <pc:docMk/>
            <pc:sldMk cId="1182545083" sldId="262"/>
            <ac:spMk id="4" creationId="{B3A67806-86CD-97DF-2392-05E64DCDB4A2}"/>
          </ac:spMkLst>
        </pc:spChg>
        <pc:spChg chg="add mod">
          <ac:chgData name="Andrew Patterson" userId="6c8ffccf-7c1b-4173-8b93-861005bd5f70" providerId="ADAL" clId="{340A04FB-801D-4D33-9372-268FA29A2369}" dt="2026-04-22T15:44:41.112" v="1013" actId="1035"/>
          <ac:spMkLst>
            <pc:docMk/>
            <pc:sldMk cId="1182545083" sldId="262"/>
            <ac:spMk id="6" creationId="{A4EDCE6D-0A6C-1F61-3DBD-81E37472C5DF}"/>
          </ac:spMkLst>
        </pc:spChg>
        <pc:spChg chg="add mod">
          <ac:chgData name="Andrew Patterson" userId="6c8ffccf-7c1b-4173-8b93-861005bd5f70" providerId="ADAL" clId="{340A04FB-801D-4D33-9372-268FA29A2369}" dt="2026-04-22T15:44:09.839" v="1002"/>
          <ac:spMkLst>
            <pc:docMk/>
            <pc:sldMk cId="1182545083" sldId="262"/>
            <ac:spMk id="7" creationId="{75F26726-AEF7-9C69-23BF-C746473197A9}"/>
          </ac:spMkLst>
        </pc:spChg>
        <pc:spChg chg="add mod">
          <ac:chgData name="Andrew Patterson" userId="6c8ffccf-7c1b-4173-8b93-861005bd5f70" providerId="ADAL" clId="{340A04FB-801D-4D33-9372-268FA29A2369}" dt="2026-04-22T15:51:32.859" v="1094" actId="1076"/>
          <ac:spMkLst>
            <pc:docMk/>
            <pc:sldMk cId="1182545083" sldId="262"/>
            <ac:spMk id="8" creationId="{BACDE642-1223-0F02-8AD5-0B178CC48C75}"/>
          </ac:spMkLst>
        </pc:spChg>
        <pc:spChg chg="add mod">
          <ac:chgData name="Andrew Patterson" userId="6c8ffccf-7c1b-4173-8b93-861005bd5f70" providerId="ADAL" clId="{340A04FB-801D-4D33-9372-268FA29A2369}" dt="2026-04-22T15:52:09.933" v="1119" actId="1076"/>
          <ac:spMkLst>
            <pc:docMk/>
            <pc:sldMk cId="1182545083" sldId="262"/>
            <ac:spMk id="9" creationId="{4ADE4B16-FAB3-973E-4C64-BCCB5881049D}"/>
          </ac:spMkLst>
        </pc:spChg>
        <pc:spChg chg="add mod">
          <ac:chgData name="Andrew Patterson" userId="6c8ffccf-7c1b-4173-8b93-861005bd5f70" providerId="ADAL" clId="{340A04FB-801D-4D33-9372-268FA29A2369}" dt="2026-04-22T15:47:50.066" v="1057" actId="1076"/>
          <ac:spMkLst>
            <pc:docMk/>
            <pc:sldMk cId="1182545083" sldId="262"/>
            <ac:spMk id="10" creationId="{2DCC53D5-310E-871C-33DF-0FBAB1DDD9B6}"/>
          </ac:spMkLst>
        </pc:spChg>
        <pc:spChg chg="add mod">
          <ac:chgData name="Andrew Patterson" userId="6c8ffccf-7c1b-4173-8b93-861005bd5f70" providerId="ADAL" clId="{340A04FB-801D-4D33-9372-268FA29A2369}" dt="2026-04-22T15:49:02.207" v="1068" actId="14100"/>
          <ac:spMkLst>
            <pc:docMk/>
            <pc:sldMk cId="1182545083" sldId="262"/>
            <ac:spMk id="11" creationId="{15EECE13-4AA7-CD21-65EF-C4C7DB89651E}"/>
          </ac:spMkLst>
        </pc:spChg>
        <pc:spChg chg="add mod">
          <ac:chgData name="Andrew Patterson" userId="6c8ffccf-7c1b-4173-8b93-861005bd5f70" providerId="ADAL" clId="{340A04FB-801D-4D33-9372-268FA29A2369}" dt="2026-04-22T15:49:51.434" v="1082" actId="1076"/>
          <ac:spMkLst>
            <pc:docMk/>
            <pc:sldMk cId="1182545083" sldId="262"/>
            <ac:spMk id="12" creationId="{0FCBB321-BB9E-E7E7-E559-4F82FE6051B2}"/>
          </ac:spMkLst>
        </pc:spChg>
        <pc:spChg chg="add del mod">
          <ac:chgData name="Andrew Patterson" userId="6c8ffccf-7c1b-4173-8b93-861005bd5f70" providerId="ADAL" clId="{340A04FB-801D-4D33-9372-268FA29A2369}" dt="2026-04-22T15:50:08.841" v="1085" actId="478"/>
          <ac:spMkLst>
            <pc:docMk/>
            <pc:sldMk cId="1182545083" sldId="262"/>
            <ac:spMk id="13" creationId="{C5432181-27C5-4165-691A-DC17A365198D}"/>
          </ac:spMkLst>
        </pc:spChg>
      </pc:sldChg>
      <pc:sldChg chg="addSp delSp modSp new mod modAnim">
        <pc:chgData name="Andrew Patterson" userId="6c8ffccf-7c1b-4173-8b93-861005bd5f70" providerId="ADAL" clId="{340A04FB-801D-4D33-9372-268FA29A2369}" dt="2026-04-22T15:53:30.187" v="1151"/>
        <pc:sldMkLst>
          <pc:docMk/>
          <pc:sldMk cId="3551166176" sldId="263"/>
        </pc:sldMkLst>
        <pc:spChg chg="add mod">
          <ac:chgData name="Andrew Patterson" userId="6c8ffccf-7c1b-4173-8b93-861005bd5f70" providerId="ADAL" clId="{340A04FB-801D-4D33-9372-268FA29A2369}" dt="2026-04-22T15:53:19.617" v="1149" actId="20577"/>
          <ac:spMkLst>
            <pc:docMk/>
            <pc:sldMk cId="3551166176" sldId="263"/>
            <ac:spMk id="3" creationId="{50D9EABC-AD5A-A6FF-AE9C-DAC2935DFFA2}"/>
          </ac:spMkLst>
        </pc:spChg>
        <pc:spChg chg="add del mod">
          <ac:chgData name="Andrew Patterson" userId="6c8ffccf-7c1b-4173-8b93-861005bd5f70" providerId="ADAL" clId="{340A04FB-801D-4D33-9372-268FA29A2369}" dt="2026-04-22T15:11:33.609" v="588" actId="478"/>
          <ac:spMkLst>
            <pc:docMk/>
            <pc:sldMk cId="3551166176" sldId="263"/>
            <ac:spMk id="4" creationId="{BB8642EB-733F-4F3D-89FB-3BEB440DEA94}"/>
          </ac:spMkLst>
        </pc:spChg>
        <pc:spChg chg="add del mod">
          <ac:chgData name="Andrew Patterson" userId="6c8ffccf-7c1b-4173-8b93-861005bd5f70" providerId="ADAL" clId="{340A04FB-801D-4D33-9372-268FA29A2369}" dt="2026-04-22T15:52:57.479" v="1132" actId="478"/>
          <ac:spMkLst>
            <pc:docMk/>
            <pc:sldMk cId="3551166176" sldId="263"/>
            <ac:spMk id="6" creationId="{02107B10-F3A3-E5D7-81CB-06540330688B}"/>
          </ac:spMkLst>
        </pc:spChg>
        <pc:spChg chg="add mod">
          <ac:chgData name="Andrew Patterson" userId="6c8ffccf-7c1b-4173-8b93-861005bd5f70" providerId="ADAL" clId="{340A04FB-801D-4D33-9372-268FA29A2369}" dt="2026-04-22T15:53:26.373" v="1150" actId="1076"/>
          <ac:spMkLst>
            <pc:docMk/>
            <pc:sldMk cId="3551166176" sldId="263"/>
            <ac:spMk id="8" creationId="{BA28E1C4-AC06-9E96-D3A9-BEE392FBA9D6}"/>
          </ac:spMkLst>
        </pc:spChg>
      </pc:sldChg>
      <pc:sldChg chg="new">
        <pc:chgData name="Andrew Patterson" userId="6c8ffccf-7c1b-4173-8b93-861005bd5f70" providerId="ADAL" clId="{340A04FB-801D-4D33-9372-268FA29A2369}" dt="2026-04-22T11:05:34.643" v="7" actId="680"/>
        <pc:sldMkLst>
          <pc:docMk/>
          <pc:sldMk cId="2360219180" sldId="264"/>
        </pc:sldMkLst>
      </pc:sldChg>
      <pc:sldChg chg="new">
        <pc:chgData name="Andrew Patterson" userId="6c8ffccf-7c1b-4173-8b93-861005bd5f70" providerId="ADAL" clId="{340A04FB-801D-4D33-9372-268FA29A2369}" dt="2026-04-22T11:05:35.048" v="8" actId="680"/>
        <pc:sldMkLst>
          <pc:docMk/>
          <pc:sldMk cId="965729818" sldId="265"/>
        </pc:sldMkLst>
      </pc:sldChg>
      <pc:sldChg chg="new">
        <pc:chgData name="Andrew Patterson" userId="6c8ffccf-7c1b-4173-8b93-861005bd5f70" providerId="ADAL" clId="{340A04FB-801D-4D33-9372-268FA29A2369}" dt="2026-04-22T11:05:35.432" v="9" actId="680"/>
        <pc:sldMkLst>
          <pc:docMk/>
          <pc:sldMk cId="2518954188" sldId="266"/>
        </pc:sldMkLst>
      </pc:sldChg>
      <pc:sldChg chg="new">
        <pc:chgData name="Andrew Patterson" userId="6c8ffccf-7c1b-4173-8b93-861005bd5f70" providerId="ADAL" clId="{340A04FB-801D-4D33-9372-268FA29A2369}" dt="2026-04-22T11:05:35.878" v="10" actId="680"/>
        <pc:sldMkLst>
          <pc:docMk/>
          <pc:sldMk cId="3274328689" sldId="267"/>
        </pc:sldMkLst>
      </pc:sldChg>
      <pc:sldChg chg="new">
        <pc:chgData name="Andrew Patterson" userId="6c8ffccf-7c1b-4173-8b93-861005bd5f70" providerId="ADAL" clId="{340A04FB-801D-4D33-9372-268FA29A2369}" dt="2026-04-22T11:05:37.584" v="11" actId="680"/>
        <pc:sldMkLst>
          <pc:docMk/>
          <pc:sldMk cId="2056889424" sldId="268"/>
        </pc:sldMkLst>
      </pc:sldChg>
      <pc:sldChg chg="addSp delSp modSp add mod delAnim modAnim">
        <pc:chgData name="Andrew Patterson" userId="6c8ffccf-7c1b-4173-8b93-861005bd5f70" providerId="ADAL" clId="{340A04FB-801D-4D33-9372-268FA29A2369}" dt="2026-04-23T17:40:56.490" v="1207" actId="255"/>
        <pc:sldMkLst>
          <pc:docMk/>
          <pc:sldMk cId="3143686755" sldId="269"/>
        </pc:sldMkLst>
        <pc:spChg chg="mod">
          <ac:chgData name="Andrew Patterson" userId="6c8ffccf-7c1b-4173-8b93-861005bd5f70" providerId="ADAL" clId="{340A04FB-801D-4D33-9372-268FA29A2369}" dt="2026-04-22T15:37:45.146" v="992" actId="20577"/>
          <ac:spMkLst>
            <pc:docMk/>
            <pc:sldMk cId="3143686755" sldId="269"/>
            <ac:spMk id="3" creationId="{8FBDF7A5-02F0-89BC-5F53-B9D745F4F8F2}"/>
          </ac:spMkLst>
        </pc:spChg>
        <pc:spChg chg="add mod">
          <ac:chgData name="Andrew Patterson" userId="6c8ffccf-7c1b-4173-8b93-861005bd5f70" providerId="ADAL" clId="{340A04FB-801D-4D33-9372-268FA29A2369}" dt="2026-04-23T17:40:56.490" v="1207" actId="255"/>
          <ac:spMkLst>
            <pc:docMk/>
            <pc:sldMk cId="3143686755" sldId="269"/>
            <ac:spMk id="4" creationId="{9027C7C1-5496-968F-C142-4CC08E0C1AE2}"/>
          </ac:spMkLst>
        </pc:spChg>
        <pc:spChg chg="add del mod">
          <ac:chgData name="Andrew Patterson" userId="6c8ffccf-7c1b-4173-8b93-861005bd5f70" providerId="ADAL" clId="{340A04FB-801D-4D33-9372-268FA29A2369}" dt="2026-04-22T15:33:37.561" v="927" actId="478"/>
          <ac:spMkLst>
            <pc:docMk/>
            <pc:sldMk cId="3143686755" sldId="269"/>
            <ac:spMk id="5" creationId="{2E9A471E-B89F-7EC3-BD23-397760F8CCBF}"/>
          </ac:spMkLst>
        </pc:spChg>
        <pc:spChg chg="add mod">
          <ac:chgData name="Andrew Patterson" userId="6c8ffccf-7c1b-4173-8b93-861005bd5f70" providerId="ADAL" clId="{340A04FB-801D-4D33-9372-268FA29A2369}" dt="2026-04-22T15:34:28.763" v="950" actId="1076"/>
          <ac:spMkLst>
            <pc:docMk/>
            <pc:sldMk cId="3143686755" sldId="269"/>
            <ac:spMk id="6" creationId="{1E236EB0-F924-6BED-B0D5-CADADAD994D0}"/>
          </ac:spMkLst>
        </pc:spChg>
        <pc:spChg chg="add mod">
          <ac:chgData name="Andrew Patterson" userId="6c8ffccf-7c1b-4173-8b93-861005bd5f70" providerId="ADAL" clId="{340A04FB-801D-4D33-9372-268FA29A2369}" dt="2026-04-22T15:37:17.564" v="974" actId="1035"/>
          <ac:spMkLst>
            <pc:docMk/>
            <pc:sldMk cId="3143686755" sldId="269"/>
            <ac:spMk id="8" creationId="{5D3DA1F7-E112-B309-82AB-FA6F312DDB8E}"/>
          </ac:spMkLst>
        </pc:spChg>
        <pc:spChg chg="add mod">
          <ac:chgData name="Andrew Patterson" userId="6c8ffccf-7c1b-4173-8b93-861005bd5f70" providerId="ADAL" clId="{340A04FB-801D-4D33-9372-268FA29A2369}" dt="2026-04-22T15:37:41.730" v="989" actId="1076"/>
          <ac:spMkLst>
            <pc:docMk/>
            <pc:sldMk cId="3143686755" sldId="269"/>
            <ac:spMk id="9" creationId="{444E97CA-2578-91B6-7185-A184EFA0F4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0D97E-568C-4FC4-8E8A-3E517F7132DF}" type="datetimeFigureOut">
              <a:rPr lang="en-GB" smtClean="0"/>
              <a:t>23/04/2026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4052E-2B45-4F04-8A6A-E9D4EC99BF44}" type="slidenum">
              <a:rPr lang="en-GB" smtClean="0"/>
              <a:t>‹#›</a:t>
            </a:fld>
            <a:endParaRPr lang="en-GB"/>
          </a:p>
        </p:txBody>
      </p:sp>
    </p:spTree>
    <p:extLst>
      <p:ext uri="{BB962C8B-B14F-4D97-AF65-F5344CB8AC3E}">
        <p14:creationId xmlns:p14="http://schemas.microsoft.com/office/powerpoint/2010/main" val="2342051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B04052E-2B45-4F04-8A6A-E9D4EC99BF44}" type="slidenum">
              <a:rPr lang="en-GB" smtClean="0"/>
              <a:t>3</a:t>
            </a:fld>
            <a:endParaRPr lang="en-GB"/>
          </a:p>
        </p:txBody>
      </p:sp>
    </p:spTree>
    <p:extLst>
      <p:ext uri="{BB962C8B-B14F-4D97-AF65-F5344CB8AC3E}">
        <p14:creationId xmlns:p14="http://schemas.microsoft.com/office/powerpoint/2010/main" val="2587726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23/04/2026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23/04/2026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23/04/2026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23/04/2026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ea typeface="+mj-lt"/>
                <a:cs typeface="+mj-lt"/>
              </a:rPr>
              <a:t>Cutting </a:t>
            </a:r>
            <a:r>
              <a:rPr lang="en-GB">
                <a:ea typeface="+mj-lt"/>
                <a:cs typeface="+mj-lt"/>
              </a:rPr>
              <a:t>Edge</a:t>
            </a:r>
            <a:r>
              <a:rPr lang="en-GB" dirty="0">
                <a:ea typeface="+mj-lt"/>
                <a:cs typeface="+mj-lt"/>
              </a:rPr>
              <a:t> Advanced</a:t>
            </a:r>
            <a:br>
              <a:rPr lang="en-GB" dirty="0">
                <a:ea typeface="+mj-lt"/>
                <a:cs typeface="+mj-lt"/>
              </a:rPr>
            </a:br>
            <a:r>
              <a:rPr lang="en-GB" dirty="0">
                <a:ea typeface="+mj-lt"/>
                <a:cs typeface="+mj-lt"/>
              </a:rPr>
              <a:t> Workbook Module 1 p.24-25 </a:t>
            </a:r>
          </a:p>
        </p:txBody>
      </p:sp>
      <p:sp>
        <p:nvSpPr>
          <p:cNvPr id="3" name="Subtitle 2"/>
          <p:cNvSpPr>
            <a:spLocks noGrp="1"/>
          </p:cNvSpPr>
          <p:nvPr>
            <p:ph type="subTitle" idx="1"/>
          </p:nvPr>
        </p:nvSpPr>
        <p:spPr/>
        <p:txBody>
          <a:bodyPr vert="horz" lIns="91440" tIns="45720" rIns="91440" bIns="45720" rtlCol="0" anchor="t">
            <a:normAutofit/>
          </a:bodyPr>
          <a:lstStyle/>
          <a:p>
            <a:r>
              <a:rPr lang="en-GB" sz="5400" dirty="0">
                <a:latin typeface="Aptos Display"/>
              </a:rPr>
              <a:t>Writing a music review</a:t>
            </a:r>
          </a:p>
          <a:p>
            <a:endParaRPr lang="en-GB"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069C608-1844-FEB8-CF95-57785F7AB549}"/>
              </a:ext>
            </a:extLst>
          </p:cNvPr>
          <p:cNvSpPr/>
          <p:nvPr/>
        </p:nvSpPr>
        <p:spPr>
          <a:xfrm>
            <a:off x="799432" y="1328344"/>
            <a:ext cx="6680023" cy="32876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200" dirty="0">
                <a:solidFill>
                  <a:schemeClr val="tx1"/>
                </a:solidFill>
              </a:rPr>
              <a:t>Smokey Robinson was one of the leading American songwriters of the 1960s, known for the clever wordplay of his lyrics. One of his most famous songs, is </a:t>
            </a:r>
            <a:r>
              <a:rPr lang="en-GB" sz="3200" i="1" dirty="0">
                <a:solidFill>
                  <a:schemeClr val="tx1"/>
                </a:solidFill>
              </a:rPr>
              <a:t>The tears of a clown, o</a:t>
            </a:r>
            <a:r>
              <a:rPr lang="en-GB" sz="3200" dirty="0">
                <a:solidFill>
                  <a:schemeClr val="tx1"/>
                </a:solidFill>
              </a:rPr>
              <a:t>riginally a hit in 1967.</a:t>
            </a:r>
            <a:r>
              <a:rPr lang="en-GB" dirty="0"/>
              <a:t>1967.</a:t>
            </a:r>
          </a:p>
        </p:txBody>
      </p:sp>
      <p:pic>
        <p:nvPicPr>
          <p:cNvPr id="2050" name="Picture 2" descr="Smokey Robinson's birthday celebration">
            <a:extLst>
              <a:ext uri="{FF2B5EF4-FFF2-40B4-BE49-F238E27FC236}">
                <a16:creationId xmlns:a16="http://schemas.microsoft.com/office/drawing/2014/main" id="{1315092C-AE9F-FB07-B1FE-3F8C51D9AA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756" t="5293" r="18826" b="25490"/>
          <a:stretch>
            <a:fillRect/>
          </a:stretch>
        </p:blipFill>
        <p:spPr bwMode="auto">
          <a:xfrm>
            <a:off x="7809875" y="1094563"/>
            <a:ext cx="4122297" cy="4116929"/>
          </a:xfrm>
          <a:prstGeom prst="flowChartAlternateProcess">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A39C8AF-137C-134F-A5DD-DA90D69F637E}"/>
              </a:ext>
            </a:extLst>
          </p:cNvPr>
          <p:cNvSpPr txBox="1"/>
          <p:nvPr/>
        </p:nvSpPr>
        <p:spPr>
          <a:xfrm>
            <a:off x="1092693" y="4703660"/>
            <a:ext cx="6093500" cy="1015663"/>
          </a:xfrm>
          <a:prstGeom prst="rect">
            <a:avLst/>
          </a:prstGeom>
          <a:noFill/>
        </p:spPr>
        <p:txBody>
          <a:bodyPr wrap="square">
            <a:spAutoFit/>
          </a:bodyPr>
          <a:lstStyle/>
          <a:p>
            <a:r>
              <a:rPr lang="en-GB" sz="6000" dirty="0">
                <a:latin typeface="Aptos Display"/>
              </a:rPr>
              <a:t>Writing </a:t>
            </a:r>
            <a:r>
              <a:rPr lang="en-GB" sz="4000" dirty="0">
                <a:latin typeface="Aptos Display"/>
              </a:rPr>
              <a:t>a music review</a:t>
            </a:r>
          </a:p>
        </p:txBody>
      </p:sp>
    </p:spTree>
    <p:extLst>
      <p:ext uri="{BB962C8B-B14F-4D97-AF65-F5344CB8AC3E}">
        <p14:creationId xmlns:p14="http://schemas.microsoft.com/office/powerpoint/2010/main" val="2604306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253642-05AE-8010-5B19-7E24585C5290}"/>
              </a:ext>
            </a:extLst>
          </p:cNvPr>
          <p:cNvPicPr>
            <a:picLocks noChangeAspect="1"/>
          </p:cNvPicPr>
          <p:nvPr/>
        </p:nvPicPr>
        <p:blipFill>
          <a:blip r:embed="rId3"/>
          <a:stretch>
            <a:fillRect/>
          </a:stretch>
        </p:blipFill>
        <p:spPr>
          <a:xfrm>
            <a:off x="335683" y="2320174"/>
            <a:ext cx="11520634" cy="2217653"/>
          </a:xfrm>
          <a:prstGeom prst="rect">
            <a:avLst/>
          </a:prstGeom>
        </p:spPr>
      </p:pic>
    </p:spTree>
    <p:extLst>
      <p:ext uri="{BB962C8B-B14F-4D97-AF65-F5344CB8AC3E}">
        <p14:creationId xmlns:p14="http://schemas.microsoft.com/office/powerpoint/2010/main" val="14235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54D903-F204-D67C-71A2-8E751AB452A4}"/>
              </a:ext>
            </a:extLst>
          </p:cNvPr>
          <p:cNvPicPr>
            <a:picLocks noChangeAspect="1"/>
          </p:cNvPicPr>
          <p:nvPr/>
        </p:nvPicPr>
        <p:blipFill>
          <a:blip r:embed="rId2"/>
          <a:stretch>
            <a:fillRect/>
          </a:stretch>
        </p:blipFill>
        <p:spPr>
          <a:xfrm>
            <a:off x="1024182" y="436627"/>
            <a:ext cx="10143636" cy="5984745"/>
          </a:xfrm>
          <a:prstGeom prst="rect">
            <a:avLst/>
          </a:prstGeom>
        </p:spPr>
      </p:pic>
    </p:spTree>
    <p:extLst>
      <p:ext uri="{BB962C8B-B14F-4D97-AF65-F5344CB8AC3E}">
        <p14:creationId xmlns:p14="http://schemas.microsoft.com/office/powerpoint/2010/main" val="462882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004B46-D02A-9D78-0D17-45B003B226CF}"/>
              </a:ext>
            </a:extLst>
          </p:cNvPr>
          <p:cNvPicPr>
            <a:picLocks noChangeAspect="1"/>
          </p:cNvPicPr>
          <p:nvPr/>
        </p:nvPicPr>
        <p:blipFill>
          <a:blip r:embed="rId2"/>
          <a:stretch>
            <a:fillRect/>
          </a:stretch>
        </p:blipFill>
        <p:spPr>
          <a:xfrm>
            <a:off x="308682" y="630013"/>
            <a:ext cx="7186863" cy="1195898"/>
          </a:xfrm>
          <a:prstGeom prst="rect">
            <a:avLst/>
          </a:prstGeom>
        </p:spPr>
      </p:pic>
      <p:pic>
        <p:nvPicPr>
          <p:cNvPr id="9" name="Picture 8">
            <a:extLst>
              <a:ext uri="{FF2B5EF4-FFF2-40B4-BE49-F238E27FC236}">
                <a16:creationId xmlns:a16="http://schemas.microsoft.com/office/drawing/2014/main" id="{D93CB000-7E8E-88A1-1FF9-DBAB4D0AC810}"/>
              </a:ext>
            </a:extLst>
          </p:cNvPr>
          <p:cNvPicPr>
            <a:picLocks noChangeAspect="1"/>
          </p:cNvPicPr>
          <p:nvPr/>
        </p:nvPicPr>
        <p:blipFill>
          <a:blip r:embed="rId3"/>
          <a:stretch>
            <a:fillRect/>
          </a:stretch>
        </p:blipFill>
        <p:spPr>
          <a:xfrm>
            <a:off x="8070764" y="336884"/>
            <a:ext cx="4121236" cy="1782157"/>
          </a:xfrm>
          <a:prstGeom prst="rect">
            <a:avLst/>
          </a:prstGeom>
        </p:spPr>
      </p:pic>
      <p:pic>
        <p:nvPicPr>
          <p:cNvPr id="3074" name="Picture 2" descr="Macy Gray is launching her On How Life ...">
            <a:extLst>
              <a:ext uri="{FF2B5EF4-FFF2-40B4-BE49-F238E27FC236}">
                <a16:creationId xmlns:a16="http://schemas.microsoft.com/office/drawing/2014/main" id="{2CB64DD7-0CC2-BA7F-CD66-CBE8AC7026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574" y="2264019"/>
            <a:ext cx="4593981" cy="459398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cy Gray On How Life Is – Estuary Records">
            <a:extLst>
              <a:ext uri="{FF2B5EF4-FFF2-40B4-BE49-F238E27FC236}">
                <a16:creationId xmlns:a16="http://schemas.microsoft.com/office/drawing/2014/main" id="{04B2453D-FE75-D4C0-D631-31D9D187FE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8555" y="2264019"/>
            <a:ext cx="4593981" cy="4593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284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32E322-BCB0-29DF-E88A-0853D0518ABC}"/>
              </a:ext>
            </a:extLst>
          </p:cNvPr>
          <p:cNvSpPr txBox="1"/>
          <p:nvPr/>
        </p:nvSpPr>
        <p:spPr>
          <a:xfrm>
            <a:off x="752006" y="453409"/>
            <a:ext cx="10687988" cy="5951181"/>
          </a:xfrm>
          <a:prstGeom prst="rect">
            <a:avLst/>
          </a:prstGeom>
          <a:noFill/>
        </p:spPr>
        <p:txBody>
          <a:bodyPr wrap="square">
            <a:spAutoFit/>
          </a:bodyPr>
          <a:lstStyle/>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Macy Gray’s show last Friday did not get off to an auspicious</a:t>
            </a:r>
          </a:p>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start. Technical difficulties, extra-strict security and an hour-long wait between 1) ................................ and Macy Gray’s set made the audience impatient and rather listless.</a:t>
            </a:r>
            <a:r>
              <a:rPr lang="en-GB" sz="3200" kern="100" dirty="0">
                <a:latin typeface="Aptos" panose="020B0004020202020204" pitchFamily="34" charset="0"/>
                <a:ea typeface="Aptos" panose="020B0004020202020204" pitchFamily="34" charset="0"/>
                <a:cs typeface="Times New Roman" panose="02020603050405020304" pitchFamily="18" charset="0"/>
              </a:rPr>
              <a:t> </a:t>
            </a:r>
          </a:p>
          <a:p>
            <a:pPr>
              <a:lnSpc>
                <a:spcPts val="3200"/>
              </a:lnSpc>
              <a:spcAft>
                <a:spcPts val="800"/>
              </a:spcAft>
              <a:buNone/>
            </a:pP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However, the moment the singer and her band appeared, </a:t>
            </a:r>
          </a:p>
          <a:p>
            <a:pPr>
              <a:lnSpc>
                <a:spcPts val="3200"/>
              </a:lnSpc>
              <a:spcAft>
                <a:spcPts val="800"/>
              </a:spcAft>
              <a:buNone/>
            </a:pPr>
            <a:r>
              <a:rPr lang="en-GB" sz="3200" dirty="0"/>
              <a:t>2) ............................................... from lethargic to electric. Macy Gray came on in a shimmering red outfit and her 13-piece band were all dressed in white.</a:t>
            </a:r>
          </a:p>
          <a:p>
            <a:pPr>
              <a:lnSpc>
                <a:spcPts val="3200"/>
              </a:lnSpc>
            </a:pPr>
            <a:r>
              <a:rPr lang="en-GB" sz="3200" dirty="0"/>
              <a:t>The show opened with 3) ........................................ of </a:t>
            </a:r>
            <a:r>
              <a:rPr lang="en-GB" sz="3200" i="1" dirty="0"/>
              <a:t>Do Something</a:t>
            </a:r>
            <a:r>
              <a:rPr lang="en-GB" sz="3200" dirty="0"/>
              <a:t>, one of the most danceable tunes on the debut album On How Life Is, and suddenly everyone was on their feet dancing, as if pulled by a mysterious force. </a:t>
            </a:r>
          </a:p>
        </p:txBody>
      </p:sp>
      <p:sp>
        <p:nvSpPr>
          <p:cNvPr id="6" name="TextBox 5">
            <a:extLst>
              <a:ext uri="{FF2B5EF4-FFF2-40B4-BE49-F238E27FC236}">
                <a16:creationId xmlns:a16="http://schemas.microsoft.com/office/drawing/2014/main" id="{17B89457-154E-F121-3AF0-2276DB022676}"/>
              </a:ext>
            </a:extLst>
          </p:cNvPr>
          <p:cNvSpPr txBox="1"/>
          <p:nvPr/>
        </p:nvSpPr>
        <p:spPr>
          <a:xfrm>
            <a:off x="4601980" y="1247888"/>
            <a:ext cx="6096000"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the opening act</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3793E316-3F4E-0923-E46B-5CB80860269E}"/>
              </a:ext>
            </a:extLst>
          </p:cNvPr>
          <p:cNvSpPr txBox="1"/>
          <p:nvPr/>
        </p:nvSpPr>
        <p:spPr>
          <a:xfrm>
            <a:off x="1364104" y="3119363"/>
            <a:ext cx="5396459"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the atmosphere changed</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E3F66BA6-4093-C2C2-3963-6781C0CE5551}"/>
              </a:ext>
            </a:extLst>
          </p:cNvPr>
          <p:cNvSpPr txBox="1"/>
          <p:nvPr/>
        </p:nvSpPr>
        <p:spPr>
          <a:xfrm>
            <a:off x="5343994" y="4452340"/>
            <a:ext cx="4549514"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a powerful rendition</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6317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BF21C-3F4D-5E56-8CAF-18A7DAC75A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BDF7A5-02F0-89BC-5F53-B9D745F4F8F2}"/>
              </a:ext>
            </a:extLst>
          </p:cNvPr>
          <p:cNvSpPr txBox="1"/>
          <p:nvPr/>
        </p:nvSpPr>
        <p:spPr>
          <a:xfrm>
            <a:off x="297305" y="94337"/>
            <a:ext cx="11597390" cy="6669326"/>
          </a:xfrm>
          <a:prstGeom prst="rect">
            <a:avLst/>
          </a:prstGeom>
          <a:noFill/>
        </p:spPr>
        <p:txBody>
          <a:bodyPr wrap="square">
            <a:spAutoFit/>
          </a:bodyPr>
          <a:lstStyle/>
          <a:p>
            <a:pPr>
              <a:lnSpc>
                <a:spcPts val="3200"/>
              </a:lnSpc>
            </a:pPr>
            <a:r>
              <a:rPr lang="en-GB" sz="3200" dirty="0"/>
              <a:t>Ms Gray went on to give 4) ……………………...………….. Belting out her personal views on life, relationships and romance with a fiery passion. As well as the originals, she performed an array of cover versions which demonstrated her wide variety of musical influences. The best of these were the Beatles’ </a:t>
            </a:r>
            <a:r>
              <a:rPr lang="en-GB" sz="3200" i="1" dirty="0"/>
              <a:t>With a Little Help from my Friends</a:t>
            </a:r>
            <a:r>
              <a:rPr lang="en-GB" sz="3200" dirty="0"/>
              <a:t> and </a:t>
            </a:r>
            <a:r>
              <a:rPr lang="en-GB" sz="3200" i="1" dirty="0"/>
              <a:t>Doris Day’s </a:t>
            </a:r>
            <a:r>
              <a:rPr lang="en-GB" sz="3200" i="1" dirty="0" err="1"/>
              <a:t>Que</a:t>
            </a:r>
            <a:r>
              <a:rPr lang="en-GB" sz="3200" i="1" dirty="0"/>
              <a:t> Sera </a:t>
            </a:r>
            <a:r>
              <a:rPr lang="en-GB" sz="3200" i="1" dirty="0" err="1"/>
              <a:t>Sera</a:t>
            </a:r>
            <a:r>
              <a:rPr lang="en-GB" sz="3200" dirty="0"/>
              <a:t>, but whatever she sang, it was clear that Gray was 5) .............................................. and was getting back the same. When the band finally launched into </a:t>
            </a:r>
            <a:r>
              <a:rPr lang="en-GB" sz="3200" i="1" dirty="0"/>
              <a:t>I Try</a:t>
            </a:r>
            <a:r>
              <a:rPr lang="en-GB" sz="3200" dirty="0"/>
              <a:t>, which they had saved until the end of 6)........................, the crowd went wild with sang along enthusiastically and very loudly with all the choruses.</a:t>
            </a:r>
          </a:p>
          <a:p>
            <a:pPr>
              <a:lnSpc>
                <a:spcPts val="3200"/>
              </a:lnSpc>
            </a:pPr>
            <a:endParaRPr lang="en-GB" sz="3200" dirty="0"/>
          </a:p>
          <a:p>
            <a:pPr>
              <a:lnSpc>
                <a:spcPts val="3200"/>
              </a:lnSpc>
            </a:pPr>
            <a:r>
              <a:rPr lang="en-GB" sz="3200" dirty="0"/>
              <a:t>The show ended with 7) ..................................... and chanting from fans demanding another encore, but Ms Gray has enough experience to know: always leave them wanting more. I know</a:t>
            </a:r>
          </a:p>
          <a:p>
            <a:pPr>
              <a:lnSpc>
                <a:spcPts val="3200"/>
              </a:lnSpc>
            </a:pPr>
            <a:r>
              <a:rPr lang="en-GB" sz="3200" dirty="0"/>
              <a:t>that certainly did.</a:t>
            </a:r>
          </a:p>
        </p:txBody>
      </p:sp>
      <p:sp>
        <p:nvSpPr>
          <p:cNvPr id="4" name="TextBox 3">
            <a:extLst>
              <a:ext uri="{FF2B5EF4-FFF2-40B4-BE49-F238E27FC236}">
                <a16:creationId xmlns:a16="http://schemas.microsoft.com/office/drawing/2014/main" id="{9027C7C1-5496-968F-C142-4CC08E0C1AE2}"/>
              </a:ext>
            </a:extLst>
          </p:cNvPr>
          <p:cNvSpPr txBox="1"/>
          <p:nvPr/>
        </p:nvSpPr>
        <p:spPr>
          <a:xfrm>
            <a:off x="4929266" y="-59960"/>
            <a:ext cx="6193436" cy="553357"/>
          </a:xfrm>
          <a:prstGeom prst="rect">
            <a:avLst/>
          </a:prstGeom>
          <a:noFill/>
        </p:spPr>
        <p:txBody>
          <a:bodyPr wrap="square">
            <a:spAutoFit/>
          </a:bodyPr>
          <a:lstStyle/>
          <a:p>
            <a:pPr>
              <a:lnSpc>
                <a:spcPct val="107000"/>
              </a:lnSpc>
              <a:spcAft>
                <a:spcPts val="800"/>
              </a:spcAft>
              <a:buNone/>
            </a:pPr>
            <a:r>
              <a:rPr lang="en-GB" sz="28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a masterful performance</a:t>
            </a:r>
            <a:endParaRPr lang="en-GB" sz="28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1E236EB0-F924-6BED-B0D5-CADADAD994D0}"/>
              </a:ext>
            </a:extLst>
          </p:cNvPr>
          <p:cNvSpPr txBox="1"/>
          <p:nvPr/>
        </p:nvSpPr>
        <p:spPr>
          <a:xfrm>
            <a:off x="6383312" y="2362611"/>
            <a:ext cx="6193436"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giving the audience 100%</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D3DA1F7-E112-B309-82AB-FA6F312DDB8E}"/>
              </a:ext>
            </a:extLst>
          </p:cNvPr>
          <p:cNvSpPr txBox="1"/>
          <p:nvPr/>
        </p:nvSpPr>
        <p:spPr>
          <a:xfrm>
            <a:off x="9140253" y="3178148"/>
            <a:ext cx="2462134"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the encore</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444E97CA-2578-91B6-7185-A184EFA0F49B}"/>
              </a:ext>
            </a:extLst>
          </p:cNvPr>
          <p:cNvSpPr txBox="1"/>
          <p:nvPr/>
        </p:nvSpPr>
        <p:spPr>
          <a:xfrm>
            <a:off x="4573874" y="4785182"/>
            <a:ext cx="4158521"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deafening applause </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4368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A67806-86CD-97DF-2392-05E64DCDB4A2}"/>
              </a:ext>
            </a:extLst>
          </p:cNvPr>
          <p:cNvSpPr txBox="1"/>
          <p:nvPr/>
        </p:nvSpPr>
        <p:spPr>
          <a:xfrm>
            <a:off x="272320" y="248225"/>
            <a:ext cx="11647359" cy="6464142"/>
          </a:xfrm>
          <a:prstGeom prst="rect">
            <a:avLst/>
          </a:prstGeom>
          <a:noFill/>
        </p:spPr>
        <p:txBody>
          <a:bodyPr wrap="square">
            <a:spAutoFit/>
          </a:bodyPr>
          <a:lstStyle/>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The voice of Macy Gray is a wonderful thing. It can be sugar sweet on one song, harsh and </a:t>
            </a:r>
            <a:r>
              <a:rPr lang="en-GB" sz="3200" kern="100" dirty="0" err="1">
                <a:effectLst/>
                <a:latin typeface="Aptos" panose="020B0004020202020204" pitchFamily="34" charset="0"/>
                <a:ea typeface="Aptos" panose="020B0004020202020204" pitchFamily="34" charset="0"/>
                <a:cs typeface="Times New Roman" panose="02020603050405020304" pitchFamily="18" charset="0"/>
              </a:rPr>
              <a:t>scratchyon</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another. The obvious comparison is to 8) ............................. Billie Holiday, but there are traces of other influences too, such as Nina Simone and Tina Turner. Yet in the end, Macy Gray sounds like no one but herself: within seconds of any song on her 9) ............................., </a:t>
            </a:r>
            <a:r>
              <a:rPr lang="en-GB" sz="3200" kern="100" dirty="0">
                <a:latin typeface="Aptos" panose="020B0004020202020204" pitchFamily="34" charset="0"/>
                <a:ea typeface="Aptos" panose="020B0004020202020204" pitchFamily="34" charset="0"/>
                <a:cs typeface="Times New Roman" panose="02020603050405020304" pitchFamily="18" charset="0"/>
              </a:rPr>
              <a:t>debut album </a:t>
            </a:r>
            <a:r>
              <a:rPr lang="en-GB" sz="3200" i="1" kern="100" dirty="0">
                <a:effectLst/>
                <a:latin typeface="Aptos" panose="020B0004020202020204" pitchFamily="34" charset="0"/>
                <a:ea typeface="Aptos" panose="020B0004020202020204" pitchFamily="34" charset="0"/>
                <a:cs typeface="Times New Roman" panose="02020603050405020304" pitchFamily="18" charset="0"/>
              </a:rPr>
              <a:t>On How Life Is</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 the 10) ......................................... . Featuring confessional lyrics sung in a distinctive ‘earthy’ style, and a unique blend of hip hop, soul and rock, the album appeals across age and musical boundaries. It takes everything from breezy ballads to aggressive dance tunes and makes them sound </a:t>
            </a:r>
          </a:p>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11) ............................. . Of the ballads, the hit </a:t>
            </a:r>
            <a:r>
              <a:rPr lang="en-GB" sz="3200" i="1" kern="100" dirty="0">
                <a:effectLst/>
                <a:latin typeface="Aptos" panose="020B0004020202020204" pitchFamily="34" charset="0"/>
                <a:ea typeface="Aptos" panose="020B0004020202020204" pitchFamily="34" charset="0"/>
                <a:cs typeface="Times New Roman" panose="02020603050405020304" pitchFamily="18" charset="0"/>
              </a:rPr>
              <a:t>I Try </a:t>
            </a:r>
            <a:r>
              <a:rPr lang="en-GB" sz="3200" kern="100" dirty="0">
                <a:effectLst/>
                <a:latin typeface="Aptos" panose="020B0004020202020204" pitchFamily="34" charset="0"/>
                <a:ea typeface="Aptos" panose="020B0004020202020204" pitchFamily="34" charset="0"/>
                <a:cs typeface="Times New Roman" panose="02020603050405020304" pitchFamily="18" charset="0"/>
              </a:rPr>
              <a:t>definitely </a:t>
            </a:r>
          </a:p>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12) ......................: a hymn to the joy and pain of romantic dependence, part of 13) ............................. the catchy chorus, which showcases Gray’s vocal talent. </a:t>
            </a:r>
          </a:p>
        </p:txBody>
      </p:sp>
      <p:sp>
        <p:nvSpPr>
          <p:cNvPr id="6" name="TextBox 5">
            <a:extLst>
              <a:ext uri="{FF2B5EF4-FFF2-40B4-BE49-F238E27FC236}">
                <a16:creationId xmlns:a16="http://schemas.microsoft.com/office/drawing/2014/main" id="{A4EDCE6D-0A6C-1F61-3DBD-81E37472C5DF}"/>
              </a:ext>
            </a:extLst>
          </p:cNvPr>
          <p:cNvSpPr txBox="1"/>
          <p:nvPr/>
        </p:nvSpPr>
        <p:spPr>
          <a:xfrm>
            <a:off x="3927422" y="917272"/>
            <a:ext cx="6093500"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the legendary</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BACDE642-1223-0F02-8AD5-0B178CC48C75}"/>
              </a:ext>
            </a:extLst>
          </p:cNvPr>
          <p:cNvSpPr txBox="1"/>
          <p:nvPr/>
        </p:nvSpPr>
        <p:spPr>
          <a:xfrm>
            <a:off x="6544117" y="2088896"/>
            <a:ext cx="3731110"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highly acclaimed</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4ADE4B16-FAB3-973E-4C64-BCCB5881049D}"/>
              </a:ext>
            </a:extLst>
          </p:cNvPr>
          <p:cNvSpPr txBox="1"/>
          <p:nvPr/>
        </p:nvSpPr>
        <p:spPr>
          <a:xfrm>
            <a:off x="5593301" y="2549064"/>
            <a:ext cx="4681926"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voice is unmistakable.</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DCC53D5-310E-871C-33DF-0FBAB1DDD9B6}"/>
              </a:ext>
            </a:extLst>
          </p:cNvPr>
          <p:cNvSpPr txBox="1"/>
          <p:nvPr/>
        </p:nvSpPr>
        <p:spPr>
          <a:xfrm>
            <a:off x="880672" y="4658007"/>
            <a:ext cx="6093500"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refreshingly new</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15EECE13-4AA7-CD21-65EF-C4C7DB89651E}"/>
              </a:ext>
            </a:extLst>
          </p:cNvPr>
          <p:cNvSpPr txBox="1"/>
          <p:nvPr/>
        </p:nvSpPr>
        <p:spPr>
          <a:xfrm>
            <a:off x="1101775" y="5192144"/>
            <a:ext cx="2416340"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stands out</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FCBB321-BB9E-E7E7-E559-4F82FE6051B2}"/>
              </a:ext>
            </a:extLst>
          </p:cNvPr>
          <p:cNvSpPr txBox="1"/>
          <p:nvPr/>
        </p:nvSpPr>
        <p:spPr>
          <a:xfrm>
            <a:off x="4500265" y="5578343"/>
            <a:ext cx="3731110"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its appeal lies in</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8254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D9EABC-AD5A-A6FF-AE9C-DAC2935DFFA2}"/>
              </a:ext>
            </a:extLst>
          </p:cNvPr>
          <p:cNvSpPr txBox="1"/>
          <p:nvPr/>
        </p:nvSpPr>
        <p:spPr>
          <a:xfrm>
            <a:off x="618969" y="712198"/>
            <a:ext cx="10954062" cy="5433603"/>
          </a:xfrm>
          <a:prstGeom prst="rect">
            <a:avLst/>
          </a:prstGeom>
          <a:noFill/>
        </p:spPr>
        <p:txBody>
          <a:bodyPr wrap="square">
            <a:spAutoFit/>
          </a:bodyPr>
          <a:lstStyle/>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Other tracks which deserve a mention are the smoky ballad, Still, reminiscent of early Aretha Franklin, the comical I’ve Committed Murder, one of the album’s up-tempo songs, and the 14) ........................................., the Letter.</a:t>
            </a:r>
          </a:p>
          <a:p>
            <a:pPr>
              <a:lnSpc>
                <a:spcPts val="3200"/>
              </a:lnSpc>
              <a:spcAft>
                <a:spcPts val="800"/>
              </a:spcAft>
              <a:buNone/>
            </a:pP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3200"/>
              </a:lnSpc>
              <a:spcAft>
                <a:spcPts val="800"/>
              </a:spcAft>
              <a:buNone/>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On How Life Is sounds like a ride through the neighbourhoods of contemporary Los Angeles: roll down your window, and you can hear Macy Gray’s roots and her inspirations. And if you haven’t got this inspiring album, drive on down to the record shop and buy it now.</a:t>
            </a:r>
          </a:p>
          <a:p>
            <a:pPr>
              <a:lnSpc>
                <a:spcPts val="3200"/>
              </a:lnSpc>
              <a:spcAft>
                <a:spcPts val="800"/>
              </a:spcAft>
              <a:buNone/>
            </a:pPr>
            <a:endParaRPr lang="en-GB" sz="3200" kern="100" dirty="0">
              <a:latin typeface="Aptos" panose="020B0004020202020204" pitchFamily="34" charset="0"/>
              <a:ea typeface="Aptos" panose="020B0004020202020204" pitchFamily="34" charset="0"/>
              <a:cs typeface="Times New Roman" panose="02020603050405020304" pitchFamily="18" charset="0"/>
            </a:endParaRPr>
          </a:p>
          <a:p>
            <a:pPr>
              <a:lnSpc>
                <a:spcPts val="3200"/>
              </a:lnSpc>
              <a:spcAft>
                <a:spcPts val="800"/>
              </a:spcAf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Rating </a:t>
            </a:r>
            <a:r>
              <a:rPr lang="en-US" altLang="en-US" sz="3200" dirty="0">
                <a:solidFill>
                  <a:srgbClr val="FFC000"/>
                </a:solidFill>
                <a:latin typeface="Segoe UI" panose="020B0502040204020203" pitchFamily="34" charset="0"/>
                <a:cs typeface="Segoe UI" panose="020B0502040204020203" pitchFamily="34" charset="0"/>
              </a:rPr>
              <a:t>★★★★★</a:t>
            </a:r>
            <a:endParaRPr lang="en-US" altLang="en-US" sz="3200" dirty="0">
              <a:solidFill>
                <a:srgbClr val="FFC000"/>
              </a:solidFill>
              <a:latin typeface="Arial" panose="020B0604020202020204" pitchFamily="34" charset="0"/>
            </a:endParaRPr>
          </a:p>
        </p:txBody>
      </p:sp>
      <p:sp>
        <p:nvSpPr>
          <p:cNvPr id="8" name="TextBox 7">
            <a:extLst>
              <a:ext uri="{FF2B5EF4-FFF2-40B4-BE49-F238E27FC236}">
                <a16:creationId xmlns:a16="http://schemas.microsoft.com/office/drawing/2014/main" id="{BA28E1C4-AC06-9E96-D3A9-BEE392FBA9D6}"/>
              </a:ext>
            </a:extLst>
          </p:cNvPr>
          <p:cNvSpPr txBox="1"/>
          <p:nvPr/>
        </p:nvSpPr>
        <p:spPr>
          <a:xfrm>
            <a:off x="2196885" y="1766187"/>
            <a:ext cx="4529379" cy="619272"/>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poignant final track</a:t>
            </a:r>
            <a:endParaRPr lang="en-GB" sz="32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5116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219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65729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954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28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6889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6.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319156-0686-400A-8021-78E60BF61986}">
  <ds:schemaRefs>
    <ds:schemaRef ds:uri="http://schemas.microsoft.com/office/2006/metadata/properties"/>
    <ds:schemaRef ds:uri="http://schemas.openxmlformats.org/package/2006/metadata/core-properties"/>
    <ds:schemaRef ds:uri="http://purl.org/dc/dcmitype/"/>
    <ds:schemaRef ds:uri="31635c7e-3a11-4128-b6ca-f17fd774e46d"/>
    <ds:schemaRef ds:uri="http://schemas.microsoft.com/office/2006/documentManagement/types"/>
    <ds:schemaRef ds:uri="http://purl.org/dc/terms/"/>
    <ds:schemaRef ds:uri="http://purl.org/dc/elements/1.1/"/>
    <ds:schemaRef ds:uri="http://www.w3.org/XML/1998/namespace"/>
    <ds:schemaRef ds:uri="http://schemas.microsoft.com/office/infopath/2007/PartnerControls"/>
  </ds:schemaRefs>
</ds:datastoreItem>
</file>

<file path=customXml/itemProps2.xml><?xml version="1.0" encoding="utf-8"?>
<ds:datastoreItem xmlns:ds="http://schemas.openxmlformats.org/officeDocument/2006/customXml" ds:itemID="{CCE33831-E56C-42C6-924F-80A45D481806}">
  <ds:schemaRefs>
    <ds:schemaRef ds:uri="http://schemas.microsoft.com/sharepoint/v3/contenttype/forms"/>
  </ds:schemaRefs>
</ds:datastoreItem>
</file>

<file path=customXml/itemProps3.xml><?xml version="1.0" encoding="utf-8"?>
<ds:datastoreItem xmlns:ds="http://schemas.openxmlformats.org/officeDocument/2006/customXml" ds:itemID="{B030E31A-219C-44C5-B998-AB999513CF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24ABC607-53A3-4EE1-BD56-0BF22994A546}">
  <ds:schemaRefs>
    <ds:schemaRef ds:uri="http://schemas.microsoft.com/sharepoint/v3/contenttype/forms"/>
  </ds:schemaRefs>
</ds:datastoreItem>
</file>

<file path=customXml/itemProps5.xml><?xml version="1.0" encoding="utf-8"?>
<ds:datastoreItem xmlns:ds="http://schemas.openxmlformats.org/officeDocument/2006/customXml" ds:itemID="{B4DA6126-C44E-4C46-9034-FDD4A0C7B19E}">
  <ds:schemaRefs>
    <ds:schemaRef ds:uri="http://schemas.microsoft.com/office/2006/metadata/properties"/>
    <ds:schemaRef ds:uri="http://schemas.microsoft.com/office/infopath/2007/PartnerControls"/>
  </ds:schemaRefs>
</ds:datastoreItem>
</file>

<file path=customXml/itemProps6.xml><?xml version="1.0" encoding="utf-8"?>
<ds:datastoreItem xmlns:ds="http://schemas.openxmlformats.org/officeDocument/2006/customXml" ds:itemID="{66BDC483-5EC2-45CF-AA95-17E579156C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333</TotalTime>
  <Words>655</Words>
  <Application>Microsoft Office PowerPoint</Application>
  <PresentationFormat>Widescreen</PresentationFormat>
  <Paragraphs>37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Segoe Print</vt:lpstr>
      <vt:lpstr>Segoe UI</vt:lpstr>
      <vt:lpstr>office theme</vt:lpstr>
      <vt:lpstr>Cutting Edge Advanced  Workbook Module 1 p.24-25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Andrew Patterson</cp:lastModifiedBy>
  <cp:revision>17</cp:revision>
  <dcterms:created xsi:type="dcterms:W3CDTF">2026-04-22T11:03:30Z</dcterms:created>
  <dcterms:modified xsi:type="dcterms:W3CDTF">2026-04-23T17:41:08Z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ies>
</file>