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C8014-9DAD-475F-9F64-25008379D828}" v="1" dt="2026-04-23T14:36:51.812"/>
    <p1510:client id="{7A3A79F9-4645-4279-8F41-1705D58217FA}" v="332" dt="2026-04-23T18:45:04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2A0C8014-9DAD-475F-9F64-25008379D828}"/>
    <pc:docChg chg="modSld">
      <pc:chgData name="" userId="" providerId="" clId="Web-{2A0C8014-9DAD-475F-9F64-25008379D828}" dt="2026-04-23T14:36:51.812" v="0" actId="20577"/>
      <pc:docMkLst>
        <pc:docMk/>
      </pc:docMkLst>
      <pc:sldChg chg="modSp">
        <pc:chgData name="" userId="" providerId="" clId="Web-{2A0C8014-9DAD-475F-9F64-25008379D828}" dt="2026-04-23T14:36:51.812" v="0" actId="20577"/>
        <pc:sldMkLst>
          <pc:docMk/>
          <pc:sldMk cId="109857222" sldId="256"/>
        </pc:sldMkLst>
        <pc:spChg chg="mod">
          <ac:chgData name="" userId="" providerId="" clId="Web-{2A0C8014-9DAD-475F-9F64-25008379D828}" dt="2026-04-23T14:36:51.812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undo custSel addSld delSld modSld">
      <pc:chgData name="Andrew Patterson" userId="6c8ffccf-7c1b-4173-8b93-861005bd5f70" providerId="ADAL" clId="{340A04FB-801D-4D33-9372-268FA29A2369}" dt="2026-04-23T18:45:04.943" v="2293" actId="20577"/>
      <pc:docMkLst>
        <pc:docMk/>
      </pc:docMkLst>
      <pc:sldChg chg="addSp delSp modSp new mod delAnim modAnim">
        <pc:chgData name="Andrew Patterson" userId="6c8ffccf-7c1b-4173-8b93-861005bd5f70" providerId="ADAL" clId="{340A04FB-801D-4D33-9372-268FA29A2369}" dt="2026-04-23T18:01:23.473" v="2215"/>
        <pc:sldMkLst>
          <pc:docMk/>
          <pc:sldMk cId="2666495798" sldId="257"/>
        </pc:sldMkLst>
        <pc:spChg chg="add del mod">
          <ac:chgData name="Andrew Patterson" userId="6c8ffccf-7c1b-4173-8b93-861005bd5f70" providerId="ADAL" clId="{340A04FB-801D-4D33-9372-268FA29A2369}" dt="2026-04-23T14:53:48.379" v="192" actId="478"/>
          <ac:spMkLst>
            <pc:docMk/>
            <pc:sldMk cId="2666495798" sldId="257"/>
            <ac:spMk id="4" creationId="{500596C9-0708-E75B-A6FF-66E8D56718D1}"/>
          </ac:spMkLst>
        </pc:spChg>
        <pc:spChg chg="add del mod">
          <ac:chgData name="Andrew Patterson" userId="6c8ffccf-7c1b-4173-8b93-861005bd5f70" providerId="ADAL" clId="{340A04FB-801D-4D33-9372-268FA29A2369}" dt="2026-04-23T14:53:48.379" v="192" actId="478"/>
          <ac:spMkLst>
            <pc:docMk/>
            <pc:sldMk cId="2666495798" sldId="257"/>
            <ac:spMk id="5" creationId="{32FED847-92B9-8F8A-E9BB-B6FE41008FAD}"/>
          </ac:spMkLst>
        </pc:spChg>
        <pc:spChg chg="add mod">
          <ac:chgData name="Andrew Patterson" userId="6c8ffccf-7c1b-4173-8b93-861005bd5f70" providerId="ADAL" clId="{340A04FB-801D-4D33-9372-268FA29A2369}" dt="2026-04-23T14:54:46.936" v="212" actId="20577"/>
          <ac:spMkLst>
            <pc:docMk/>
            <pc:sldMk cId="2666495798" sldId="257"/>
            <ac:spMk id="6" creationId="{D11A3112-FFD1-4B23-740E-DD8648D4EB8C}"/>
          </ac:spMkLst>
        </pc:spChg>
        <pc:spChg chg="add mod">
          <ac:chgData name="Andrew Patterson" userId="6c8ffccf-7c1b-4173-8b93-861005bd5f70" providerId="ADAL" clId="{340A04FB-801D-4D33-9372-268FA29A2369}" dt="2026-04-23T14:55:26.815" v="235" actId="20577"/>
          <ac:spMkLst>
            <pc:docMk/>
            <pc:sldMk cId="2666495798" sldId="257"/>
            <ac:spMk id="7" creationId="{9F7F2671-FEEB-01CC-DF2C-CC04B842DC9A}"/>
          </ac:spMkLst>
        </pc:spChg>
        <pc:spChg chg="add mod">
          <ac:chgData name="Andrew Patterson" userId="6c8ffccf-7c1b-4173-8b93-861005bd5f70" providerId="ADAL" clId="{340A04FB-801D-4D33-9372-268FA29A2369}" dt="2026-04-23T14:56:17.422" v="252" actId="1076"/>
          <ac:spMkLst>
            <pc:docMk/>
            <pc:sldMk cId="2666495798" sldId="257"/>
            <ac:spMk id="8" creationId="{F52886C6-4E2E-1394-4E7C-AC6D06866689}"/>
          </ac:spMkLst>
        </pc:spChg>
        <pc:spChg chg="add mod">
          <ac:chgData name="Andrew Patterson" userId="6c8ffccf-7c1b-4173-8b93-861005bd5f70" providerId="ADAL" clId="{340A04FB-801D-4D33-9372-268FA29A2369}" dt="2026-04-23T14:56:33.471" v="260" actId="20577"/>
          <ac:spMkLst>
            <pc:docMk/>
            <pc:sldMk cId="2666495798" sldId="257"/>
            <ac:spMk id="9" creationId="{1F30FD49-8D09-86BC-2A6C-2E9F31700F5F}"/>
          </ac:spMkLst>
        </pc:spChg>
        <pc:picChg chg="add del mod">
          <ac:chgData name="Andrew Patterson" userId="6c8ffccf-7c1b-4173-8b93-861005bd5f70" providerId="ADAL" clId="{340A04FB-801D-4D33-9372-268FA29A2369}" dt="2026-04-23T14:55:38.981" v="237" actId="1076"/>
          <ac:picMkLst>
            <pc:docMk/>
            <pc:sldMk cId="2666495798" sldId="257"/>
            <ac:picMk id="3" creationId="{75BBA310-15C5-9DD8-673F-614298FF08C9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1:40.877" v="2219"/>
        <pc:sldMkLst>
          <pc:docMk/>
          <pc:sldMk cId="1153619831" sldId="258"/>
        </pc:sldMkLst>
        <pc:spChg chg="add mod">
          <ac:chgData name="Andrew Patterson" userId="6c8ffccf-7c1b-4173-8b93-861005bd5f70" providerId="ADAL" clId="{340A04FB-801D-4D33-9372-268FA29A2369}" dt="2026-04-23T14:59:11.462" v="292" actId="1076"/>
          <ac:spMkLst>
            <pc:docMk/>
            <pc:sldMk cId="1153619831" sldId="258"/>
            <ac:spMk id="4" creationId="{890E408E-C408-CA91-48B6-036405DF78A6}"/>
          </ac:spMkLst>
        </pc:spChg>
        <pc:spChg chg="add mod">
          <ac:chgData name="Andrew Patterson" userId="6c8ffccf-7c1b-4173-8b93-861005bd5f70" providerId="ADAL" clId="{340A04FB-801D-4D33-9372-268FA29A2369}" dt="2026-04-23T14:59:42.768" v="319" actId="20577"/>
          <ac:spMkLst>
            <pc:docMk/>
            <pc:sldMk cId="1153619831" sldId="258"/>
            <ac:spMk id="5" creationId="{5F8B05E1-F733-0AD8-19C5-D3EBCD89B189}"/>
          </ac:spMkLst>
        </pc:spChg>
        <pc:spChg chg="add mod">
          <ac:chgData name="Andrew Patterson" userId="6c8ffccf-7c1b-4173-8b93-861005bd5f70" providerId="ADAL" clId="{340A04FB-801D-4D33-9372-268FA29A2369}" dt="2026-04-23T15:00:21.377" v="349" actId="1038"/>
          <ac:spMkLst>
            <pc:docMk/>
            <pc:sldMk cId="1153619831" sldId="258"/>
            <ac:spMk id="6" creationId="{F7EFF942-2C8E-A7A7-B0C6-05A7B9D2A7AF}"/>
          </ac:spMkLst>
        </pc:spChg>
        <pc:spChg chg="add mod">
          <ac:chgData name="Andrew Patterson" userId="6c8ffccf-7c1b-4173-8b93-861005bd5f70" providerId="ADAL" clId="{340A04FB-801D-4D33-9372-268FA29A2369}" dt="2026-04-23T15:01:13.466" v="390" actId="20577"/>
          <ac:spMkLst>
            <pc:docMk/>
            <pc:sldMk cId="1153619831" sldId="258"/>
            <ac:spMk id="7" creationId="{2C7A3ED6-78F7-7F29-46E4-A1A68E8FF1FF}"/>
          </ac:spMkLst>
        </pc:spChg>
        <pc:picChg chg="add mod">
          <ac:chgData name="Andrew Patterson" userId="6c8ffccf-7c1b-4173-8b93-861005bd5f70" providerId="ADAL" clId="{340A04FB-801D-4D33-9372-268FA29A2369}" dt="2026-04-23T14:59:15.410" v="293"/>
          <ac:picMkLst>
            <pc:docMk/>
            <pc:sldMk cId="1153619831" sldId="258"/>
            <ac:picMk id="3" creationId="{A87A30F6-0032-69C0-3A0D-6A9492F67650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2:05.326" v="2223"/>
        <pc:sldMkLst>
          <pc:docMk/>
          <pc:sldMk cId="3906954492" sldId="259"/>
        </pc:sldMkLst>
        <pc:spChg chg="add mod">
          <ac:chgData name="Andrew Patterson" userId="6c8ffccf-7c1b-4173-8b93-861005bd5f70" providerId="ADAL" clId="{340A04FB-801D-4D33-9372-268FA29A2369}" dt="2026-04-23T15:01:51.097" v="415" actId="20577"/>
          <ac:spMkLst>
            <pc:docMk/>
            <pc:sldMk cId="3906954492" sldId="259"/>
            <ac:spMk id="4" creationId="{12B68857-6BD6-FB66-328E-B5E5C995DA11}"/>
          </ac:spMkLst>
        </pc:spChg>
        <pc:spChg chg="add mod">
          <ac:chgData name="Andrew Patterson" userId="6c8ffccf-7c1b-4173-8b93-861005bd5f70" providerId="ADAL" clId="{340A04FB-801D-4D33-9372-268FA29A2369}" dt="2026-04-23T15:10:27.481" v="577" actId="14100"/>
          <ac:spMkLst>
            <pc:docMk/>
            <pc:sldMk cId="3906954492" sldId="259"/>
            <ac:spMk id="5" creationId="{D2C71BEA-AF47-9EB7-DF0E-CEFCC1DFB7BE}"/>
          </ac:spMkLst>
        </pc:spChg>
        <pc:spChg chg="add mod">
          <ac:chgData name="Andrew Patterson" userId="6c8ffccf-7c1b-4173-8b93-861005bd5f70" providerId="ADAL" clId="{340A04FB-801D-4D33-9372-268FA29A2369}" dt="2026-04-23T15:10:41.436" v="585" actId="1076"/>
          <ac:spMkLst>
            <pc:docMk/>
            <pc:sldMk cId="3906954492" sldId="259"/>
            <ac:spMk id="6" creationId="{EA07BCF5-55E5-6D97-9B22-520450E9739D}"/>
          </ac:spMkLst>
        </pc:spChg>
        <pc:spChg chg="add mod">
          <ac:chgData name="Andrew Patterson" userId="6c8ffccf-7c1b-4173-8b93-861005bd5f70" providerId="ADAL" clId="{340A04FB-801D-4D33-9372-268FA29A2369}" dt="2026-04-23T15:05:48.111" v="462" actId="1036"/>
          <ac:spMkLst>
            <pc:docMk/>
            <pc:sldMk cId="3906954492" sldId="259"/>
            <ac:spMk id="7" creationId="{C28D80A9-E44F-D455-EA72-849DF4943138}"/>
          </ac:spMkLst>
        </pc:spChg>
        <pc:spChg chg="add mod">
          <ac:chgData name="Andrew Patterson" userId="6c8ffccf-7c1b-4173-8b93-861005bd5f70" providerId="ADAL" clId="{340A04FB-801D-4D33-9372-268FA29A2369}" dt="2026-04-23T15:06:17.449" v="476" actId="1076"/>
          <ac:spMkLst>
            <pc:docMk/>
            <pc:sldMk cId="3906954492" sldId="259"/>
            <ac:spMk id="8" creationId="{E52E22B3-D6FE-F842-2C0D-52922482977A}"/>
          </ac:spMkLst>
        </pc:spChg>
        <pc:spChg chg="add mod">
          <ac:chgData name="Andrew Patterson" userId="6c8ffccf-7c1b-4173-8b93-861005bd5f70" providerId="ADAL" clId="{340A04FB-801D-4D33-9372-268FA29A2369}" dt="2026-04-23T15:06:44.198" v="485" actId="1076"/>
          <ac:spMkLst>
            <pc:docMk/>
            <pc:sldMk cId="3906954492" sldId="259"/>
            <ac:spMk id="9" creationId="{CE941219-A70E-A76D-F30C-BE569A1A381B}"/>
          </ac:spMkLst>
        </pc:spChg>
        <pc:picChg chg="add mod">
          <ac:chgData name="Andrew Patterson" userId="6c8ffccf-7c1b-4173-8b93-861005bd5f70" providerId="ADAL" clId="{340A04FB-801D-4D33-9372-268FA29A2369}" dt="2026-04-23T14:56:59.117" v="262"/>
          <ac:picMkLst>
            <pc:docMk/>
            <pc:sldMk cId="3906954492" sldId="259"/>
            <ac:picMk id="3" creationId="{252FB364-53E0-3ACC-C802-4FE1E394B156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21:18.978" v="2286" actId="1076"/>
        <pc:sldMkLst>
          <pc:docMk/>
          <pc:sldMk cId="1149586452" sldId="260"/>
        </pc:sldMkLst>
        <pc:spChg chg="add mod">
          <ac:chgData name="Andrew Patterson" userId="6c8ffccf-7c1b-4173-8b93-861005bd5f70" providerId="ADAL" clId="{340A04FB-801D-4D33-9372-268FA29A2369}" dt="2026-04-23T15:07:25.701" v="507" actId="20577"/>
          <ac:spMkLst>
            <pc:docMk/>
            <pc:sldMk cId="1149586452" sldId="260"/>
            <ac:spMk id="4" creationId="{F47504EB-EAE8-5CA7-AC50-CD24F951298B}"/>
          </ac:spMkLst>
        </pc:spChg>
        <pc:spChg chg="add mod">
          <ac:chgData name="Andrew Patterson" userId="6c8ffccf-7c1b-4173-8b93-861005bd5f70" providerId="ADAL" clId="{340A04FB-801D-4D33-9372-268FA29A2369}" dt="2026-04-23T18:21:18.978" v="2286" actId="1076"/>
          <ac:spMkLst>
            <pc:docMk/>
            <pc:sldMk cId="1149586452" sldId="260"/>
            <ac:spMk id="5" creationId="{18F4D8E5-0D8B-560C-7CAC-4F5153EACF11}"/>
          </ac:spMkLst>
        </pc:spChg>
        <pc:spChg chg="add mod">
          <ac:chgData name="Andrew Patterson" userId="6c8ffccf-7c1b-4173-8b93-861005bd5f70" providerId="ADAL" clId="{340A04FB-801D-4D33-9372-268FA29A2369}" dt="2026-04-23T15:09:27.412" v="550" actId="20577"/>
          <ac:spMkLst>
            <pc:docMk/>
            <pc:sldMk cId="1149586452" sldId="260"/>
            <ac:spMk id="6" creationId="{D494E046-D99D-A978-FDF9-A7517CFA3F4E}"/>
          </ac:spMkLst>
        </pc:spChg>
        <pc:spChg chg="add mod">
          <ac:chgData name="Andrew Patterson" userId="6c8ffccf-7c1b-4173-8b93-861005bd5f70" providerId="ADAL" clId="{340A04FB-801D-4D33-9372-268FA29A2369}" dt="2026-04-23T15:10:03.159" v="571" actId="14100"/>
          <ac:spMkLst>
            <pc:docMk/>
            <pc:sldMk cId="1149586452" sldId="260"/>
            <ac:spMk id="7" creationId="{F103FA5E-756C-4F37-8829-77DF047CC836}"/>
          </ac:spMkLst>
        </pc:spChg>
        <pc:picChg chg="add mod">
          <ac:chgData name="Andrew Patterson" userId="6c8ffccf-7c1b-4173-8b93-861005bd5f70" providerId="ADAL" clId="{340A04FB-801D-4D33-9372-268FA29A2369}" dt="2026-04-23T14:57:02.684" v="263"/>
          <ac:picMkLst>
            <pc:docMk/>
            <pc:sldMk cId="1149586452" sldId="260"/>
            <ac:picMk id="3" creationId="{CDAF8401-086B-1064-3589-FC37B246BFE9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2:39.811" v="2230"/>
        <pc:sldMkLst>
          <pc:docMk/>
          <pc:sldMk cId="276393302" sldId="261"/>
        </pc:sldMkLst>
        <pc:spChg chg="add mod">
          <ac:chgData name="Andrew Patterson" userId="6c8ffccf-7c1b-4173-8b93-861005bd5f70" providerId="ADAL" clId="{340A04FB-801D-4D33-9372-268FA29A2369}" dt="2026-04-23T15:12:07.764" v="611" actId="20577"/>
          <ac:spMkLst>
            <pc:docMk/>
            <pc:sldMk cId="276393302" sldId="261"/>
            <ac:spMk id="4" creationId="{08EAD0F1-CDC7-427E-BAD3-CF00F59B64D7}"/>
          </ac:spMkLst>
        </pc:spChg>
        <pc:spChg chg="add mod">
          <ac:chgData name="Andrew Patterson" userId="6c8ffccf-7c1b-4173-8b93-861005bd5f70" providerId="ADAL" clId="{340A04FB-801D-4D33-9372-268FA29A2369}" dt="2026-04-23T15:13:09.771" v="647" actId="14100"/>
          <ac:spMkLst>
            <pc:docMk/>
            <pc:sldMk cId="276393302" sldId="261"/>
            <ac:spMk id="5" creationId="{4B60D2CA-35FB-E96F-48E4-BD1ECF942478}"/>
          </ac:spMkLst>
        </pc:spChg>
        <pc:spChg chg="add mod">
          <ac:chgData name="Andrew Patterson" userId="6c8ffccf-7c1b-4173-8b93-861005bd5f70" providerId="ADAL" clId="{340A04FB-801D-4D33-9372-268FA29A2369}" dt="2026-04-23T15:13:47.967" v="682" actId="1076"/>
          <ac:spMkLst>
            <pc:docMk/>
            <pc:sldMk cId="276393302" sldId="261"/>
            <ac:spMk id="6" creationId="{AE8F9E19-7A33-E8FE-0028-3B34FE4F3E73}"/>
          </ac:spMkLst>
        </pc:spChg>
        <pc:picChg chg="add mod">
          <ac:chgData name="Andrew Patterson" userId="6c8ffccf-7c1b-4173-8b93-861005bd5f70" providerId="ADAL" clId="{340A04FB-801D-4D33-9372-268FA29A2369}" dt="2026-04-23T14:57:06.517" v="264"/>
          <ac:picMkLst>
            <pc:docMk/>
            <pc:sldMk cId="276393302" sldId="261"/>
            <ac:picMk id="3" creationId="{59275C40-45DF-320A-7991-416BB1F9629C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26:34.070" v="2290" actId="14100"/>
        <pc:sldMkLst>
          <pc:docMk/>
          <pc:sldMk cId="812206100" sldId="262"/>
        </pc:sldMkLst>
        <pc:spChg chg="add mod">
          <ac:chgData name="Andrew Patterson" userId="6c8ffccf-7c1b-4173-8b93-861005bd5f70" providerId="ADAL" clId="{340A04FB-801D-4D33-9372-268FA29A2369}" dt="2026-04-23T18:25:45.172" v="2288" actId="20577"/>
          <ac:spMkLst>
            <pc:docMk/>
            <pc:sldMk cId="812206100" sldId="262"/>
            <ac:spMk id="4" creationId="{59F9650B-4B59-78E4-2879-47E1A55C3970}"/>
          </ac:spMkLst>
        </pc:spChg>
        <pc:spChg chg="add mod">
          <ac:chgData name="Andrew Patterson" userId="6c8ffccf-7c1b-4173-8b93-861005bd5f70" providerId="ADAL" clId="{340A04FB-801D-4D33-9372-268FA29A2369}" dt="2026-04-23T18:26:34.070" v="2290" actId="14100"/>
          <ac:spMkLst>
            <pc:docMk/>
            <pc:sldMk cId="812206100" sldId="262"/>
            <ac:spMk id="5" creationId="{E613E14E-F207-EFC6-CA26-7C020059B58F}"/>
          </ac:spMkLst>
        </pc:spChg>
        <pc:spChg chg="add mod">
          <ac:chgData name="Andrew Patterson" userId="6c8ffccf-7c1b-4173-8b93-861005bd5f70" providerId="ADAL" clId="{340A04FB-801D-4D33-9372-268FA29A2369}" dt="2026-04-23T15:17:12.012" v="825" actId="1076"/>
          <ac:spMkLst>
            <pc:docMk/>
            <pc:sldMk cId="812206100" sldId="262"/>
            <ac:spMk id="7" creationId="{1C98E80A-8C78-E34C-23FF-53532AEC83B8}"/>
          </ac:spMkLst>
        </pc:spChg>
        <pc:picChg chg="add mod">
          <ac:chgData name="Andrew Patterson" userId="6c8ffccf-7c1b-4173-8b93-861005bd5f70" providerId="ADAL" clId="{340A04FB-801D-4D33-9372-268FA29A2369}" dt="2026-04-23T14:57:11.174" v="265"/>
          <ac:picMkLst>
            <pc:docMk/>
            <pc:sldMk cId="812206100" sldId="262"/>
            <ac:picMk id="3" creationId="{17967B8D-B0EF-8A71-5CCB-7973DD8D9B21}"/>
          </ac:picMkLst>
        </pc:picChg>
        <pc:picChg chg="add mod">
          <ac:chgData name="Andrew Patterson" userId="6c8ffccf-7c1b-4173-8b93-861005bd5f70" providerId="ADAL" clId="{340A04FB-801D-4D33-9372-268FA29A2369}" dt="2026-04-23T15:16:28.625" v="783"/>
          <ac:picMkLst>
            <pc:docMk/>
            <pc:sldMk cId="812206100" sldId="262"/>
            <ac:picMk id="6" creationId="{141845CA-799E-D261-6314-0D5CDAAEB5EF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3:06.883" v="2236"/>
        <pc:sldMkLst>
          <pc:docMk/>
          <pc:sldMk cId="3949718044" sldId="263"/>
        </pc:sldMkLst>
        <pc:spChg chg="add mod">
          <ac:chgData name="Andrew Patterson" userId="6c8ffccf-7c1b-4173-8b93-861005bd5f70" providerId="ADAL" clId="{340A04FB-801D-4D33-9372-268FA29A2369}" dt="2026-04-23T15:18:01.450" v="856" actId="1076"/>
          <ac:spMkLst>
            <pc:docMk/>
            <pc:sldMk cId="3949718044" sldId="263"/>
            <ac:spMk id="4" creationId="{D11AA2C2-1FD7-3C70-528C-2C0B4B0B7288}"/>
          </ac:spMkLst>
        </pc:spChg>
        <pc:spChg chg="add mod">
          <ac:chgData name="Andrew Patterson" userId="6c8ffccf-7c1b-4173-8b93-861005bd5f70" providerId="ADAL" clId="{340A04FB-801D-4D33-9372-268FA29A2369}" dt="2026-04-23T15:18:46.127" v="894" actId="1076"/>
          <ac:spMkLst>
            <pc:docMk/>
            <pc:sldMk cId="3949718044" sldId="263"/>
            <ac:spMk id="5" creationId="{5D802BA3-0515-C292-7BE6-66231C75C005}"/>
          </ac:spMkLst>
        </pc:spChg>
        <pc:spChg chg="add mod">
          <ac:chgData name="Andrew Patterson" userId="6c8ffccf-7c1b-4173-8b93-861005bd5f70" providerId="ADAL" clId="{340A04FB-801D-4D33-9372-268FA29A2369}" dt="2026-04-23T15:19:21.751" v="924" actId="20577"/>
          <ac:spMkLst>
            <pc:docMk/>
            <pc:sldMk cId="3949718044" sldId="263"/>
            <ac:spMk id="6" creationId="{94F9233F-204A-967D-88F7-DDE97C122B62}"/>
          </ac:spMkLst>
        </pc:spChg>
        <pc:picChg chg="add mod">
          <ac:chgData name="Andrew Patterson" userId="6c8ffccf-7c1b-4173-8b93-861005bd5f70" providerId="ADAL" clId="{340A04FB-801D-4D33-9372-268FA29A2369}" dt="2026-04-23T14:57:14.656" v="266"/>
          <ac:picMkLst>
            <pc:docMk/>
            <pc:sldMk cId="3949718044" sldId="263"/>
            <ac:picMk id="3" creationId="{E350B364-B77F-EF15-877B-1CB534ABDB9B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3:23.326" v="2239"/>
        <pc:sldMkLst>
          <pc:docMk/>
          <pc:sldMk cId="925136131" sldId="264"/>
        </pc:sldMkLst>
        <pc:spChg chg="add mod">
          <ac:chgData name="Andrew Patterson" userId="6c8ffccf-7c1b-4173-8b93-861005bd5f70" providerId="ADAL" clId="{340A04FB-801D-4D33-9372-268FA29A2369}" dt="2026-04-23T15:20:58.569" v="953" actId="1076"/>
          <ac:spMkLst>
            <pc:docMk/>
            <pc:sldMk cId="925136131" sldId="264"/>
            <ac:spMk id="4" creationId="{714D2267-7919-C40C-1CEE-5E019E9574E1}"/>
          </ac:spMkLst>
        </pc:spChg>
        <pc:spChg chg="add mod">
          <ac:chgData name="Andrew Patterson" userId="6c8ffccf-7c1b-4173-8b93-861005bd5f70" providerId="ADAL" clId="{340A04FB-801D-4D33-9372-268FA29A2369}" dt="2026-04-23T15:22:23.383" v="1001" actId="1076"/>
          <ac:spMkLst>
            <pc:docMk/>
            <pc:sldMk cId="925136131" sldId="264"/>
            <ac:spMk id="5" creationId="{B3082653-4D8B-EC41-044C-A210BB0B29DE}"/>
          </ac:spMkLst>
        </pc:spChg>
        <pc:spChg chg="add mod">
          <ac:chgData name="Andrew Patterson" userId="6c8ffccf-7c1b-4173-8b93-861005bd5f70" providerId="ADAL" clId="{340A04FB-801D-4D33-9372-268FA29A2369}" dt="2026-04-23T15:23:29.223" v="1037" actId="1037"/>
          <ac:spMkLst>
            <pc:docMk/>
            <pc:sldMk cId="925136131" sldId="264"/>
            <ac:spMk id="6" creationId="{6BDDA43B-BD3B-913F-C7D6-B33889722F1F}"/>
          </ac:spMkLst>
        </pc:spChg>
        <pc:picChg chg="add mod">
          <ac:chgData name="Andrew Patterson" userId="6c8ffccf-7c1b-4173-8b93-861005bd5f70" providerId="ADAL" clId="{340A04FB-801D-4D33-9372-268FA29A2369}" dt="2026-04-23T14:57:18.327" v="267"/>
          <ac:picMkLst>
            <pc:docMk/>
            <pc:sldMk cId="925136131" sldId="264"/>
            <ac:picMk id="3" creationId="{C178E8D0-7A6E-5BB0-6F21-1DCBE19BBCBB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45:04.943" v="2293" actId="20577"/>
        <pc:sldMkLst>
          <pc:docMk/>
          <pc:sldMk cId="440391611" sldId="265"/>
        </pc:sldMkLst>
        <pc:spChg chg="add mod">
          <ac:chgData name="Andrew Patterson" userId="6c8ffccf-7c1b-4173-8b93-861005bd5f70" providerId="ADAL" clId="{340A04FB-801D-4D33-9372-268FA29A2369}" dt="2026-04-23T15:25:03.297" v="1098" actId="14100"/>
          <ac:spMkLst>
            <pc:docMk/>
            <pc:sldMk cId="440391611" sldId="265"/>
            <ac:spMk id="4" creationId="{8DC89B96-FE6C-20ED-591D-DD9F905014AA}"/>
          </ac:spMkLst>
        </pc:spChg>
        <pc:spChg chg="add mod">
          <ac:chgData name="Andrew Patterson" userId="6c8ffccf-7c1b-4173-8b93-861005bd5f70" providerId="ADAL" clId="{340A04FB-801D-4D33-9372-268FA29A2369}" dt="2026-04-23T18:45:04.943" v="2293" actId="20577"/>
          <ac:spMkLst>
            <pc:docMk/>
            <pc:sldMk cId="440391611" sldId="265"/>
            <ac:spMk id="5" creationId="{0BFCDF21-541E-35D4-A8EB-C39C35B895D0}"/>
          </ac:spMkLst>
        </pc:spChg>
        <pc:spChg chg="add mod">
          <ac:chgData name="Andrew Patterson" userId="6c8ffccf-7c1b-4173-8b93-861005bd5f70" providerId="ADAL" clId="{340A04FB-801D-4D33-9372-268FA29A2369}" dt="2026-04-23T15:27:15.270" v="1230" actId="14100"/>
          <ac:spMkLst>
            <pc:docMk/>
            <pc:sldMk cId="440391611" sldId="265"/>
            <ac:spMk id="6" creationId="{DC4AE7CA-FA59-849D-9535-90041E51F91C}"/>
          </ac:spMkLst>
        </pc:spChg>
        <pc:picChg chg="add mod">
          <ac:chgData name="Andrew Patterson" userId="6c8ffccf-7c1b-4173-8b93-861005bd5f70" providerId="ADAL" clId="{340A04FB-801D-4D33-9372-268FA29A2369}" dt="2026-04-23T14:57:23.819" v="268"/>
          <ac:picMkLst>
            <pc:docMk/>
            <pc:sldMk cId="440391611" sldId="265"/>
            <ac:picMk id="3" creationId="{8B667FF3-C84B-8422-72D3-56EFE202BD4C}"/>
          </ac:picMkLst>
        </pc:picChg>
      </pc:sldChg>
      <pc:sldChg chg="addSp delSp modSp new mod modAnim">
        <pc:chgData name="Andrew Patterson" userId="6c8ffccf-7c1b-4173-8b93-861005bd5f70" providerId="ADAL" clId="{340A04FB-801D-4D33-9372-268FA29A2369}" dt="2026-04-23T18:03:51.538" v="2245"/>
        <pc:sldMkLst>
          <pc:docMk/>
          <pc:sldMk cId="2349801776" sldId="266"/>
        </pc:sldMkLst>
        <pc:spChg chg="add mod">
          <ac:chgData name="Andrew Patterson" userId="6c8ffccf-7c1b-4173-8b93-861005bd5f70" providerId="ADAL" clId="{340A04FB-801D-4D33-9372-268FA29A2369}" dt="2026-04-23T15:27:50.628" v="1255" actId="20577"/>
          <ac:spMkLst>
            <pc:docMk/>
            <pc:sldMk cId="2349801776" sldId="266"/>
            <ac:spMk id="4" creationId="{20418076-2A67-C879-9329-790F6C86C786}"/>
          </ac:spMkLst>
        </pc:spChg>
        <pc:spChg chg="add mod">
          <ac:chgData name="Andrew Patterson" userId="6c8ffccf-7c1b-4173-8b93-861005bd5f70" providerId="ADAL" clId="{340A04FB-801D-4D33-9372-268FA29A2369}" dt="2026-04-23T15:43:29.168" v="1297" actId="14100"/>
          <ac:spMkLst>
            <pc:docMk/>
            <pc:sldMk cId="2349801776" sldId="266"/>
            <ac:spMk id="5" creationId="{18EF6E49-54AC-A447-A273-54F7F69957F9}"/>
          </ac:spMkLst>
        </pc:spChg>
        <pc:spChg chg="add del mod">
          <ac:chgData name="Andrew Patterson" userId="6c8ffccf-7c1b-4173-8b93-861005bd5f70" providerId="ADAL" clId="{340A04FB-801D-4D33-9372-268FA29A2369}" dt="2026-04-23T15:44:18.640" v="1319"/>
          <ac:spMkLst>
            <pc:docMk/>
            <pc:sldMk cId="2349801776" sldId="266"/>
            <ac:spMk id="6" creationId="{07B8DC5B-0102-9720-E8B7-164D8F3995D0}"/>
          </ac:spMkLst>
        </pc:spChg>
        <pc:spChg chg="add mod">
          <ac:chgData name="Andrew Patterson" userId="6c8ffccf-7c1b-4173-8b93-861005bd5f70" providerId="ADAL" clId="{340A04FB-801D-4D33-9372-268FA29A2369}" dt="2026-04-23T15:44:15.611" v="1317" actId="14100"/>
          <ac:spMkLst>
            <pc:docMk/>
            <pc:sldMk cId="2349801776" sldId="266"/>
            <ac:spMk id="7" creationId="{DC284EC4-1AD3-8FCB-C413-24D9E5D3425B}"/>
          </ac:spMkLst>
        </pc:spChg>
        <pc:picChg chg="add mod">
          <ac:chgData name="Andrew Patterson" userId="6c8ffccf-7c1b-4173-8b93-861005bd5f70" providerId="ADAL" clId="{340A04FB-801D-4D33-9372-268FA29A2369}" dt="2026-04-23T14:57:30.757" v="269"/>
          <ac:picMkLst>
            <pc:docMk/>
            <pc:sldMk cId="2349801776" sldId="266"/>
            <ac:picMk id="3" creationId="{C77A7028-BE3A-69D5-773A-9A2469B04E46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4:05.669" v="2248"/>
        <pc:sldMkLst>
          <pc:docMk/>
          <pc:sldMk cId="371341542" sldId="267"/>
        </pc:sldMkLst>
        <pc:spChg chg="add mod">
          <ac:chgData name="Andrew Patterson" userId="6c8ffccf-7c1b-4173-8b93-861005bd5f70" providerId="ADAL" clId="{340A04FB-801D-4D33-9372-268FA29A2369}" dt="2026-04-23T15:45:08.754" v="1351" actId="1076"/>
          <ac:spMkLst>
            <pc:docMk/>
            <pc:sldMk cId="371341542" sldId="267"/>
            <ac:spMk id="4" creationId="{F26BE89B-2268-AE98-0E96-68587E4AFA68}"/>
          </ac:spMkLst>
        </pc:spChg>
        <pc:spChg chg="add mod">
          <ac:chgData name="Andrew Patterson" userId="6c8ffccf-7c1b-4173-8b93-861005bd5f70" providerId="ADAL" clId="{340A04FB-801D-4D33-9372-268FA29A2369}" dt="2026-04-23T15:45:33.451" v="1380" actId="20577"/>
          <ac:spMkLst>
            <pc:docMk/>
            <pc:sldMk cId="371341542" sldId="267"/>
            <ac:spMk id="5" creationId="{25965018-B97A-2CA3-79F1-31074C2D519C}"/>
          </ac:spMkLst>
        </pc:spChg>
        <pc:spChg chg="add mod">
          <ac:chgData name="Andrew Patterson" userId="6c8ffccf-7c1b-4173-8b93-861005bd5f70" providerId="ADAL" clId="{340A04FB-801D-4D33-9372-268FA29A2369}" dt="2026-04-23T15:46:27.421" v="1415" actId="1076"/>
          <ac:spMkLst>
            <pc:docMk/>
            <pc:sldMk cId="371341542" sldId="267"/>
            <ac:spMk id="7" creationId="{0D5E04C5-D52C-D425-C86A-63CC23897398}"/>
          </ac:spMkLst>
        </pc:spChg>
        <pc:picChg chg="add mod">
          <ac:chgData name="Andrew Patterson" userId="6c8ffccf-7c1b-4173-8b93-861005bd5f70" providerId="ADAL" clId="{340A04FB-801D-4D33-9372-268FA29A2369}" dt="2026-04-23T14:45:09.694" v="119" actId="14100"/>
          <ac:picMkLst>
            <pc:docMk/>
            <pc:sldMk cId="371341542" sldId="267"/>
            <ac:picMk id="3" creationId="{D3941C96-1629-0B48-417B-2940236FAF80}"/>
          </ac:picMkLst>
        </pc:picChg>
        <pc:picChg chg="add mod">
          <ac:chgData name="Andrew Patterson" userId="6c8ffccf-7c1b-4173-8b93-861005bd5f70" providerId="ADAL" clId="{340A04FB-801D-4D33-9372-268FA29A2369}" dt="2026-04-23T15:45:39.258" v="1382"/>
          <ac:picMkLst>
            <pc:docMk/>
            <pc:sldMk cId="371341542" sldId="267"/>
            <ac:picMk id="6" creationId="{9572A5DA-5769-D1A3-0686-40AD3733E971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4:22.095" v="2252"/>
        <pc:sldMkLst>
          <pc:docMk/>
          <pc:sldMk cId="1460531193" sldId="268"/>
        </pc:sldMkLst>
        <pc:spChg chg="add mod">
          <ac:chgData name="Andrew Patterson" userId="6c8ffccf-7c1b-4173-8b93-861005bd5f70" providerId="ADAL" clId="{340A04FB-801D-4D33-9372-268FA29A2369}" dt="2026-04-23T15:47:24.486" v="1436" actId="1076"/>
          <ac:spMkLst>
            <pc:docMk/>
            <pc:sldMk cId="1460531193" sldId="268"/>
            <ac:spMk id="4" creationId="{BFA5895A-CD00-A55F-4845-DBBA5DE12507}"/>
          </ac:spMkLst>
        </pc:spChg>
        <pc:spChg chg="add mod">
          <ac:chgData name="Andrew Patterson" userId="6c8ffccf-7c1b-4173-8b93-861005bd5f70" providerId="ADAL" clId="{340A04FB-801D-4D33-9372-268FA29A2369}" dt="2026-04-23T15:49:06.029" v="1498" actId="1076"/>
          <ac:spMkLst>
            <pc:docMk/>
            <pc:sldMk cId="1460531193" sldId="268"/>
            <ac:spMk id="5" creationId="{DD821BED-B70B-961B-563A-206D48BBE064}"/>
          </ac:spMkLst>
        </pc:spChg>
        <pc:spChg chg="add mod">
          <ac:chgData name="Andrew Patterson" userId="6c8ffccf-7c1b-4173-8b93-861005bd5f70" providerId="ADAL" clId="{340A04FB-801D-4D33-9372-268FA29A2369}" dt="2026-04-23T15:49:28.826" v="1521" actId="1076"/>
          <ac:spMkLst>
            <pc:docMk/>
            <pc:sldMk cId="1460531193" sldId="268"/>
            <ac:spMk id="6" creationId="{EEE6BB0B-382B-83F1-7FFF-A44D5F9F7413}"/>
          </ac:spMkLst>
        </pc:spChg>
        <pc:spChg chg="add mod">
          <ac:chgData name="Andrew Patterson" userId="6c8ffccf-7c1b-4173-8b93-861005bd5f70" providerId="ADAL" clId="{340A04FB-801D-4D33-9372-268FA29A2369}" dt="2026-04-23T15:50:20.074" v="1549" actId="1076"/>
          <ac:spMkLst>
            <pc:docMk/>
            <pc:sldMk cId="1460531193" sldId="268"/>
            <ac:spMk id="7" creationId="{63BAE3DE-D025-E72D-006A-D509693A9451}"/>
          </ac:spMkLst>
        </pc:spChg>
        <pc:picChg chg="add mod">
          <ac:chgData name="Andrew Patterson" userId="6c8ffccf-7c1b-4173-8b93-861005bd5f70" providerId="ADAL" clId="{340A04FB-801D-4D33-9372-268FA29A2369}" dt="2026-04-23T14:57:37.359" v="270"/>
          <ac:picMkLst>
            <pc:docMk/>
            <pc:sldMk cId="1460531193" sldId="268"/>
            <ac:picMk id="3" creationId="{49CEB892-5D17-C56B-D74F-9AFC65EB29CE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4:41.436" v="2255"/>
        <pc:sldMkLst>
          <pc:docMk/>
          <pc:sldMk cId="1830391616" sldId="269"/>
        </pc:sldMkLst>
        <pc:spChg chg="add mod">
          <ac:chgData name="Andrew Patterson" userId="6c8ffccf-7c1b-4173-8b93-861005bd5f70" providerId="ADAL" clId="{340A04FB-801D-4D33-9372-268FA29A2369}" dt="2026-04-23T15:51:12.305" v="1580" actId="1076"/>
          <ac:spMkLst>
            <pc:docMk/>
            <pc:sldMk cId="1830391616" sldId="269"/>
            <ac:spMk id="4" creationId="{381FCB27-71D6-26F2-757D-422A6639BBAA}"/>
          </ac:spMkLst>
        </pc:spChg>
        <pc:spChg chg="add mod">
          <ac:chgData name="Andrew Patterson" userId="6c8ffccf-7c1b-4173-8b93-861005bd5f70" providerId="ADAL" clId="{340A04FB-801D-4D33-9372-268FA29A2369}" dt="2026-04-23T15:52:04.896" v="1626" actId="1036"/>
          <ac:spMkLst>
            <pc:docMk/>
            <pc:sldMk cId="1830391616" sldId="269"/>
            <ac:spMk id="5" creationId="{518D0E63-6DCA-8DEB-FF80-C3A1F9F571E3}"/>
          </ac:spMkLst>
        </pc:spChg>
        <pc:spChg chg="add mod">
          <ac:chgData name="Andrew Patterson" userId="6c8ffccf-7c1b-4173-8b93-861005bd5f70" providerId="ADAL" clId="{340A04FB-801D-4D33-9372-268FA29A2369}" dt="2026-04-23T15:52:42.457" v="1666" actId="1076"/>
          <ac:spMkLst>
            <pc:docMk/>
            <pc:sldMk cId="1830391616" sldId="269"/>
            <ac:spMk id="6" creationId="{9828DE63-B8F7-1DC7-660B-F6857094BFB9}"/>
          </ac:spMkLst>
        </pc:spChg>
        <pc:picChg chg="add mod">
          <ac:chgData name="Andrew Patterson" userId="6c8ffccf-7c1b-4173-8b93-861005bd5f70" providerId="ADAL" clId="{340A04FB-801D-4D33-9372-268FA29A2369}" dt="2026-04-23T14:57:43.908" v="271"/>
          <ac:picMkLst>
            <pc:docMk/>
            <pc:sldMk cId="1830391616" sldId="269"/>
            <ac:picMk id="3" creationId="{7C57CFCE-40D6-78BF-DBBE-CE28B884ACF3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8:04:52.885" v="2258"/>
        <pc:sldMkLst>
          <pc:docMk/>
          <pc:sldMk cId="1723766138" sldId="270"/>
        </pc:sldMkLst>
        <pc:spChg chg="add mod">
          <ac:chgData name="Andrew Patterson" userId="6c8ffccf-7c1b-4173-8b93-861005bd5f70" providerId="ADAL" clId="{340A04FB-801D-4D33-9372-268FA29A2369}" dt="2026-04-23T15:53:54.011" v="1699" actId="1076"/>
          <ac:spMkLst>
            <pc:docMk/>
            <pc:sldMk cId="1723766138" sldId="270"/>
            <ac:spMk id="4" creationId="{16636E4D-E8B0-05B0-9326-BF0911ED1E4D}"/>
          </ac:spMkLst>
        </pc:spChg>
        <pc:spChg chg="add mod">
          <ac:chgData name="Andrew Patterson" userId="6c8ffccf-7c1b-4173-8b93-861005bd5f70" providerId="ADAL" clId="{340A04FB-801D-4D33-9372-268FA29A2369}" dt="2026-04-23T15:54:32.110" v="1739" actId="1076"/>
          <ac:spMkLst>
            <pc:docMk/>
            <pc:sldMk cId="1723766138" sldId="270"/>
            <ac:spMk id="5" creationId="{0624AB51-E57A-172E-7AC6-7AC9A2D368FA}"/>
          </ac:spMkLst>
        </pc:spChg>
        <pc:spChg chg="add mod">
          <ac:chgData name="Andrew Patterson" userId="6c8ffccf-7c1b-4173-8b93-861005bd5f70" providerId="ADAL" clId="{340A04FB-801D-4D33-9372-268FA29A2369}" dt="2026-04-23T15:55:09.162" v="1772" actId="1076"/>
          <ac:spMkLst>
            <pc:docMk/>
            <pc:sldMk cId="1723766138" sldId="270"/>
            <ac:spMk id="6" creationId="{460EFFCC-6AF0-8E4F-B25F-2D7E94C9C8A3}"/>
          </ac:spMkLst>
        </pc:spChg>
        <pc:picChg chg="add mod">
          <ac:chgData name="Andrew Patterson" userId="6c8ffccf-7c1b-4173-8b93-861005bd5f70" providerId="ADAL" clId="{340A04FB-801D-4D33-9372-268FA29A2369}" dt="2026-04-23T14:57:48.363" v="272"/>
          <ac:picMkLst>
            <pc:docMk/>
            <pc:sldMk cId="1723766138" sldId="270"/>
            <ac:picMk id="3" creationId="{1F971ED5-F831-124D-FE06-58564D40FC65}"/>
          </ac:picMkLst>
        </pc:picChg>
      </pc:sldChg>
      <pc:sldChg chg="addSp delSp modSp new mod modAnim">
        <pc:chgData name="Andrew Patterson" userId="6c8ffccf-7c1b-4173-8b93-861005bd5f70" providerId="ADAL" clId="{340A04FB-801D-4D33-9372-268FA29A2369}" dt="2026-04-23T15:57:21.692" v="1816" actId="1036"/>
        <pc:sldMkLst>
          <pc:docMk/>
          <pc:sldMk cId="1402095983" sldId="271"/>
        </pc:sldMkLst>
        <pc:spChg chg="add mod">
          <ac:chgData name="Andrew Patterson" userId="6c8ffccf-7c1b-4173-8b93-861005bd5f70" providerId="ADAL" clId="{340A04FB-801D-4D33-9372-268FA29A2369}" dt="2026-04-23T15:56:44.654" v="1796" actId="1038"/>
          <ac:spMkLst>
            <pc:docMk/>
            <pc:sldMk cId="1402095983" sldId="271"/>
            <ac:spMk id="6" creationId="{81C0A090-7BC4-0C96-2D6A-AA3B43B5266C}"/>
          </ac:spMkLst>
        </pc:spChg>
        <pc:spChg chg="add mod">
          <ac:chgData name="Andrew Patterson" userId="6c8ffccf-7c1b-4173-8b93-861005bd5f70" providerId="ADAL" clId="{340A04FB-801D-4D33-9372-268FA29A2369}" dt="2026-04-23T15:57:07.394" v="1799" actId="1076"/>
          <ac:spMkLst>
            <pc:docMk/>
            <pc:sldMk cId="1402095983" sldId="271"/>
            <ac:spMk id="7" creationId="{9AB64FEA-0AB0-58D1-3F5A-026667CCCD78}"/>
          </ac:spMkLst>
        </pc:spChg>
        <pc:spChg chg="add mod">
          <ac:chgData name="Andrew Patterson" userId="6c8ffccf-7c1b-4173-8b93-861005bd5f70" providerId="ADAL" clId="{340A04FB-801D-4D33-9372-268FA29A2369}" dt="2026-04-23T15:57:09.628" v="1800"/>
          <ac:spMkLst>
            <pc:docMk/>
            <pc:sldMk cId="1402095983" sldId="271"/>
            <ac:spMk id="8" creationId="{8B9EB30A-3270-869F-C30A-3E02293BAE7E}"/>
          </ac:spMkLst>
        </pc:spChg>
        <pc:spChg chg="add mod">
          <ac:chgData name="Andrew Patterson" userId="6c8ffccf-7c1b-4173-8b93-861005bd5f70" providerId="ADAL" clId="{340A04FB-801D-4D33-9372-268FA29A2369}" dt="2026-04-23T15:57:21.692" v="1816" actId="1036"/>
          <ac:spMkLst>
            <pc:docMk/>
            <pc:sldMk cId="1402095983" sldId="271"/>
            <ac:spMk id="9" creationId="{E4093273-2FAC-AD9E-410A-F9EB9E9E6EA9}"/>
          </ac:spMkLst>
        </pc:spChg>
        <pc:picChg chg="add del mod">
          <ac:chgData name="Andrew Patterson" userId="6c8ffccf-7c1b-4173-8b93-861005bd5f70" providerId="ADAL" clId="{340A04FB-801D-4D33-9372-268FA29A2369}" dt="2026-04-23T14:48:49.159" v="168" actId="478"/>
          <ac:picMkLst>
            <pc:docMk/>
            <pc:sldMk cId="1402095983" sldId="271"/>
            <ac:picMk id="3" creationId="{15121E12-546A-7FEE-407C-83DFC32DE285}"/>
          </ac:picMkLst>
        </pc:picChg>
        <pc:picChg chg="add mod">
          <ac:chgData name="Andrew Patterson" userId="6c8ffccf-7c1b-4173-8b93-861005bd5f70" providerId="ADAL" clId="{340A04FB-801D-4D33-9372-268FA29A2369}" dt="2026-04-23T14:57:54.754" v="273"/>
          <ac:picMkLst>
            <pc:docMk/>
            <pc:sldMk cId="1402095983" sldId="271"/>
            <ac:picMk id="5" creationId="{A78A36B3-C76C-CD30-340C-9E401D601C90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5:58:19.035" v="1999" actId="1038"/>
        <pc:sldMkLst>
          <pc:docMk/>
          <pc:sldMk cId="1025417830" sldId="272"/>
        </pc:sldMkLst>
        <pc:spChg chg="add mod">
          <ac:chgData name="Andrew Patterson" userId="6c8ffccf-7c1b-4173-8b93-861005bd5f70" providerId="ADAL" clId="{340A04FB-801D-4D33-9372-268FA29A2369}" dt="2026-04-23T15:57:48.205" v="1917" actId="1038"/>
          <ac:spMkLst>
            <pc:docMk/>
            <pc:sldMk cId="1025417830" sldId="272"/>
            <ac:spMk id="4" creationId="{47189771-94A0-7F16-35D3-F55091EDF9AD}"/>
          </ac:spMkLst>
        </pc:spChg>
        <pc:spChg chg="add mod">
          <ac:chgData name="Andrew Patterson" userId="6c8ffccf-7c1b-4173-8b93-861005bd5f70" providerId="ADAL" clId="{340A04FB-801D-4D33-9372-268FA29A2369}" dt="2026-04-23T15:58:03.413" v="1978" actId="1038"/>
          <ac:spMkLst>
            <pc:docMk/>
            <pc:sldMk cId="1025417830" sldId="272"/>
            <ac:spMk id="5" creationId="{E908D0C3-564C-9068-4B86-F300D2EF9265}"/>
          </ac:spMkLst>
        </pc:spChg>
        <pc:spChg chg="add mod">
          <ac:chgData name="Andrew Patterson" userId="6c8ffccf-7c1b-4173-8b93-861005bd5f70" providerId="ADAL" clId="{340A04FB-801D-4D33-9372-268FA29A2369}" dt="2026-04-23T15:58:12.457" v="1997" actId="1036"/>
          <ac:spMkLst>
            <pc:docMk/>
            <pc:sldMk cId="1025417830" sldId="272"/>
            <ac:spMk id="6" creationId="{E89B3F55-494B-A834-6959-F6D079DB0AAA}"/>
          </ac:spMkLst>
        </pc:spChg>
        <pc:spChg chg="add mod">
          <ac:chgData name="Andrew Patterson" userId="6c8ffccf-7c1b-4173-8b93-861005bd5f70" providerId="ADAL" clId="{340A04FB-801D-4D33-9372-268FA29A2369}" dt="2026-04-23T15:58:19.035" v="1999" actId="1038"/>
          <ac:spMkLst>
            <pc:docMk/>
            <pc:sldMk cId="1025417830" sldId="272"/>
            <ac:spMk id="7" creationId="{958B465C-0E67-CD88-06D6-B8DCE5D61D7F}"/>
          </ac:spMkLst>
        </pc:spChg>
        <pc:picChg chg="add mod">
          <ac:chgData name="Andrew Patterson" userId="6c8ffccf-7c1b-4173-8b93-861005bd5f70" providerId="ADAL" clId="{340A04FB-801D-4D33-9372-268FA29A2369}" dt="2026-04-23T14:57:59.269" v="274"/>
          <ac:picMkLst>
            <pc:docMk/>
            <pc:sldMk cId="1025417830" sldId="272"/>
            <ac:picMk id="3" creationId="{490D0F03-670B-CF0A-E928-3B3640837FEF}"/>
          </ac:picMkLst>
        </pc:picChg>
      </pc:sldChg>
      <pc:sldChg chg="addSp modSp new mod modAnim">
        <pc:chgData name="Andrew Patterson" userId="6c8ffccf-7c1b-4173-8b93-861005bd5f70" providerId="ADAL" clId="{340A04FB-801D-4D33-9372-268FA29A2369}" dt="2026-04-23T15:59:18.912" v="2212" actId="1035"/>
        <pc:sldMkLst>
          <pc:docMk/>
          <pc:sldMk cId="3440515344" sldId="273"/>
        </pc:sldMkLst>
        <pc:spChg chg="add mod">
          <ac:chgData name="Andrew Patterson" userId="6c8ffccf-7c1b-4173-8b93-861005bd5f70" providerId="ADAL" clId="{340A04FB-801D-4D33-9372-268FA29A2369}" dt="2026-04-23T15:58:33.506" v="2081" actId="1037"/>
          <ac:spMkLst>
            <pc:docMk/>
            <pc:sldMk cId="3440515344" sldId="273"/>
            <ac:spMk id="4" creationId="{69B8CE1A-94B8-1194-25B5-4A7EB448CA46}"/>
          </ac:spMkLst>
        </pc:spChg>
        <pc:spChg chg="add mod">
          <ac:chgData name="Andrew Patterson" userId="6c8ffccf-7c1b-4173-8b93-861005bd5f70" providerId="ADAL" clId="{340A04FB-801D-4D33-9372-268FA29A2369}" dt="2026-04-23T15:58:48.198" v="2151" actId="1038"/>
          <ac:spMkLst>
            <pc:docMk/>
            <pc:sldMk cId="3440515344" sldId="273"/>
            <ac:spMk id="5" creationId="{DDF3619E-74A3-C7AD-86BA-ECDBD975F187}"/>
          </ac:spMkLst>
        </pc:spChg>
        <pc:spChg chg="add mod">
          <ac:chgData name="Andrew Patterson" userId="6c8ffccf-7c1b-4173-8b93-861005bd5f70" providerId="ADAL" clId="{340A04FB-801D-4D33-9372-268FA29A2369}" dt="2026-04-23T15:58:59.257" v="2189" actId="1035"/>
          <ac:spMkLst>
            <pc:docMk/>
            <pc:sldMk cId="3440515344" sldId="273"/>
            <ac:spMk id="6" creationId="{94750967-0206-90BA-5565-10BCF1664897}"/>
          </ac:spMkLst>
        </pc:spChg>
        <pc:spChg chg="add mod">
          <ac:chgData name="Andrew Patterson" userId="6c8ffccf-7c1b-4173-8b93-861005bd5f70" providerId="ADAL" clId="{340A04FB-801D-4D33-9372-268FA29A2369}" dt="2026-04-23T15:59:18.912" v="2212" actId="1035"/>
          <ac:spMkLst>
            <pc:docMk/>
            <pc:sldMk cId="3440515344" sldId="273"/>
            <ac:spMk id="7" creationId="{B67AA74A-16A0-81D7-A867-A7C81F319295}"/>
          </ac:spMkLst>
        </pc:spChg>
        <pc:picChg chg="add mod">
          <ac:chgData name="Andrew Patterson" userId="6c8ffccf-7c1b-4173-8b93-861005bd5f70" providerId="ADAL" clId="{340A04FB-801D-4D33-9372-268FA29A2369}" dt="2026-04-23T14:58:03.661" v="275"/>
          <ac:picMkLst>
            <pc:docMk/>
            <pc:sldMk cId="3440515344" sldId="273"/>
            <ac:picMk id="3" creationId="{46B3F8BD-017D-48DF-B8CB-37FE19F5F8DB}"/>
          </ac:picMkLst>
        </pc:picChg>
      </pc:sldChg>
      <pc:sldChg chg="new del">
        <pc:chgData name="Andrew Patterson" userId="6c8ffccf-7c1b-4173-8b93-861005bd5f70" providerId="ADAL" clId="{340A04FB-801D-4D33-9372-268FA29A2369}" dt="2026-04-23T15:55:18.587" v="1773" actId="47"/>
        <pc:sldMkLst>
          <pc:docMk/>
          <pc:sldMk cId="1253508506" sldId="274"/>
        </pc:sldMkLst>
      </pc:sldChg>
      <pc:sldChg chg="new del">
        <pc:chgData name="Andrew Patterson" userId="6c8ffccf-7c1b-4173-8b93-861005bd5f70" providerId="ADAL" clId="{340A04FB-801D-4D33-9372-268FA29A2369}" dt="2026-04-23T15:55:19.871" v="1774" actId="47"/>
        <pc:sldMkLst>
          <pc:docMk/>
          <pc:sldMk cId="3798162359" sldId="275"/>
        </pc:sldMkLst>
      </pc:sldChg>
      <pc:sldChg chg="new del">
        <pc:chgData name="Andrew Patterson" userId="6c8ffccf-7c1b-4173-8b93-861005bd5f70" providerId="ADAL" clId="{340A04FB-801D-4D33-9372-268FA29A2369}" dt="2026-04-23T15:55:20.944" v="1775" actId="47"/>
        <pc:sldMkLst>
          <pc:docMk/>
          <pc:sldMk cId="1508080350" sldId="276"/>
        </pc:sldMkLst>
      </pc:sldChg>
      <pc:sldChg chg="new del">
        <pc:chgData name="Andrew Patterson" userId="6c8ffccf-7c1b-4173-8b93-861005bd5f70" providerId="ADAL" clId="{340A04FB-801D-4D33-9372-268FA29A2369}" dt="2026-04-23T15:55:23.192" v="1776" actId="47"/>
        <pc:sldMkLst>
          <pc:docMk/>
          <pc:sldMk cId="2543469044" sldId="277"/>
        </pc:sldMkLst>
      </pc:sldChg>
      <pc:sldChg chg="new del">
        <pc:chgData name="Andrew Patterson" userId="6c8ffccf-7c1b-4173-8b93-861005bd5f70" providerId="ADAL" clId="{340A04FB-801D-4D33-9372-268FA29A2369}" dt="2026-04-23T15:55:24.332" v="1777" actId="47"/>
        <pc:sldMkLst>
          <pc:docMk/>
          <pc:sldMk cId="1479094885" sldId="278"/>
        </pc:sldMkLst>
      </pc:sldChg>
      <pc:sldChg chg="new del">
        <pc:chgData name="Andrew Patterson" userId="6c8ffccf-7c1b-4173-8b93-861005bd5f70" providerId="ADAL" clId="{340A04FB-801D-4D33-9372-268FA29A2369}" dt="2026-04-23T15:55:25.413" v="1778" actId="47"/>
        <pc:sldMkLst>
          <pc:docMk/>
          <pc:sldMk cId="3657388547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Cutting Edge Adv Vocab Builder Mod 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BBA310-15C5-9DD8-673F-614298FF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200" y="278600"/>
            <a:ext cx="9003600" cy="6256109"/>
          </a:xfrm>
          <a:prstGeom prst="rect">
            <a:avLst/>
          </a:prstGeom>
        </p:spPr>
      </p:pic>
      <p:sp>
        <p:nvSpPr>
          <p:cNvPr id="6" name="1) text">
            <a:extLst>
              <a:ext uri="{FF2B5EF4-FFF2-40B4-BE49-F238E27FC236}">
                <a16:creationId xmlns:a16="http://schemas.microsoft.com/office/drawing/2014/main" id="{D11A3112-FFD1-4B23-740E-DD8648D4E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702" y="2092623"/>
            <a:ext cx="21490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let down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9F7F2671-FEEB-01CC-DF2C-CC04B842D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822" y="4313666"/>
            <a:ext cx="24708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urned up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8" name="1) text">
            <a:extLst>
              <a:ext uri="{FF2B5EF4-FFF2-40B4-BE49-F238E27FC236}">
                <a16:creationId xmlns:a16="http://schemas.microsoft.com/office/drawing/2014/main" id="{F52886C6-4E2E-1394-4E7C-AC6D06866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24187"/>
            <a:ext cx="10194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put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9" name="1) text">
            <a:extLst>
              <a:ext uri="{FF2B5EF4-FFF2-40B4-BE49-F238E27FC236}">
                <a16:creationId xmlns:a16="http://schemas.microsoft.com/office/drawing/2014/main" id="{1F30FD49-8D09-86BC-2A6C-2E9F31700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365" y="5424186"/>
            <a:ext cx="101949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off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9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A30F6-0032-69C0-3A0D-6A9492F6765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54" y="386341"/>
            <a:ext cx="11617377" cy="6085318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890E408E-C408-CA91-48B6-036405DF7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9512" y="93953"/>
            <a:ext cx="26734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rolled down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5F8B05E1-F733-0AD8-19C5-D3EBCD89B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466" y="2698031"/>
            <a:ext cx="26734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ang along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F7EFF942-2C8E-A7A7-B0C6-05A7B9D2A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699" y="4000070"/>
            <a:ext cx="26734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urned out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2C7A3ED6-78F7-7F29-46E4-A1A68E8FF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74" y="5009721"/>
            <a:ext cx="44545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o away for a while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61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FB364-53E0-3ACC-C802-4FE1E394B1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08" y="273099"/>
            <a:ext cx="9114985" cy="6311802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12B68857-6BD6-FB66-328E-B5E5C995D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9630" y="533646"/>
            <a:ext cx="27138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belted out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D2C71BEA-AF47-9EB7-DF0E-CEFCC1DFB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935" y="2259609"/>
            <a:ext cx="11119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sen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EA07BCF5-55E5-6D97-9B22-520450E9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1668" y="2211234"/>
            <a:ext cx="8096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up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C28D80A9-E44F-D455-EA72-849DF4943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9743" y="3371815"/>
            <a:ext cx="21934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die down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8" name="1) text">
            <a:extLst>
              <a:ext uri="{FF2B5EF4-FFF2-40B4-BE49-F238E27FC236}">
                <a16:creationId xmlns:a16="http://schemas.microsoft.com/office/drawing/2014/main" id="{E52E22B3-D6FE-F842-2C0D-52922482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39" y="5593295"/>
            <a:ext cx="12191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turn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9" name="1) text">
            <a:extLst>
              <a:ext uri="{FF2B5EF4-FFF2-40B4-BE49-F238E27FC236}">
                <a16:creationId xmlns:a16="http://schemas.microsoft.com/office/drawing/2014/main" id="{CE941219-A70E-A76D-F30C-BE569A1A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0405" y="5476310"/>
            <a:ext cx="12191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into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95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AF8401-086B-1064-3589-FC37B246BF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660" y="180277"/>
            <a:ext cx="9170678" cy="6497444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F47504EB-EAE8-5CA7-AC50-CD24F9512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005" y="1123290"/>
            <a:ext cx="21934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tood out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18F4D8E5-0D8B-560C-7CAC-4F5153EAC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810" y="1920267"/>
            <a:ext cx="32321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launched into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D494E046-D99D-A978-FDF9-A7517CFA3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3736" y="3790748"/>
            <a:ext cx="24209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ent 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F103FA5E-756C-4F37-8829-77DF047CC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721" y="5442322"/>
            <a:ext cx="20428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old out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5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75C40-45DF-320A-7991-416BB1F96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58" y="233185"/>
            <a:ext cx="9434285" cy="6391629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08EAD0F1-CDC7-427E-BAD3-CF00F59B6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500" y="2885447"/>
            <a:ext cx="33078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er eyes out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4B60D2CA-35FB-E96F-48E4-BD1ECF942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418" y="4207080"/>
            <a:ext cx="39649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houlder to cry 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AE8F9E19-7A33-E8FE-0028-3B34FE4F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991" y="5415947"/>
            <a:ext cx="25708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scared stiff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67B8D-B0EF-8A71-5CCB-7973DD8D9B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4" y="809863"/>
            <a:ext cx="11884953" cy="5238274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59F9650B-4B59-78E4-2879-47E1A55C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733" y="1653421"/>
            <a:ext cx="3322860" cy="933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ass with flying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colours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E613E14E-F207-EFC6-CA26-7C020059B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882" y="3030336"/>
            <a:ext cx="65895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give (it) one hundred percent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1C98E80A-8C78-E34C-23FF-53532AEC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888" y="5393535"/>
            <a:ext cx="21786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short cut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20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0B364-B77F-EF15-877B-1CB534ABDB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84" y="241559"/>
            <a:ext cx="11539032" cy="6374881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D11AA2C2-1FD7-3C70-528C-2C0B4B0B7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123" y="1572995"/>
            <a:ext cx="45820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man of few words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5D802BA3-0515-C292-7BE6-66231C75C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1698" y="3136611"/>
            <a:ext cx="341030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ut of the blue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94F9233F-204A-967D-88F7-DDE97C122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728" y="5428647"/>
            <a:ext cx="341030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ast laugh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71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8E8D0-7A6E-5BB0-6F21-1DCBE19BBC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91" y="767184"/>
            <a:ext cx="10916818" cy="5323633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714D2267-7919-C40C-1CEE-5E019E957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810" y="1528025"/>
            <a:ext cx="31278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b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ored to tears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B3082653-4D8B-EC41-044C-A210BB0B2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046" y="3517033"/>
            <a:ext cx="36374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n the</a:t>
            </a: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 public eye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6BDDA43B-BD3B-913F-C7D6-B33889722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538" y="4891444"/>
            <a:ext cx="23884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tood firm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13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67FF3-C84B-8422-72D3-56EFE202BD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8" y="229204"/>
            <a:ext cx="11514325" cy="6399591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8DC89B96-FE6C-20ED-591D-DD9F90501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095" y="1518657"/>
            <a:ext cx="88591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ith not a stitch on/ without a stitch 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0BFCDF21-541E-35D4-A8EB-C39C35B89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095" y="3781338"/>
            <a:ext cx="37025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floods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of tears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DC4AE7CA-FA59-849D-9535-90041E51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34" y="5901531"/>
            <a:ext cx="51391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aughing their heads off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39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A7028-BE3A-69D5-773A-9A2469B04E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21" y="160693"/>
            <a:ext cx="10534956" cy="6536615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20418076-2A67-C879-9329-790F6C86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803" y="2582958"/>
            <a:ext cx="23884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unch line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18EF6E49-54AC-A447-A273-54F7F6995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18940"/>
            <a:ext cx="28556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stressed out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DC284EC4-1AD3-8FCB-C413-24D9E5D34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881" y="6019897"/>
            <a:ext cx="43916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 err="1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bursed</a:t>
            </a: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 out laughing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80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41C96-1629-0B48-417B-2940236FA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9" y="525710"/>
            <a:ext cx="11687282" cy="5806579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F26BE89B-2268-AE98-0E96-68587E4AF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921" y="525710"/>
            <a:ext cx="30779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c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lose to tears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25965018-B97A-2CA3-79F1-31074C2D5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675" y="2844224"/>
            <a:ext cx="307797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tage-fright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0D5E04C5-D52C-D425-C86A-63CC23897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251" y="4960336"/>
            <a:ext cx="33128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as disallowed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CEB892-5D17-C56B-D74F-9AFC65EB2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49" y="542557"/>
            <a:ext cx="10804503" cy="5772885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BFA5895A-CD00-A55F-4845-DBBA5DE12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860" y="590439"/>
            <a:ext cx="23884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sit-com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DD821BED-B70B-961B-563A-206D48BBE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2467" y="2556648"/>
            <a:ext cx="23884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b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ringing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EEE6BB0B-382B-83F1-7FFF-A44D5F9F7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417" y="3136611"/>
            <a:ext cx="23884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to bear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7" name="1) text">
            <a:extLst>
              <a:ext uri="{FF2B5EF4-FFF2-40B4-BE49-F238E27FC236}">
                <a16:creationId xmlns:a16="http://schemas.microsoft.com/office/drawing/2014/main" id="{63BAE3DE-D025-E72D-006A-D509693A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849" y="4570739"/>
            <a:ext cx="32619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ixed feelings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53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7CFCE-40D6-78BF-DBBE-CE28B884AC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9" y="229204"/>
            <a:ext cx="11687282" cy="6399591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381FCB27-71D6-26F2-757D-422A6639B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263" y="1038972"/>
            <a:ext cx="38524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slapstick comedy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518D0E63-6DCA-8DEB-FF80-C3A1F9F57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11561"/>
            <a:ext cx="43296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stand-up comedian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9828DE63-B8F7-1DC7-660B-F6857094B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77" y="5938950"/>
            <a:ext cx="36167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aughing matter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39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71ED5-F831-124D-FE06-58564D40FC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16" y="812106"/>
            <a:ext cx="10467568" cy="5233786"/>
          </a:xfrm>
          <a:prstGeom prst="rect">
            <a:avLst/>
          </a:prstGeom>
        </p:spPr>
      </p:pic>
      <p:sp>
        <p:nvSpPr>
          <p:cNvPr id="4" name="1) text">
            <a:extLst>
              <a:ext uri="{FF2B5EF4-FFF2-40B4-BE49-F238E27FC236}">
                <a16:creationId xmlns:a16="http://schemas.microsoft.com/office/drawing/2014/main" id="{16636E4D-E8B0-05B0-9326-BF0911ED1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298" y="1263824"/>
            <a:ext cx="51416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suffer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 from stage fright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5" name="1) text">
            <a:extLst>
              <a:ext uri="{FF2B5EF4-FFF2-40B4-BE49-F238E27FC236}">
                <a16:creationId xmlns:a16="http://schemas.microsoft.com/office/drawing/2014/main" id="{0624AB51-E57A-172E-7AC6-7AC9A2D36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757" y="2844224"/>
            <a:ext cx="51416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Segoe Print" panose="02000600000000000000" pitchFamily="2" charset="0"/>
                <a:cs typeface="Calibri" panose="020F0502020204030204" pitchFamily="34" charset="0"/>
              </a:rPr>
              <a:t>ut-downs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  <p:sp>
        <p:nvSpPr>
          <p:cNvPr id="6" name="1) text">
            <a:extLst>
              <a:ext uri="{FF2B5EF4-FFF2-40B4-BE49-F238E27FC236}">
                <a16:creationId xmlns:a16="http://schemas.microsoft.com/office/drawing/2014/main" id="{460EFFCC-6AF0-8E4F-B25F-2D7E94C9C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02" y="3985648"/>
            <a:ext cx="39901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rgbClr val="0070C0"/>
                </a:solidFill>
                <a:latin typeface="Segoe Print" panose="02000600000000000000" pitchFamily="2" charset="0"/>
                <a:cs typeface="Calibri" panose="020F0502020204030204" pitchFamily="34" charset="0"/>
              </a:rPr>
              <a:t>politically correct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76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8A36B3-C76C-CD30-340C-9E401D601C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8" y="288757"/>
            <a:ext cx="11688004" cy="625642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1C0A090-7BC4-0C96-2D6A-AA3B43B5266C}"/>
              </a:ext>
            </a:extLst>
          </p:cNvPr>
          <p:cNvSpPr/>
          <p:nvPr/>
        </p:nvSpPr>
        <p:spPr>
          <a:xfrm>
            <a:off x="6360922" y="424818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B64FEA-0AB0-58D1-3F5A-026667CCCD78}"/>
              </a:ext>
            </a:extLst>
          </p:cNvPr>
          <p:cNvSpPr/>
          <p:nvPr/>
        </p:nvSpPr>
        <p:spPr>
          <a:xfrm>
            <a:off x="6360922" y="2136195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9EB30A-3270-869F-C30A-3E02293BAE7E}"/>
              </a:ext>
            </a:extLst>
          </p:cNvPr>
          <p:cNvSpPr/>
          <p:nvPr/>
        </p:nvSpPr>
        <p:spPr>
          <a:xfrm>
            <a:off x="6360922" y="3847572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093273-2FAC-AD9E-410A-F9EB9E9E6EA9}"/>
              </a:ext>
            </a:extLst>
          </p:cNvPr>
          <p:cNvSpPr/>
          <p:nvPr/>
        </p:nvSpPr>
        <p:spPr>
          <a:xfrm>
            <a:off x="6360922" y="6008651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09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D0F03-670B-CF0A-E928-3B3640837F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81" y="336884"/>
            <a:ext cx="11259436" cy="60799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7189771-94A0-7F16-35D3-F55091EDF9AD}"/>
              </a:ext>
            </a:extLst>
          </p:cNvPr>
          <p:cNvSpPr/>
          <p:nvPr/>
        </p:nvSpPr>
        <p:spPr>
          <a:xfrm>
            <a:off x="5971182" y="522247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08D0C3-564C-9068-4B86-F300D2EF9265}"/>
              </a:ext>
            </a:extLst>
          </p:cNvPr>
          <p:cNvSpPr/>
          <p:nvPr/>
        </p:nvSpPr>
        <p:spPr>
          <a:xfrm>
            <a:off x="5958692" y="2653343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9B3F55-494B-A834-6959-F6D079DB0AAA}"/>
              </a:ext>
            </a:extLst>
          </p:cNvPr>
          <p:cNvSpPr/>
          <p:nvPr/>
        </p:nvSpPr>
        <p:spPr>
          <a:xfrm>
            <a:off x="5946202" y="4304756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8B465C-0E67-CD88-06D6-B8DCE5D61D7F}"/>
              </a:ext>
            </a:extLst>
          </p:cNvPr>
          <p:cNvSpPr/>
          <p:nvPr/>
        </p:nvSpPr>
        <p:spPr>
          <a:xfrm>
            <a:off x="5948702" y="5956169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41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3F8BD-017D-48DF-B8CB-37FE19F5F8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9" y="320842"/>
            <a:ext cx="11614463" cy="606391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9B8CE1A-94B8-1194-25B5-4A7EB448CA46}"/>
              </a:ext>
            </a:extLst>
          </p:cNvPr>
          <p:cNvSpPr/>
          <p:nvPr/>
        </p:nvSpPr>
        <p:spPr>
          <a:xfrm>
            <a:off x="5791298" y="507263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F3619E-74A3-C7AD-86BA-ECDBD975F187}"/>
              </a:ext>
            </a:extLst>
          </p:cNvPr>
          <p:cNvSpPr/>
          <p:nvPr/>
        </p:nvSpPr>
        <p:spPr>
          <a:xfrm>
            <a:off x="5778808" y="2653347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750967-0206-90BA-5565-10BCF1664897}"/>
              </a:ext>
            </a:extLst>
          </p:cNvPr>
          <p:cNvSpPr/>
          <p:nvPr/>
        </p:nvSpPr>
        <p:spPr>
          <a:xfrm>
            <a:off x="5766318" y="3855058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7AA74A-16A0-81D7-A867-A7C81F319295}"/>
              </a:ext>
            </a:extLst>
          </p:cNvPr>
          <p:cNvSpPr/>
          <p:nvPr/>
        </p:nvSpPr>
        <p:spPr>
          <a:xfrm>
            <a:off x="5768818" y="5521460"/>
            <a:ext cx="409540" cy="40953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51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728BA7-A1AC-4EEE-B7C0-943338CFE44B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31635c7e-3a11-4128-b6ca-f17fd774e46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67B0055-D46F-424C-866B-103209722D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BAB933-EE9D-40A3-9A48-F73C15B943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130</Words>
  <Application>Microsoft Office PowerPoint</Application>
  <PresentationFormat>Widescreen</PresentationFormat>
  <Paragraphs>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Segoe Print</vt:lpstr>
      <vt:lpstr>office theme</vt:lpstr>
      <vt:lpstr>Cutting Edge Adv Vocab Builder Mod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3</cp:revision>
  <dcterms:created xsi:type="dcterms:W3CDTF">2026-04-23T14:36:39Z</dcterms:created>
  <dcterms:modified xsi:type="dcterms:W3CDTF">2026-04-23T18:45:15Z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