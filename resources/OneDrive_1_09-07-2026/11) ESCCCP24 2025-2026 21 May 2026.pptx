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5" r:id="rId6"/>
  </p:sldMasterIdLst>
  <p:sldIdLst>
    <p:sldId id="256" r:id="rId7"/>
    <p:sldId id="261" r:id="rId8"/>
    <p:sldId id="355" r:id="rId9"/>
    <p:sldId id="281" r:id="rId10"/>
    <p:sldId id="282" r:id="rId11"/>
    <p:sldId id="262" r:id="rId12"/>
    <p:sldId id="357" r:id="rId13"/>
    <p:sldId id="263" r:id="rId14"/>
    <p:sldId id="304" r:id="rId15"/>
    <p:sldId id="356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E3A48-E931-4F08-BB00-A341C2E0595C}" v="19" dt="2026-06-04T10:49:03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31DB1884-FF22-41CC-986F-E5AD0B3DD8CE}"/>
    <pc:docChg chg="modSld">
      <pc:chgData name="Andrew Patterson" userId="S::apatterson@cavc.ac.uk::6c8ffccf-7c1b-4173-8b93-861005bd5f70" providerId="AD" clId="Web-{31DB1884-FF22-41CC-986F-E5AD0B3DD8CE}" dt="2026-05-21T14:38:36.004" v="1" actId="1076"/>
      <pc:docMkLst>
        <pc:docMk/>
      </pc:docMkLst>
      <pc:sldChg chg="delSp modSp">
        <pc:chgData name="Andrew Patterson" userId="S::apatterson@cavc.ac.uk::6c8ffccf-7c1b-4173-8b93-861005bd5f70" providerId="AD" clId="Web-{31DB1884-FF22-41CC-986F-E5AD0B3DD8CE}" dt="2026-05-21T14:38:36.004" v="1" actId="1076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31DB1884-FF22-41CC-986F-E5AD0B3DD8CE}" dt="2026-05-21T14:38:36.004" v="1" actId="1076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clId="Web-{31DB1884-FF22-41CC-986F-E5AD0B3DD8CE}"/>
    <pc:docChg chg="modSld">
      <pc:chgData name="" userId="" providerId="" clId="Web-{31DB1884-FF22-41CC-986F-E5AD0B3DD8CE}" dt="2026-05-21T14:38:23.238" v="0" actId="20577"/>
      <pc:docMkLst>
        <pc:docMk/>
      </pc:docMkLst>
      <pc:sldChg chg="modSp">
        <pc:chgData name="" userId="" providerId="" clId="Web-{31DB1884-FF22-41CC-986F-E5AD0B3DD8CE}" dt="2026-05-21T14:38:23.238" v="0" actId="20577"/>
        <pc:sldMkLst>
          <pc:docMk/>
          <pc:sldMk cId="109857222" sldId="256"/>
        </pc:sldMkLst>
        <pc:spChg chg="mod">
          <ac:chgData name="" userId="" providerId="" clId="Web-{31DB1884-FF22-41CC-986F-E5AD0B3DD8CE}" dt="2026-05-21T14:38:23.238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modSld sldOrd">
      <pc:chgData name="Andrew Patterson" userId="6c8ffccf-7c1b-4173-8b93-861005bd5f70" providerId="ADAL" clId="{340A04FB-801D-4D33-9372-268FA29A2369}" dt="2026-06-04T10:49:11.847" v="679" actId="1036"/>
      <pc:docMkLst>
        <pc:docMk/>
      </pc:docMkLst>
      <pc:sldChg chg="addSp modSp">
        <pc:chgData name="Andrew Patterson" userId="6c8ffccf-7c1b-4173-8b93-861005bd5f70" providerId="ADAL" clId="{340A04FB-801D-4D33-9372-268FA29A2369}" dt="2026-05-21T14:40:17.417" v="0"/>
        <pc:sldMkLst>
          <pc:docMk/>
          <pc:sldMk cId="109857222" sldId="256"/>
        </pc:sldMkLst>
        <pc:picChg chg="add mod">
          <ac:chgData name="Andrew Patterson" userId="6c8ffccf-7c1b-4173-8b93-861005bd5f70" providerId="ADAL" clId="{340A04FB-801D-4D33-9372-268FA29A2369}" dt="2026-05-21T14:40:17.417" v="0"/>
          <ac:picMkLst>
            <pc:docMk/>
            <pc:sldMk cId="109857222" sldId="256"/>
            <ac:picMk id="3" creationId="{4136A45C-DC8B-CA75-E577-EA439BAD5C1D}"/>
          </ac:picMkLst>
        </pc:picChg>
      </pc:sldChg>
      <pc:sldChg chg="modSp add mod">
        <pc:chgData name="Andrew Patterson" userId="6c8ffccf-7c1b-4173-8b93-861005bd5f70" providerId="ADAL" clId="{340A04FB-801D-4D33-9372-268FA29A2369}" dt="2026-05-21T14:40:52.169" v="3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5-21T14:40:52.169" v="3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 ord">
        <pc:chgData name="Andrew Patterson" userId="6c8ffccf-7c1b-4173-8b93-861005bd5f70" providerId="ADAL" clId="{340A04FB-801D-4D33-9372-268FA29A2369}" dt="2026-05-21T14:43:02.818" v="16"/>
        <pc:sldMkLst>
          <pc:docMk/>
          <pc:sldMk cId="748540512" sldId="262"/>
        </pc:sldMkLst>
      </pc:sldChg>
      <pc:sldChg chg="addSp modSp new mod ord">
        <pc:chgData name="Andrew Patterson" userId="6c8ffccf-7c1b-4173-8b93-861005bd5f70" providerId="ADAL" clId="{340A04FB-801D-4D33-9372-268FA29A2369}" dt="2026-05-21T14:54:57.738" v="61" actId="1076"/>
        <pc:sldMkLst>
          <pc:docMk/>
          <pc:sldMk cId="178964262" sldId="263"/>
        </pc:sldMkLst>
        <pc:spChg chg="add mod">
          <ac:chgData name="Andrew Patterson" userId="6c8ffccf-7c1b-4173-8b93-861005bd5f70" providerId="ADAL" clId="{340A04FB-801D-4D33-9372-268FA29A2369}" dt="2026-05-21T14:41:56.409" v="7" actId="1076"/>
          <ac:spMkLst>
            <pc:docMk/>
            <pc:sldMk cId="178964262" sldId="263"/>
            <ac:spMk id="2" creationId="{1D2AC09C-7B96-AAB1-5CBA-2996EB096E96}"/>
          </ac:spMkLst>
        </pc:spChg>
        <pc:spChg chg="add mod">
          <ac:chgData name="Andrew Patterson" userId="6c8ffccf-7c1b-4173-8b93-861005bd5f70" providerId="ADAL" clId="{340A04FB-801D-4D33-9372-268FA29A2369}" dt="2026-05-21T14:45:06.976" v="51" actId="14100"/>
          <ac:spMkLst>
            <pc:docMk/>
            <pc:sldMk cId="178964262" sldId="263"/>
            <ac:spMk id="4" creationId="{715BA616-7AC9-3738-3315-2266C3B4BD8E}"/>
          </ac:spMkLst>
        </pc:spChg>
        <pc:spChg chg="add mod">
          <ac:chgData name="Andrew Patterson" userId="6c8ffccf-7c1b-4173-8b93-861005bd5f70" providerId="ADAL" clId="{340A04FB-801D-4D33-9372-268FA29A2369}" dt="2026-05-21T14:54:57.738" v="61" actId="1076"/>
          <ac:spMkLst>
            <pc:docMk/>
            <pc:sldMk cId="178964262" sldId="263"/>
            <ac:spMk id="6" creationId="{B4E0DD33-96E1-28EA-729D-BA6D5E652B6C}"/>
          </ac:spMkLst>
        </pc:spChg>
      </pc:sldChg>
      <pc:sldChg chg="add">
        <pc:chgData name="Andrew Patterson" userId="6c8ffccf-7c1b-4173-8b93-861005bd5f70" providerId="ADAL" clId="{340A04FB-801D-4D33-9372-268FA29A2369}" dt="2026-05-21T14:42:34.400" v="8"/>
        <pc:sldMkLst>
          <pc:docMk/>
          <pc:sldMk cId="3156461205" sldId="281"/>
        </pc:sldMkLst>
      </pc:sldChg>
      <pc:sldChg chg="add">
        <pc:chgData name="Andrew Patterson" userId="6c8ffccf-7c1b-4173-8b93-861005bd5f70" providerId="ADAL" clId="{340A04FB-801D-4D33-9372-268FA29A2369}" dt="2026-05-21T14:42:34.400" v="8"/>
        <pc:sldMkLst>
          <pc:docMk/>
          <pc:sldMk cId="2655279064" sldId="282"/>
        </pc:sldMkLst>
      </pc:sldChg>
      <pc:sldChg chg="modSp add mod ord">
        <pc:chgData name="Andrew Patterson" userId="6c8ffccf-7c1b-4173-8b93-861005bd5f70" providerId="ADAL" clId="{340A04FB-801D-4D33-9372-268FA29A2369}" dt="2026-05-21T14:42:50.029" v="12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5-21T14:42:42.880" v="10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Sp modSp add mod">
        <pc:chgData name="Andrew Patterson" userId="6c8ffccf-7c1b-4173-8b93-861005bd5f70" providerId="ADAL" clId="{340A04FB-801D-4D33-9372-268FA29A2369}" dt="2026-05-21T14:43:55.824" v="46" actId="1076"/>
        <pc:sldMkLst>
          <pc:docMk/>
          <pc:sldMk cId="3020232546" sldId="355"/>
        </pc:sldMkLst>
        <pc:spChg chg="add mod">
          <ac:chgData name="Andrew Patterson" userId="6c8ffccf-7c1b-4173-8b93-861005bd5f70" providerId="ADAL" clId="{340A04FB-801D-4D33-9372-268FA29A2369}" dt="2026-05-21T14:43:55.824" v="46" actId="1076"/>
          <ac:spMkLst>
            <pc:docMk/>
            <pc:sldMk cId="3020232546" sldId="355"/>
            <ac:spMk id="3" creationId="{E650B001-CC9E-3483-3CFF-F3AC54BC92C0}"/>
          </ac:spMkLst>
        </pc:spChg>
      </pc:sldChg>
      <pc:sldChg chg="addSp delSp modSp add mod ord modAnim">
        <pc:chgData name="Andrew Patterson" userId="6c8ffccf-7c1b-4173-8b93-861005bd5f70" providerId="ADAL" clId="{340A04FB-801D-4D33-9372-268FA29A2369}" dt="2026-06-04T10:49:11.847" v="679" actId="1036"/>
        <pc:sldMkLst>
          <pc:docMk/>
          <pc:sldMk cId="1540888512" sldId="356"/>
        </pc:sldMkLst>
        <pc:spChg chg="add mod">
          <ac:chgData name="Andrew Patterson" userId="6c8ffccf-7c1b-4173-8b93-861005bd5f70" providerId="ADAL" clId="{340A04FB-801D-4D33-9372-268FA29A2369}" dt="2026-06-04T10:47:37.723" v="611" actId="1076"/>
          <ac:spMkLst>
            <pc:docMk/>
            <pc:sldMk cId="1540888512" sldId="356"/>
            <ac:spMk id="3" creationId="{6F972FA0-87AD-FCA6-5801-230ED1655554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4" creationId="{0F3BF323-9826-61BE-DA95-58F99234533D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5" creationId="{97D1890D-89B1-832F-C4CC-8C021AD815E7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7" creationId="{BE0B6207-3894-6F27-9B91-C116BEF4841A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8" creationId="{EBF538DA-49D3-4CA1-D910-9AA01D445993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10" creationId="{2B5449E3-898A-9BFE-10FE-932393D34EF6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11" creationId="{5EBF72F8-5FE3-DE99-8892-BFF5B24BE1B5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16" creationId="{B4B65E52-6D2D-2CE2-2476-CD1EDEDAFF8D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17" creationId="{68439E41-D94B-2B33-ECF4-1250E3D023E4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19" creationId="{26F0389A-03F2-D427-1069-483F90173556}"/>
          </ac:spMkLst>
        </pc:spChg>
        <pc:spChg chg="mod">
          <ac:chgData name="Andrew Patterson" userId="6c8ffccf-7c1b-4173-8b93-861005bd5f70" providerId="ADAL" clId="{340A04FB-801D-4D33-9372-268FA29A2369}" dt="2026-06-04T10:44:22.216" v="461"/>
          <ac:spMkLst>
            <pc:docMk/>
            <pc:sldMk cId="1540888512" sldId="356"/>
            <ac:spMk id="20" creationId="{C2C05948-D08B-15CB-0611-0B3859856576}"/>
          </ac:spMkLst>
        </pc:spChg>
        <pc:spChg chg="mod">
          <ac:chgData name="Andrew Patterson" userId="6c8ffccf-7c1b-4173-8b93-861005bd5f70" providerId="ADAL" clId="{340A04FB-801D-4D33-9372-268FA29A2369}" dt="2026-06-04T10:46:18.371" v="524"/>
          <ac:spMkLst>
            <pc:docMk/>
            <pc:sldMk cId="1540888512" sldId="356"/>
            <ac:spMk id="22" creationId="{409B109B-5863-DB99-38CC-6480DC69F0CD}"/>
          </ac:spMkLst>
        </pc:spChg>
        <pc:spChg chg="mod">
          <ac:chgData name="Andrew Patterson" userId="6c8ffccf-7c1b-4173-8b93-861005bd5f70" providerId="ADAL" clId="{340A04FB-801D-4D33-9372-268FA29A2369}" dt="2026-06-04T10:46:18.371" v="524"/>
          <ac:spMkLst>
            <pc:docMk/>
            <pc:sldMk cId="1540888512" sldId="356"/>
            <ac:spMk id="23" creationId="{726F5E77-DD9A-E636-AE49-2B68C7907162}"/>
          </ac:spMkLst>
        </pc:spChg>
        <pc:spChg chg="mod">
          <ac:chgData name="Andrew Patterson" userId="6c8ffccf-7c1b-4173-8b93-861005bd5f70" providerId="ADAL" clId="{340A04FB-801D-4D33-9372-268FA29A2369}" dt="2026-06-04T10:46:33.395" v="555"/>
          <ac:spMkLst>
            <pc:docMk/>
            <pc:sldMk cId="1540888512" sldId="356"/>
            <ac:spMk id="25" creationId="{FC461F6D-DAD7-18F8-4DFB-A27ECEB6DB73}"/>
          </ac:spMkLst>
        </pc:spChg>
        <pc:spChg chg="mod">
          <ac:chgData name="Andrew Patterson" userId="6c8ffccf-7c1b-4173-8b93-861005bd5f70" providerId="ADAL" clId="{340A04FB-801D-4D33-9372-268FA29A2369}" dt="2026-06-04T10:46:33.395" v="555"/>
          <ac:spMkLst>
            <pc:docMk/>
            <pc:sldMk cId="1540888512" sldId="356"/>
            <ac:spMk id="26" creationId="{EE49EDC9-5EB1-AC7A-0F36-A4E8CDAFC3C9}"/>
          </ac:spMkLst>
        </pc:spChg>
        <pc:spChg chg="mod">
          <ac:chgData name="Andrew Patterson" userId="6c8ffccf-7c1b-4173-8b93-861005bd5f70" providerId="ADAL" clId="{340A04FB-801D-4D33-9372-268FA29A2369}" dt="2026-06-04T10:49:03.493" v="675"/>
          <ac:spMkLst>
            <pc:docMk/>
            <pc:sldMk cId="1540888512" sldId="356"/>
            <ac:spMk id="28" creationId="{4230833D-8E76-156C-E1A0-6A13D2C827C3}"/>
          </ac:spMkLst>
        </pc:spChg>
        <pc:spChg chg="mod">
          <ac:chgData name="Andrew Patterson" userId="6c8ffccf-7c1b-4173-8b93-861005bd5f70" providerId="ADAL" clId="{340A04FB-801D-4D33-9372-268FA29A2369}" dt="2026-06-04T10:49:03.493" v="675"/>
          <ac:spMkLst>
            <pc:docMk/>
            <pc:sldMk cId="1540888512" sldId="356"/>
            <ac:spMk id="29" creationId="{57BF9633-5C29-D8D2-C62B-C906361DB850}"/>
          </ac:spMkLst>
        </pc:spChg>
        <pc:grpChg chg="mod">
          <ac:chgData name="Andrew Patterson" userId="6c8ffccf-7c1b-4173-8b93-861005bd5f70" providerId="ADAL" clId="{340A04FB-801D-4D33-9372-268FA29A2369}" dt="2026-06-04T10:47:53.321" v="630" actId="1035"/>
          <ac:grpSpMkLst>
            <pc:docMk/>
            <pc:sldMk cId="1540888512" sldId="356"/>
            <ac:grpSpMk id="2" creationId="{77822AEC-7822-B2D9-E248-8D81EB15DEB8}"/>
          </ac:grpSpMkLst>
        </pc:grpChg>
        <pc:grpChg chg="mod">
          <ac:chgData name="Andrew Patterson" userId="6c8ffccf-7c1b-4173-8b93-861005bd5f70" providerId="ADAL" clId="{340A04FB-801D-4D33-9372-268FA29A2369}" dt="2026-06-04T10:47:53.321" v="630" actId="1035"/>
          <ac:grpSpMkLst>
            <pc:docMk/>
            <pc:sldMk cId="1540888512" sldId="356"/>
            <ac:grpSpMk id="6" creationId="{0CA3BCBA-F961-F72D-8703-AADE41D43E18}"/>
          </ac:grpSpMkLst>
        </pc:grpChg>
        <pc:grpChg chg="mod">
          <ac:chgData name="Andrew Patterson" userId="6c8ffccf-7c1b-4173-8b93-861005bd5f70" providerId="ADAL" clId="{340A04FB-801D-4D33-9372-268FA29A2369}" dt="2026-06-04T10:48:09.374" v="649" actId="1035"/>
          <ac:grpSpMkLst>
            <pc:docMk/>
            <pc:sldMk cId="1540888512" sldId="356"/>
            <ac:grpSpMk id="9" creationId="{2450BF5E-B359-F4C2-6C85-153E5399DC7E}"/>
          </ac:grpSpMkLst>
        </pc:grpChg>
        <pc:grpChg chg="mod">
          <ac:chgData name="Andrew Patterson" userId="6c8ffccf-7c1b-4173-8b93-861005bd5f70" providerId="ADAL" clId="{340A04FB-801D-4D33-9372-268FA29A2369}" dt="2026-06-04T10:48:35.293" v="667" actId="1036"/>
          <ac:grpSpMkLst>
            <pc:docMk/>
            <pc:sldMk cId="1540888512" sldId="356"/>
            <ac:grpSpMk id="12" creationId="{37396BB7-8223-5B15-5D38-744D865B2BC3}"/>
          </ac:grpSpMkLst>
        </pc:grpChg>
        <pc:grpChg chg="mod">
          <ac:chgData name="Andrew Patterson" userId="6c8ffccf-7c1b-4173-8b93-861005bd5f70" providerId="ADAL" clId="{340A04FB-801D-4D33-9372-268FA29A2369}" dt="2026-06-04T10:48:49.092" v="670" actId="1036"/>
          <ac:grpSpMkLst>
            <pc:docMk/>
            <pc:sldMk cId="1540888512" sldId="356"/>
            <ac:grpSpMk id="15" creationId="{31539C1D-586E-5298-2D53-F8E777F1BAE1}"/>
          </ac:grpSpMkLst>
        </pc:grpChg>
        <pc:grpChg chg="mod">
          <ac:chgData name="Andrew Patterson" userId="6c8ffccf-7c1b-4173-8b93-861005bd5f70" providerId="ADAL" clId="{340A04FB-801D-4D33-9372-268FA29A2369}" dt="2026-06-04T10:48:35.293" v="667" actId="1036"/>
          <ac:grpSpMkLst>
            <pc:docMk/>
            <pc:sldMk cId="1540888512" sldId="356"/>
            <ac:grpSpMk id="18" creationId="{0228D66D-C566-3D1A-847A-FB4AFB2BFD83}"/>
          </ac:grpSpMkLst>
        </pc:grpChg>
        <pc:grpChg chg="add mod">
          <ac:chgData name="Andrew Patterson" userId="6c8ffccf-7c1b-4173-8b93-861005bd5f70" providerId="ADAL" clId="{340A04FB-801D-4D33-9372-268FA29A2369}" dt="2026-06-04T10:48:55.318" v="673" actId="1036"/>
          <ac:grpSpMkLst>
            <pc:docMk/>
            <pc:sldMk cId="1540888512" sldId="356"/>
            <ac:grpSpMk id="21" creationId="{E4ADA383-C7D0-74EC-97BB-24E3DA3107AD}"/>
          </ac:grpSpMkLst>
        </pc:grpChg>
        <pc:grpChg chg="add mod">
          <ac:chgData name="Andrew Patterson" userId="6c8ffccf-7c1b-4173-8b93-861005bd5f70" providerId="ADAL" clId="{340A04FB-801D-4D33-9372-268FA29A2369}" dt="2026-06-04T10:49:01.797" v="674" actId="1076"/>
          <ac:grpSpMkLst>
            <pc:docMk/>
            <pc:sldMk cId="1540888512" sldId="356"/>
            <ac:grpSpMk id="24" creationId="{061FAC5C-E287-7A8C-1588-C3C7593D6849}"/>
          </ac:grpSpMkLst>
        </pc:grpChg>
        <pc:grpChg chg="add mod">
          <ac:chgData name="Andrew Patterson" userId="6c8ffccf-7c1b-4173-8b93-861005bd5f70" providerId="ADAL" clId="{340A04FB-801D-4D33-9372-268FA29A2369}" dt="2026-06-04T10:49:11.847" v="679" actId="1036"/>
          <ac:grpSpMkLst>
            <pc:docMk/>
            <pc:sldMk cId="1540888512" sldId="356"/>
            <ac:grpSpMk id="27" creationId="{69E73A08-649C-F70E-A716-306BF0B6DC16}"/>
          </ac:grpSpMkLst>
        </pc:grpChg>
      </pc:sldChg>
      <pc:sldChg chg="addSp modSp new mod">
        <pc:chgData name="Andrew Patterson" userId="6c8ffccf-7c1b-4173-8b93-861005bd5f70" providerId="ADAL" clId="{340A04FB-801D-4D33-9372-268FA29A2369}" dt="2026-05-21T19:05:12.350" v="457" actId="1076"/>
        <pc:sldMkLst>
          <pc:docMk/>
          <pc:sldMk cId="1958561071" sldId="357"/>
        </pc:sldMkLst>
        <pc:spChg chg="add mod">
          <ac:chgData name="Andrew Patterson" userId="6c8ffccf-7c1b-4173-8b93-861005bd5f70" providerId="ADAL" clId="{340A04FB-801D-4D33-9372-268FA29A2369}" dt="2026-05-21T19:05:12.350" v="457" actId="1076"/>
          <ac:spMkLst>
            <pc:docMk/>
            <pc:sldMk cId="1958561071" sldId="357"/>
            <ac:spMk id="3" creationId="{B57CA7CC-40AF-9E1D-FAE9-6278A1056A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448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592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297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331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17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769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430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567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197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450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70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7449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42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94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23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81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46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527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254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88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1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2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1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04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6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f:/s/Section_ESCCCP24_2025_2026/IgDMfKMKdgDJTL4c1t7P7muSAe1pRCG_bx73wT-d3LdIzFU?e=hetH6e" TargetMode="External"/><Relationship Id="rId2" Type="http://schemas.openxmlformats.org/officeDocument/2006/relationships/hyperlink" Target="https://thecardiffandvalecollege.sharepoint.com/:f:/s/Section_ESCCCP24_2025_2026/IgBr2Qt-y2m7TZlfCThM_fFwAS6m_JbuS0Hwx0RBpQkEKHQ?e=f4cbK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ZBJlYRR-VTJ64Jv7FsRwXATvBPS4ZaXuxkJm6AtcedVo?e=bE2HJL" TargetMode="External"/><Relationship Id="rId2" Type="http://schemas.openxmlformats.org/officeDocument/2006/relationships/hyperlink" Target="https://thecardiffandvalecollege.sharepoint.com/:f:/s/Section_ESCCCP24_2025_2026/IgDMfKMKdgDJTL4c1t7P7muSAe1pRCG_bx73wT-d3LdIzFU?e=hetH6e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A_W708KlZNQruFC3qK37cuAcAqP3B6CVvZN7IA16LAJIY?e=m0D4E7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ZBJlYRR-VTJ64Jv7FsRwXATvBPS4ZaXuxkJm6AtcedVo?e=bE2HJL" TargetMode="External"/><Relationship Id="rId2" Type="http://schemas.openxmlformats.org/officeDocument/2006/relationships/hyperlink" Target="https://thecardiffandvalecollege.sharepoint.com/:f:/s/Section_ESCCCP24_2025_2026/IgDMfKMKdgDJTL4c1t7P7muSAe1pRCG_bx73wT-d3LdIzFU?e=hetH6e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A_W708KlZNQruFC3qK37cuAcAqP3B6CVvZN7IA16LAJIY?e=m0D4E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88212"/>
            <a:ext cx="9144000" cy="2387600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11) ESCCCP24 2025-2026 21 May 2026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36A45C-DC8B-CA75-E577-EA439BAD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514" y="365919"/>
            <a:ext cx="2615854" cy="61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21 May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C4D2A-B7A8-808C-94BD-55EB5ED7D408}"/>
              </a:ext>
            </a:extLst>
          </p:cNvPr>
          <p:cNvSpPr txBox="1"/>
          <p:nvPr/>
        </p:nvSpPr>
        <p:spPr>
          <a:xfrm>
            <a:off x="1231692" y="1291074"/>
            <a:ext cx="9728616" cy="4275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Plus FCE Complaint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learnt to write an email of complaint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Progress Test 2</a:t>
            </a: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began the progress test.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Plus FCE Complaint</a:t>
            </a:r>
            <a:r>
              <a:rPr kumimoji="0" lang="en-GB" sz="32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p. 68. Write an email of complaint for Kim’s Wonder Diet. See the next two  slides.</a:t>
            </a:r>
            <a:endParaRPr kumimoji="0" lang="en-GB" sz="3200" b="0" i="0" u="sng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025819-C190-425E-CB51-99AE46DCDFFA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1394852"/>
            <a:ext cx="395804" cy="396000"/>
            <a:chOff x="1752597" y="2171695"/>
            <a:chExt cx="4317849" cy="4320005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BC85924C-1D1F-A84F-5392-5EF37BC1EF8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DF4FFD8-68B9-CAEE-8642-F93AAD410D1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CAC7B34-04AF-1C4B-8528-A234F0C3BF3A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2032125"/>
            <a:ext cx="395804" cy="396000"/>
            <a:chOff x="1752597" y="2171695"/>
            <a:chExt cx="4317849" cy="4320005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13740E2E-9D77-5DB1-59D8-70439577E58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A49F21E-4C18-5958-5DCE-0B864027F13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C29676-1B20-1F4D-6951-7FDBA96BED44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2626125"/>
            <a:ext cx="395804" cy="396000"/>
            <a:chOff x="1752597" y="2171695"/>
            <a:chExt cx="4317849" cy="4320005"/>
          </a:xfrm>
        </p:grpSpPr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DA847702-C7CD-6CA8-71B2-A80C9A49549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36B66A79-4A8B-058D-502A-79AEAFA52891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9EB925-10E4-4E83-223C-D4C63EF64A44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3272925"/>
            <a:ext cx="395804" cy="396000"/>
            <a:chOff x="1752601" y="2171698"/>
            <a:chExt cx="4317847" cy="4320004"/>
          </a:xfrm>
        </p:grpSpPr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1B425BAA-210C-A9A3-EAE6-FA9E0A93939C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4AE78A38-A4A6-551C-33BD-0DFD53CBD671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B54657-DA74-4248-42E2-0413CA129A76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3866925"/>
            <a:ext cx="395804" cy="396000"/>
            <a:chOff x="1752597" y="2171695"/>
            <a:chExt cx="4317849" cy="4320005"/>
          </a:xfrm>
        </p:grpSpPr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694EA024-95BB-5A2B-9620-366574900F1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2E70C552-1AC4-26A8-36F0-62673D3D534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8BDA0A-7EFE-2AD0-A44E-83C557FCB3D2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4514000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7F7586BA-B808-EA24-A4AC-CA1B77FE716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4D7DBA82-AC1F-D8FB-E4E1-5D0F8D576E3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50B001-CC9E-3483-3CFF-F3AC54BC92C0}"/>
              </a:ext>
            </a:extLst>
          </p:cNvPr>
          <p:cNvSpPr txBox="1"/>
          <p:nvPr/>
        </p:nvSpPr>
        <p:spPr>
          <a:xfrm>
            <a:off x="1231684" y="612077"/>
            <a:ext cx="5154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Work from Thu 14 May 2026</a:t>
            </a:r>
          </a:p>
        </p:txBody>
      </p:sp>
    </p:spTree>
    <p:extLst>
      <p:ext uri="{BB962C8B-B14F-4D97-AF65-F5344CB8AC3E}">
        <p14:creationId xmlns:p14="http://schemas.microsoft.com/office/powerpoint/2010/main" val="302023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7B446-A6D7-E04B-CDBD-BF5A61A7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08" y="0"/>
            <a:ext cx="7195905" cy="667992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73518E-412D-E7C7-EB4C-0FC685DDF143}"/>
              </a:ext>
            </a:extLst>
          </p:cNvPr>
          <p:cNvSpPr/>
          <p:nvPr/>
        </p:nvSpPr>
        <p:spPr>
          <a:xfrm>
            <a:off x="2775284" y="160421"/>
            <a:ext cx="4987329" cy="577516"/>
          </a:xfrm>
          <a:prstGeom prst="roundRect">
            <a:avLst>
              <a:gd name="adj" fmla="val 50000"/>
            </a:avLst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B27840-E94A-B3B0-0D74-AA7863696FF6}"/>
              </a:ext>
            </a:extLst>
          </p:cNvPr>
          <p:cNvSpPr/>
          <p:nvPr/>
        </p:nvSpPr>
        <p:spPr>
          <a:xfrm>
            <a:off x="4748463" y="1106905"/>
            <a:ext cx="2727158" cy="946484"/>
          </a:xfrm>
          <a:prstGeom prst="ellipse">
            <a:avLst/>
          </a:prstGeom>
          <a:noFill/>
          <a:ln w="1143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84921-2EF2-F5E3-CF9B-556C3865FBA5}"/>
              </a:ext>
            </a:extLst>
          </p:cNvPr>
          <p:cNvGrpSpPr>
            <a:grpSpLocks noChangeAspect="1"/>
          </p:cNvGrpSpPr>
          <p:nvPr/>
        </p:nvGrpSpPr>
        <p:grpSpPr>
          <a:xfrm>
            <a:off x="7797631" y="1639476"/>
            <a:ext cx="223422" cy="223532"/>
            <a:chOff x="1752597" y="2171695"/>
            <a:chExt cx="4317849" cy="4320005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E289795-9350-3828-C403-39B59571E6C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5894DE3E-8133-A155-4086-BDFF71B9068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5951EE-9E50-F861-813D-F1665285BAF7}"/>
              </a:ext>
            </a:extLst>
          </p:cNvPr>
          <p:cNvGrpSpPr>
            <a:grpSpLocks noChangeAspect="1"/>
          </p:cNvGrpSpPr>
          <p:nvPr/>
        </p:nvGrpSpPr>
        <p:grpSpPr>
          <a:xfrm>
            <a:off x="3755017" y="2215201"/>
            <a:ext cx="223422" cy="223532"/>
            <a:chOff x="1752597" y="2171695"/>
            <a:chExt cx="4317849" cy="4320005"/>
          </a:xfrm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9478A676-543F-8921-5588-69ACB3E01BC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2D781ACA-CD5D-887D-627A-6F2F7C17C40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243FD-6ABD-8A3F-81D3-FBC7506C4E4B}"/>
              </a:ext>
            </a:extLst>
          </p:cNvPr>
          <p:cNvGrpSpPr>
            <a:grpSpLocks noChangeAspect="1"/>
          </p:cNvGrpSpPr>
          <p:nvPr/>
        </p:nvGrpSpPr>
        <p:grpSpPr>
          <a:xfrm>
            <a:off x="3946937" y="2566874"/>
            <a:ext cx="223422" cy="223532"/>
            <a:chOff x="1752597" y="2171695"/>
            <a:chExt cx="4317849" cy="4320005"/>
          </a:xfrm>
        </p:grpSpPr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ECBA54B-E252-2940-4E51-32284B92452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2E271A2E-3835-8364-E52E-E96D796CB33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758532-AC69-1772-E07A-58E767B833AC}"/>
              </a:ext>
            </a:extLst>
          </p:cNvPr>
          <p:cNvGrpSpPr>
            <a:grpSpLocks noChangeAspect="1"/>
          </p:cNvGrpSpPr>
          <p:nvPr/>
        </p:nvGrpSpPr>
        <p:grpSpPr>
          <a:xfrm>
            <a:off x="7685920" y="2763891"/>
            <a:ext cx="223422" cy="223532"/>
            <a:chOff x="1752597" y="2171695"/>
            <a:chExt cx="4317849" cy="4320005"/>
          </a:xfrm>
        </p:grpSpPr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97874DC9-5C57-7AED-1CB9-69AD0BC4D1A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F21D91D7-8D57-9272-3765-23005D39279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C2A965-5A3B-2C5D-BE8C-CF6D56CCC040}"/>
              </a:ext>
            </a:extLst>
          </p:cNvPr>
          <p:cNvGrpSpPr>
            <a:grpSpLocks noChangeAspect="1"/>
          </p:cNvGrpSpPr>
          <p:nvPr/>
        </p:nvGrpSpPr>
        <p:grpSpPr>
          <a:xfrm>
            <a:off x="4373225" y="3597163"/>
            <a:ext cx="223422" cy="223532"/>
            <a:chOff x="1752597" y="2171695"/>
            <a:chExt cx="4317849" cy="4320005"/>
          </a:xfrm>
        </p:grpSpPr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3A892534-4DF9-3D10-2576-8D51365820D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BC4D19BC-C430-0827-BB1B-1DA7DCF0F9B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8CAA66-8A46-5627-85BF-6257E1C9D547}"/>
              </a:ext>
            </a:extLst>
          </p:cNvPr>
          <p:cNvGrpSpPr>
            <a:grpSpLocks noChangeAspect="1"/>
          </p:cNvGrpSpPr>
          <p:nvPr/>
        </p:nvGrpSpPr>
        <p:grpSpPr>
          <a:xfrm>
            <a:off x="7685920" y="3553008"/>
            <a:ext cx="223422" cy="223532"/>
            <a:chOff x="1752597" y="2171695"/>
            <a:chExt cx="4317849" cy="4320005"/>
          </a:xfrm>
        </p:grpSpPr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A802EF32-F9DF-F22D-503C-4CEDE22EE55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B5606921-62E1-BE74-4D58-609B26A0071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425BF7B-C92A-41FD-AA30-057CD88F4EC6}"/>
              </a:ext>
            </a:extLst>
          </p:cNvPr>
          <p:cNvGrpSpPr>
            <a:grpSpLocks noChangeAspect="1"/>
          </p:cNvGrpSpPr>
          <p:nvPr/>
        </p:nvGrpSpPr>
        <p:grpSpPr>
          <a:xfrm>
            <a:off x="3978437" y="4614789"/>
            <a:ext cx="223422" cy="223532"/>
            <a:chOff x="1752597" y="2171695"/>
            <a:chExt cx="4317849" cy="4320005"/>
          </a:xfrm>
        </p:grpSpPr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1BC3A1A6-AADC-7391-C4B9-1D18F14A84B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F9733029-AABC-B5CF-AE65-88A42D3D76A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EA734B-52ED-607A-4622-E292D920B789}"/>
              </a:ext>
            </a:extLst>
          </p:cNvPr>
          <p:cNvGrpSpPr>
            <a:grpSpLocks noChangeAspect="1"/>
          </p:cNvGrpSpPr>
          <p:nvPr/>
        </p:nvGrpSpPr>
        <p:grpSpPr>
          <a:xfrm>
            <a:off x="7762615" y="4441332"/>
            <a:ext cx="223422" cy="223532"/>
            <a:chOff x="1752597" y="2171695"/>
            <a:chExt cx="4317849" cy="4320005"/>
          </a:xfrm>
        </p:grpSpPr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00524D07-E8E8-177E-C504-DA743D5FD03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1C484FB2-1DDC-1B91-C352-D4E0B218158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CEACBC-C922-BD80-E853-48A3774E51AC}"/>
              </a:ext>
            </a:extLst>
          </p:cNvPr>
          <p:cNvGrpSpPr>
            <a:grpSpLocks noChangeAspect="1"/>
          </p:cNvGrpSpPr>
          <p:nvPr/>
        </p:nvGrpSpPr>
        <p:grpSpPr>
          <a:xfrm>
            <a:off x="3349290" y="5519151"/>
            <a:ext cx="223422" cy="223532"/>
            <a:chOff x="1752597" y="2171695"/>
            <a:chExt cx="4317849" cy="4320005"/>
          </a:xfrm>
        </p:grpSpPr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555C7FD8-DE28-5AD6-8B12-49FB99746C24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0B3A21AD-7A8C-9ED4-EB00-533D1129F64E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73A84A-740E-E30B-1DAE-34F23F35168D}"/>
              </a:ext>
            </a:extLst>
          </p:cNvPr>
          <p:cNvGrpSpPr>
            <a:grpSpLocks noChangeAspect="1"/>
          </p:cNvGrpSpPr>
          <p:nvPr/>
        </p:nvGrpSpPr>
        <p:grpSpPr>
          <a:xfrm>
            <a:off x="7762613" y="5528542"/>
            <a:ext cx="223422" cy="223532"/>
            <a:chOff x="1752597" y="2171695"/>
            <a:chExt cx="4317849" cy="4320005"/>
          </a:xfrm>
        </p:grpSpPr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E9116AE7-B805-D393-4957-4BC5C570F82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6" name="Free-form: Shape 35">
              <a:extLst>
                <a:ext uri="{FF2B5EF4-FFF2-40B4-BE49-F238E27FC236}">
                  <a16:creationId xmlns:a16="http://schemas.microsoft.com/office/drawing/2014/main" id="{8E84A6DD-7960-C421-83E8-C0A5D13B324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46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EF781-F2E1-BCC7-2B5C-1BA86C6AA8E0}"/>
              </a:ext>
            </a:extLst>
          </p:cNvPr>
          <p:cNvSpPr txBox="1"/>
          <p:nvPr/>
        </p:nvSpPr>
        <p:spPr>
          <a:xfrm>
            <a:off x="994610" y="1732548"/>
            <a:ext cx="105288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3 Task for homework.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Write the email of complaint using the plan you made in exercise 2.</a:t>
            </a:r>
          </a:p>
        </p:txBody>
      </p:sp>
    </p:spTree>
    <p:extLst>
      <p:ext uri="{BB962C8B-B14F-4D97-AF65-F5344CB8AC3E}">
        <p14:creationId xmlns:p14="http://schemas.microsoft.com/office/powerpoint/2010/main" val="265527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7CA7CC-40AF-9E1D-FAE9-6278A1056AA5}"/>
              </a:ext>
            </a:extLst>
          </p:cNvPr>
          <p:cNvSpPr txBox="1"/>
          <p:nvPr/>
        </p:nvSpPr>
        <p:spPr>
          <a:xfrm>
            <a:off x="329002" y="709890"/>
            <a:ext cx="11533996" cy="54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800"/>
              </a:spcAft>
            </a:pPr>
            <a:r>
              <a:rPr lang="en-GB" sz="3200" b="1" dirty="0"/>
              <a:t>honing</a:t>
            </a:r>
            <a:r>
              <a:rPr lang="en-GB" sz="3200" dirty="0"/>
              <a:t> </a:t>
            </a:r>
            <a:r>
              <a:rPr lang="en-GB" sz="3200" i="1" dirty="0"/>
              <a:t>(verb, -</a:t>
            </a:r>
            <a:r>
              <a:rPr lang="en-GB" sz="3200" i="1" dirty="0" err="1"/>
              <a:t>ing</a:t>
            </a:r>
            <a:r>
              <a:rPr lang="en-GB" sz="3200" i="1" dirty="0"/>
              <a:t> form of “hone”)</a:t>
            </a:r>
            <a:r>
              <a:rPr lang="en-GB" sz="3200" b="1" dirty="0"/>
              <a:t>:</a:t>
            </a:r>
            <a:r>
              <a:rPr lang="en-GB" sz="3200" dirty="0"/>
              <a:t> improving a skill or ability by practising it many times. It originally comes from the idea of sharpening a blade until it is a sharp as possible.</a:t>
            </a:r>
            <a:endParaRPr lang="en-GB" sz="32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Aft>
                <a:spcPts val="800"/>
              </a:spcAft>
            </a:pPr>
            <a:r>
              <a:rPr lang="en-GB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initiative</a:t>
            </a: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(noun)</a:t>
            </a:r>
            <a:r>
              <a:rPr lang="en-GB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ability to start something and act without waiting for other people to tell you what to do.</a:t>
            </a:r>
            <a:endParaRPr lang="en-GB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leveraging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(verb, -</a:t>
            </a:r>
            <a:r>
              <a:rPr lang="en-GB" sz="32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</a:t>
            </a:r>
            <a:r>
              <a:rPr lang="en-GB" sz="32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form of “leverage”</a:t>
            </a: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using something you have (for example, a skill, idea, or resource) to help you get a better result or advantage.</a:t>
            </a:r>
          </a:p>
          <a:p>
            <a:pPr>
              <a:lnSpc>
                <a:spcPts val="32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paternity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(noun)</a:t>
            </a: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state of being a child’s father, or the fact of who a child’s father is. The male equivalent of </a:t>
            </a: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maternity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3200"/>
              </a:lnSpc>
              <a:spcAft>
                <a:spcPts val="800"/>
              </a:spcAft>
              <a:buNone/>
            </a:pP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versatile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(adjective)</a:t>
            </a:r>
            <a:r>
              <a:rPr lang="en-GB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able to do many different things well, or useful in many different situations.</a:t>
            </a:r>
          </a:p>
        </p:txBody>
      </p:sp>
    </p:spTree>
    <p:extLst>
      <p:ext uri="{BB962C8B-B14F-4D97-AF65-F5344CB8AC3E}">
        <p14:creationId xmlns:p14="http://schemas.microsoft.com/office/powerpoint/2010/main" val="195856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AC09C-7B96-AAB1-5CBA-2996EB096E96}"/>
              </a:ext>
            </a:extLst>
          </p:cNvPr>
          <p:cNvSpPr txBox="1"/>
          <p:nvPr/>
        </p:nvSpPr>
        <p:spPr>
          <a:xfrm>
            <a:off x="432698" y="423589"/>
            <a:ext cx="30492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Progress Test 2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BA616-7AC9-3738-3315-2266C3B4BD8E}"/>
              </a:ext>
            </a:extLst>
          </p:cNvPr>
          <p:cNvSpPr txBox="1"/>
          <p:nvPr/>
        </p:nvSpPr>
        <p:spPr>
          <a:xfrm>
            <a:off x="436927" y="1261885"/>
            <a:ext cx="4524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Johns Crazy Socks.pptx</a:t>
            </a: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0DD33-96E1-28EA-729D-BA6D5E652B6C}"/>
              </a:ext>
            </a:extLst>
          </p:cNvPr>
          <p:cNvSpPr txBox="1"/>
          <p:nvPr/>
        </p:nvSpPr>
        <p:spPr>
          <a:xfrm>
            <a:off x="432698" y="2100181"/>
            <a:ext cx="8225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identifying main points - John's socks.pdf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896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21 May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33C2-944C-128B-C80C-440EB74A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72FA0-87AD-FCA6-5801-230ED1655554}"/>
              </a:ext>
            </a:extLst>
          </p:cNvPr>
          <p:cNvSpPr txBox="1"/>
          <p:nvPr/>
        </p:nvSpPr>
        <p:spPr>
          <a:xfrm>
            <a:off x="1254175" y="586719"/>
            <a:ext cx="108278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Work from Thu 21 May 2026</a:t>
            </a:r>
          </a:p>
          <a:p>
            <a:r>
              <a:rPr lang="en-GB" sz="3200" dirty="0"/>
              <a:t>We finished progress test 2. </a:t>
            </a:r>
            <a:r>
              <a:rPr lang="en-GB" sz="3200" dirty="0">
                <a:hlinkClick r:id="rId2"/>
              </a:rPr>
              <a:t>Progress Test 2</a:t>
            </a:r>
            <a:endParaRPr lang="en-GB" sz="3200" dirty="0"/>
          </a:p>
          <a:p>
            <a:r>
              <a:rPr lang="en-GB" sz="3200" dirty="0"/>
              <a:t>Using the reading booklet p. 28-29, we completed a 3.2 exercise while those who had not started completed the test.</a:t>
            </a:r>
          </a:p>
          <a:p>
            <a:r>
              <a:rPr lang="en-GB" sz="3200" dirty="0"/>
              <a:t>Using </a:t>
            </a:r>
            <a:r>
              <a:rPr lang="en-GB" sz="3200" dirty="0">
                <a:hlinkClick r:id="rId3"/>
              </a:rPr>
              <a:t>Johns Crazy Socks.pptx</a:t>
            </a:r>
            <a:r>
              <a:rPr lang="en-GB" sz="3200" dirty="0"/>
              <a:t> and </a:t>
            </a:r>
          </a:p>
          <a:p>
            <a:r>
              <a:rPr lang="en-GB" sz="3200" dirty="0">
                <a:hlinkClick r:id="rId4"/>
              </a:rPr>
              <a:t>identifying main points - John's socks.pdf</a:t>
            </a:r>
            <a:endParaRPr lang="en-GB" sz="3200" dirty="0"/>
          </a:p>
          <a:p>
            <a:r>
              <a:rPr lang="en-GB" sz="3200" dirty="0"/>
              <a:t>We did a reading exercise that identified main points. 1.1.</a:t>
            </a:r>
          </a:p>
          <a:p>
            <a:r>
              <a:rPr lang="en-GB" sz="3200" u="sng" dirty="0"/>
              <a:t>Homework</a:t>
            </a:r>
          </a:p>
          <a:p>
            <a:pPr marL="342900" indent="-342900">
              <a:buAutoNum type="arabicParenR"/>
            </a:pPr>
            <a:r>
              <a:rPr lang="en-GB" sz="3200" dirty="0"/>
              <a:t>Those who haven’t done so, complete using the reading booklet p. 28-29</a:t>
            </a:r>
          </a:p>
          <a:p>
            <a:pPr marL="342900" indent="-342900">
              <a:buFontTx/>
              <a:buAutoNum type="arabicParenR"/>
            </a:pPr>
            <a:r>
              <a:rPr lang="en-GB" sz="3200" dirty="0"/>
              <a:t>Complete the writing task from </a:t>
            </a:r>
            <a:r>
              <a:rPr lang="en-GB" sz="3200" dirty="0">
                <a:hlinkClick r:id="rId3"/>
              </a:rPr>
              <a:t>Johns Crazy Socks.pptx</a:t>
            </a:r>
            <a:endParaRPr lang="en-GB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822AEC-7822-B2D9-E248-8D81EB15DEB8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645348"/>
            <a:ext cx="395804" cy="396000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0F3BF323-9826-61BE-DA95-58F99234533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97D1890D-89B1-832F-C4CC-8C021AD815E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CA3BCBA-F961-F72D-8703-AADE41D43E18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1132721"/>
            <a:ext cx="395804" cy="396000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BE0B6207-3894-6F27-9B91-C116BEF4841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EBF538DA-49D3-4CA1-D910-9AA01D44599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50BF5E-B359-F4C2-6C85-153E5399DC7E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1642088"/>
            <a:ext cx="395804" cy="396000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2B5449E3-898A-9BFE-10FE-932393D34EF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5EBF72F8-5FE3-DE99-8892-BFF5B24BE1B5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396BB7-8223-5B15-5D38-744D865B2BC3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2603678"/>
            <a:ext cx="395804" cy="396000"/>
            <a:chOff x="1752601" y="2171698"/>
            <a:chExt cx="4317847" cy="4320004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EC39047-DC94-8826-88C3-253A52AD52EC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F046FA6B-657D-6378-31B7-0AC6B2346A57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539C1D-586E-5298-2D53-F8E777F1BAE1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107738"/>
            <a:ext cx="395804" cy="396000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B4B65E52-6D2D-2CE2-2476-CD1EDEDAFF8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68439E41-D94B-2B33-ECF4-1250E3D023E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28D66D-C566-3D1A-847A-FB4AFB2BFD83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559942"/>
            <a:ext cx="395804" cy="396000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26F0389A-03F2-D427-1069-483F901735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C2C05948-D08B-15CB-0611-0B385985657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ADA383-C7D0-74EC-97BB-24E3DA3107AD}"/>
              </a:ext>
            </a:extLst>
          </p:cNvPr>
          <p:cNvGrpSpPr>
            <a:grpSpLocks noChangeAspect="1"/>
          </p:cNvGrpSpPr>
          <p:nvPr/>
        </p:nvGrpSpPr>
        <p:grpSpPr>
          <a:xfrm>
            <a:off x="860875" y="4102082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409B109B-5863-DB99-38CC-6480DC69F0C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726F5E77-DD9A-E636-AE49-2B68C790716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1FAC5C-E287-7A8C-1588-C3C7593D6849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4554286"/>
            <a:ext cx="395804" cy="396000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FC461F6D-DAD7-18F8-4DFB-A27ECEB6DB7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EE49EDC9-5EB1-AC7A-0F36-A4E8CDAFC3C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E73A08-649C-F70E-A716-306BF0B6DC16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5528069"/>
            <a:ext cx="395804" cy="396000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4230833D-8E76-156C-E1A0-6A13D2C827C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57BF9633-5C29-D8D2-C62B-C906361DB85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088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5A8076-4ED8-4A2F-B18D-970881DC1D7A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1635c7e-3a11-4128-b6ca-f17fd774e46d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ADE9861-0180-4BC0-8504-5C85451CB4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0F7E78-076F-45DC-A113-CFE0207E6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1261</TotalTime>
  <Words>349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2_office theme</vt:lpstr>
      <vt:lpstr>11) ESCCCP24 2025-2026 21 May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4</cp:revision>
  <dcterms:created xsi:type="dcterms:W3CDTF">2026-05-21T14:38:14Z</dcterms:created>
  <dcterms:modified xsi:type="dcterms:W3CDTF">2026-06-04T10:49:13Z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