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48" r:id="rId5"/>
  </p:sldMasterIdLst>
  <p:notesMasterIdLst>
    <p:notesMasterId r:id="rId52"/>
  </p:notesMasterIdLst>
  <p:sldIdLst>
    <p:sldId id="287" r:id="rId6"/>
    <p:sldId id="286" r:id="rId7"/>
    <p:sldId id="302" r:id="rId8"/>
    <p:sldId id="285" r:id="rId9"/>
    <p:sldId id="284" r:id="rId10"/>
    <p:sldId id="283" r:id="rId11"/>
    <p:sldId id="282" r:id="rId12"/>
    <p:sldId id="281" r:id="rId13"/>
    <p:sldId id="280" r:id="rId14"/>
    <p:sldId id="279" r:id="rId15"/>
    <p:sldId id="278" r:id="rId16"/>
    <p:sldId id="277" r:id="rId17"/>
    <p:sldId id="276" r:id="rId18"/>
    <p:sldId id="275" r:id="rId19"/>
    <p:sldId id="274" r:id="rId20"/>
    <p:sldId id="273" r:id="rId21"/>
    <p:sldId id="272" r:id="rId22"/>
    <p:sldId id="271" r:id="rId23"/>
    <p:sldId id="270" r:id="rId24"/>
    <p:sldId id="269" r:id="rId25"/>
    <p:sldId id="268" r:id="rId26"/>
    <p:sldId id="267" r:id="rId27"/>
    <p:sldId id="291" r:id="rId28"/>
    <p:sldId id="266" r:id="rId29"/>
    <p:sldId id="265" r:id="rId30"/>
    <p:sldId id="264" r:id="rId31"/>
    <p:sldId id="303" r:id="rId32"/>
    <p:sldId id="263" r:id="rId33"/>
    <p:sldId id="262" r:id="rId34"/>
    <p:sldId id="261" r:id="rId35"/>
    <p:sldId id="260" r:id="rId36"/>
    <p:sldId id="259" r:id="rId37"/>
    <p:sldId id="258" r:id="rId38"/>
    <p:sldId id="257" r:id="rId39"/>
    <p:sldId id="301" r:id="rId40"/>
    <p:sldId id="300" r:id="rId41"/>
    <p:sldId id="299" r:id="rId42"/>
    <p:sldId id="298" r:id="rId43"/>
    <p:sldId id="297" r:id="rId44"/>
    <p:sldId id="296" r:id="rId45"/>
    <p:sldId id="295" r:id="rId46"/>
    <p:sldId id="294" r:id="rId47"/>
    <p:sldId id="293" r:id="rId48"/>
    <p:sldId id="292" r:id="rId49"/>
    <p:sldId id="290" r:id="rId50"/>
    <p:sldId id="289"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423598-00BB-4AC0-8D21-C09668D35F2C}" v="28" dt="2026-03-19T19:18:22.707"/>
    <p1510:client id="{C4AF02C6-C8BA-4CED-937D-7045C7631B6B}" v="3" dt="2026-03-19T11:01:16.0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59" d="100"/>
          <a:sy n="59" d="100"/>
        </p:scale>
        <p:origin x="84"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6/11/relationships/changesInfo" Target="changesInfos/changesInfo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6c8ffccf-7c1b-4173-8b93-861005bd5f70" providerId="ADAL" clId="{31423598-00BB-4AC0-8D21-C09668D35F2C}"/>
    <pc:docChg chg="custSel addSld modSld sldOrd">
      <pc:chgData name="Andrew Patterson" userId="6c8ffccf-7c1b-4173-8b93-861005bd5f70" providerId="ADAL" clId="{31423598-00BB-4AC0-8D21-C09668D35F2C}" dt="2026-03-19T20:12:08.866" v="472" actId="14100"/>
      <pc:docMkLst>
        <pc:docMk/>
      </pc:docMkLst>
      <pc:sldChg chg="addSp modSp mod modAnim">
        <pc:chgData name="Andrew Patterson" userId="6c8ffccf-7c1b-4173-8b93-861005bd5f70" providerId="ADAL" clId="{31423598-00BB-4AC0-8D21-C09668D35F2C}" dt="2026-03-19T16:57:00.074" v="320"/>
        <pc:sldMkLst>
          <pc:docMk/>
          <pc:sldMk cId="2028690543" sldId="262"/>
        </pc:sldMkLst>
        <pc:spChg chg="mod">
          <ac:chgData name="Andrew Patterson" userId="6c8ffccf-7c1b-4173-8b93-861005bd5f70" providerId="ADAL" clId="{31423598-00BB-4AC0-8D21-C09668D35F2C}" dt="2026-03-19T16:55:18.656" v="195" actId="1076"/>
          <ac:spMkLst>
            <pc:docMk/>
            <pc:sldMk cId="2028690543" sldId="262"/>
            <ac:spMk id="2" creationId="{0DF43823-6E35-4670-9706-5594AA92B387}"/>
          </ac:spMkLst>
        </pc:spChg>
        <pc:spChg chg="mod">
          <ac:chgData name="Andrew Patterson" userId="6c8ffccf-7c1b-4173-8b93-861005bd5f70" providerId="ADAL" clId="{31423598-00BB-4AC0-8D21-C09668D35F2C}" dt="2026-03-19T16:55:30.362" v="196"/>
          <ac:spMkLst>
            <pc:docMk/>
            <pc:sldMk cId="2028690543" sldId="262"/>
            <ac:spMk id="4" creationId="{2E6E0108-E00E-0A88-AD7A-1B29C69EDA87}"/>
          </ac:spMkLst>
        </pc:spChg>
        <pc:spChg chg="mod">
          <ac:chgData name="Andrew Patterson" userId="6c8ffccf-7c1b-4173-8b93-861005bd5f70" providerId="ADAL" clId="{31423598-00BB-4AC0-8D21-C09668D35F2C}" dt="2026-03-19T16:55:30.362" v="196"/>
          <ac:spMkLst>
            <pc:docMk/>
            <pc:sldMk cId="2028690543" sldId="262"/>
            <ac:spMk id="5" creationId="{F2C01047-2162-09FE-84C1-77FCD2699DED}"/>
          </ac:spMkLst>
        </pc:spChg>
        <pc:spChg chg="mod">
          <ac:chgData name="Andrew Patterson" userId="6c8ffccf-7c1b-4173-8b93-861005bd5f70" providerId="ADAL" clId="{31423598-00BB-4AC0-8D21-C09668D35F2C}" dt="2026-03-19T16:55:30.362" v="196"/>
          <ac:spMkLst>
            <pc:docMk/>
            <pc:sldMk cId="2028690543" sldId="262"/>
            <ac:spMk id="7" creationId="{97F40BC2-3BE0-22B1-9C06-FD4373F656D6}"/>
          </ac:spMkLst>
        </pc:spChg>
        <pc:spChg chg="mod">
          <ac:chgData name="Andrew Patterson" userId="6c8ffccf-7c1b-4173-8b93-861005bd5f70" providerId="ADAL" clId="{31423598-00BB-4AC0-8D21-C09668D35F2C}" dt="2026-03-19T16:55:30.362" v="196"/>
          <ac:spMkLst>
            <pc:docMk/>
            <pc:sldMk cId="2028690543" sldId="262"/>
            <ac:spMk id="8" creationId="{716DD70D-68E2-7B38-22EE-780C1077A144}"/>
          </ac:spMkLst>
        </pc:spChg>
        <pc:spChg chg="mod">
          <ac:chgData name="Andrew Patterson" userId="6c8ffccf-7c1b-4173-8b93-861005bd5f70" providerId="ADAL" clId="{31423598-00BB-4AC0-8D21-C09668D35F2C}" dt="2026-03-19T16:55:30.362" v="196"/>
          <ac:spMkLst>
            <pc:docMk/>
            <pc:sldMk cId="2028690543" sldId="262"/>
            <ac:spMk id="10" creationId="{B66F7834-30F5-3198-5105-FC49EEB9B885}"/>
          </ac:spMkLst>
        </pc:spChg>
        <pc:spChg chg="mod">
          <ac:chgData name="Andrew Patterson" userId="6c8ffccf-7c1b-4173-8b93-861005bd5f70" providerId="ADAL" clId="{31423598-00BB-4AC0-8D21-C09668D35F2C}" dt="2026-03-19T16:55:30.362" v="196"/>
          <ac:spMkLst>
            <pc:docMk/>
            <pc:sldMk cId="2028690543" sldId="262"/>
            <ac:spMk id="11" creationId="{5605BEAE-4D5F-C3D9-75D3-5C72E2753FA4}"/>
          </ac:spMkLst>
        </pc:spChg>
        <pc:spChg chg="mod">
          <ac:chgData name="Andrew Patterson" userId="6c8ffccf-7c1b-4173-8b93-861005bd5f70" providerId="ADAL" clId="{31423598-00BB-4AC0-8D21-C09668D35F2C}" dt="2026-03-19T16:55:30.362" v="196"/>
          <ac:spMkLst>
            <pc:docMk/>
            <pc:sldMk cId="2028690543" sldId="262"/>
            <ac:spMk id="13" creationId="{60586054-C2E8-05FE-98D9-D0306318E729}"/>
          </ac:spMkLst>
        </pc:spChg>
        <pc:spChg chg="mod">
          <ac:chgData name="Andrew Patterson" userId="6c8ffccf-7c1b-4173-8b93-861005bd5f70" providerId="ADAL" clId="{31423598-00BB-4AC0-8D21-C09668D35F2C}" dt="2026-03-19T16:55:30.362" v="196"/>
          <ac:spMkLst>
            <pc:docMk/>
            <pc:sldMk cId="2028690543" sldId="262"/>
            <ac:spMk id="14" creationId="{C00EBF60-146B-76BD-6FBC-E74E5F2E588A}"/>
          </ac:spMkLst>
        </pc:spChg>
        <pc:spChg chg="mod">
          <ac:chgData name="Andrew Patterson" userId="6c8ffccf-7c1b-4173-8b93-861005bd5f70" providerId="ADAL" clId="{31423598-00BB-4AC0-8D21-C09668D35F2C}" dt="2026-03-19T16:55:30.362" v="196"/>
          <ac:spMkLst>
            <pc:docMk/>
            <pc:sldMk cId="2028690543" sldId="262"/>
            <ac:spMk id="16" creationId="{1B19C883-52E7-F572-0F7F-4AAA37FC6386}"/>
          </ac:spMkLst>
        </pc:spChg>
        <pc:spChg chg="mod">
          <ac:chgData name="Andrew Patterson" userId="6c8ffccf-7c1b-4173-8b93-861005bd5f70" providerId="ADAL" clId="{31423598-00BB-4AC0-8D21-C09668D35F2C}" dt="2026-03-19T16:55:30.362" v="196"/>
          <ac:spMkLst>
            <pc:docMk/>
            <pc:sldMk cId="2028690543" sldId="262"/>
            <ac:spMk id="17" creationId="{C63C57F8-11CF-B22A-5AC5-40B4AD1B99D7}"/>
          </ac:spMkLst>
        </pc:spChg>
        <pc:spChg chg="mod">
          <ac:chgData name="Andrew Patterson" userId="6c8ffccf-7c1b-4173-8b93-861005bd5f70" providerId="ADAL" clId="{31423598-00BB-4AC0-8D21-C09668D35F2C}" dt="2026-03-19T16:55:30.362" v="196"/>
          <ac:spMkLst>
            <pc:docMk/>
            <pc:sldMk cId="2028690543" sldId="262"/>
            <ac:spMk id="19" creationId="{3B58142B-5440-21E6-7788-79E79D2CCDE4}"/>
          </ac:spMkLst>
        </pc:spChg>
        <pc:spChg chg="mod">
          <ac:chgData name="Andrew Patterson" userId="6c8ffccf-7c1b-4173-8b93-861005bd5f70" providerId="ADAL" clId="{31423598-00BB-4AC0-8D21-C09668D35F2C}" dt="2026-03-19T16:55:30.362" v="196"/>
          <ac:spMkLst>
            <pc:docMk/>
            <pc:sldMk cId="2028690543" sldId="262"/>
            <ac:spMk id="20" creationId="{5A6C5144-BF44-B9A1-0F95-458F7E55AD58}"/>
          </ac:spMkLst>
        </pc:spChg>
        <pc:spChg chg="mod">
          <ac:chgData name="Andrew Patterson" userId="6c8ffccf-7c1b-4173-8b93-861005bd5f70" providerId="ADAL" clId="{31423598-00BB-4AC0-8D21-C09668D35F2C}" dt="2026-03-19T16:55:30.362" v="196"/>
          <ac:spMkLst>
            <pc:docMk/>
            <pc:sldMk cId="2028690543" sldId="262"/>
            <ac:spMk id="22" creationId="{8FC60C24-6A27-8D92-F01B-D4F2E6CAFDBE}"/>
          </ac:spMkLst>
        </pc:spChg>
        <pc:spChg chg="mod">
          <ac:chgData name="Andrew Patterson" userId="6c8ffccf-7c1b-4173-8b93-861005bd5f70" providerId="ADAL" clId="{31423598-00BB-4AC0-8D21-C09668D35F2C}" dt="2026-03-19T16:55:30.362" v="196"/>
          <ac:spMkLst>
            <pc:docMk/>
            <pc:sldMk cId="2028690543" sldId="262"/>
            <ac:spMk id="23" creationId="{128D6943-FD0C-7734-CAAE-D46333395AE7}"/>
          </ac:spMkLst>
        </pc:spChg>
        <pc:spChg chg="mod">
          <ac:chgData name="Andrew Patterson" userId="6c8ffccf-7c1b-4173-8b93-861005bd5f70" providerId="ADAL" clId="{31423598-00BB-4AC0-8D21-C09668D35F2C}" dt="2026-03-19T16:56:32.218" v="280"/>
          <ac:spMkLst>
            <pc:docMk/>
            <pc:sldMk cId="2028690543" sldId="262"/>
            <ac:spMk id="25" creationId="{87E1AA2F-9DCA-D6DC-3E6A-C0081C722A21}"/>
          </ac:spMkLst>
        </pc:spChg>
        <pc:spChg chg="mod">
          <ac:chgData name="Andrew Patterson" userId="6c8ffccf-7c1b-4173-8b93-861005bd5f70" providerId="ADAL" clId="{31423598-00BB-4AC0-8D21-C09668D35F2C}" dt="2026-03-19T16:56:32.218" v="280"/>
          <ac:spMkLst>
            <pc:docMk/>
            <pc:sldMk cId="2028690543" sldId="262"/>
            <ac:spMk id="26" creationId="{4BC982DB-ECC5-E4F3-62FA-47ECA9DC73D2}"/>
          </ac:spMkLst>
        </pc:spChg>
        <pc:spChg chg="mod">
          <ac:chgData name="Andrew Patterson" userId="6c8ffccf-7c1b-4173-8b93-861005bd5f70" providerId="ADAL" clId="{31423598-00BB-4AC0-8D21-C09668D35F2C}" dt="2026-03-19T16:56:43.380" v="284"/>
          <ac:spMkLst>
            <pc:docMk/>
            <pc:sldMk cId="2028690543" sldId="262"/>
            <ac:spMk id="28" creationId="{E6D542BB-03EA-1169-57C9-EDCC9FBA29BC}"/>
          </ac:spMkLst>
        </pc:spChg>
        <pc:spChg chg="mod">
          <ac:chgData name="Andrew Patterson" userId="6c8ffccf-7c1b-4173-8b93-861005bd5f70" providerId="ADAL" clId="{31423598-00BB-4AC0-8D21-C09668D35F2C}" dt="2026-03-19T16:56:43.380" v="284"/>
          <ac:spMkLst>
            <pc:docMk/>
            <pc:sldMk cId="2028690543" sldId="262"/>
            <ac:spMk id="29" creationId="{ED279A39-520D-A9FD-74B9-E2AC3C847389}"/>
          </ac:spMkLst>
        </pc:spChg>
        <pc:spChg chg="mod">
          <ac:chgData name="Andrew Patterson" userId="6c8ffccf-7c1b-4173-8b93-861005bd5f70" providerId="ADAL" clId="{31423598-00BB-4AC0-8D21-C09668D35F2C}" dt="2026-03-19T16:56:53.907" v="314"/>
          <ac:spMkLst>
            <pc:docMk/>
            <pc:sldMk cId="2028690543" sldId="262"/>
            <ac:spMk id="31" creationId="{3145BE7D-E879-AFDC-AA28-FBBFF9E0E60F}"/>
          </ac:spMkLst>
        </pc:spChg>
        <pc:spChg chg="mod">
          <ac:chgData name="Andrew Patterson" userId="6c8ffccf-7c1b-4173-8b93-861005bd5f70" providerId="ADAL" clId="{31423598-00BB-4AC0-8D21-C09668D35F2C}" dt="2026-03-19T16:56:53.907" v="314"/>
          <ac:spMkLst>
            <pc:docMk/>
            <pc:sldMk cId="2028690543" sldId="262"/>
            <ac:spMk id="32" creationId="{E5068D04-9AA1-7359-E44B-CAF59D521567}"/>
          </ac:spMkLst>
        </pc:spChg>
        <pc:spChg chg="mod">
          <ac:chgData name="Andrew Patterson" userId="6c8ffccf-7c1b-4173-8b93-861005bd5f70" providerId="ADAL" clId="{31423598-00BB-4AC0-8D21-C09668D35F2C}" dt="2026-03-19T16:56:58.075" v="318"/>
          <ac:spMkLst>
            <pc:docMk/>
            <pc:sldMk cId="2028690543" sldId="262"/>
            <ac:spMk id="34" creationId="{773D6950-6935-ED45-0E3C-DF0F6F8D7F96}"/>
          </ac:spMkLst>
        </pc:spChg>
        <pc:spChg chg="mod">
          <ac:chgData name="Andrew Patterson" userId="6c8ffccf-7c1b-4173-8b93-861005bd5f70" providerId="ADAL" clId="{31423598-00BB-4AC0-8D21-C09668D35F2C}" dt="2026-03-19T16:56:58.075" v="318"/>
          <ac:spMkLst>
            <pc:docMk/>
            <pc:sldMk cId="2028690543" sldId="262"/>
            <ac:spMk id="35" creationId="{905E3C01-DF3F-3C85-6C2F-C90376290DD7}"/>
          </ac:spMkLst>
        </pc:spChg>
        <pc:spChg chg="mod">
          <ac:chgData name="Andrew Patterson" userId="6c8ffccf-7c1b-4173-8b93-861005bd5f70" providerId="ADAL" clId="{31423598-00BB-4AC0-8D21-C09668D35F2C}" dt="2026-03-19T16:56:59.177" v="319"/>
          <ac:spMkLst>
            <pc:docMk/>
            <pc:sldMk cId="2028690543" sldId="262"/>
            <ac:spMk id="37" creationId="{7BC2953D-211A-B52B-96E0-2440B22D53A0}"/>
          </ac:spMkLst>
        </pc:spChg>
        <pc:spChg chg="mod">
          <ac:chgData name="Andrew Patterson" userId="6c8ffccf-7c1b-4173-8b93-861005bd5f70" providerId="ADAL" clId="{31423598-00BB-4AC0-8D21-C09668D35F2C}" dt="2026-03-19T16:56:59.177" v="319"/>
          <ac:spMkLst>
            <pc:docMk/>
            <pc:sldMk cId="2028690543" sldId="262"/>
            <ac:spMk id="38" creationId="{1DB9889E-C471-606F-1FB7-849781640A8D}"/>
          </ac:spMkLst>
        </pc:spChg>
        <pc:spChg chg="mod">
          <ac:chgData name="Andrew Patterson" userId="6c8ffccf-7c1b-4173-8b93-861005bd5f70" providerId="ADAL" clId="{31423598-00BB-4AC0-8D21-C09668D35F2C}" dt="2026-03-19T16:57:00.074" v="320"/>
          <ac:spMkLst>
            <pc:docMk/>
            <pc:sldMk cId="2028690543" sldId="262"/>
            <ac:spMk id="40" creationId="{E221E920-7411-805F-A8F0-BD9CD145199C}"/>
          </ac:spMkLst>
        </pc:spChg>
        <pc:spChg chg="mod">
          <ac:chgData name="Andrew Patterson" userId="6c8ffccf-7c1b-4173-8b93-861005bd5f70" providerId="ADAL" clId="{31423598-00BB-4AC0-8D21-C09668D35F2C}" dt="2026-03-19T16:57:00.074" v="320"/>
          <ac:spMkLst>
            <pc:docMk/>
            <pc:sldMk cId="2028690543" sldId="262"/>
            <ac:spMk id="41" creationId="{9809DB82-E21C-C861-CDE3-CD2972F66024}"/>
          </ac:spMkLst>
        </pc:spChg>
        <pc:grpChg chg="add mod">
          <ac:chgData name="Andrew Patterson" userId="6c8ffccf-7c1b-4173-8b93-861005bd5f70" providerId="ADAL" clId="{31423598-00BB-4AC0-8D21-C09668D35F2C}" dt="2026-03-19T16:55:36.610" v="197" actId="1076"/>
          <ac:grpSpMkLst>
            <pc:docMk/>
            <pc:sldMk cId="2028690543" sldId="262"/>
            <ac:grpSpMk id="3" creationId="{893F09CE-F233-A4F2-A60A-B4726158E1E3}"/>
          </ac:grpSpMkLst>
        </pc:grpChg>
        <pc:grpChg chg="add mod">
          <ac:chgData name="Andrew Patterson" userId="6c8ffccf-7c1b-4173-8b93-861005bd5f70" providerId="ADAL" clId="{31423598-00BB-4AC0-8D21-C09668D35F2C}" dt="2026-03-19T16:55:41.422" v="202" actId="1035"/>
          <ac:grpSpMkLst>
            <pc:docMk/>
            <pc:sldMk cId="2028690543" sldId="262"/>
            <ac:grpSpMk id="6" creationId="{A241DE48-3DF8-BAA1-07F7-9F185EAC63A9}"/>
          </ac:grpSpMkLst>
        </pc:grpChg>
        <pc:grpChg chg="add mod">
          <ac:chgData name="Andrew Patterson" userId="6c8ffccf-7c1b-4173-8b93-861005bd5f70" providerId="ADAL" clId="{31423598-00BB-4AC0-8D21-C09668D35F2C}" dt="2026-03-19T16:55:49.429" v="217" actId="1035"/>
          <ac:grpSpMkLst>
            <pc:docMk/>
            <pc:sldMk cId="2028690543" sldId="262"/>
            <ac:grpSpMk id="9" creationId="{976679D1-E464-88CB-8534-788C428FA35C}"/>
          </ac:grpSpMkLst>
        </pc:grpChg>
        <pc:grpChg chg="add mod">
          <ac:chgData name="Andrew Patterson" userId="6c8ffccf-7c1b-4173-8b93-861005bd5f70" providerId="ADAL" clId="{31423598-00BB-4AC0-8D21-C09668D35F2C}" dt="2026-03-19T16:56:01.123" v="235" actId="1035"/>
          <ac:grpSpMkLst>
            <pc:docMk/>
            <pc:sldMk cId="2028690543" sldId="262"/>
            <ac:grpSpMk id="12" creationId="{104A4F04-555D-7473-EA9D-93FE5B354F9C}"/>
          </ac:grpSpMkLst>
        </pc:grpChg>
        <pc:grpChg chg="add mod">
          <ac:chgData name="Andrew Patterson" userId="6c8ffccf-7c1b-4173-8b93-861005bd5f70" providerId="ADAL" clId="{31423598-00BB-4AC0-8D21-C09668D35F2C}" dt="2026-03-19T16:56:10.370" v="257" actId="1035"/>
          <ac:grpSpMkLst>
            <pc:docMk/>
            <pc:sldMk cId="2028690543" sldId="262"/>
            <ac:grpSpMk id="15" creationId="{C6324FBF-A301-FB1C-E9A0-B0A55D8C0242}"/>
          </ac:grpSpMkLst>
        </pc:grpChg>
        <pc:grpChg chg="add mod">
          <ac:chgData name="Andrew Patterson" userId="6c8ffccf-7c1b-4173-8b93-861005bd5f70" providerId="ADAL" clId="{31423598-00BB-4AC0-8D21-C09668D35F2C}" dt="2026-03-19T16:56:19.806" v="267" actId="1036"/>
          <ac:grpSpMkLst>
            <pc:docMk/>
            <pc:sldMk cId="2028690543" sldId="262"/>
            <ac:grpSpMk id="18" creationId="{7FBC5213-4989-233D-C6FA-F5C8276BA25F}"/>
          </ac:grpSpMkLst>
        </pc:grpChg>
        <pc:grpChg chg="add mod">
          <ac:chgData name="Andrew Patterson" userId="6c8ffccf-7c1b-4173-8b93-861005bd5f70" providerId="ADAL" clId="{31423598-00BB-4AC0-8D21-C09668D35F2C}" dt="2026-03-19T16:56:27.254" v="279" actId="1035"/>
          <ac:grpSpMkLst>
            <pc:docMk/>
            <pc:sldMk cId="2028690543" sldId="262"/>
            <ac:grpSpMk id="21" creationId="{FDAF7127-4D29-4D30-EBE9-EA7AD9BF8564}"/>
          </ac:grpSpMkLst>
        </pc:grpChg>
        <pc:grpChg chg="add mod">
          <ac:chgData name="Andrew Patterson" userId="6c8ffccf-7c1b-4173-8b93-861005bd5f70" providerId="ADAL" clId="{31423598-00BB-4AC0-8D21-C09668D35F2C}" dt="2026-03-19T16:56:40.967" v="283" actId="1035"/>
          <ac:grpSpMkLst>
            <pc:docMk/>
            <pc:sldMk cId="2028690543" sldId="262"/>
            <ac:grpSpMk id="24" creationId="{933C854E-39C2-158B-DEAE-975FA9B54449}"/>
          </ac:grpSpMkLst>
        </pc:grpChg>
        <pc:grpChg chg="add mod">
          <ac:chgData name="Andrew Patterson" userId="6c8ffccf-7c1b-4173-8b93-861005bd5f70" providerId="ADAL" clId="{31423598-00BB-4AC0-8D21-C09668D35F2C}" dt="2026-03-19T16:56:49.267" v="313" actId="1035"/>
          <ac:grpSpMkLst>
            <pc:docMk/>
            <pc:sldMk cId="2028690543" sldId="262"/>
            <ac:grpSpMk id="27" creationId="{A3BB6FAE-FD4D-5DEE-60A8-23D10DB7DB35}"/>
          </ac:grpSpMkLst>
        </pc:grpChg>
        <pc:grpChg chg="add mod">
          <ac:chgData name="Andrew Patterson" userId="6c8ffccf-7c1b-4173-8b93-861005bd5f70" providerId="ADAL" clId="{31423598-00BB-4AC0-8D21-C09668D35F2C}" dt="2026-03-19T16:56:55.367" v="317" actId="1036"/>
          <ac:grpSpMkLst>
            <pc:docMk/>
            <pc:sldMk cId="2028690543" sldId="262"/>
            <ac:grpSpMk id="30" creationId="{3CED8AF7-855E-AC09-D80B-203C54E7431C}"/>
          </ac:grpSpMkLst>
        </pc:grpChg>
        <pc:grpChg chg="add mod">
          <ac:chgData name="Andrew Patterson" userId="6c8ffccf-7c1b-4173-8b93-861005bd5f70" providerId="ADAL" clId="{31423598-00BB-4AC0-8D21-C09668D35F2C}" dt="2026-03-19T16:56:58.075" v="318"/>
          <ac:grpSpMkLst>
            <pc:docMk/>
            <pc:sldMk cId="2028690543" sldId="262"/>
            <ac:grpSpMk id="33" creationId="{CA839213-7510-8DF1-E3AA-74860A30B4CA}"/>
          </ac:grpSpMkLst>
        </pc:grpChg>
        <pc:grpChg chg="add mod">
          <ac:chgData name="Andrew Patterson" userId="6c8ffccf-7c1b-4173-8b93-861005bd5f70" providerId="ADAL" clId="{31423598-00BB-4AC0-8D21-C09668D35F2C}" dt="2026-03-19T16:56:59.177" v="319"/>
          <ac:grpSpMkLst>
            <pc:docMk/>
            <pc:sldMk cId="2028690543" sldId="262"/>
            <ac:grpSpMk id="36" creationId="{02091718-E0A1-4ED3-9DEB-CFBAEFF668B4}"/>
          </ac:grpSpMkLst>
        </pc:grpChg>
        <pc:grpChg chg="add mod">
          <ac:chgData name="Andrew Patterson" userId="6c8ffccf-7c1b-4173-8b93-861005bd5f70" providerId="ADAL" clId="{31423598-00BB-4AC0-8D21-C09668D35F2C}" dt="2026-03-19T16:57:00.074" v="320"/>
          <ac:grpSpMkLst>
            <pc:docMk/>
            <pc:sldMk cId="2028690543" sldId="262"/>
            <ac:grpSpMk id="39" creationId="{0737FC56-5EE2-EA93-CD53-595EC4C5CEE3}"/>
          </ac:grpSpMkLst>
        </pc:grpChg>
      </pc:sldChg>
      <pc:sldChg chg="addSp modSp mod modAnim">
        <pc:chgData name="Andrew Patterson" userId="6c8ffccf-7c1b-4173-8b93-861005bd5f70" providerId="ADAL" clId="{31423598-00BB-4AC0-8D21-C09668D35F2C}" dt="2026-03-19T20:12:08.866" v="472" actId="14100"/>
        <pc:sldMkLst>
          <pc:docMk/>
          <pc:sldMk cId="455574958" sldId="263"/>
        </pc:sldMkLst>
        <pc:spChg chg="mod">
          <ac:chgData name="Andrew Patterson" userId="6c8ffccf-7c1b-4173-8b93-861005bd5f70" providerId="ADAL" clId="{31423598-00BB-4AC0-8D21-C09668D35F2C}" dt="2026-03-19T20:12:08.866" v="472" actId="14100"/>
          <ac:spMkLst>
            <pc:docMk/>
            <pc:sldMk cId="455574958" sldId="263"/>
            <ac:spMk id="2" creationId="{19B2BEA2-D802-4AE5-8ED7-24B0916319FD}"/>
          </ac:spMkLst>
        </pc:spChg>
        <pc:spChg chg="mod">
          <ac:chgData name="Andrew Patterson" userId="6c8ffccf-7c1b-4173-8b93-861005bd5f70" providerId="ADAL" clId="{31423598-00BB-4AC0-8D21-C09668D35F2C}" dt="2026-03-19T16:52:37.984" v="169"/>
          <ac:spMkLst>
            <pc:docMk/>
            <pc:sldMk cId="455574958" sldId="263"/>
            <ac:spMk id="5" creationId="{9EF7388A-F295-D48E-0B06-0C6C227B28D9}"/>
          </ac:spMkLst>
        </pc:spChg>
        <pc:spChg chg="mod">
          <ac:chgData name="Andrew Patterson" userId="6c8ffccf-7c1b-4173-8b93-861005bd5f70" providerId="ADAL" clId="{31423598-00BB-4AC0-8D21-C09668D35F2C}" dt="2026-03-19T16:52:37.984" v="169"/>
          <ac:spMkLst>
            <pc:docMk/>
            <pc:sldMk cId="455574958" sldId="263"/>
            <ac:spMk id="6" creationId="{8ED7D070-1358-BB38-560B-3775B46C7C5C}"/>
          </ac:spMkLst>
        </pc:spChg>
        <pc:spChg chg="mod">
          <ac:chgData name="Andrew Patterson" userId="6c8ffccf-7c1b-4173-8b93-861005bd5f70" providerId="ADAL" clId="{31423598-00BB-4AC0-8D21-C09668D35F2C}" dt="2026-03-19T16:52:37.984" v="169"/>
          <ac:spMkLst>
            <pc:docMk/>
            <pc:sldMk cId="455574958" sldId="263"/>
            <ac:spMk id="8" creationId="{CF2CACAD-4C66-F2E0-EFBE-5A54A25EF816}"/>
          </ac:spMkLst>
        </pc:spChg>
        <pc:spChg chg="mod">
          <ac:chgData name="Andrew Patterson" userId="6c8ffccf-7c1b-4173-8b93-861005bd5f70" providerId="ADAL" clId="{31423598-00BB-4AC0-8D21-C09668D35F2C}" dt="2026-03-19T16:52:37.984" v="169"/>
          <ac:spMkLst>
            <pc:docMk/>
            <pc:sldMk cId="455574958" sldId="263"/>
            <ac:spMk id="9" creationId="{9A232276-42DE-50DA-B0C4-8909C8847FC4}"/>
          </ac:spMkLst>
        </pc:spChg>
        <pc:spChg chg="mod">
          <ac:chgData name="Andrew Patterson" userId="6c8ffccf-7c1b-4173-8b93-861005bd5f70" providerId="ADAL" clId="{31423598-00BB-4AC0-8D21-C09668D35F2C}" dt="2026-03-19T16:52:37.984" v="169"/>
          <ac:spMkLst>
            <pc:docMk/>
            <pc:sldMk cId="455574958" sldId="263"/>
            <ac:spMk id="11" creationId="{D5082B41-03E7-FF0D-317A-3AB9865107DB}"/>
          </ac:spMkLst>
        </pc:spChg>
        <pc:spChg chg="mod">
          <ac:chgData name="Andrew Patterson" userId="6c8ffccf-7c1b-4173-8b93-861005bd5f70" providerId="ADAL" clId="{31423598-00BB-4AC0-8D21-C09668D35F2C}" dt="2026-03-19T16:52:37.984" v="169"/>
          <ac:spMkLst>
            <pc:docMk/>
            <pc:sldMk cId="455574958" sldId="263"/>
            <ac:spMk id="12" creationId="{69C648D5-49F8-FDEC-D71F-0E901770D019}"/>
          </ac:spMkLst>
        </pc:spChg>
        <pc:spChg chg="mod">
          <ac:chgData name="Andrew Patterson" userId="6c8ffccf-7c1b-4173-8b93-861005bd5f70" providerId="ADAL" clId="{31423598-00BB-4AC0-8D21-C09668D35F2C}" dt="2026-03-19T16:52:37.984" v="169"/>
          <ac:spMkLst>
            <pc:docMk/>
            <pc:sldMk cId="455574958" sldId="263"/>
            <ac:spMk id="14" creationId="{669771F8-0680-9CE4-397F-6CE94647AC89}"/>
          </ac:spMkLst>
        </pc:spChg>
        <pc:spChg chg="mod">
          <ac:chgData name="Andrew Patterson" userId="6c8ffccf-7c1b-4173-8b93-861005bd5f70" providerId="ADAL" clId="{31423598-00BB-4AC0-8D21-C09668D35F2C}" dt="2026-03-19T16:52:37.984" v="169"/>
          <ac:spMkLst>
            <pc:docMk/>
            <pc:sldMk cId="455574958" sldId="263"/>
            <ac:spMk id="15" creationId="{8C4BB9CE-995C-2173-BB08-59AA1F05F1A8}"/>
          </ac:spMkLst>
        </pc:spChg>
        <pc:spChg chg="mod">
          <ac:chgData name="Andrew Patterson" userId="6c8ffccf-7c1b-4173-8b93-861005bd5f70" providerId="ADAL" clId="{31423598-00BB-4AC0-8D21-C09668D35F2C}" dt="2026-03-19T16:52:37.984" v="169"/>
          <ac:spMkLst>
            <pc:docMk/>
            <pc:sldMk cId="455574958" sldId="263"/>
            <ac:spMk id="17" creationId="{9B4C030B-98E0-6743-A874-C1CCCFDD2AFF}"/>
          </ac:spMkLst>
        </pc:spChg>
        <pc:spChg chg="mod">
          <ac:chgData name="Andrew Patterson" userId="6c8ffccf-7c1b-4173-8b93-861005bd5f70" providerId="ADAL" clId="{31423598-00BB-4AC0-8D21-C09668D35F2C}" dt="2026-03-19T16:52:37.984" v="169"/>
          <ac:spMkLst>
            <pc:docMk/>
            <pc:sldMk cId="455574958" sldId="263"/>
            <ac:spMk id="18" creationId="{C022F4A5-EDC3-7519-D678-B6E98BE8EA5A}"/>
          </ac:spMkLst>
        </pc:spChg>
        <pc:spChg chg="mod">
          <ac:chgData name="Andrew Patterson" userId="6c8ffccf-7c1b-4173-8b93-861005bd5f70" providerId="ADAL" clId="{31423598-00BB-4AC0-8D21-C09668D35F2C}" dt="2026-03-19T16:52:37.984" v="169"/>
          <ac:spMkLst>
            <pc:docMk/>
            <pc:sldMk cId="455574958" sldId="263"/>
            <ac:spMk id="20" creationId="{555A0856-A1F6-058D-0660-13C37E37D057}"/>
          </ac:spMkLst>
        </pc:spChg>
        <pc:spChg chg="mod">
          <ac:chgData name="Andrew Patterson" userId="6c8ffccf-7c1b-4173-8b93-861005bd5f70" providerId="ADAL" clId="{31423598-00BB-4AC0-8D21-C09668D35F2C}" dt="2026-03-19T16:52:37.984" v="169"/>
          <ac:spMkLst>
            <pc:docMk/>
            <pc:sldMk cId="455574958" sldId="263"/>
            <ac:spMk id="21" creationId="{88F1E629-3EF9-91CC-2580-DE68168673E1}"/>
          </ac:spMkLst>
        </pc:spChg>
        <pc:spChg chg="mod">
          <ac:chgData name="Andrew Patterson" userId="6c8ffccf-7c1b-4173-8b93-861005bd5f70" providerId="ADAL" clId="{31423598-00BB-4AC0-8D21-C09668D35F2C}" dt="2026-03-19T16:52:37.984" v="169"/>
          <ac:spMkLst>
            <pc:docMk/>
            <pc:sldMk cId="455574958" sldId="263"/>
            <ac:spMk id="23" creationId="{C9A2BF4E-8D83-FBAC-BED8-D079E5B58418}"/>
          </ac:spMkLst>
        </pc:spChg>
        <pc:spChg chg="mod">
          <ac:chgData name="Andrew Patterson" userId="6c8ffccf-7c1b-4173-8b93-861005bd5f70" providerId="ADAL" clId="{31423598-00BB-4AC0-8D21-C09668D35F2C}" dt="2026-03-19T16:52:37.984" v="169"/>
          <ac:spMkLst>
            <pc:docMk/>
            <pc:sldMk cId="455574958" sldId="263"/>
            <ac:spMk id="24" creationId="{6AF17866-B649-0D90-E311-2CEAD6E6A3F1}"/>
          </ac:spMkLst>
        </pc:spChg>
        <pc:spChg chg="mod">
          <ac:chgData name="Andrew Patterson" userId="6c8ffccf-7c1b-4173-8b93-861005bd5f70" providerId="ADAL" clId="{31423598-00BB-4AC0-8D21-C09668D35F2C}" dt="2026-03-19T16:53:52.653" v="182"/>
          <ac:spMkLst>
            <pc:docMk/>
            <pc:sldMk cId="455574958" sldId="263"/>
            <ac:spMk id="26" creationId="{596C5D64-ADD2-1CA9-1F72-AA08349D9FD1}"/>
          </ac:spMkLst>
        </pc:spChg>
        <pc:spChg chg="mod">
          <ac:chgData name="Andrew Patterson" userId="6c8ffccf-7c1b-4173-8b93-861005bd5f70" providerId="ADAL" clId="{31423598-00BB-4AC0-8D21-C09668D35F2C}" dt="2026-03-19T16:53:52.653" v="182"/>
          <ac:spMkLst>
            <pc:docMk/>
            <pc:sldMk cId="455574958" sldId="263"/>
            <ac:spMk id="27" creationId="{CE431BE0-CD18-4BFE-BC07-D839BFBAE212}"/>
          </ac:spMkLst>
        </pc:spChg>
        <pc:spChg chg="mod">
          <ac:chgData name="Andrew Patterson" userId="6c8ffccf-7c1b-4173-8b93-861005bd5f70" providerId="ADAL" clId="{31423598-00BB-4AC0-8D21-C09668D35F2C}" dt="2026-03-19T16:54:04.038" v="186"/>
          <ac:spMkLst>
            <pc:docMk/>
            <pc:sldMk cId="455574958" sldId="263"/>
            <ac:spMk id="29" creationId="{285F52C7-4257-546C-3128-4587FA0AEE72}"/>
          </ac:spMkLst>
        </pc:spChg>
        <pc:spChg chg="mod">
          <ac:chgData name="Andrew Patterson" userId="6c8ffccf-7c1b-4173-8b93-861005bd5f70" providerId="ADAL" clId="{31423598-00BB-4AC0-8D21-C09668D35F2C}" dt="2026-03-19T16:54:04.038" v="186"/>
          <ac:spMkLst>
            <pc:docMk/>
            <pc:sldMk cId="455574958" sldId="263"/>
            <ac:spMk id="30" creationId="{DBE9DA5C-961D-D5F5-01B2-9F0E95B62E0B}"/>
          </ac:spMkLst>
        </pc:spChg>
        <pc:spChg chg="mod">
          <ac:chgData name="Andrew Patterson" userId="6c8ffccf-7c1b-4173-8b93-861005bd5f70" providerId="ADAL" clId="{31423598-00BB-4AC0-8D21-C09668D35F2C}" dt="2026-03-19T16:54:05.307" v="187"/>
          <ac:spMkLst>
            <pc:docMk/>
            <pc:sldMk cId="455574958" sldId="263"/>
            <ac:spMk id="32" creationId="{7479D0C7-DAB5-0A5A-DFF5-0D453C7A349A}"/>
          </ac:spMkLst>
        </pc:spChg>
        <pc:spChg chg="mod">
          <ac:chgData name="Andrew Patterson" userId="6c8ffccf-7c1b-4173-8b93-861005bd5f70" providerId="ADAL" clId="{31423598-00BB-4AC0-8D21-C09668D35F2C}" dt="2026-03-19T16:54:05.307" v="187"/>
          <ac:spMkLst>
            <pc:docMk/>
            <pc:sldMk cId="455574958" sldId="263"/>
            <ac:spMk id="33" creationId="{7F151012-A544-C512-4D97-02BFA0763618}"/>
          </ac:spMkLst>
        </pc:spChg>
        <pc:grpChg chg="add mod">
          <ac:chgData name="Andrew Patterson" userId="6c8ffccf-7c1b-4173-8b93-861005bd5f70" providerId="ADAL" clId="{31423598-00BB-4AC0-8D21-C09668D35F2C}" dt="2026-03-19T16:52:48.674" v="170" actId="1076"/>
          <ac:grpSpMkLst>
            <pc:docMk/>
            <pc:sldMk cId="455574958" sldId="263"/>
            <ac:grpSpMk id="4" creationId="{692C1FC0-1A2F-E13F-6B60-33EA62A9CC6E}"/>
          </ac:grpSpMkLst>
        </pc:grpChg>
        <pc:grpChg chg="add mod">
          <ac:chgData name="Andrew Patterson" userId="6c8ffccf-7c1b-4173-8b93-861005bd5f70" providerId="ADAL" clId="{31423598-00BB-4AC0-8D21-C09668D35F2C}" dt="2026-03-19T16:52:57.288" v="171" actId="1076"/>
          <ac:grpSpMkLst>
            <pc:docMk/>
            <pc:sldMk cId="455574958" sldId="263"/>
            <ac:grpSpMk id="7" creationId="{1570CF50-C747-A960-488F-4C859BD91FD9}"/>
          </ac:grpSpMkLst>
        </pc:grpChg>
        <pc:grpChg chg="add mod">
          <ac:chgData name="Andrew Patterson" userId="6c8ffccf-7c1b-4173-8b93-861005bd5f70" providerId="ADAL" clId="{31423598-00BB-4AC0-8D21-C09668D35F2C}" dt="2026-03-19T16:53:26.779" v="176" actId="1038"/>
          <ac:grpSpMkLst>
            <pc:docMk/>
            <pc:sldMk cId="455574958" sldId="263"/>
            <ac:grpSpMk id="10" creationId="{4FE8155C-4CE1-3D30-B46E-61F9FDC3597B}"/>
          </ac:grpSpMkLst>
        </pc:grpChg>
        <pc:grpChg chg="add mod">
          <ac:chgData name="Andrew Patterson" userId="6c8ffccf-7c1b-4173-8b93-861005bd5f70" providerId="ADAL" clId="{31423598-00BB-4AC0-8D21-C09668D35F2C}" dt="2026-03-19T16:53:24.072" v="173" actId="1076"/>
          <ac:grpSpMkLst>
            <pc:docMk/>
            <pc:sldMk cId="455574958" sldId="263"/>
            <ac:grpSpMk id="13" creationId="{3B41102C-844F-05D0-1832-FC33881F714A}"/>
          </ac:grpSpMkLst>
        </pc:grpChg>
        <pc:grpChg chg="add mod">
          <ac:chgData name="Andrew Patterson" userId="6c8ffccf-7c1b-4173-8b93-861005bd5f70" providerId="ADAL" clId="{31423598-00BB-4AC0-8D21-C09668D35F2C}" dt="2026-03-19T16:53:34.715" v="177" actId="1076"/>
          <ac:grpSpMkLst>
            <pc:docMk/>
            <pc:sldMk cId="455574958" sldId="263"/>
            <ac:grpSpMk id="16" creationId="{CED30592-7A39-50F4-3BA7-C431EE89E1F7}"/>
          </ac:grpSpMkLst>
        </pc:grpChg>
        <pc:grpChg chg="add mod">
          <ac:chgData name="Andrew Patterson" userId="6c8ffccf-7c1b-4173-8b93-861005bd5f70" providerId="ADAL" clId="{31423598-00BB-4AC0-8D21-C09668D35F2C}" dt="2026-03-19T16:53:41.616" v="180" actId="1036"/>
          <ac:grpSpMkLst>
            <pc:docMk/>
            <pc:sldMk cId="455574958" sldId="263"/>
            <ac:grpSpMk id="19" creationId="{A424D60F-50E3-1A22-415A-E12F2DEAD46C}"/>
          </ac:grpSpMkLst>
        </pc:grpChg>
        <pc:grpChg chg="add mod">
          <ac:chgData name="Andrew Patterson" userId="6c8ffccf-7c1b-4173-8b93-861005bd5f70" providerId="ADAL" clId="{31423598-00BB-4AC0-8D21-C09668D35F2C}" dt="2026-03-19T16:53:50.259" v="181" actId="1076"/>
          <ac:grpSpMkLst>
            <pc:docMk/>
            <pc:sldMk cId="455574958" sldId="263"/>
            <ac:grpSpMk id="22" creationId="{E1154FFE-AA0E-7A88-7436-2DD0524CF99A}"/>
          </ac:grpSpMkLst>
        </pc:grpChg>
        <pc:grpChg chg="add mod">
          <ac:chgData name="Andrew Patterson" userId="6c8ffccf-7c1b-4173-8b93-861005bd5f70" providerId="ADAL" clId="{31423598-00BB-4AC0-8D21-C09668D35F2C}" dt="2026-03-19T16:53:59.436" v="185" actId="1035"/>
          <ac:grpSpMkLst>
            <pc:docMk/>
            <pc:sldMk cId="455574958" sldId="263"/>
            <ac:grpSpMk id="25" creationId="{84A3FA28-1743-FFD2-41EC-4CAAAA05A138}"/>
          </ac:grpSpMkLst>
        </pc:grpChg>
        <pc:grpChg chg="add mod">
          <ac:chgData name="Andrew Patterson" userId="6c8ffccf-7c1b-4173-8b93-861005bd5f70" providerId="ADAL" clId="{31423598-00BB-4AC0-8D21-C09668D35F2C}" dt="2026-03-19T16:54:04.038" v="186"/>
          <ac:grpSpMkLst>
            <pc:docMk/>
            <pc:sldMk cId="455574958" sldId="263"/>
            <ac:grpSpMk id="28" creationId="{FB42D302-E27D-3FD5-3181-44AC20AD42CF}"/>
          </ac:grpSpMkLst>
        </pc:grpChg>
        <pc:grpChg chg="add mod">
          <ac:chgData name="Andrew Patterson" userId="6c8ffccf-7c1b-4173-8b93-861005bd5f70" providerId="ADAL" clId="{31423598-00BB-4AC0-8D21-C09668D35F2C}" dt="2026-03-19T16:54:06.938" v="188" actId="1035"/>
          <ac:grpSpMkLst>
            <pc:docMk/>
            <pc:sldMk cId="455574958" sldId="263"/>
            <ac:grpSpMk id="31" creationId="{1CC965FE-67D3-06D0-6D89-E2DC6358EA65}"/>
          </ac:grpSpMkLst>
        </pc:grpChg>
        <pc:picChg chg="mod">
          <ac:chgData name="Andrew Patterson" userId="6c8ffccf-7c1b-4173-8b93-861005bd5f70" providerId="ADAL" clId="{31423598-00BB-4AC0-8D21-C09668D35F2C}" dt="2026-03-19T16:52:09.135" v="168" actId="14100"/>
          <ac:picMkLst>
            <pc:docMk/>
            <pc:sldMk cId="455574958" sldId="263"/>
            <ac:picMk id="3" creationId="{884436EF-CF45-4112-85A7-AAE85C7C3B39}"/>
          </ac:picMkLst>
        </pc:picChg>
      </pc:sldChg>
      <pc:sldChg chg="modSp mod">
        <pc:chgData name="Andrew Patterson" userId="6c8ffccf-7c1b-4173-8b93-861005bd5f70" providerId="ADAL" clId="{31423598-00BB-4AC0-8D21-C09668D35F2C}" dt="2026-03-19T17:21:39.616" v="328" actId="1035"/>
        <pc:sldMkLst>
          <pc:docMk/>
          <pc:sldMk cId="3437412246" sldId="264"/>
        </pc:sldMkLst>
        <pc:spChg chg="mod">
          <ac:chgData name="Andrew Patterson" userId="6c8ffccf-7c1b-4173-8b93-861005bd5f70" providerId="ADAL" clId="{31423598-00BB-4AC0-8D21-C09668D35F2C}" dt="2026-03-19T16:51:24.603" v="167" actId="1037"/>
          <ac:spMkLst>
            <pc:docMk/>
            <pc:sldMk cId="3437412246" sldId="264"/>
            <ac:spMk id="11" creationId="{916A7AF9-049E-4938-B5F8-7E6D7B323342}"/>
          </ac:spMkLst>
        </pc:spChg>
        <pc:spChg chg="mod">
          <ac:chgData name="Andrew Patterson" userId="6c8ffccf-7c1b-4173-8b93-861005bd5f70" providerId="ADAL" clId="{31423598-00BB-4AC0-8D21-C09668D35F2C}" dt="2026-03-19T17:21:30.167" v="324" actId="1035"/>
          <ac:spMkLst>
            <pc:docMk/>
            <pc:sldMk cId="3437412246" sldId="264"/>
            <ac:spMk id="12" creationId="{89F318BB-42AC-465E-911F-46AC214C98A7}"/>
          </ac:spMkLst>
        </pc:spChg>
        <pc:spChg chg="mod">
          <ac:chgData name="Andrew Patterson" userId="6c8ffccf-7c1b-4173-8b93-861005bd5f70" providerId="ADAL" clId="{31423598-00BB-4AC0-8D21-C09668D35F2C}" dt="2026-03-19T17:21:39.616" v="328" actId="1035"/>
          <ac:spMkLst>
            <pc:docMk/>
            <pc:sldMk cId="3437412246" sldId="264"/>
            <ac:spMk id="13" creationId="{0767FB9C-73E2-42D4-966F-C7B1BE3CDC7E}"/>
          </ac:spMkLst>
        </pc:spChg>
      </pc:sldChg>
      <pc:sldChg chg="addSp delSp modSp mod setBg">
        <pc:chgData name="Andrew Patterson" userId="6c8ffccf-7c1b-4173-8b93-861005bd5f70" providerId="ADAL" clId="{31423598-00BB-4AC0-8D21-C09668D35F2C}" dt="2026-03-19T19:18:22.707" v="431"/>
        <pc:sldMkLst>
          <pc:docMk/>
          <pc:sldMk cId="2572666533" sldId="265"/>
        </pc:sldMkLst>
        <pc:spChg chg="del">
          <ac:chgData name="Andrew Patterson" userId="6c8ffccf-7c1b-4173-8b93-861005bd5f70" providerId="ADAL" clId="{31423598-00BB-4AC0-8D21-C09668D35F2C}" dt="2026-03-19T19:03:04.679" v="422" actId="478"/>
          <ac:spMkLst>
            <pc:docMk/>
            <pc:sldMk cId="2572666533" sldId="265"/>
            <ac:spMk id="2" creationId="{3CBC8038-DC37-47F5-B8A6-F37F979243DE}"/>
          </ac:spMkLst>
        </pc:spChg>
        <pc:spChg chg="add mod">
          <ac:chgData name="Andrew Patterson" userId="6c8ffccf-7c1b-4173-8b93-861005bd5f70" providerId="ADAL" clId="{31423598-00BB-4AC0-8D21-C09668D35F2C}" dt="2026-03-19T19:18:03.644" v="430" actId="14100"/>
          <ac:spMkLst>
            <pc:docMk/>
            <pc:sldMk cId="2572666533" sldId="265"/>
            <ac:spMk id="6" creationId="{A1145E3B-1552-9F58-6082-AD6AB7931694}"/>
          </ac:spMkLst>
        </pc:spChg>
        <pc:graphicFrameChg chg="add mod">
          <ac:chgData name="Andrew Patterson" userId="6c8ffccf-7c1b-4173-8b93-861005bd5f70" providerId="ADAL" clId="{31423598-00BB-4AC0-8D21-C09668D35F2C}" dt="2026-03-19T19:14:47.175" v="423"/>
          <ac:graphicFrameMkLst>
            <pc:docMk/>
            <pc:sldMk cId="2572666533" sldId="265"/>
            <ac:graphicFrameMk id="4" creationId="{58874178-60D2-72C6-9738-EFAB0F012914}"/>
          </ac:graphicFrameMkLst>
        </pc:graphicFrameChg>
        <pc:picChg chg="mod">
          <ac:chgData name="Andrew Patterson" userId="6c8ffccf-7c1b-4173-8b93-861005bd5f70" providerId="ADAL" clId="{31423598-00BB-4AC0-8D21-C09668D35F2C}" dt="2026-03-19T19:17:41.884" v="429" actId="1076"/>
          <ac:picMkLst>
            <pc:docMk/>
            <pc:sldMk cId="2572666533" sldId="265"/>
            <ac:picMk id="3" creationId="{FF890C84-E23F-4A4F-A519-4E7ADA9B6E44}"/>
          </ac:picMkLst>
        </pc:picChg>
      </pc:sldChg>
      <pc:sldChg chg="modSp mod modShow">
        <pc:chgData name="Andrew Patterson" userId="6c8ffccf-7c1b-4173-8b93-861005bd5f70" providerId="ADAL" clId="{31423598-00BB-4AC0-8D21-C09668D35F2C}" dt="2026-03-19T18:30:59.770" v="421" actId="20577"/>
        <pc:sldMkLst>
          <pc:docMk/>
          <pc:sldMk cId="3252708362" sldId="283"/>
        </pc:sldMkLst>
        <pc:spChg chg="mod">
          <ac:chgData name="Andrew Patterson" userId="6c8ffccf-7c1b-4173-8b93-861005bd5f70" providerId="ADAL" clId="{31423598-00BB-4AC0-8D21-C09668D35F2C}" dt="2026-03-19T18:30:59.770" v="421" actId="20577"/>
          <ac:spMkLst>
            <pc:docMk/>
            <pc:sldMk cId="3252708362" sldId="283"/>
            <ac:spMk id="2" creationId="{E4CC702C-8276-49D3-9E44-B76BEE47B260}"/>
          </ac:spMkLst>
        </pc:spChg>
      </pc:sldChg>
      <pc:sldChg chg="mod modShow">
        <pc:chgData name="Andrew Patterson" userId="6c8ffccf-7c1b-4173-8b93-861005bd5f70" providerId="ADAL" clId="{31423598-00BB-4AC0-8D21-C09668D35F2C}" dt="2026-03-19T16:48:06.411" v="164" actId="729"/>
        <pc:sldMkLst>
          <pc:docMk/>
          <pc:sldMk cId="2039788173" sldId="284"/>
        </pc:sldMkLst>
      </pc:sldChg>
      <pc:sldChg chg="mod modShow">
        <pc:chgData name="Andrew Patterson" userId="6c8ffccf-7c1b-4173-8b93-861005bd5f70" providerId="ADAL" clId="{31423598-00BB-4AC0-8D21-C09668D35F2C}" dt="2026-03-19T16:48:06.411" v="164" actId="729"/>
        <pc:sldMkLst>
          <pc:docMk/>
          <pc:sldMk cId="711714666" sldId="285"/>
        </pc:sldMkLst>
      </pc:sldChg>
      <pc:sldChg chg="ord">
        <pc:chgData name="Andrew Patterson" userId="6c8ffccf-7c1b-4173-8b93-861005bd5f70" providerId="ADAL" clId="{31423598-00BB-4AC0-8D21-C09668D35F2C}" dt="2026-03-19T16:46:40.596" v="157"/>
        <pc:sldMkLst>
          <pc:docMk/>
          <pc:sldMk cId="2010906938" sldId="286"/>
        </pc:sldMkLst>
      </pc:sldChg>
      <pc:sldChg chg="addSp modSp mod modAnim">
        <pc:chgData name="Andrew Patterson" userId="6c8ffccf-7c1b-4173-8b93-861005bd5f70" providerId="ADAL" clId="{31423598-00BB-4AC0-8D21-C09668D35F2C}" dt="2026-03-19T16:43:48.016" v="117" actId="1037"/>
        <pc:sldMkLst>
          <pc:docMk/>
          <pc:sldMk cId="4183331503" sldId="287"/>
        </pc:sldMkLst>
        <pc:spChg chg="mod">
          <ac:chgData name="Andrew Patterson" userId="6c8ffccf-7c1b-4173-8b93-861005bd5f70" providerId="ADAL" clId="{31423598-00BB-4AC0-8D21-C09668D35F2C}" dt="2026-03-19T16:40:18.594" v="0"/>
          <ac:spMkLst>
            <pc:docMk/>
            <pc:sldMk cId="4183331503" sldId="287"/>
            <ac:spMk id="4" creationId="{1A1FAE30-0E69-B53C-3ADA-0FBFEE4D7FB9}"/>
          </ac:spMkLst>
        </pc:spChg>
        <pc:spChg chg="mod">
          <ac:chgData name="Andrew Patterson" userId="6c8ffccf-7c1b-4173-8b93-861005bd5f70" providerId="ADAL" clId="{31423598-00BB-4AC0-8D21-C09668D35F2C}" dt="2026-03-19T16:40:18.594" v="0"/>
          <ac:spMkLst>
            <pc:docMk/>
            <pc:sldMk cId="4183331503" sldId="287"/>
            <ac:spMk id="5" creationId="{F1663C0F-8603-26DC-1148-3629CF8A3826}"/>
          </ac:spMkLst>
        </pc:spChg>
        <pc:spChg chg="mod">
          <ac:chgData name="Andrew Patterson" userId="6c8ffccf-7c1b-4173-8b93-861005bd5f70" providerId="ADAL" clId="{31423598-00BB-4AC0-8D21-C09668D35F2C}" dt="2026-03-19T16:40:18.594" v="0"/>
          <ac:spMkLst>
            <pc:docMk/>
            <pc:sldMk cId="4183331503" sldId="287"/>
            <ac:spMk id="7" creationId="{863C888A-C6EA-A8A2-0F41-8889F04FEFEA}"/>
          </ac:spMkLst>
        </pc:spChg>
        <pc:spChg chg="mod">
          <ac:chgData name="Andrew Patterson" userId="6c8ffccf-7c1b-4173-8b93-861005bd5f70" providerId="ADAL" clId="{31423598-00BB-4AC0-8D21-C09668D35F2C}" dt="2026-03-19T16:40:18.594" v="0"/>
          <ac:spMkLst>
            <pc:docMk/>
            <pc:sldMk cId="4183331503" sldId="287"/>
            <ac:spMk id="8" creationId="{158F1868-0E8E-6A5D-0238-C52E55C55125}"/>
          </ac:spMkLst>
        </pc:spChg>
        <pc:spChg chg="mod">
          <ac:chgData name="Andrew Patterson" userId="6c8ffccf-7c1b-4173-8b93-861005bd5f70" providerId="ADAL" clId="{31423598-00BB-4AC0-8D21-C09668D35F2C}" dt="2026-03-19T16:40:18.594" v="0"/>
          <ac:spMkLst>
            <pc:docMk/>
            <pc:sldMk cId="4183331503" sldId="287"/>
            <ac:spMk id="10" creationId="{D5896851-C542-C815-CF84-0E5FE8288DD2}"/>
          </ac:spMkLst>
        </pc:spChg>
        <pc:spChg chg="mod">
          <ac:chgData name="Andrew Patterson" userId="6c8ffccf-7c1b-4173-8b93-861005bd5f70" providerId="ADAL" clId="{31423598-00BB-4AC0-8D21-C09668D35F2C}" dt="2026-03-19T16:40:18.594" v="0"/>
          <ac:spMkLst>
            <pc:docMk/>
            <pc:sldMk cId="4183331503" sldId="287"/>
            <ac:spMk id="11" creationId="{56F2B03A-06EF-E4DF-3EA9-CFAABCC63161}"/>
          </ac:spMkLst>
        </pc:spChg>
        <pc:spChg chg="mod">
          <ac:chgData name="Andrew Patterson" userId="6c8ffccf-7c1b-4173-8b93-861005bd5f70" providerId="ADAL" clId="{31423598-00BB-4AC0-8D21-C09668D35F2C}" dt="2026-03-19T16:40:18.594" v="0"/>
          <ac:spMkLst>
            <pc:docMk/>
            <pc:sldMk cId="4183331503" sldId="287"/>
            <ac:spMk id="13" creationId="{30B42621-25DF-1502-4290-1D0A50AA5BC2}"/>
          </ac:spMkLst>
        </pc:spChg>
        <pc:spChg chg="mod">
          <ac:chgData name="Andrew Patterson" userId="6c8ffccf-7c1b-4173-8b93-861005bd5f70" providerId="ADAL" clId="{31423598-00BB-4AC0-8D21-C09668D35F2C}" dt="2026-03-19T16:40:18.594" v="0"/>
          <ac:spMkLst>
            <pc:docMk/>
            <pc:sldMk cId="4183331503" sldId="287"/>
            <ac:spMk id="14" creationId="{2F578769-52A5-18ED-31B9-73A585E96515}"/>
          </ac:spMkLst>
        </pc:spChg>
        <pc:spChg chg="mod">
          <ac:chgData name="Andrew Patterson" userId="6c8ffccf-7c1b-4173-8b93-861005bd5f70" providerId="ADAL" clId="{31423598-00BB-4AC0-8D21-C09668D35F2C}" dt="2026-03-19T16:40:18.594" v="0"/>
          <ac:spMkLst>
            <pc:docMk/>
            <pc:sldMk cId="4183331503" sldId="287"/>
            <ac:spMk id="16" creationId="{B0E4DC11-7EAD-03AC-BA78-55CA2674A091}"/>
          </ac:spMkLst>
        </pc:spChg>
        <pc:spChg chg="mod">
          <ac:chgData name="Andrew Patterson" userId="6c8ffccf-7c1b-4173-8b93-861005bd5f70" providerId="ADAL" clId="{31423598-00BB-4AC0-8D21-C09668D35F2C}" dt="2026-03-19T16:40:18.594" v="0"/>
          <ac:spMkLst>
            <pc:docMk/>
            <pc:sldMk cId="4183331503" sldId="287"/>
            <ac:spMk id="17" creationId="{41A06AD5-9632-5BE8-ECA1-3210C53684BB}"/>
          </ac:spMkLst>
        </pc:spChg>
        <pc:spChg chg="mod">
          <ac:chgData name="Andrew Patterson" userId="6c8ffccf-7c1b-4173-8b93-861005bd5f70" providerId="ADAL" clId="{31423598-00BB-4AC0-8D21-C09668D35F2C}" dt="2026-03-19T16:40:18.594" v="0"/>
          <ac:spMkLst>
            <pc:docMk/>
            <pc:sldMk cId="4183331503" sldId="287"/>
            <ac:spMk id="19" creationId="{C7D081A8-DF2C-C8D4-C1AA-5FF9A65B62F9}"/>
          </ac:spMkLst>
        </pc:spChg>
        <pc:spChg chg="mod">
          <ac:chgData name="Andrew Patterson" userId="6c8ffccf-7c1b-4173-8b93-861005bd5f70" providerId="ADAL" clId="{31423598-00BB-4AC0-8D21-C09668D35F2C}" dt="2026-03-19T16:40:18.594" v="0"/>
          <ac:spMkLst>
            <pc:docMk/>
            <pc:sldMk cId="4183331503" sldId="287"/>
            <ac:spMk id="20" creationId="{5865AAA7-705C-5695-B129-DDCAD9905DF6}"/>
          </ac:spMkLst>
        </pc:spChg>
        <pc:spChg chg="mod">
          <ac:chgData name="Andrew Patterson" userId="6c8ffccf-7c1b-4173-8b93-861005bd5f70" providerId="ADAL" clId="{31423598-00BB-4AC0-8D21-C09668D35F2C}" dt="2026-03-19T16:40:18.594" v="0"/>
          <ac:spMkLst>
            <pc:docMk/>
            <pc:sldMk cId="4183331503" sldId="287"/>
            <ac:spMk id="22" creationId="{14F42483-7A88-718E-252C-3900F3E43CED}"/>
          </ac:spMkLst>
        </pc:spChg>
        <pc:spChg chg="mod">
          <ac:chgData name="Andrew Patterson" userId="6c8ffccf-7c1b-4173-8b93-861005bd5f70" providerId="ADAL" clId="{31423598-00BB-4AC0-8D21-C09668D35F2C}" dt="2026-03-19T16:40:18.594" v="0"/>
          <ac:spMkLst>
            <pc:docMk/>
            <pc:sldMk cId="4183331503" sldId="287"/>
            <ac:spMk id="23" creationId="{B79F25A4-3890-0DA8-B6B1-772539C74DD5}"/>
          </ac:spMkLst>
        </pc:spChg>
        <pc:grpChg chg="add mod">
          <ac:chgData name="Andrew Patterson" userId="6c8ffccf-7c1b-4173-8b93-861005bd5f70" providerId="ADAL" clId="{31423598-00BB-4AC0-8D21-C09668D35F2C}" dt="2026-03-19T16:41:57.646" v="23" actId="1076"/>
          <ac:grpSpMkLst>
            <pc:docMk/>
            <pc:sldMk cId="4183331503" sldId="287"/>
            <ac:grpSpMk id="2" creationId="{FF2E440B-F726-C2EB-130F-927A98BE6B7D}"/>
          </ac:grpSpMkLst>
        </pc:grpChg>
        <pc:grpChg chg="add mod">
          <ac:chgData name="Andrew Patterson" userId="6c8ffccf-7c1b-4173-8b93-861005bd5f70" providerId="ADAL" clId="{31423598-00BB-4AC0-8D21-C09668D35F2C}" dt="2026-03-19T16:42:14.909" v="31" actId="1076"/>
          <ac:grpSpMkLst>
            <pc:docMk/>
            <pc:sldMk cId="4183331503" sldId="287"/>
            <ac:grpSpMk id="6" creationId="{3979BFCB-CE37-8F8E-20E5-E10F1972E768}"/>
          </ac:grpSpMkLst>
        </pc:grpChg>
        <pc:grpChg chg="add mod">
          <ac:chgData name="Andrew Patterson" userId="6c8ffccf-7c1b-4173-8b93-861005bd5f70" providerId="ADAL" clId="{31423598-00BB-4AC0-8D21-C09668D35F2C}" dt="2026-03-19T16:42:37.538" v="39" actId="1076"/>
          <ac:grpSpMkLst>
            <pc:docMk/>
            <pc:sldMk cId="4183331503" sldId="287"/>
            <ac:grpSpMk id="9" creationId="{0D5562FB-B777-8AA4-4403-66D9141A77BB}"/>
          </ac:grpSpMkLst>
        </pc:grpChg>
        <pc:grpChg chg="add mod">
          <ac:chgData name="Andrew Patterson" userId="6c8ffccf-7c1b-4173-8b93-861005bd5f70" providerId="ADAL" clId="{31423598-00BB-4AC0-8D21-C09668D35F2C}" dt="2026-03-19T16:42:55.135" v="42" actId="1036"/>
          <ac:grpSpMkLst>
            <pc:docMk/>
            <pc:sldMk cId="4183331503" sldId="287"/>
            <ac:grpSpMk id="12" creationId="{506C3D6E-A8CD-2B44-1EA3-CBACEAB5280D}"/>
          </ac:grpSpMkLst>
        </pc:grpChg>
        <pc:grpChg chg="add mod">
          <ac:chgData name="Andrew Patterson" userId="6c8ffccf-7c1b-4173-8b93-861005bd5f70" providerId="ADAL" clId="{31423598-00BB-4AC0-8D21-C09668D35F2C}" dt="2026-03-19T16:43:03.547" v="47" actId="1036"/>
          <ac:grpSpMkLst>
            <pc:docMk/>
            <pc:sldMk cId="4183331503" sldId="287"/>
            <ac:grpSpMk id="15" creationId="{46E60A64-DADF-7BE7-73C6-D823C7413110}"/>
          </ac:grpSpMkLst>
        </pc:grpChg>
        <pc:grpChg chg="add mod">
          <ac:chgData name="Andrew Patterson" userId="6c8ffccf-7c1b-4173-8b93-861005bd5f70" providerId="ADAL" clId="{31423598-00BB-4AC0-8D21-C09668D35F2C}" dt="2026-03-19T16:43:48.016" v="117" actId="1037"/>
          <ac:grpSpMkLst>
            <pc:docMk/>
            <pc:sldMk cId="4183331503" sldId="287"/>
            <ac:grpSpMk id="18" creationId="{F46D8EEA-FEE0-86E6-868E-6C03DD6C808A}"/>
          </ac:grpSpMkLst>
        </pc:grpChg>
        <pc:grpChg chg="add mod">
          <ac:chgData name="Andrew Patterson" userId="6c8ffccf-7c1b-4173-8b93-861005bd5f70" providerId="ADAL" clId="{31423598-00BB-4AC0-8D21-C09668D35F2C}" dt="2026-03-19T16:43:19.611" v="75" actId="1036"/>
          <ac:grpSpMkLst>
            <pc:docMk/>
            <pc:sldMk cId="4183331503" sldId="287"/>
            <ac:grpSpMk id="21" creationId="{97A93560-CD4F-118F-5683-6D0F92BC76EA}"/>
          </ac:grpSpMkLst>
        </pc:grpChg>
      </pc:sldChg>
      <pc:sldChg chg="addSp delSp modSp new mod">
        <pc:chgData name="Andrew Patterson" userId="6c8ffccf-7c1b-4173-8b93-861005bd5f70" providerId="ADAL" clId="{31423598-00BB-4AC0-8D21-C09668D35F2C}" dt="2026-03-19T16:47:32.144" v="163" actId="1035"/>
        <pc:sldMkLst>
          <pc:docMk/>
          <pc:sldMk cId="2830789472" sldId="302"/>
        </pc:sldMkLst>
        <pc:graphicFrameChg chg="add del modGraphic">
          <ac:chgData name="Andrew Patterson" userId="6c8ffccf-7c1b-4173-8b93-861005bd5f70" providerId="ADAL" clId="{31423598-00BB-4AC0-8D21-C09668D35F2C}" dt="2026-03-19T16:46:12.917" v="152" actId="478"/>
          <ac:graphicFrameMkLst>
            <pc:docMk/>
            <pc:sldMk cId="2830789472" sldId="302"/>
            <ac:graphicFrameMk id="3" creationId="{33D8CBBA-C8FC-43F7-DD27-12425C7F4CAB}"/>
          </ac:graphicFrameMkLst>
        </pc:graphicFrameChg>
        <pc:graphicFrameChg chg="add mod modGraphic">
          <ac:chgData name="Andrew Patterson" userId="6c8ffccf-7c1b-4173-8b93-861005bd5f70" providerId="ADAL" clId="{31423598-00BB-4AC0-8D21-C09668D35F2C}" dt="2026-03-19T16:47:07.594" v="160" actId="1035"/>
          <ac:graphicFrameMkLst>
            <pc:docMk/>
            <pc:sldMk cId="2830789472" sldId="302"/>
            <ac:graphicFrameMk id="5" creationId="{52CDC1D1-9BA7-FE0A-20A1-C6A7B149766E}"/>
          </ac:graphicFrameMkLst>
        </pc:graphicFrameChg>
        <pc:graphicFrameChg chg="add mod modGraphic">
          <ac:chgData name="Andrew Patterson" userId="6c8ffccf-7c1b-4173-8b93-861005bd5f70" providerId="ADAL" clId="{31423598-00BB-4AC0-8D21-C09668D35F2C}" dt="2026-03-19T16:47:32.144" v="163" actId="1035"/>
          <ac:graphicFrameMkLst>
            <pc:docMk/>
            <pc:sldMk cId="2830789472" sldId="302"/>
            <ac:graphicFrameMk id="7" creationId="{5A3418C6-8C57-050B-9B8A-5B531172BAA6}"/>
          </ac:graphicFrameMkLst>
        </pc:graphicFrameChg>
        <pc:graphicFrameChg chg="add mod modGraphic">
          <ac:chgData name="Andrew Patterson" userId="6c8ffccf-7c1b-4173-8b93-861005bd5f70" providerId="ADAL" clId="{31423598-00BB-4AC0-8D21-C09668D35F2C}" dt="2026-03-19T16:46:30.251" v="155" actId="27116"/>
          <ac:graphicFrameMkLst>
            <pc:docMk/>
            <pc:sldMk cId="2830789472" sldId="302"/>
            <ac:graphicFrameMk id="9" creationId="{323742F0-B11B-8805-26A9-B640CE074AF5}"/>
          </ac:graphicFrameMkLst>
        </pc:graphicFrameChg>
      </pc:sldChg>
      <pc:sldChg chg="addSp modSp new mod setBg">
        <pc:chgData name="Andrew Patterson" userId="6c8ffccf-7c1b-4173-8b93-861005bd5f70" providerId="ADAL" clId="{31423598-00BB-4AC0-8D21-C09668D35F2C}" dt="2026-03-19T17:32:13.545" v="416" actId="1076"/>
        <pc:sldMkLst>
          <pc:docMk/>
          <pc:sldMk cId="906741534" sldId="303"/>
        </pc:sldMkLst>
        <pc:spChg chg="add mod">
          <ac:chgData name="Andrew Patterson" userId="6c8ffccf-7c1b-4173-8b93-861005bd5f70" providerId="ADAL" clId="{31423598-00BB-4AC0-8D21-C09668D35F2C}" dt="2026-03-19T17:32:13.545" v="416" actId="1076"/>
          <ac:spMkLst>
            <pc:docMk/>
            <pc:sldMk cId="906741534" sldId="303"/>
            <ac:spMk id="4" creationId="{CDCD4F8C-7740-4B91-DB30-BF99C6B7DA50}"/>
          </ac:spMkLst>
        </pc:spChg>
        <pc:picChg chg="add mod">
          <ac:chgData name="Andrew Patterson" userId="6c8ffccf-7c1b-4173-8b93-861005bd5f70" providerId="ADAL" clId="{31423598-00BB-4AC0-8D21-C09668D35F2C}" dt="2026-03-19T17:30:21.152" v="355" actId="1076"/>
          <ac:picMkLst>
            <pc:docMk/>
            <pc:sldMk cId="906741534" sldId="303"/>
            <ac:picMk id="3" creationId="{D1FCF013-DCC8-9172-B7FE-27F6021E7A4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BD2BE2-7A08-4972-97F1-59B79B2851D8}" type="datetimeFigureOut">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6775E9-04CF-4FAB-A7C0-807F51AC37CD}" type="slidenum">
              <a:t>‹#›</a:t>
            </a:fld>
            <a:endParaRPr lang="en-US"/>
          </a:p>
        </p:txBody>
      </p:sp>
    </p:spTree>
    <p:extLst>
      <p:ext uri="{BB962C8B-B14F-4D97-AF65-F5344CB8AC3E}">
        <p14:creationId xmlns:p14="http://schemas.microsoft.com/office/powerpoint/2010/main" val="433754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From Cutting Edge Unit 7</a:t>
            </a:r>
          </a:p>
        </p:txBody>
      </p:sp>
      <p:sp>
        <p:nvSpPr>
          <p:cNvPr id="4" name="Slide Number Placeholder 3"/>
          <p:cNvSpPr>
            <a:spLocks noGrp="1"/>
          </p:cNvSpPr>
          <p:nvPr>
            <p:ph type="sldNum" sz="quarter" idx="10"/>
          </p:nvPr>
        </p:nvSpPr>
        <p:spPr/>
        <p:txBody>
          <a:bodyPr/>
          <a:lstStyle/>
          <a:p>
            <a:fld id="{16849628-0EE8-4FDC-9CA3-1B3330973F74}" type="slidenum">
              <a:rPr lang="en-GB" smtClean="0"/>
              <a:t>45</a:t>
            </a:fld>
            <a:endParaRPr lang="en-GB"/>
          </a:p>
        </p:txBody>
      </p:sp>
    </p:spTree>
    <p:extLst>
      <p:ext uri="{BB962C8B-B14F-4D97-AF65-F5344CB8AC3E}">
        <p14:creationId xmlns:p14="http://schemas.microsoft.com/office/powerpoint/2010/main" val="1861384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Cutting Edge Unit 7</a:t>
            </a:r>
          </a:p>
        </p:txBody>
      </p:sp>
      <p:sp>
        <p:nvSpPr>
          <p:cNvPr id="4" name="Slide Number Placeholder 3"/>
          <p:cNvSpPr>
            <a:spLocks noGrp="1"/>
          </p:cNvSpPr>
          <p:nvPr>
            <p:ph type="sldNum" sz="quarter" idx="10"/>
          </p:nvPr>
        </p:nvSpPr>
        <p:spPr/>
        <p:txBody>
          <a:bodyPr/>
          <a:lstStyle/>
          <a:p>
            <a:fld id="{16849628-0EE8-4FDC-9CA3-1B3330973F74}" type="slidenum">
              <a:rPr lang="en-GB" smtClean="0"/>
              <a:t>46</a:t>
            </a:fld>
            <a:endParaRPr lang="en-GB"/>
          </a:p>
        </p:txBody>
      </p:sp>
    </p:spTree>
    <p:extLst>
      <p:ext uri="{BB962C8B-B14F-4D97-AF65-F5344CB8AC3E}">
        <p14:creationId xmlns:p14="http://schemas.microsoft.com/office/powerpoint/2010/main" val="3099340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25517-2574-4EB4-BAD0-046CC172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1F267D-37D3-404C-9225-75B1A56C74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998B230-6A7E-4819-ADDD-EBDBD1616DBB}"/>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5" name="Footer Placeholder 4">
            <a:extLst>
              <a:ext uri="{FF2B5EF4-FFF2-40B4-BE49-F238E27FC236}">
                <a16:creationId xmlns:a16="http://schemas.microsoft.com/office/drawing/2014/main" id="{8BF0B198-F9FF-4FA4-B0B0-696C2BDB52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8251B48-5243-4317-9248-A48621885779}"/>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401697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C2285-5D75-4996-A145-282A99712A7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257B4AE-BFC8-4A0F-AEB5-E848015E620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F136F0-46D2-4CD4-B439-6BFD5954E921}"/>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5" name="Footer Placeholder 4">
            <a:extLst>
              <a:ext uri="{FF2B5EF4-FFF2-40B4-BE49-F238E27FC236}">
                <a16:creationId xmlns:a16="http://schemas.microsoft.com/office/drawing/2014/main" id="{F8DF92A2-409C-4A72-881F-68229D6871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A24ABD-9807-4B77-A163-4707A21BC7F7}"/>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2597629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63C70-2E67-4E7E-B10C-ECD88BA0F2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A63F46B-A599-40E6-B68F-122D42D641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710AA5-FFDA-47DE-B9B6-B6387845C552}"/>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5" name="Footer Placeholder 4">
            <a:extLst>
              <a:ext uri="{FF2B5EF4-FFF2-40B4-BE49-F238E27FC236}">
                <a16:creationId xmlns:a16="http://schemas.microsoft.com/office/drawing/2014/main" id="{996BEB60-88E3-46CF-A5BF-B39D6E5398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803C2B1-99E6-4319-807C-55BB47C23144}"/>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194065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BA7E-F266-4E18-B40C-204324D7995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059402-A875-48A7-896A-F15742E8D35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4F81C57-579D-48C4-B47C-1B34002DFA0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F0E8877-D3B3-47D7-93EE-B3F992E7AFB7}"/>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6" name="Footer Placeholder 5">
            <a:extLst>
              <a:ext uri="{FF2B5EF4-FFF2-40B4-BE49-F238E27FC236}">
                <a16:creationId xmlns:a16="http://schemas.microsoft.com/office/drawing/2014/main" id="{2482D396-8407-4191-9727-285782A3638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863D03A-713C-48FF-9CCC-7362B93797BE}"/>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7856151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CB723-03FF-4E99-A39B-4BA231A2B25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39FE982-5FFD-48E1-981F-866F6029AD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5BDB72C-599B-43DE-9AC7-89C32D26460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2BD6A61-6E35-4EB4-8ECC-5CB85D0C38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9615F07-0B55-47B5-82BA-175AB465E54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D9A74BE-D57F-40EF-BBB0-9763B5EAD93B}"/>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8" name="Footer Placeholder 7">
            <a:extLst>
              <a:ext uri="{FF2B5EF4-FFF2-40B4-BE49-F238E27FC236}">
                <a16:creationId xmlns:a16="http://schemas.microsoft.com/office/drawing/2014/main" id="{690B1158-0FDC-40A5-BFE4-CAACF506675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B9B6798-D59E-4DE3-86A4-03B53250FA4D}"/>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1493858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DC2C7-FE03-4429-A68C-3CE581AAAEF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9D913D5-4D15-478B-9B9C-B6C9D3B44027}"/>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4" name="Footer Placeholder 3">
            <a:extLst>
              <a:ext uri="{FF2B5EF4-FFF2-40B4-BE49-F238E27FC236}">
                <a16:creationId xmlns:a16="http://schemas.microsoft.com/office/drawing/2014/main" id="{79915C09-4046-4E12-8716-056D23D9908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68C7F17-C261-45DB-9AA9-7B441C771AE1}"/>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4504919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3A5EB2-25A4-4A93-B826-F2EBC188E7A8}"/>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3" name="Footer Placeholder 2">
            <a:extLst>
              <a:ext uri="{FF2B5EF4-FFF2-40B4-BE49-F238E27FC236}">
                <a16:creationId xmlns:a16="http://schemas.microsoft.com/office/drawing/2014/main" id="{0A9ED562-CF67-4CA7-B4CB-B19A16A31EB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DD8FB2F-8991-4944-B70D-687B99F24674}"/>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13898896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6ED2C-A337-429D-88CE-E8626772FE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F413CAD-5243-4615-BF58-AA03BCCF69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0526C72-3411-47FB-AFFE-E14A909C28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261ED0-63D7-4C53-B0A2-9DF3218325AF}"/>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6" name="Footer Placeholder 5">
            <a:extLst>
              <a:ext uri="{FF2B5EF4-FFF2-40B4-BE49-F238E27FC236}">
                <a16:creationId xmlns:a16="http://schemas.microsoft.com/office/drawing/2014/main" id="{383EA69A-A36A-4604-B211-8171C530B59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B95E3E4-54B3-435F-81A6-C47A0B730F83}"/>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1281924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9F5F6-16D3-4D24-A51E-1B68FC6B42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81C9931-DF6B-4932-8DC8-821DBF5D45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F2BA4EE-C808-4791-BDFF-4638688104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3218B69-036D-4E3F-8DA1-84AAAD6B9CFE}"/>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6" name="Footer Placeholder 5">
            <a:extLst>
              <a:ext uri="{FF2B5EF4-FFF2-40B4-BE49-F238E27FC236}">
                <a16:creationId xmlns:a16="http://schemas.microsoft.com/office/drawing/2014/main" id="{9253D549-CE11-4433-A1B6-A828DB748BE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A68442-B34F-4557-9689-BC5B2C5F3C45}"/>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24928705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A811C-E501-45A9-829C-6095EC4C6ED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717669A-7BA6-4180-B123-A3593029732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4A329E-0ADF-4DF3-8938-D062D11410F0}"/>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5" name="Footer Placeholder 4">
            <a:extLst>
              <a:ext uri="{FF2B5EF4-FFF2-40B4-BE49-F238E27FC236}">
                <a16:creationId xmlns:a16="http://schemas.microsoft.com/office/drawing/2014/main" id="{69DD906C-F041-4991-8492-42B0ABF4E4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90603B-FFD2-4AE4-BB7A-8A5B76F4D0E8}"/>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35278484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9904E1-0C78-4F54-9934-7092C25800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99BE4CD-9B76-4DBA-96D5-9FB23E78622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2200D77-0396-40B9-B4E6-C47F263EAA33}"/>
              </a:ext>
            </a:extLst>
          </p:cNvPr>
          <p:cNvSpPr>
            <a:spLocks noGrp="1"/>
          </p:cNvSpPr>
          <p:nvPr>
            <p:ph type="dt" sz="half" idx="10"/>
          </p:nvPr>
        </p:nvSpPr>
        <p:spPr/>
        <p:txBody>
          <a:bodyPr/>
          <a:lstStyle/>
          <a:p>
            <a:fld id="{D03CA942-E205-469B-9290-0C60C10F4FAE}" type="datetimeFigureOut">
              <a:rPr lang="en-GB" smtClean="0"/>
              <a:t>19/03/2026</a:t>
            </a:fld>
            <a:endParaRPr lang="en-GB"/>
          </a:p>
        </p:txBody>
      </p:sp>
      <p:sp>
        <p:nvSpPr>
          <p:cNvPr id="5" name="Footer Placeholder 4">
            <a:extLst>
              <a:ext uri="{FF2B5EF4-FFF2-40B4-BE49-F238E27FC236}">
                <a16:creationId xmlns:a16="http://schemas.microsoft.com/office/drawing/2014/main" id="{E7D03F41-AD65-40CA-A2C3-B9E2698233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671D4F2-E3E4-4919-99D1-37FE83D2ECBB}"/>
              </a:ext>
            </a:extLst>
          </p:cNvPr>
          <p:cNvSpPr>
            <a:spLocks noGrp="1"/>
          </p:cNvSpPr>
          <p:nvPr>
            <p:ph type="sldNum" sz="quarter" idx="12"/>
          </p:nvPr>
        </p:nvSpPr>
        <p:spPr/>
        <p:txBody>
          <a:bodyPr/>
          <a:lstStyle/>
          <a:p>
            <a:fld id="{B3F43BC0-514E-429A-B826-91325F4113F1}" type="slidenum">
              <a:rPr lang="en-GB" smtClean="0"/>
              <a:t>‹#›</a:t>
            </a:fld>
            <a:endParaRPr lang="en-GB"/>
          </a:p>
        </p:txBody>
      </p:sp>
    </p:spTree>
    <p:extLst>
      <p:ext uri="{BB962C8B-B14F-4D97-AF65-F5344CB8AC3E}">
        <p14:creationId xmlns:p14="http://schemas.microsoft.com/office/powerpoint/2010/main" val="890174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40757E-7C32-4356-A442-2B9C9A7A7B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020DBC1-73AC-4A04-9F32-39FDE9E3D8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9EE934A-32D5-4C43-956D-1A8D363EE4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3CA942-E205-469B-9290-0C60C10F4FAE}" type="datetimeFigureOut">
              <a:rPr lang="en-GB" smtClean="0"/>
              <a:t>19/03/2026</a:t>
            </a:fld>
            <a:endParaRPr lang="en-GB"/>
          </a:p>
        </p:txBody>
      </p:sp>
      <p:sp>
        <p:nvSpPr>
          <p:cNvPr id="5" name="Footer Placeholder 4">
            <a:extLst>
              <a:ext uri="{FF2B5EF4-FFF2-40B4-BE49-F238E27FC236}">
                <a16:creationId xmlns:a16="http://schemas.microsoft.com/office/drawing/2014/main" id="{981EBD7A-D602-4641-BF21-9B35C8B775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B0B1E12-8707-49C8-9A62-E21641BE47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F43BC0-514E-429A-B826-91325F4113F1}" type="slidenum">
              <a:rPr lang="en-GB" smtClean="0"/>
              <a:t>‹#›</a:t>
            </a:fld>
            <a:endParaRPr lang="en-GB"/>
          </a:p>
        </p:txBody>
      </p:sp>
    </p:spTree>
    <p:extLst>
      <p:ext uri="{BB962C8B-B14F-4D97-AF65-F5344CB8AC3E}">
        <p14:creationId xmlns:p14="http://schemas.microsoft.com/office/powerpoint/2010/main" val="1113850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B6192C-2181-4E3B-A778-1176A05919BA}"/>
              </a:ext>
            </a:extLst>
          </p:cNvPr>
          <p:cNvPicPr>
            <a:picLocks noChangeAspect="1"/>
          </p:cNvPicPr>
          <p:nvPr/>
        </p:nvPicPr>
        <p:blipFill>
          <a:blip r:embed="rId2"/>
          <a:stretch>
            <a:fillRect/>
          </a:stretch>
        </p:blipFill>
        <p:spPr>
          <a:xfrm>
            <a:off x="1470183" y="500538"/>
            <a:ext cx="9251633" cy="5856923"/>
          </a:xfrm>
          <a:prstGeom prst="rect">
            <a:avLst/>
          </a:prstGeom>
        </p:spPr>
      </p:pic>
      <p:grpSp>
        <p:nvGrpSpPr>
          <p:cNvPr id="2" name="Group 1">
            <a:extLst>
              <a:ext uri="{FF2B5EF4-FFF2-40B4-BE49-F238E27FC236}">
                <a16:creationId xmlns:a16="http://schemas.microsoft.com/office/drawing/2014/main" id="{FF2E440B-F726-C2EB-130F-927A98BE6B7D}"/>
              </a:ext>
            </a:extLst>
          </p:cNvPr>
          <p:cNvGrpSpPr>
            <a:grpSpLocks noChangeAspect="1"/>
          </p:cNvGrpSpPr>
          <p:nvPr/>
        </p:nvGrpSpPr>
        <p:grpSpPr>
          <a:xfrm>
            <a:off x="592403" y="490559"/>
            <a:ext cx="899552" cy="900000"/>
            <a:chOff x="1752597" y="2171695"/>
            <a:chExt cx="4317849" cy="4320005"/>
          </a:xfrm>
        </p:grpSpPr>
        <p:sp>
          <p:nvSpPr>
            <p:cNvPr id="4" name="Free-form: Shape 3">
              <a:extLst>
                <a:ext uri="{FF2B5EF4-FFF2-40B4-BE49-F238E27FC236}">
                  <a16:creationId xmlns:a16="http://schemas.microsoft.com/office/drawing/2014/main" id="{1A1FAE30-0E69-B53C-3ADA-0FBFEE4D7FB9}"/>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5" name="Free-form: Shape 4">
              <a:extLst>
                <a:ext uri="{FF2B5EF4-FFF2-40B4-BE49-F238E27FC236}">
                  <a16:creationId xmlns:a16="http://schemas.microsoft.com/office/drawing/2014/main" id="{F1663C0F-8603-26DC-1148-3629CF8A3826}"/>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6" name="Group 5">
            <a:extLst>
              <a:ext uri="{FF2B5EF4-FFF2-40B4-BE49-F238E27FC236}">
                <a16:creationId xmlns:a16="http://schemas.microsoft.com/office/drawing/2014/main" id="{3979BFCB-CE37-8F8E-20E5-E10F1972E768}"/>
              </a:ext>
            </a:extLst>
          </p:cNvPr>
          <p:cNvGrpSpPr>
            <a:grpSpLocks noChangeAspect="1"/>
          </p:cNvGrpSpPr>
          <p:nvPr/>
        </p:nvGrpSpPr>
        <p:grpSpPr>
          <a:xfrm>
            <a:off x="1006664" y="1708724"/>
            <a:ext cx="539732" cy="540000"/>
            <a:chOff x="1752597" y="2171695"/>
            <a:chExt cx="4317849" cy="4320005"/>
          </a:xfrm>
        </p:grpSpPr>
        <p:sp>
          <p:nvSpPr>
            <p:cNvPr id="7" name="Free-form: Shape 6">
              <a:extLst>
                <a:ext uri="{FF2B5EF4-FFF2-40B4-BE49-F238E27FC236}">
                  <a16:creationId xmlns:a16="http://schemas.microsoft.com/office/drawing/2014/main" id="{863C888A-C6EA-A8A2-0F41-8889F04FEFEA}"/>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8" name="Free-form: Shape 7">
              <a:extLst>
                <a:ext uri="{FF2B5EF4-FFF2-40B4-BE49-F238E27FC236}">
                  <a16:creationId xmlns:a16="http://schemas.microsoft.com/office/drawing/2014/main" id="{158F1868-0E8E-6A5D-0238-C52E55C55125}"/>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9" name="Group 8">
            <a:extLst>
              <a:ext uri="{FF2B5EF4-FFF2-40B4-BE49-F238E27FC236}">
                <a16:creationId xmlns:a16="http://schemas.microsoft.com/office/drawing/2014/main" id="{0D5562FB-B777-8AA4-4403-66D9141A77BB}"/>
              </a:ext>
            </a:extLst>
          </p:cNvPr>
          <p:cNvGrpSpPr>
            <a:grpSpLocks noChangeAspect="1"/>
          </p:cNvGrpSpPr>
          <p:nvPr/>
        </p:nvGrpSpPr>
        <p:grpSpPr>
          <a:xfrm>
            <a:off x="971442" y="2859093"/>
            <a:ext cx="539732" cy="540000"/>
            <a:chOff x="1752597" y="2171695"/>
            <a:chExt cx="4317849" cy="4320005"/>
          </a:xfrm>
        </p:grpSpPr>
        <p:sp>
          <p:nvSpPr>
            <p:cNvPr id="10" name="Free-form: Shape 9">
              <a:extLst>
                <a:ext uri="{FF2B5EF4-FFF2-40B4-BE49-F238E27FC236}">
                  <a16:creationId xmlns:a16="http://schemas.microsoft.com/office/drawing/2014/main" id="{D5896851-C542-C815-CF84-0E5FE8288DD2}"/>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1" name="Free-form: Shape 10">
              <a:extLst>
                <a:ext uri="{FF2B5EF4-FFF2-40B4-BE49-F238E27FC236}">
                  <a16:creationId xmlns:a16="http://schemas.microsoft.com/office/drawing/2014/main" id="{56F2B03A-06EF-E4DF-3EA9-CFAABCC63161}"/>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2" name="Group 11">
            <a:extLst>
              <a:ext uri="{FF2B5EF4-FFF2-40B4-BE49-F238E27FC236}">
                <a16:creationId xmlns:a16="http://schemas.microsoft.com/office/drawing/2014/main" id="{506C3D6E-A8CD-2B44-1EA3-CBACEAB5280D}"/>
              </a:ext>
            </a:extLst>
          </p:cNvPr>
          <p:cNvGrpSpPr>
            <a:grpSpLocks noChangeAspect="1"/>
          </p:cNvGrpSpPr>
          <p:nvPr/>
        </p:nvGrpSpPr>
        <p:grpSpPr>
          <a:xfrm>
            <a:off x="1273402" y="3623359"/>
            <a:ext cx="297374" cy="297521"/>
            <a:chOff x="1752597" y="2171695"/>
            <a:chExt cx="4317849" cy="4320005"/>
          </a:xfrm>
        </p:grpSpPr>
        <p:sp>
          <p:nvSpPr>
            <p:cNvPr id="13" name="Free-form: Shape 12">
              <a:extLst>
                <a:ext uri="{FF2B5EF4-FFF2-40B4-BE49-F238E27FC236}">
                  <a16:creationId xmlns:a16="http://schemas.microsoft.com/office/drawing/2014/main" id="{30B42621-25DF-1502-4290-1D0A50AA5BC2}"/>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4" name="Free-form: Shape 13">
              <a:extLst>
                <a:ext uri="{FF2B5EF4-FFF2-40B4-BE49-F238E27FC236}">
                  <a16:creationId xmlns:a16="http://schemas.microsoft.com/office/drawing/2014/main" id="{2F578769-52A5-18ED-31B9-73A585E96515}"/>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5" name="Group 14">
            <a:extLst>
              <a:ext uri="{FF2B5EF4-FFF2-40B4-BE49-F238E27FC236}">
                <a16:creationId xmlns:a16="http://schemas.microsoft.com/office/drawing/2014/main" id="{46E60A64-DADF-7BE7-73C6-D823C7413110}"/>
              </a:ext>
            </a:extLst>
          </p:cNvPr>
          <p:cNvGrpSpPr>
            <a:grpSpLocks noChangeAspect="1"/>
          </p:cNvGrpSpPr>
          <p:nvPr/>
        </p:nvGrpSpPr>
        <p:grpSpPr>
          <a:xfrm>
            <a:off x="1273402" y="4195500"/>
            <a:ext cx="297374" cy="297521"/>
            <a:chOff x="1752597" y="2171695"/>
            <a:chExt cx="4317849" cy="4320005"/>
          </a:xfrm>
        </p:grpSpPr>
        <p:sp>
          <p:nvSpPr>
            <p:cNvPr id="16" name="Free-form: Shape 15">
              <a:extLst>
                <a:ext uri="{FF2B5EF4-FFF2-40B4-BE49-F238E27FC236}">
                  <a16:creationId xmlns:a16="http://schemas.microsoft.com/office/drawing/2014/main" id="{B0E4DC11-7EAD-03AC-BA78-55CA2674A091}"/>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7" name="Free-form: Shape 16">
              <a:extLst>
                <a:ext uri="{FF2B5EF4-FFF2-40B4-BE49-F238E27FC236}">
                  <a16:creationId xmlns:a16="http://schemas.microsoft.com/office/drawing/2014/main" id="{41A06AD5-9632-5BE8-ECA1-3210C53684BB}"/>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8" name="Group 17">
            <a:extLst>
              <a:ext uri="{FF2B5EF4-FFF2-40B4-BE49-F238E27FC236}">
                <a16:creationId xmlns:a16="http://schemas.microsoft.com/office/drawing/2014/main" id="{F46D8EEA-FEE0-86E6-868E-6C03DD6C808A}"/>
              </a:ext>
            </a:extLst>
          </p:cNvPr>
          <p:cNvGrpSpPr>
            <a:grpSpLocks noChangeAspect="1"/>
          </p:cNvGrpSpPr>
          <p:nvPr/>
        </p:nvGrpSpPr>
        <p:grpSpPr>
          <a:xfrm>
            <a:off x="963154" y="5144122"/>
            <a:ext cx="539732" cy="540000"/>
            <a:chOff x="1752597" y="2171695"/>
            <a:chExt cx="4317849" cy="4320005"/>
          </a:xfrm>
        </p:grpSpPr>
        <p:sp>
          <p:nvSpPr>
            <p:cNvPr id="19" name="Free-form: Shape 18">
              <a:extLst>
                <a:ext uri="{FF2B5EF4-FFF2-40B4-BE49-F238E27FC236}">
                  <a16:creationId xmlns:a16="http://schemas.microsoft.com/office/drawing/2014/main" id="{C7D081A8-DF2C-C8D4-C1AA-5FF9A65B62F9}"/>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5865AAA7-705C-5695-B129-DDCAD9905DF6}"/>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1" name="Group 20">
            <a:extLst>
              <a:ext uri="{FF2B5EF4-FFF2-40B4-BE49-F238E27FC236}">
                <a16:creationId xmlns:a16="http://schemas.microsoft.com/office/drawing/2014/main" id="{97A93560-CD4F-118F-5683-6D0F92BC76EA}"/>
              </a:ext>
            </a:extLst>
          </p:cNvPr>
          <p:cNvGrpSpPr>
            <a:grpSpLocks noChangeAspect="1"/>
          </p:cNvGrpSpPr>
          <p:nvPr/>
        </p:nvGrpSpPr>
        <p:grpSpPr>
          <a:xfrm>
            <a:off x="1273402" y="5890375"/>
            <a:ext cx="297374" cy="297521"/>
            <a:chOff x="1752597" y="2171695"/>
            <a:chExt cx="4317849" cy="4320005"/>
          </a:xfrm>
        </p:grpSpPr>
        <p:sp>
          <p:nvSpPr>
            <p:cNvPr id="22" name="Free-form: Shape 21">
              <a:extLst>
                <a:ext uri="{FF2B5EF4-FFF2-40B4-BE49-F238E27FC236}">
                  <a16:creationId xmlns:a16="http://schemas.microsoft.com/office/drawing/2014/main" id="{14F42483-7A88-718E-252C-3900F3E43CED}"/>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3" name="Free-form: Shape 22">
              <a:extLst>
                <a:ext uri="{FF2B5EF4-FFF2-40B4-BE49-F238E27FC236}">
                  <a16:creationId xmlns:a16="http://schemas.microsoft.com/office/drawing/2014/main" id="{B79F25A4-3890-0DA8-B6B1-772539C74DD5}"/>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418333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8C401A-88E1-45A1-80F3-9810ACBAB032}"/>
              </a:ext>
            </a:extLst>
          </p:cNvPr>
          <p:cNvPicPr>
            <a:picLocks noChangeAspect="1"/>
          </p:cNvPicPr>
          <p:nvPr/>
        </p:nvPicPr>
        <p:blipFill>
          <a:blip r:embed="rId2"/>
          <a:stretch>
            <a:fillRect/>
          </a:stretch>
        </p:blipFill>
        <p:spPr>
          <a:xfrm>
            <a:off x="2134194" y="94745"/>
            <a:ext cx="7923610" cy="6668510"/>
          </a:xfrm>
          <a:prstGeom prst="rect">
            <a:avLst/>
          </a:prstGeom>
        </p:spPr>
      </p:pic>
    </p:spTree>
    <p:extLst>
      <p:ext uri="{BB962C8B-B14F-4D97-AF65-F5344CB8AC3E}">
        <p14:creationId xmlns:p14="http://schemas.microsoft.com/office/powerpoint/2010/main" val="2010906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slz="http://schemas.microsoft.com/office/powerpoint/2016/slidezoom" Requires="pslz">
          <p:graphicFrame>
            <p:nvGraphicFramePr>
              <p:cNvPr id="5" name="Slide Zoom 4">
                <a:extLst>
                  <a:ext uri="{FF2B5EF4-FFF2-40B4-BE49-F238E27FC236}">
                    <a16:creationId xmlns:a16="http://schemas.microsoft.com/office/drawing/2014/main" id="{52CDC1D1-9BA7-FE0A-20A1-C6A7B149766E}"/>
                  </a:ext>
                </a:extLst>
              </p:cNvPr>
              <p:cNvGraphicFramePr>
                <a:graphicFrameLocks noChangeAspect="1"/>
              </p:cNvGraphicFramePr>
              <p:nvPr>
                <p:extLst>
                  <p:ext uri="{D42A27DB-BD31-4B8C-83A1-F6EECF244321}">
                    <p14:modId xmlns:p14="http://schemas.microsoft.com/office/powerpoint/2010/main" val="2521021192"/>
                  </p:ext>
                </p:extLst>
              </p:nvPr>
            </p:nvGraphicFramePr>
            <p:xfrm>
              <a:off x="4067556" y="16329"/>
              <a:ext cx="4056888" cy="2282000"/>
            </p:xfrm>
            <a:graphic>
              <a:graphicData uri="http://schemas.microsoft.com/office/powerpoint/2016/slidezoom">
                <pslz:sldZm>
                  <pslz:sldZmObj sldId="285" cId="711714666">
                    <pslz:zmPr id="{4BC99656-9537-44AC-B9C8-B565AD4D76B4}" transitionDur="1000">
                      <p166:blipFill xmlns:p166="http://schemas.microsoft.com/office/powerpoint/2016/6/main">
                        <a:blip r:embed="rId2"/>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p:pic>
            <p:nvPicPr>
              <p:cNvPr id="5" name="Slide Zoom 4">
                <a:extLst>
                  <a:ext uri="{FF2B5EF4-FFF2-40B4-BE49-F238E27FC236}">
                    <a16:creationId xmlns:a16="http://schemas.microsoft.com/office/drawing/2014/main" id="{52CDC1D1-9BA7-FE0A-20A1-C6A7B149766E}"/>
                  </a:ext>
                </a:extLst>
              </p:cNvPr>
              <p:cNvPicPr>
                <a:picLocks noGrp="1" noRot="1" noChangeAspect="1" noMove="1" noResize="1" noEditPoints="1" noAdjustHandles="1" noChangeArrowheads="1" noChangeShapeType="1"/>
              </p:cNvPicPr>
              <p:nvPr/>
            </p:nvPicPr>
            <p:blipFill>
              <a:blip r:embed="rId2"/>
              <a:stretch>
                <a:fillRect/>
              </a:stretch>
            </p:blipFill>
            <p:spPr>
              <a:xfrm>
                <a:off x="4067556" y="16329"/>
                <a:ext cx="4056888" cy="22820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7" name="Slide Zoom 6">
                <a:extLst>
                  <a:ext uri="{FF2B5EF4-FFF2-40B4-BE49-F238E27FC236}">
                    <a16:creationId xmlns:a16="http://schemas.microsoft.com/office/drawing/2014/main" id="{5A3418C6-8C57-050B-9B8A-5B531172BAA6}"/>
                  </a:ext>
                </a:extLst>
              </p:cNvPr>
              <p:cNvGraphicFramePr>
                <a:graphicFrameLocks noChangeAspect="1"/>
              </p:cNvGraphicFramePr>
              <p:nvPr>
                <p:extLst>
                  <p:ext uri="{D42A27DB-BD31-4B8C-83A1-F6EECF244321}">
                    <p14:modId xmlns:p14="http://schemas.microsoft.com/office/powerpoint/2010/main" val="3058415788"/>
                  </p:ext>
                </p:extLst>
              </p:nvPr>
            </p:nvGraphicFramePr>
            <p:xfrm>
              <a:off x="4067556" y="2294161"/>
              <a:ext cx="4056888" cy="2282000"/>
            </p:xfrm>
            <a:graphic>
              <a:graphicData uri="http://schemas.microsoft.com/office/powerpoint/2016/slidezoom">
                <pslz:sldZm>
                  <pslz:sldZmObj sldId="284" cId="2039788173">
                    <pslz:zmPr id="{1EB139E0-FC71-4D43-BB3F-4FD23854EA2C}" transitionDur="1000">
                      <p166:blipFill xmlns:p166="http://schemas.microsoft.com/office/powerpoint/2016/6/main">
                        <a:blip r:embed="rId3"/>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p:pic>
            <p:nvPicPr>
              <p:cNvPr id="7" name="Slide Zoom 6">
                <a:extLst>
                  <a:ext uri="{FF2B5EF4-FFF2-40B4-BE49-F238E27FC236}">
                    <a16:creationId xmlns:a16="http://schemas.microsoft.com/office/drawing/2014/main" id="{5A3418C6-8C57-050B-9B8A-5B531172BAA6}"/>
                  </a:ext>
                </a:extLst>
              </p:cNvPr>
              <p:cNvPicPr>
                <a:picLocks noGrp="1" noRot="1" noChangeAspect="1" noMove="1" noResize="1" noEditPoints="1" noAdjustHandles="1" noChangeArrowheads="1" noChangeShapeType="1"/>
              </p:cNvPicPr>
              <p:nvPr/>
            </p:nvPicPr>
            <p:blipFill>
              <a:blip r:embed="rId3"/>
              <a:stretch>
                <a:fillRect/>
              </a:stretch>
            </p:blipFill>
            <p:spPr>
              <a:xfrm>
                <a:off x="4067556" y="2294161"/>
                <a:ext cx="4056888" cy="22820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9" name="Slide Zoom 8">
                <a:extLst>
                  <a:ext uri="{FF2B5EF4-FFF2-40B4-BE49-F238E27FC236}">
                    <a16:creationId xmlns:a16="http://schemas.microsoft.com/office/drawing/2014/main" id="{323742F0-B11B-8805-26A9-B640CE074AF5}"/>
                  </a:ext>
                </a:extLst>
              </p:cNvPr>
              <p:cNvGraphicFramePr>
                <a:graphicFrameLocks noChangeAspect="1"/>
              </p:cNvGraphicFramePr>
              <p:nvPr>
                <p:extLst>
                  <p:ext uri="{D42A27DB-BD31-4B8C-83A1-F6EECF244321}">
                    <p14:modId xmlns:p14="http://schemas.microsoft.com/office/powerpoint/2010/main" val="718031469"/>
                  </p:ext>
                </p:extLst>
              </p:nvPr>
            </p:nvGraphicFramePr>
            <p:xfrm>
              <a:off x="4067556" y="4576161"/>
              <a:ext cx="4056888" cy="2282000"/>
            </p:xfrm>
            <a:graphic>
              <a:graphicData uri="http://schemas.microsoft.com/office/powerpoint/2016/slidezoom">
                <pslz:sldZm>
                  <pslz:sldZmObj sldId="283" cId="3252708362">
                    <pslz:zmPr id="{51FB5C9E-5EB9-45DC-A6A9-98E36C239728}" transitionDur="1000">
                      <p166:blipFill xmlns:p166="http://schemas.microsoft.com/office/powerpoint/2016/6/main">
                        <a:blip r:embed="rId4"/>
                        <a:stretch>
                          <a:fillRect/>
                        </a:stretch>
                      </p166:blipFill>
                      <p166:spPr xmlns:p166="http://schemas.microsoft.com/office/powerpoint/2016/6/main">
                        <a:xfrm>
                          <a:off x="0" y="0"/>
                          <a:ext cx="4056888" cy="2282000"/>
                        </a:xfrm>
                        <a:prstGeom prst="rect">
                          <a:avLst/>
                        </a:prstGeom>
                        <a:ln w="3175">
                          <a:solidFill>
                            <a:prstClr val="ltGray"/>
                          </a:solidFill>
                        </a:ln>
                      </p166:spPr>
                    </pslz:zmPr>
                  </pslz:sldZmObj>
                </pslz:sldZm>
              </a:graphicData>
            </a:graphic>
          </p:graphicFrame>
        </mc:Choice>
        <mc:Fallback>
          <p:pic>
            <p:nvPicPr>
              <p:cNvPr id="9" name="Slide Zoom 8">
                <a:extLst>
                  <a:ext uri="{FF2B5EF4-FFF2-40B4-BE49-F238E27FC236}">
                    <a16:creationId xmlns:a16="http://schemas.microsoft.com/office/drawing/2014/main" id="{323742F0-B11B-8805-26A9-B640CE074AF5}"/>
                  </a:ext>
                </a:extLst>
              </p:cNvPr>
              <p:cNvPicPr>
                <a:picLocks noGrp="1" noRot="1" noChangeAspect="1" noMove="1" noResize="1" noEditPoints="1" noAdjustHandles="1" noChangeArrowheads="1" noChangeShapeType="1"/>
              </p:cNvPicPr>
              <p:nvPr/>
            </p:nvPicPr>
            <p:blipFill>
              <a:blip r:embed="rId4"/>
              <a:stretch>
                <a:fillRect/>
              </a:stretch>
            </p:blipFill>
            <p:spPr>
              <a:xfrm>
                <a:off x="4067556" y="4576161"/>
                <a:ext cx="4056888" cy="2282000"/>
              </a:xfrm>
              <a:prstGeom prst="rect">
                <a:avLst/>
              </a:prstGeom>
              <a:ln w="3175">
                <a:solidFill>
                  <a:prstClr val="ltGray"/>
                </a:solidFill>
              </a:ln>
            </p:spPr>
          </p:pic>
        </mc:Fallback>
      </mc:AlternateContent>
    </p:spTree>
    <p:extLst>
      <p:ext uri="{BB962C8B-B14F-4D97-AF65-F5344CB8AC3E}">
        <p14:creationId xmlns:p14="http://schemas.microsoft.com/office/powerpoint/2010/main" val="2830789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FA9CF1-7857-42C7-B45E-E4DB612895CA}"/>
              </a:ext>
            </a:extLst>
          </p:cNvPr>
          <p:cNvSpPr>
            <a:spLocks noChangeArrowheads="1"/>
          </p:cNvSpPr>
          <p:nvPr/>
        </p:nvSpPr>
        <p:spPr bwMode="auto">
          <a:xfrm>
            <a:off x="1020417" y="2722027"/>
            <a:ext cx="1040295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900" b="0" i="0" u="none" strike="noStrike" cap="none" normalizeH="0" baseline="0">
                <a:ln>
                  <a:noFill/>
                </a:ln>
                <a:solidFill>
                  <a:schemeClr val="tx1"/>
                </a:solidFill>
                <a:effectLst/>
                <a:latin typeface="Arial Unicode MS"/>
                <a:cs typeface="Calibri" panose="020F0502020204030204" pitchFamily="34" charset="0"/>
              </a:rPr>
              <a:t>Recently, I saw the film The Fellowship of the </a:t>
            </a:r>
            <a:r>
              <a:rPr lang="en-US" altLang="en-US" sz="3900">
                <a:latin typeface="Arial Unicode MS"/>
                <a:cs typeface="Calibri" panose="020F0502020204030204" pitchFamily="34" charset="0"/>
              </a:rPr>
              <a:t>R</a:t>
            </a:r>
            <a:r>
              <a:rPr kumimoji="0" lang="en-US" altLang="en-US" sz="3900" b="0" i="0" u="none" strike="noStrike" cap="none" normalizeH="0" baseline="0">
                <a:ln>
                  <a:noFill/>
                </a:ln>
                <a:solidFill>
                  <a:schemeClr val="tx1"/>
                </a:solidFill>
                <a:effectLst/>
                <a:latin typeface="Arial Unicode MS"/>
                <a:cs typeface="Calibri" panose="020F0502020204030204" pitchFamily="34" charset="0"/>
              </a:rPr>
              <a:t>ing which is based on JR Tolkien’s book. The Fellowship of the Ring is the first part of the trilogy The Lord of the Rings. This adventure film, full of fantasy, was directed by Peter Jackson and many great actors star in it. </a:t>
            </a:r>
            <a:endParaRPr kumimoji="0" lang="en-US" altLang="en-US" sz="39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1714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EB7C1B-0734-45DA-B606-365C8EB9F6D4}"/>
              </a:ext>
            </a:extLst>
          </p:cNvPr>
          <p:cNvSpPr/>
          <p:nvPr/>
        </p:nvSpPr>
        <p:spPr>
          <a:xfrm>
            <a:off x="1030356" y="0"/>
            <a:ext cx="10131288" cy="6694140"/>
          </a:xfrm>
          <a:prstGeom prst="rect">
            <a:avLst/>
          </a:prstGeom>
        </p:spPr>
        <p:txBody>
          <a:bodyPr wrap="square">
            <a:spAutoFit/>
          </a:bodyPr>
          <a:lstStyle/>
          <a:p>
            <a:pPr algn="just"/>
            <a:r>
              <a:rPr lang="en-GB" sz="3900"/>
              <a:t>The Fellowship of the Ring is about an ancient ring of power which finds its way into the hands of Bilbo Baggins after being lost for centuries. On his birthday, Bilbo gives the ring to his nephew Frodo. When Gandalf, the wizard, discovers that the ring belongs to the Dark Lord Sauron. He tells Frodo that he must destroy it. There is only one way the ring can be destroyed. It must be thrown into the volcano Mt. Doom. So, Frodo and his friends set off on a dangerous journey to destroy the ring before Sauron gets his hands on it.</a:t>
            </a:r>
          </a:p>
        </p:txBody>
      </p:sp>
    </p:spTree>
    <p:extLst>
      <p:ext uri="{BB962C8B-B14F-4D97-AF65-F5344CB8AC3E}">
        <p14:creationId xmlns:p14="http://schemas.microsoft.com/office/powerpoint/2010/main" val="2039788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CC702C-8276-49D3-9E44-B76BEE47B260}"/>
              </a:ext>
            </a:extLst>
          </p:cNvPr>
          <p:cNvSpPr>
            <a:spLocks noChangeArrowheads="1"/>
          </p:cNvSpPr>
          <p:nvPr/>
        </p:nvSpPr>
        <p:spPr bwMode="auto">
          <a:xfrm>
            <a:off x="914400" y="196482"/>
            <a:ext cx="10363200"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900" b="0" i="0" u="none" strike="noStrike" cap="none" normalizeH="0" baseline="0" dirty="0">
                <a:ln>
                  <a:noFill/>
                </a:ln>
                <a:solidFill>
                  <a:schemeClr val="tx1"/>
                </a:solidFill>
                <a:effectLst/>
                <a:latin typeface="Arial Unicode MS"/>
                <a:cs typeface="Calibri" panose="020F0502020204030204" pitchFamily="34" charset="0"/>
              </a:rPr>
              <a:t>The film is action-packed and full of suspense. The special effects are amazing and actin</a:t>
            </a:r>
            <a:r>
              <a:rPr lang="en-US" altLang="en-US" sz="3900" dirty="0">
                <a:latin typeface="Arial Unicode MS"/>
                <a:cs typeface="Calibri" panose="020F0502020204030204" pitchFamily="34" charset="0"/>
              </a:rPr>
              <a:t>g </a:t>
            </a:r>
            <a:r>
              <a:rPr kumimoji="0" lang="en-US" altLang="en-US" sz="3900" b="0" i="0" u="none" strike="noStrike" cap="none" normalizeH="0" baseline="0" dirty="0">
                <a:ln>
                  <a:noFill/>
                </a:ln>
                <a:solidFill>
                  <a:schemeClr val="tx1"/>
                </a:solidFill>
                <a:effectLst/>
                <a:latin typeface="Arial Unicode MS"/>
                <a:cs typeface="Calibri" panose="020F0502020204030204" pitchFamily="34" charset="0"/>
              </a:rPr>
              <a:t>is excellent. There are lots of fantastic battle scenes and some really scary creatures. There are even some funny scenes with </a:t>
            </a:r>
            <a:r>
              <a:rPr lang="en-US" altLang="en-US" sz="3900" dirty="0">
                <a:latin typeface="Arial Unicode MS"/>
                <a:cs typeface="Calibri" panose="020F0502020204030204" pitchFamily="34" charset="0"/>
              </a:rPr>
              <a:t>G</a:t>
            </a:r>
            <a:r>
              <a:rPr kumimoji="0" lang="en-US" altLang="en-US" sz="3900" b="0" i="0" u="none" strike="noStrike" cap="none" normalizeH="0" baseline="0" dirty="0">
                <a:ln>
                  <a:noFill/>
                </a:ln>
                <a:solidFill>
                  <a:schemeClr val="tx1"/>
                </a:solidFill>
                <a:effectLst/>
                <a:latin typeface="Arial Unicode MS"/>
                <a:cs typeface="Calibri" panose="020F0502020204030204" pitchFamily="34" charset="0"/>
              </a:rPr>
              <a:t>imli, the dwarf. However, the film is very long which makes it a bit tiring to sit through.</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3900" dirty="0">
              <a:latin typeface="Arial Unicode MS"/>
              <a:cs typeface="Calibri" panose="020F0502020204030204" pitchFamily="34" charset="0"/>
            </a:endParaRPr>
          </a:p>
          <a:p>
            <a:pPr algn="just" eaLnBrk="0" fontAlgn="base" hangingPunct="0">
              <a:spcBef>
                <a:spcPct val="0"/>
              </a:spcBef>
              <a:spcAft>
                <a:spcPct val="0"/>
              </a:spcAft>
            </a:pPr>
            <a:r>
              <a:rPr lang="en-US" altLang="en-US" sz="3900" dirty="0">
                <a:latin typeface="Arial Unicode MS"/>
                <a:cs typeface="Calibri" panose="020F0502020204030204" pitchFamily="34" charset="0"/>
              </a:rPr>
              <a:t>All in all, I liked the film a lot and I would definitely recommend it. </a:t>
            </a:r>
            <a:endParaRPr lang="en-US" altLang="en-US" sz="3900" dirty="0">
              <a:latin typeface="Arial" panose="020B0604020202020204" pitchFamily="34" charset="0"/>
            </a:endParaRPr>
          </a:p>
        </p:txBody>
      </p:sp>
    </p:spTree>
    <p:extLst>
      <p:ext uri="{BB962C8B-B14F-4D97-AF65-F5344CB8AC3E}">
        <p14:creationId xmlns:p14="http://schemas.microsoft.com/office/powerpoint/2010/main" val="3252708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BAF53C-8F39-4AF6-B0B9-AE6AFD046ACB}"/>
              </a:ext>
            </a:extLst>
          </p:cNvPr>
          <p:cNvPicPr>
            <a:picLocks noChangeAspect="1"/>
          </p:cNvPicPr>
          <p:nvPr/>
        </p:nvPicPr>
        <p:blipFill>
          <a:blip r:embed="rId2"/>
          <a:stretch>
            <a:fillRect/>
          </a:stretch>
        </p:blipFill>
        <p:spPr>
          <a:xfrm>
            <a:off x="1434229" y="986518"/>
            <a:ext cx="6567088" cy="697278"/>
          </a:xfrm>
          <a:prstGeom prst="rect">
            <a:avLst/>
          </a:prstGeom>
        </p:spPr>
      </p:pic>
      <p:pic>
        <p:nvPicPr>
          <p:cNvPr id="5" name="Picture 4">
            <a:extLst>
              <a:ext uri="{FF2B5EF4-FFF2-40B4-BE49-F238E27FC236}">
                <a16:creationId xmlns:a16="http://schemas.microsoft.com/office/drawing/2014/main" id="{1DA4E1E3-2AD7-4837-A8FC-DC0002FF7930}"/>
              </a:ext>
            </a:extLst>
          </p:cNvPr>
          <p:cNvPicPr>
            <a:picLocks noChangeAspect="1"/>
          </p:cNvPicPr>
          <p:nvPr/>
        </p:nvPicPr>
        <p:blipFill>
          <a:blip r:embed="rId3"/>
          <a:stretch>
            <a:fillRect/>
          </a:stretch>
        </p:blipFill>
        <p:spPr>
          <a:xfrm>
            <a:off x="1434229" y="1724322"/>
            <a:ext cx="5223243" cy="2345389"/>
          </a:xfrm>
          <a:prstGeom prst="rect">
            <a:avLst/>
          </a:prstGeom>
        </p:spPr>
      </p:pic>
      <p:pic>
        <p:nvPicPr>
          <p:cNvPr id="6" name="Picture 5">
            <a:extLst>
              <a:ext uri="{FF2B5EF4-FFF2-40B4-BE49-F238E27FC236}">
                <a16:creationId xmlns:a16="http://schemas.microsoft.com/office/drawing/2014/main" id="{5660D0C5-7C44-4698-97E9-C77B03C74D9E}"/>
              </a:ext>
            </a:extLst>
          </p:cNvPr>
          <p:cNvPicPr>
            <a:picLocks noChangeAspect="1"/>
          </p:cNvPicPr>
          <p:nvPr/>
        </p:nvPicPr>
        <p:blipFill>
          <a:blip r:embed="rId4"/>
          <a:stretch>
            <a:fillRect/>
          </a:stretch>
        </p:blipFill>
        <p:spPr>
          <a:xfrm>
            <a:off x="1465614" y="4117036"/>
            <a:ext cx="5413410" cy="1838278"/>
          </a:xfrm>
          <a:prstGeom prst="rect">
            <a:avLst/>
          </a:prstGeom>
        </p:spPr>
      </p:pic>
      <p:sp>
        <p:nvSpPr>
          <p:cNvPr id="2" name="TextBox 1">
            <a:extLst>
              <a:ext uri="{FF2B5EF4-FFF2-40B4-BE49-F238E27FC236}">
                <a16:creationId xmlns:a16="http://schemas.microsoft.com/office/drawing/2014/main" id="{76ADBD9D-4B00-4BF7-8F3A-CDDFD8D7C4F4}"/>
              </a:ext>
            </a:extLst>
          </p:cNvPr>
          <p:cNvSpPr txBox="1"/>
          <p:nvPr/>
        </p:nvSpPr>
        <p:spPr>
          <a:xfrm>
            <a:off x="4508938" y="1642380"/>
            <a:ext cx="1072055" cy="523220"/>
          </a:xfrm>
          <a:prstGeom prst="rect">
            <a:avLst/>
          </a:prstGeom>
          <a:noFill/>
        </p:spPr>
        <p:txBody>
          <a:bodyPr wrap="square" rtlCol="0">
            <a:spAutoFit/>
          </a:bodyPr>
          <a:lstStyle/>
          <a:p>
            <a:r>
              <a:rPr lang="en-GB" sz="2800" dirty="0">
                <a:solidFill>
                  <a:srgbClr val="00B0F0"/>
                </a:solidFill>
                <a:latin typeface="Segoe Print" panose="02000600000000000000" pitchFamily="2" charset="0"/>
              </a:rPr>
              <a:t>Star.</a:t>
            </a:r>
          </a:p>
        </p:txBody>
      </p:sp>
      <p:sp>
        <p:nvSpPr>
          <p:cNvPr id="7" name="TextBox 6">
            <a:extLst>
              <a:ext uri="{FF2B5EF4-FFF2-40B4-BE49-F238E27FC236}">
                <a16:creationId xmlns:a16="http://schemas.microsoft.com/office/drawing/2014/main" id="{3600AC10-4916-4192-B95A-459E48A02CB2}"/>
              </a:ext>
            </a:extLst>
          </p:cNvPr>
          <p:cNvSpPr txBox="1"/>
          <p:nvPr/>
        </p:nvSpPr>
        <p:spPr>
          <a:xfrm>
            <a:off x="5260428" y="2283039"/>
            <a:ext cx="3284482" cy="523220"/>
          </a:xfrm>
          <a:prstGeom prst="rect">
            <a:avLst/>
          </a:prstGeom>
          <a:noFill/>
        </p:spPr>
        <p:txBody>
          <a:bodyPr wrap="square" rtlCol="0">
            <a:spAutoFit/>
          </a:bodyPr>
          <a:lstStyle/>
          <a:p>
            <a:r>
              <a:rPr lang="en-GB" sz="2800" dirty="0">
                <a:solidFill>
                  <a:srgbClr val="00B0F0"/>
                </a:solidFill>
                <a:latin typeface="Segoe Print" panose="02000600000000000000" pitchFamily="2" charset="0"/>
              </a:rPr>
              <a:t>Action-packed.</a:t>
            </a:r>
          </a:p>
        </p:txBody>
      </p:sp>
      <p:sp>
        <p:nvSpPr>
          <p:cNvPr id="8" name="TextBox 7">
            <a:extLst>
              <a:ext uri="{FF2B5EF4-FFF2-40B4-BE49-F238E27FC236}">
                <a16:creationId xmlns:a16="http://schemas.microsoft.com/office/drawing/2014/main" id="{A1993910-6504-452A-BA58-35608C165157}"/>
              </a:ext>
            </a:extLst>
          </p:cNvPr>
          <p:cNvSpPr txBox="1"/>
          <p:nvPr/>
        </p:nvSpPr>
        <p:spPr>
          <a:xfrm>
            <a:off x="6673237" y="3432963"/>
            <a:ext cx="1997797" cy="523220"/>
          </a:xfrm>
          <a:prstGeom prst="rect">
            <a:avLst/>
          </a:prstGeom>
          <a:noFill/>
        </p:spPr>
        <p:txBody>
          <a:bodyPr wrap="square" rtlCol="0">
            <a:spAutoFit/>
          </a:bodyPr>
          <a:lstStyle/>
          <a:p>
            <a:r>
              <a:rPr lang="en-GB" sz="2800" dirty="0">
                <a:solidFill>
                  <a:srgbClr val="00B0F0"/>
                </a:solidFill>
                <a:latin typeface="Segoe Print" panose="02000600000000000000" pitchFamily="2" charset="0"/>
              </a:rPr>
              <a:t>Suspense.</a:t>
            </a:r>
          </a:p>
        </p:txBody>
      </p:sp>
      <p:sp>
        <p:nvSpPr>
          <p:cNvPr id="9" name="TextBox 8">
            <a:extLst>
              <a:ext uri="{FF2B5EF4-FFF2-40B4-BE49-F238E27FC236}">
                <a16:creationId xmlns:a16="http://schemas.microsoft.com/office/drawing/2014/main" id="{7D2DBDDA-6B41-48D6-8FD8-EF733787D04F}"/>
              </a:ext>
            </a:extLst>
          </p:cNvPr>
          <p:cNvSpPr txBox="1"/>
          <p:nvPr/>
        </p:nvSpPr>
        <p:spPr>
          <a:xfrm>
            <a:off x="3718874" y="4145734"/>
            <a:ext cx="1997797" cy="523220"/>
          </a:xfrm>
          <a:prstGeom prst="rect">
            <a:avLst/>
          </a:prstGeom>
          <a:noFill/>
        </p:spPr>
        <p:txBody>
          <a:bodyPr wrap="square" rtlCol="0">
            <a:spAutoFit/>
          </a:bodyPr>
          <a:lstStyle/>
          <a:p>
            <a:r>
              <a:rPr lang="en-GB" sz="2800" dirty="0">
                <a:solidFill>
                  <a:srgbClr val="00B0F0"/>
                </a:solidFill>
                <a:latin typeface="Segoe Print" panose="02000600000000000000" pitchFamily="2" charset="0"/>
              </a:rPr>
              <a:t>Fantastic.</a:t>
            </a:r>
          </a:p>
        </p:txBody>
      </p:sp>
      <p:sp>
        <p:nvSpPr>
          <p:cNvPr id="10" name="TextBox 9">
            <a:extLst>
              <a:ext uri="{FF2B5EF4-FFF2-40B4-BE49-F238E27FC236}">
                <a16:creationId xmlns:a16="http://schemas.microsoft.com/office/drawing/2014/main" id="{2F9A79F8-042C-429F-82C8-AC6D4767C32F}"/>
              </a:ext>
            </a:extLst>
          </p:cNvPr>
          <p:cNvSpPr txBox="1"/>
          <p:nvPr/>
        </p:nvSpPr>
        <p:spPr>
          <a:xfrm>
            <a:off x="6879024" y="4747784"/>
            <a:ext cx="2722176" cy="523220"/>
          </a:xfrm>
          <a:prstGeom prst="rect">
            <a:avLst/>
          </a:prstGeom>
          <a:noFill/>
        </p:spPr>
        <p:txBody>
          <a:bodyPr wrap="square" rtlCol="0">
            <a:spAutoFit/>
          </a:bodyPr>
          <a:lstStyle/>
          <a:p>
            <a:r>
              <a:rPr lang="en-US" altLang="en-US" sz="2800" dirty="0">
                <a:solidFill>
                  <a:srgbClr val="00B0F0"/>
                </a:solidFill>
                <a:latin typeface="Segoe Print" panose="02000600000000000000" pitchFamily="2" charset="0"/>
                <a:cs typeface="Calibri" panose="020F0502020204030204" pitchFamily="34" charset="0"/>
              </a:rPr>
              <a:t>Recommend</a:t>
            </a:r>
            <a:r>
              <a:rPr lang="en-GB" sz="2800" dirty="0">
                <a:solidFill>
                  <a:srgbClr val="00B0F0"/>
                </a:solidFill>
                <a:latin typeface="Segoe Print" panose="02000600000000000000" pitchFamily="2" charset="0"/>
              </a:rPr>
              <a:t>.</a:t>
            </a:r>
          </a:p>
        </p:txBody>
      </p:sp>
      <p:sp>
        <p:nvSpPr>
          <p:cNvPr id="3" name="Rectangle 2">
            <a:extLst>
              <a:ext uri="{FF2B5EF4-FFF2-40B4-BE49-F238E27FC236}">
                <a16:creationId xmlns:a16="http://schemas.microsoft.com/office/drawing/2014/main" id="{6D8B51D7-4460-4195-B81F-4CA01D056CCA}"/>
              </a:ext>
            </a:extLst>
          </p:cNvPr>
          <p:cNvSpPr/>
          <p:nvPr/>
        </p:nvSpPr>
        <p:spPr>
          <a:xfrm>
            <a:off x="3754227" y="5380488"/>
            <a:ext cx="1290738" cy="523220"/>
          </a:xfrm>
          <a:prstGeom prst="rect">
            <a:avLst/>
          </a:prstGeom>
        </p:spPr>
        <p:txBody>
          <a:bodyPr wrap="none">
            <a:spAutoFit/>
          </a:bodyPr>
          <a:lstStyle/>
          <a:p>
            <a:r>
              <a:rPr lang="en-US" altLang="en-US" sz="2800" dirty="0">
                <a:solidFill>
                  <a:srgbClr val="00B0F0"/>
                </a:solidFill>
                <a:latin typeface="Segoe Print" panose="02000600000000000000" pitchFamily="2" charset="0"/>
                <a:cs typeface="Calibri" panose="020F0502020204030204" pitchFamily="34" charset="0"/>
              </a:rPr>
              <a:t>Scary.</a:t>
            </a:r>
            <a:endParaRPr lang="en-GB" sz="2800" dirty="0">
              <a:solidFill>
                <a:srgbClr val="00B0F0"/>
              </a:solidFill>
            </a:endParaRPr>
          </a:p>
        </p:txBody>
      </p:sp>
    </p:spTree>
    <p:extLst>
      <p:ext uri="{BB962C8B-B14F-4D97-AF65-F5344CB8AC3E}">
        <p14:creationId xmlns:p14="http://schemas.microsoft.com/office/powerpoint/2010/main" val="197949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9" grpId="0"/>
      <p:bldP spid="10"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6ACFBF-E68A-49BA-BF99-6D7012E572FF}"/>
              </a:ext>
            </a:extLst>
          </p:cNvPr>
          <p:cNvPicPr>
            <a:picLocks noChangeAspect="1"/>
          </p:cNvPicPr>
          <p:nvPr/>
        </p:nvPicPr>
        <p:blipFill>
          <a:blip r:embed="rId2"/>
          <a:stretch>
            <a:fillRect/>
          </a:stretch>
        </p:blipFill>
        <p:spPr>
          <a:xfrm>
            <a:off x="559981" y="1396518"/>
            <a:ext cx="9986411" cy="4924176"/>
          </a:xfrm>
          <a:prstGeom prst="rect">
            <a:avLst/>
          </a:prstGeom>
        </p:spPr>
      </p:pic>
      <p:sp>
        <p:nvSpPr>
          <p:cNvPr id="16" name="TextBox 15">
            <a:extLst>
              <a:ext uri="{FF2B5EF4-FFF2-40B4-BE49-F238E27FC236}">
                <a16:creationId xmlns:a16="http://schemas.microsoft.com/office/drawing/2014/main" id="{892FD4D1-936B-40B4-AD85-2373EDFCA2B2}"/>
              </a:ext>
            </a:extLst>
          </p:cNvPr>
          <p:cNvSpPr txBox="1"/>
          <p:nvPr/>
        </p:nvSpPr>
        <p:spPr>
          <a:xfrm>
            <a:off x="8474489" y="4833061"/>
            <a:ext cx="504410" cy="523220"/>
          </a:xfrm>
          <a:prstGeom prst="rect">
            <a:avLst/>
          </a:prstGeom>
          <a:noFill/>
        </p:spPr>
        <p:txBody>
          <a:bodyPr wrap="square" rtlCol="0">
            <a:spAutoFit/>
          </a:bodyPr>
          <a:lstStyle/>
          <a:p>
            <a:r>
              <a:rPr lang="en-GB" sz="2800" dirty="0">
                <a:solidFill>
                  <a:srgbClr val="00B0F0"/>
                </a:solidFill>
                <a:latin typeface="Segoe Print" panose="02000600000000000000" pitchFamily="2" charset="0"/>
              </a:rPr>
              <a:t>4</a:t>
            </a:r>
          </a:p>
        </p:txBody>
      </p:sp>
      <p:sp>
        <p:nvSpPr>
          <p:cNvPr id="13" name="TextBox 12">
            <a:extLst>
              <a:ext uri="{FF2B5EF4-FFF2-40B4-BE49-F238E27FC236}">
                <a16:creationId xmlns:a16="http://schemas.microsoft.com/office/drawing/2014/main" id="{12659E76-FE49-4659-AA9C-AD21C1C9FBB3}"/>
              </a:ext>
            </a:extLst>
          </p:cNvPr>
          <p:cNvSpPr txBox="1"/>
          <p:nvPr/>
        </p:nvSpPr>
        <p:spPr>
          <a:xfrm>
            <a:off x="8474488" y="4165058"/>
            <a:ext cx="646387" cy="523220"/>
          </a:xfrm>
          <a:prstGeom prst="rect">
            <a:avLst/>
          </a:prstGeom>
          <a:noFill/>
        </p:spPr>
        <p:txBody>
          <a:bodyPr wrap="square" rtlCol="0">
            <a:spAutoFit/>
          </a:bodyPr>
          <a:lstStyle/>
          <a:p>
            <a:r>
              <a:rPr lang="en-GB" sz="2800" dirty="0">
                <a:solidFill>
                  <a:srgbClr val="00B0F0"/>
                </a:solidFill>
                <a:latin typeface="Segoe Print" panose="02000600000000000000" pitchFamily="2" charset="0"/>
              </a:rPr>
              <a:t>1</a:t>
            </a:r>
          </a:p>
        </p:txBody>
      </p:sp>
      <p:sp>
        <p:nvSpPr>
          <p:cNvPr id="14" name="TextBox 13">
            <a:extLst>
              <a:ext uri="{FF2B5EF4-FFF2-40B4-BE49-F238E27FC236}">
                <a16:creationId xmlns:a16="http://schemas.microsoft.com/office/drawing/2014/main" id="{E3F6AAA3-6961-41B4-B944-3ACEDAE44B33}"/>
              </a:ext>
            </a:extLst>
          </p:cNvPr>
          <p:cNvSpPr txBox="1"/>
          <p:nvPr/>
        </p:nvSpPr>
        <p:spPr>
          <a:xfrm>
            <a:off x="8474488" y="3460491"/>
            <a:ext cx="646387" cy="523220"/>
          </a:xfrm>
          <a:prstGeom prst="rect">
            <a:avLst/>
          </a:prstGeom>
          <a:noFill/>
        </p:spPr>
        <p:txBody>
          <a:bodyPr wrap="square" rtlCol="0">
            <a:spAutoFit/>
          </a:bodyPr>
          <a:lstStyle/>
          <a:p>
            <a:r>
              <a:rPr lang="en-GB" sz="2800" dirty="0">
                <a:solidFill>
                  <a:srgbClr val="00B0F0"/>
                </a:solidFill>
                <a:latin typeface="Segoe Print" panose="02000600000000000000" pitchFamily="2" charset="0"/>
              </a:rPr>
              <a:t>2</a:t>
            </a:r>
          </a:p>
        </p:txBody>
      </p:sp>
      <p:sp>
        <p:nvSpPr>
          <p:cNvPr id="15" name="TextBox 14">
            <a:extLst>
              <a:ext uri="{FF2B5EF4-FFF2-40B4-BE49-F238E27FC236}">
                <a16:creationId xmlns:a16="http://schemas.microsoft.com/office/drawing/2014/main" id="{A61B3951-C08E-4958-A294-86FEA4B77D7F}"/>
              </a:ext>
            </a:extLst>
          </p:cNvPr>
          <p:cNvSpPr txBox="1"/>
          <p:nvPr/>
        </p:nvSpPr>
        <p:spPr>
          <a:xfrm>
            <a:off x="8517802" y="2772060"/>
            <a:ext cx="402812" cy="523220"/>
          </a:xfrm>
          <a:prstGeom prst="rect">
            <a:avLst/>
          </a:prstGeom>
          <a:noFill/>
        </p:spPr>
        <p:txBody>
          <a:bodyPr wrap="square" rtlCol="0">
            <a:spAutoFit/>
          </a:bodyPr>
          <a:lstStyle/>
          <a:p>
            <a:r>
              <a:rPr lang="en-GB" sz="2800" dirty="0">
                <a:solidFill>
                  <a:srgbClr val="00B0F0"/>
                </a:solidFill>
                <a:latin typeface="Segoe Print" panose="02000600000000000000" pitchFamily="2" charset="0"/>
              </a:rPr>
              <a:t>3</a:t>
            </a:r>
          </a:p>
        </p:txBody>
      </p:sp>
      <p:sp>
        <p:nvSpPr>
          <p:cNvPr id="12" name="Rectangle d">
            <a:extLst>
              <a:ext uri="{FF2B5EF4-FFF2-40B4-BE49-F238E27FC236}">
                <a16:creationId xmlns:a16="http://schemas.microsoft.com/office/drawing/2014/main" id="{97AB7118-918D-4A18-AEEF-230776DEFA1A}"/>
              </a:ext>
            </a:extLst>
          </p:cNvPr>
          <p:cNvSpPr/>
          <p:nvPr/>
        </p:nvSpPr>
        <p:spPr>
          <a:xfrm>
            <a:off x="8459519" y="4797973"/>
            <a:ext cx="519379" cy="52322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c">
            <a:extLst>
              <a:ext uri="{FF2B5EF4-FFF2-40B4-BE49-F238E27FC236}">
                <a16:creationId xmlns:a16="http://schemas.microsoft.com/office/drawing/2014/main" id="{A8DF8B27-096E-4248-B803-68058D8984F6}"/>
              </a:ext>
            </a:extLst>
          </p:cNvPr>
          <p:cNvSpPr/>
          <p:nvPr/>
        </p:nvSpPr>
        <p:spPr>
          <a:xfrm>
            <a:off x="8459519" y="4109542"/>
            <a:ext cx="519379" cy="52322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b">
            <a:extLst>
              <a:ext uri="{FF2B5EF4-FFF2-40B4-BE49-F238E27FC236}">
                <a16:creationId xmlns:a16="http://schemas.microsoft.com/office/drawing/2014/main" id="{BA8BA844-2BE3-422A-B71D-FEB7DA278210}"/>
              </a:ext>
            </a:extLst>
          </p:cNvPr>
          <p:cNvSpPr/>
          <p:nvPr/>
        </p:nvSpPr>
        <p:spPr>
          <a:xfrm>
            <a:off x="8459519" y="3421111"/>
            <a:ext cx="519379" cy="52322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a">
            <a:extLst>
              <a:ext uri="{FF2B5EF4-FFF2-40B4-BE49-F238E27FC236}">
                <a16:creationId xmlns:a16="http://schemas.microsoft.com/office/drawing/2014/main" id="{2A687566-EBA5-4EA1-8148-2750E8A13CF8}"/>
              </a:ext>
            </a:extLst>
          </p:cNvPr>
          <p:cNvSpPr/>
          <p:nvPr/>
        </p:nvSpPr>
        <p:spPr>
          <a:xfrm>
            <a:off x="8459519" y="2729323"/>
            <a:ext cx="519379" cy="52322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3564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3" grpId="0"/>
      <p:bldP spid="1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B59EA7-0817-4FC4-AB02-73F8DD61A6ED}"/>
              </a:ext>
            </a:extLst>
          </p:cNvPr>
          <p:cNvSpPr txBox="1"/>
          <p:nvPr/>
        </p:nvSpPr>
        <p:spPr>
          <a:xfrm>
            <a:off x="1019174" y="250139"/>
            <a:ext cx="10829925" cy="1200329"/>
          </a:xfrm>
          <a:prstGeom prst="rect">
            <a:avLst/>
          </a:prstGeom>
          <a:noFill/>
        </p:spPr>
        <p:txBody>
          <a:bodyPr wrap="square" rtlCol="0">
            <a:spAutoFit/>
          </a:bodyPr>
          <a:lstStyle/>
          <a:p>
            <a:r>
              <a:rPr lang="en-GB" sz="2400" b="1" dirty="0"/>
              <a:t>Guide to planning</a:t>
            </a:r>
          </a:p>
          <a:p>
            <a:r>
              <a:rPr lang="en-GB" sz="2400" dirty="0"/>
              <a:t>Below is a general outline of a plan for a film review with questions to guide you. Your actual plan will need content and sequence and will need to answer these questions.</a:t>
            </a:r>
          </a:p>
        </p:txBody>
      </p:sp>
      <mc:AlternateContent xmlns:mc="http://schemas.openxmlformats.org/markup-compatibility/2006">
        <mc:Choice xmlns:pslz="http://schemas.microsoft.com/office/powerpoint/2016/slidezoom" Requires="pslz">
          <p:graphicFrame>
            <p:nvGraphicFramePr>
              <p:cNvPr id="3" name="Slide Zoom 2">
                <a:extLst>
                  <a:ext uri="{FF2B5EF4-FFF2-40B4-BE49-F238E27FC236}">
                    <a16:creationId xmlns:a16="http://schemas.microsoft.com/office/drawing/2014/main" id="{6E14FDEC-11E5-9CE1-67CE-5A9F377DC404}"/>
                  </a:ext>
                </a:extLst>
              </p:cNvPr>
              <p:cNvGraphicFramePr>
                <a:graphicFrameLocks noChangeAspect="1"/>
              </p:cNvGraphicFramePr>
              <p:nvPr>
                <p:extLst>
                  <p:ext uri="{D42A27DB-BD31-4B8C-83A1-F6EECF244321}">
                    <p14:modId xmlns:p14="http://schemas.microsoft.com/office/powerpoint/2010/main" val="2077914197"/>
                  </p:ext>
                </p:extLst>
              </p:nvPr>
            </p:nvGraphicFramePr>
            <p:xfrm>
              <a:off x="1187116" y="1615109"/>
              <a:ext cx="3048000" cy="1714500"/>
            </p:xfrm>
            <a:graphic>
              <a:graphicData uri="http://schemas.microsoft.com/office/powerpoint/2016/slidezoom">
                <pslz:sldZm>
                  <pslz:sldZmObj sldId="279" cId="1202758197">
                    <pslz:zmPr id="{CC187FF6-0664-40DE-87AC-5AD7E777569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3" name="Slide Zoom 2">
                <a:extLst>
                  <a:ext uri="{FF2B5EF4-FFF2-40B4-BE49-F238E27FC236}">
                    <a16:creationId xmlns:a16="http://schemas.microsoft.com/office/drawing/2014/main" id="{6E14FDEC-11E5-9CE1-67CE-5A9F377DC404}"/>
                  </a:ext>
                </a:extLst>
              </p:cNvPr>
              <p:cNvPicPr>
                <a:picLocks noGrp="1" noRot="1" noChangeAspect="1" noMove="1" noResize="1" noEditPoints="1" noAdjustHandles="1" noChangeArrowheads="1" noChangeShapeType="1"/>
              </p:cNvPicPr>
              <p:nvPr/>
            </p:nvPicPr>
            <p:blipFill>
              <a:blip r:embed="rId3"/>
              <a:stretch>
                <a:fillRect/>
              </a:stretch>
            </p:blipFill>
            <p:spPr>
              <a:xfrm>
                <a:off x="1187116" y="1615109"/>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7" name="Slide Zoom 6">
                <a:extLst>
                  <a:ext uri="{FF2B5EF4-FFF2-40B4-BE49-F238E27FC236}">
                    <a16:creationId xmlns:a16="http://schemas.microsoft.com/office/drawing/2014/main" id="{04886195-55EF-A0D9-43E9-2DAA4B09CCCB}"/>
                  </a:ext>
                </a:extLst>
              </p:cNvPr>
              <p:cNvGraphicFramePr>
                <a:graphicFrameLocks noChangeAspect="1"/>
              </p:cNvGraphicFramePr>
              <p:nvPr>
                <p:extLst>
                  <p:ext uri="{D42A27DB-BD31-4B8C-83A1-F6EECF244321}">
                    <p14:modId xmlns:p14="http://schemas.microsoft.com/office/powerpoint/2010/main" val="701512123"/>
                  </p:ext>
                </p:extLst>
              </p:nvPr>
            </p:nvGraphicFramePr>
            <p:xfrm>
              <a:off x="4573252" y="1601745"/>
              <a:ext cx="3048000" cy="1714500"/>
            </p:xfrm>
            <a:graphic>
              <a:graphicData uri="http://schemas.microsoft.com/office/powerpoint/2016/slidezoom">
                <pslz:sldZm>
                  <pslz:sldZmObj sldId="278" cId="1444414136">
                    <pslz:zmPr id="{608E17ED-9178-4171-B8BB-EC14DD320F0A}" transitionDur="1000">
                      <p166:blipFill xmlns:p166="http://schemas.microsoft.com/office/powerpoint/2016/6/main">
                        <a:blip r:embed="rId4"/>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7" name="Slide Zoom 6">
                <a:extLst>
                  <a:ext uri="{FF2B5EF4-FFF2-40B4-BE49-F238E27FC236}">
                    <a16:creationId xmlns:a16="http://schemas.microsoft.com/office/drawing/2014/main" id="{04886195-55EF-A0D9-43E9-2DAA4B09CCCB}"/>
                  </a:ext>
                </a:extLst>
              </p:cNvPr>
              <p:cNvPicPr>
                <a:picLocks noGrp="1" noRot="1" noChangeAspect="1" noMove="1" noResize="1" noEditPoints="1" noAdjustHandles="1" noChangeArrowheads="1" noChangeShapeType="1"/>
              </p:cNvPicPr>
              <p:nvPr/>
            </p:nvPicPr>
            <p:blipFill>
              <a:blip r:embed="rId4"/>
              <a:stretch>
                <a:fillRect/>
              </a:stretch>
            </p:blipFill>
            <p:spPr>
              <a:xfrm>
                <a:off x="4573252" y="1601745"/>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1" name="Slide Zoom 10">
                <a:extLst>
                  <a:ext uri="{FF2B5EF4-FFF2-40B4-BE49-F238E27FC236}">
                    <a16:creationId xmlns:a16="http://schemas.microsoft.com/office/drawing/2014/main" id="{EE8E9194-2074-BC51-C7D9-CFE27383A260}"/>
                  </a:ext>
                </a:extLst>
              </p:cNvPr>
              <p:cNvGraphicFramePr>
                <a:graphicFrameLocks noChangeAspect="1"/>
              </p:cNvGraphicFramePr>
              <p:nvPr>
                <p:extLst>
                  <p:ext uri="{D42A27DB-BD31-4B8C-83A1-F6EECF244321}">
                    <p14:modId xmlns:p14="http://schemas.microsoft.com/office/powerpoint/2010/main" val="2578149733"/>
                  </p:ext>
                </p:extLst>
              </p:nvPr>
            </p:nvGraphicFramePr>
            <p:xfrm>
              <a:off x="1187116" y="3329609"/>
              <a:ext cx="3048000" cy="1714500"/>
            </p:xfrm>
            <a:graphic>
              <a:graphicData uri="http://schemas.microsoft.com/office/powerpoint/2016/slidezoom">
                <pslz:sldZm>
                  <pslz:sldZmObj sldId="277" cId="4059826204">
                    <pslz:zmPr id="{F2412A49-CFE8-448C-ADFC-F943562A8ADD}"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1" name="Slide Zoom 10">
                <a:extLst>
                  <a:ext uri="{FF2B5EF4-FFF2-40B4-BE49-F238E27FC236}">
                    <a16:creationId xmlns:a16="http://schemas.microsoft.com/office/drawing/2014/main" id="{EE8E9194-2074-BC51-C7D9-CFE27383A260}"/>
                  </a:ext>
                </a:extLst>
              </p:cNvPr>
              <p:cNvPicPr>
                <a:picLocks noGrp="1" noRot="1" noChangeAspect="1" noMove="1" noResize="1" noEditPoints="1" noAdjustHandles="1" noChangeArrowheads="1" noChangeShapeType="1"/>
              </p:cNvPicPr>
              <p:nvPr/>
            </p:nvPicPr>
            <p:blipFill>
              <a:blip r:embed="rId5"/>
              <a:stretch>
                <a:fillRect/>
              </a:stretch>
            </p:blipFill>
            <p:spPr>
              <a:xfrm>
                <a:off x="1187116" y="3329609"/>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5" name="Slide Zoom 14">
                <a:extLst>
                  <a:ext uri="{FF2B5EF4-FFF2-40B4-BE49-F238E27FC236}">
                    <a16:creationId xmlns:a16="http://schemas.microsoft.com/office/drawing/2014/main" id="{9B565094-3C5C-46EB-FDE0-5AC40D484874}"/>
                  </a:ext>
                </a:extLst>
              </p:cNvPr>
              <p:cNvGraphicFramePr>
                <a:graphicFrameLocks noChangeAspect="1"/>
              </p:cNvGraphicFramePr>
              <p:nvPr>
                <p:extLst>
                  <p:ext uri="{D42A27DB-BD31-4B8C-83A1-F6EECF244321}">
                    <p14:modId xmlns:p14="http://schemas.microsoft.com/office/powerpoint/2010/main" val="1774462122"/>
                  </p:ext>
                </p:extLst>
              </p:nvPr>
            </p:nvGraphicFramePr>
            <p:xfrm>
              <a:off x="4573252" y="3329609"/>
              <a:ext cx="3048000" cy="1714500"/>
            </p:xfrm>
            <a:graphic>
              <a:graphicData uri="http://schemas.microsoft.com/office/powerpoint/2016/slidezoom">
                <pslz:sldZm>
                  <pslz:sldZmObj sldId="276" cId="4055410546">
                    <pslz:zmPr id="{0091C864-A89B-4FA9-86EC-175B19C2FF85}" transitionDur="100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5" name="Slide Zoom 14">
                <a:extLst>
                  <a:ext uri="{FF2B5EF4-FFF2-40B4-BE49-F238E27FC236}">
                    <a16:creationId xmlns:a16="http://schemas.microsoft.com/office/drawing/2014/main" id="{9B565094-3C5C-46EB-FDE0-5AC40D484874}"/>
                  </a:ext>
                </a:extLst>
              </p:cNvPr>
              <p:cNvPicPr>
                <a:picLocks noGrp="1" noRot="1" noChangeAspect="1" noMove="1" noResize="1" noEditPoints="1" noAdjustHandles="1" noChangeArrowheads="1" noChangeShapeType="1"/>
              </p:cNvPicPr>
              <p:nvPr/>
            </p:nvPicPr>
            <p:blipFill>
              <a:blip r:embed="rId6"/>
              <a:stretch>
                <a:fillRect/>
              </a:stretch>
            </p:blipFill>
            <p:spPr>
              <a:xfrm>
                <a:off x="4573252" y="3329609"/>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9" name="Slide Zoom 18">
                <a:extLst>
                  <a:ext uri="{FF2B5EF4-FFF2-40B4-BE49-F238E27FC236}">
                    <a16:creationId xmlns:a16="http://schemas.microsoft.com/office/drawing/2014/main" id="{60FF4425-FDEC-D46B-7A94-476F89BF7D38}"/>
                  </a:ext>
                </a:extLst>
              </p:cNvPr>
              <p:cNvGraphicFramePr>
                <a:graphicFrameLocks noChangeAspect="1"/>
              </p:cNvGraphicFramePr>
              <p:nvPr>
                <p:extLst>
                  <p:ext uri="{D42A27DB-BD31-4B8C-83A1-F6EECF244321}">
                    <p14:modId xmlns:p14="http://schemas.microsoft.com/office/powerpoint/2010/main" val="4204066921"/>
                  </p:ext>
                </p:extLst>
              </p:nvPr>
            </p:nvGraphicFramePr>
            <p:xfrm>
              <a:off x="1187116" y="5093238"/>
              <a:ext cx="3048000" cy="1714500"/>
            </p:xfrm>
            <a:graphic>
              <a:graphicData uri="http://schemas.microsoft.com/office/powerpoint/2016/slidezoom">
                <pslz:sldZm>
                  <pslz:sldZmObj sldId="275" cId="3705779899">
                    <pslz:zmPr id="{B22EA653-EF32-40FE-B8CB-FE487AC7FD58}" transitionDur="1000">
                      <p166:blipFill xmlns:p166="http://schemas.microsoft.com/office/powerpoint/2016/6/main">
                        <a:blip r:embed="rId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9" name="Slide Zoom 18">
                <a:extLst>
                  <a:ext uri="{FF2B5EF4-FFF2-40B4-BE49-F238E27FC236}">
                    <a16:creationId xmlns:a16="http://schemas.microsoft.com/office/drawing/2014/main" id="{60FF4425-FDEC-D46B-7A94-476F89BF7D38}"/>
                  </a:ext>
                </a:extLst>
              </p:cNvPr>
              <p:cNvPicPr>
                <a:picLocks noGrp="1" noRot="1" noChangeAspect="1" noMove="1" noResize="1" noEditPoints="1" noAdjustHandles="1" noChangeArrowheads="1" noChangeShapeType="1"/>
              </p:cNvPicPr>
              <p:nvPr/>
            </p:nvPicPr>
            <p:blipFill>
              <a:blip r:embed="rId7"/>
              <a:stretch>
                <a:fillRect/>
              </a:stretch>
            </p:blipFill>
            <p:spPr>
              <a:xfrm>
                <a:off x="1187116" y="5093238"/>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1" name="Slide Zoom 20">
                <a:extLst>
                  <a:ext uri="{FF2B5EF4-FFF2-40B4-BE49-F238E27FC236}">
                    <a16:creationId xmlns:a16="http://schemas.microsoft.com/office/drawing/2014/main" id="{14B6C16D-0AFE-BBB0-6C37-FD472D51F284}"/>
                  </a:ext>
                </a:extLst>
              </p:cNvPr>
              <p:cNvGraphicFramePr>
                <a:graphicFrameLocks noChangeAspect="1"/>
              </p:cNvGraphicFramePr>
              <p:nvPr>
                <p:extLst>
                  <p:ext uri="{D42A27DB-BD31-4B8C-83A1-F6EECF244321}">
                    <p14:modId xmlns:p14="http://schemas.microsoft.com/office/powerpoint/2010/main" val="2203609401"/>
                  </p:ext>
                </p:extLst>
              </p:nvPr>
            </p:nvGraphicFramePr>
            <p:xfrm>
              <a:off x="4573252" y="5143500"/>
              <a:ext cx="3048000" cy="1714500"/>
            </p:xfrm>
            <a:graphic>
              <a:graphicData uri="http://schemas.microsoft.com/office/powerpoint/2016/slidezoom">
                <pslz:sldZm>
                  <pslz:sldZmObj sldId="274" cId="3219241732">
                    <pslz:zmPr id="{44CBDDD9-6D24-4094-8668-406D3B4DAE2C}" transitionDur="1000">
                      <p166:blipFill xmlns:p166="http://schemas.microsoft.com/office/powerpoint/2016/6/main">
                        <a:blip r:embed="rId8"/>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21" name="Slide Zoom 20">
                <a:extLst>
                  <a:ext uri="{FF2B5EF4-FFF2-40B4-BE49-F238E27FC236}">
                    <a16:creationId xmlns:a16="http://schemas.microsoft.com/office/drawing/2014/main" id="{14B6C16D-0AFE-BBB0-6C37-FD472D51F284}"/>
                  </a:ext>
                </a:extLst>
              </p:cNvPr>
              <p:cNvPicPr>
                <a:picLocks noGrp="1" noRot="1" noChangeAspect="1" noMove="1" noResize="1" noEditPoints="1" noAdjustHandles="1" noChangeArrowheads="1" noChangeShapeType="1"/>
              </p:cNvPicPr>
              <p:nvPr/>
            </p:nvPicPr>
            <p:blipFill>
              <a:blip r:embed="rId8"/>
              <a:stretch>
                <a:fillRect/>
              </a:stretch>
            </p:blipFill>
            <p:spPr>
              <a:xfrm>
                <a:off x="4573252" y="5143500"/>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3728706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0DADAB-C81A-40F0-939F-6DEF70E14A87}"/>
              </a:ext>
            </a:extLst>
          </p:cNvPr>
          <p:cNvPicPr>
            <a:picLocks noChangeAspect="1"/>
          </p:cNvPicPr>
          <p:nvPr/>
        </p:nvPicPr>
        <p:blipFill>
          <a:blip r:embed="rId2"/>
          <a:stretch>
            <a:fillRect/>
          </a:stretch>
        </p:blipFill>
        <p:spPr>
          <a:xfrm>
            <a:off x="-93735" y="-244957"/>
            <a:ext cx="12379468" cy="7347913"/>
          </a:xfrm>
          <a:prstGeom prst="rect">
            <a:avLst/>
          </a:prstGeom>
        </p:spPr>
      </p:pic>
    </p:spTree>
    <p:extLst>
      <p:ext uri="{BB962C8B-B14F-4D97-AF65-F5344CB8AC3E}">
        <p14:creationId xmlns:p14="http://schemas.microsoft.com/office/powerpoint/2010/main" val="1202758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1A9DDA-F6AB-47BB-91F7-95CDFD8034AE}"/>
              </a:ext>
            </a:extLst>
          </p:cNvPr>
          <p:cNvPicPr>
            <a:picLocks noChangeAspect="1"/>
          </p:cNvPicPr>
          <p:nvPr/>
        </p:nvPicPr>
        <p:blipFill>
          <a:blip r:embed="rId2"/>
          <a:stretch>
            <a:fillRect/>
          </a:stretch>
        </p:blipFill>
        <p:spPr>
          <a:xfrm>
            <a:off x="1" y="-15551"/>
            <a:ext cx="12192000" cy="6889103"/>
          </a:xfrm>
          <a:prstGeom prst="rect">
            <a:avLst/>
          </a:prstGeom>
        </p:spPr>
      </p:pic>
    </p:spTree>
    <p:extLst>
      <p:ext uri="{BB962C8B-B14F-4D97-AF65-F5344CB8AC3E}">
        <p14:creationId xmlns:p14="http://schemas.microsoft.com/office/powerpoint/2010/main" val="1444414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gradFill flip="none" rotWithShape="1">
          <a:gsLst>
            <a:gs pos="0">
              <a:schemeClr val="accent1">
                <a:lumMod val="5000"/>
                <a:lumOff val="95000"/>
              </a:schemeClr>
            </a:gs>
            <a:gs pos="47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5FEDDE-D945-41C6-AB18-4F1605C6CA09}"/>
              </a:ext>
            </a:extLst>
          </p:cNvPr>
          <p:cNvPicPr>
            <a:picLocks noChangeAspect="1"/>
          </p:cNvPicPr>
          <p:nvPr/>
        </p:nvPicPr>
        <p:blipFill>
          <a:blip r:embed="rId2"/>
          <a:stretch>
            <a:fillRect/>
          </a:stretch>
        </p:blipFill>
        <p:spPr>
          <a:xfrm>
            <a:off x="3970" y="967902"/>
            <a:ext cx="12188030" cy="4677745"/>
          </a:xfrm>
          <a:prstGeom prst="rect">
            <a:avLst/>
          </a:prstGeom>
        </p:spPr>
      </p:pic>
    </p:spTree>
    <p:extLst>
      <p:ext uri="{BB962C8B-B14F-4D97-AF65-F5344CB8AC3E}">
        <p14:creationId xmlns:p14="http://schemas.microsoft.com/office/powerpoint/2010/main" val="4059826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E664DD-C1D6-451F-8122-1EED69774619}"/>
              </a:ext>
            </a:extLst>
          </p:cNvPr>
          <p:cNvPicPr>
            <a:picLocks noChangeAspect="1"/>
          </p:cNvPicPr>
          <p:nvPr/>
        </p:nvPicPr>
        <p:blipFill>
          <a:blip r:embed="rId3"/>
          <a:stretch>
            <a:fillRect/>
          </a:stretch>
        </p:blipFill>
        <p:spPr>
          <a:xfrm>
            <a:off x="553775" y="1199048"/>
            <a:ext cx="11082807" cy="4102705"/>
          </a:xfrm>
          <a:prstGeom prst="rect">
            <a:avLst/>
          </a:prstGeom>
        </p:spPr>
      </p:pic>
    </p:spTree>
    <p:extLst>
      <p:ext uri="{BB962C8B-B14F-4D97-AF65-F5344CB8AC3E}">
        <p14:creationId xmlns:p14="http://schemas.microsoft.com/office/powerpoint/2010/main" val="4055410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gradFill flip="none" rotWithShape="1">
          <a:gsLst>
            <a:gs pos="0">
              <a:schemeClr val="accent1">
                <a:lumMod val="5000"/>
                <a:lumOff val="95000"/>
              </a:schemeClr>
            </a:gs>
            <a:gs pos="47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114F55-798A-4AEE-9954-46A03E58F019}"/>
              </a:ext>
            </a:extLst>
          </p:cNvPr>
          <p:cNvPicPr>
            <a:picLocks noChangeAspect="1"/>
          </p:cNvPicPr>
          <p:nvPr/>
        </p:nvPicPr>
        <p:blipFill>
          <a:blip r:embed="rId2"/>
          <a:stretch>
            <a:fillRect/>
          </a:stretch>
        </p:blipFill>
        <p:spPr>
          <a:xfrm>
            <a:off x="-12531" y="1928191"/>
            <a:ext cx="12225273" cy="2804718"/>
          </a:xfrm>
          <a:prstGeom prst="rect">
            <a:avLst/>
          </a:prstGeom>
        </p:spPr>
      </p:pic>
    </p:spTree>
    <p:extLst>
      <p:ext uri="{BB962C8B-B14F-4D97-AF65-F5344CB8AC3E}">
        <p14:creationId xmlns:p14="http://schemas.microsoft.com/office/powerpoint/2010/main" val="3705779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478E1-7B41-4B5A-B641-F24611DB17A6}"/>
              </a:ext>
            </a:extLst>
          </p:cNvPr>
          <p:cNvPicPr>
            <a:picLocks noChangeAspect="1"/>
          </p:cNvPicPr>
          <p:nvPr/>
        </p:nvPicPr>
        <p:blipFill>
          <a:blip r:embed="rId3"/>
          <a:stretch>
            <a:fillRect/>
          </a:stretch>
        </p:blipFill>
        <p:spPr>
          <a:xfrm>
            <a:off x="1954171" y="2194120"/>
            <a:ext cx="8283659" cy="2469759"/>
          </a:xfrm>
          <a:prstGeom prst="rect">
            <a:avLst/>
          </a:prstGeom>
        </p:spPr>
      </p:pic>
    </p:spTree>
    <p:extLst>
      <p:ext uri="{BB962C8B-B14F-4D97-AF65-F5344CB8AC3E}">
        <p14:creationId xmlns:p14="http://schemas.microsoft.com/office/powerpoint/2010/main" val="3219241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ADAAB4-1D63-479F-9283-C503699CFEFE}"/>
              </a:ext>
            </a:extLst>
          </p:cNvPr>
          <p:cNvPicPr>
            <a:picLocks noChangeAspect="1"/>
          </p:cNvPicPr>
          <p:nvPr/>
        </p:nvPicPr>
        <p:blipFill>
          <a:blip r:embed="rId2"/>
          <a:stretch>
            <a:fillRect/>
          </a:stretch>
        </p:blipFill>
        <p:spPr>
          <a:xfrm>
            <a:off x="77857" y="1621"/>
            <a:ext cx="11658600" cy="866775"/>
          </a:xfrm>
          <a:prstGeom prst="rect">
            <a:avLst/>
          </a:prstGeom>
        </p:spPr>
      </p:pic>
      <p:pic>
        <p:nvPicPr>
          <p:cNvPr id="5" name="Picture 4">
            <a:extLst>
              <a:ext uri="{FF2B5EF4-FFF2-40B4-BE49-F238E27FC236}">
                <a16:creationId xmlns:a16="http://schemas.microsoft.com/office/drawing/2014/main" id="{03F789E3-E007-4FE0-91D7-29A37E2E09F4}"/>
              </a:ext>
            </a:extLst>
          </p:cNvPr>
          <p:cNvPicPr>
            <a:picLocks noChangeAspect="1"/>
          </p:cNvPicPr>
          <p:nvPr/>
        </p:nvPicPr>
        <p:blipFill>
          <a:blip r:embed="rId3"/>
          <a:stretch>
            <a:fillRect/>
          </a:stretch>
        </p:blipFill>
        <p:spPr>
          <a:xfrm>
            <a:off x="77857" y="724622"/>
            <a:ext cx="10406333" cy="528189"/>
          </a:xfrm>
          <a:prstGeom prst="rect">
            <a:avLst/>
          </a:prstGeom>
        </p:spPr>
      </p:pic>
      <p:pic>
        <p:nvPicPr>
          <p:cNvPr id="7" name="Picture 6">
            <a:extLst>
              <a:ext uri="{FF2B5EF4-FFF2-40B4-BE49-F238E27FC236}">
                <a16:creationId xmlns:a16="http://schemas.microsoft.com/office/drawing/2014/main" id="{9E52314B-4B41-474F-BD13-D3FF74DB2B98}"/>
              </a:ext>
            </a:extLst>
          </p:cNvPr>
          <p:cNvPicPr>
            <a:picLocks noChangeAspect="1"/>
          </p:cNvPicPr>
          <p:nvPr/>
        </p:nvPicPr>
        <p:blipFill>
          <a:blip r:embed="rId4"/>
          <a:stretch>
            <a:fillRect/>
          </a:stretch>
        </p:blipFill>
        <p:spPr>
          <a:xfrm>
            <a:off x="77857" y="1180924"/>
            <a:ext cx="8987708" cy="504107"/>
          </a:xfrm>
          <a:prstGeom prst="rect">
            <a:avLst/>
          </a:prstGeom>
        </p:spPr>
      </p:pic>
      <p:pic>
        <p:nvPicPr>
          <p:cNvPr id="9" name="Picture 8">
            <a:extLst>
              <a:ext uri="{FF2B5EF4-FFF2-40B4-BE49-F238E27FC236}">
                <a16:creationId xmlns:a16="http://schemas.microsoft.com/office/drawing/2014/main" id="{EAF925C1-3CA3-4849-BE46-FF3502645053}"/>
              </a:ext>
            </a:extLst>
          </p:cNvPr>
          <p:cNvPicPr>
            <a:picLocks noChangeAspect="1"/>
          </p:cNvPicPr>
          <p:nvPr/>
        </p:nvPicPr>
        <p:blipFill>
          <a:blip r:embed="rId5"/>
          <a:stretch>
            <a:fillRect/>
          </a:stretch>
        </p:blipFill>
        <p:spPr>
          <a:xfrm>
            <a:off x="77857" y="1709112"/>
            <a:ext cx="2386723" cy="2078786"/>
          </a:xfrm>
          <a:prstGeom prst="rect">
            <a:avLst/>
          </a:prstGeom>
        </p:spPr>
      </p:pic>
      <p:grpSp>
        <p:nvGrpSpPr>
          <p:cNvPr id="26" name="Group 25">
            <a:extLst>
              <a:ext uri="{FF2B5EF4-FFF2-40B4-BE49-F238E27FC236}">
                <a16:creationId xmlns:a16="http://schemas.microsoft.com/office/drawing/2014/main" id="{B1EAF3FA-AFF8-4933-B978-2C90794A4478}"/>
              </a:ext>
            </a:extLst>
          </p:cNvPr>
          <p:cNvGrpSpPr/>
          <p:nvPr/>
        </p:nvGrpSpPr>
        <p:grpSpPr>
          <a:xfrm>
            <a:off x="8078786" y="3787898"/>
            <a:ext cx="2993281" cy="1808036"/>
            <a:chOff x="8078786" y="3787898"/>
            <a:chExt cx="2993281" cy="1808036"/>
          </a:xfrm>
        </p:grpSpPr>
        <p:sp>
          <p:nvSpPr>
            <p:cNvPr id="6" name="Rectangle 1">
              <a:extLst>
                <a:ext uri="{FF2B5EF4-FFF2-40B4-BE49-F238E27FC236}">
                  <a16:creationId xmlns:a16="http://schemas.microsoft.com/office/drawing/2014/main" id="{65C6FCF5-ABA3-43CD-A462-29F7E0CA29AA}"/>
                </a:ext>
              </a:extLst>
            </p:cNvPr>
            <p:cNvSpPr>
              <a:spLocks noChangeArrowheads="1"/>
            </p:cNvSpPr>
            <p:nvPr/>
          </p:nvSpPr>
          <p:spPr bwMode="auto">
            <a:xfrm>
              <a:off x="8377960" y="3964718"/>
              <a:ext cx="269410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 relative clauses introduced by relative pronouns (</a:t>
              </a:r>
              <a:r>
                <a:rPr kumimoji="0" lang="en-US" altLang="en-US" sz="20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who, which, etc.</a:t>
              </a: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and adverbs (</a:t>
              </a:r>
              <a:r>
                <a:rPr kumimoji="0" lang="en-US" altLang="en-US" sz="20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where, </a:t>
              </a:r>
              <a:r>
                <a:rPr kumimoji="0" lang="en-US" alt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when) for time.</a:t>
              </a: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F5678A14-1315-4116-A3C1-8375F2AC5A10}"/>
                </a:ext>
              </a:extLst>
            </p:cNvPr>
            <p:cNvSpPr txBox="1"/>
            <p:nvPr/>
          </p:nvSpPr>
          <p:spPr>
            <a:xfrm>
              <a:off x="8078786" y="3787898"/>
              <a:ext cx="487211" cy="707886"/>
            </a:xfrm>
            <a:prstGeom prst="rect">
              <a:avLst/>
            </a:prstGeom>
            <a:noFill/>
          </p:spPr>
          <p:txBody>
            <a:bodyPr wrap="square" rtlCol="0">
              <a:spAutoFit/>
            </a:bodyPr>
            <a:lstStyle/>
            <a:p>
              <a:r>
                <a:rPr lang="en-GB" sz="4000">
                  <a:solidFill>
                    <a:srgbClr val="C693C1"/>
                  </a:solidFill>
                </a:rPr>
                <a:t>•</a:t>
              </a:r>
            </a:p>
          </p:txBody>
        </p:sp>
      </p:grpSp>
      <p:grpSp>
        <p:nvGrpSpPr>
          <p:cNvPr id="20" name="Group 19">
            <a:extLst>
              <a:ext uri="{FF2B5EF4-FFF2-40B4-BE49-F238E27FC236}">
                <a16:creationId xmlns:a16="http://schemas.microsoft.com/office/drawing/2014/main" id="{0EBDF8DF-BDB4-41BD-92D9-B2903C14A959}"/>
              </a:ext>
            </a:extLst>
          </p:cNvPr>
          <p:cNvGrpSpPr/>
          <p:nvPr/>
        </p:nvGrpSpPr>
        <p:grpSpPr>
          <a:xfrm>
            <a:off x="8078787" y="1709112"/>
            <a:ext cx="3374784" cy="2085258"/>
            <a:chOff x="8078787" y="1709112"/>
            <a:chExt cx="3374784" cy="2085258"/>
          </a:xfrm>
        </p:grpSpPr>
        <p:sp>
          <p:nvSpPr>
            <p:cNvPr id="22" name="Rectangle 1">
              <a:extLst>
                <a:ext uri="{FF2B5EF4-FFF2-40B4-BE49-F238E27FC236}">
                  <a16:creationId xmlns:a16="http://schemas.microsoft.com/office/drawing/2014/main" id="{932FE1D4-E9F3-40A9-BB34-BE1238CAF2C8}"/>
                </a:ext>
              </a:extLst>
            </p:cNvPr>
            <p:cNvSpPr>
              <a:spLocks noChangeArrowheads="1"/>
            </p:cNvSpPr>
            <p:nvPr/>
          </p:nvSpPr>
          <p:spPr bwMode="auto">
            <a:xfrm>
              <a:off x="8377960" y="1855378"/>
              <a:ext cx="307561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 the Present Simple when writing a film review. Note that when you are expressing your opinion about the film, you can also use the Past Simple. </a:t>
              </a:r>
            </a:p>
          </p:txBody>
        </p:sp>
        <p:sp>
          <p:nvSpPr>
            <p:cNvPr id="25" name="TextBox 24">
              <a:extLst>
                <a:ext uri="{FF2B5EF4-FFF2-40B4-BE49-F238E27FC236}">
                  <a16:creationId xmlns:a16="http://schemas.microsoft.com/office/drawing/2014/main" id="{99FC17E5-58E9-49DA-94F1-4EFD0E9579AB}"/>
                </a:ext>
              </a:extLst>
            </p:cNvPr>
            <p:cNvSpPr txBox="1"/>
            <p:nvPr/>
          </p:nvSpPr>
          <p:spPr>
            <a:xfrm>
              <a:off x="8078787" y="1709112"/>
              <a:ext cx="487211" cy="707886"/>
            </a:xfrm>
            <a:prstGeom prst="rect">
              <a:avLst/>
            </a:prstGeom>
            <a:noFill/>
          </p:spPr>
          <p:txBody>
            <a:bodyPr wrap="square" rtlCol="0">
              <a:spAutoFit/>
            </a:bodyPr>
            <a:lstStyle/>
            <a:p>
              <a:r>
                <a:rPr lang="en-GB" sz="4000">
                  <a:solidFill>
                    <a:srgbClr val="C693C1"/>
                  </a:solidFill>
                </a:rPr>
                <a:t>•</a:t>
              </a:r>
            </a:p>
          </p:txBody>
        </p:sp>
      </p:grpSp>
      <p:pic>
        <p:nvPicPr>
          <p:cNvPr id="27" name="Picture 26">
            <a:extLst>
              <a:ext uri="{FF2B5EF4-FFF2-40B4-BE49-F238E27FC236}">
                <a16:creationId xmlns:a16="http://schemas.microsoft.com/office/drawing/2014/main" id="{5EBD273C-F941-4DBC-B8D2-02F8907FC691}"/>
              </a:ext>
            </a:extLst>
          </p:cNvPr>
          <p:cNvPicPr>
            <a:picLocks noChangeAspect="1"/>
          </p:cNvPicPr>
          <p:nvPr/>
        </p:nvPicPr>
        <p:blipFill>
          <a:blip r:embed="rId6"/>
          <a:stretch>
            <a:fillRect/>
          </a:stretch>
        </p:blipFill>
        <p:spPr>
          <a:xfrm>
            <a:off x="2597044" y="1783852"/>
            <a:ext cx="2512558" cy="1356818"/>
          </a:xfrm>
          <a:prstGeom prst="rect">
            <a:avLst/>
          </a:prstGeom>
        </p:spPr>
      </p:pic>
      <p:pic>
        <p:nvPicPr>
          <p:cNvPr id="28" name="Picture 27">
            <a:extLst>
              <a:ext uri="{FF2B5EF4-FFF2-40B4-BE49-F238E27FC236}">
                <a16:creationId xmlns:a16="http://schemas.microsoft.com/office/drawing/2014/main" id="{37E87EC6-D11F-427A-A47D-99C00FA4AFCE}"/>
              </a:ext>
            </a:extLst>
          </p:cNvPr>
          <p:cNvPicPr>
            <a:picLocks noChangeAspect="1"/>
          </p:cNvPicPr>
          <p:nvPr/>
        </p:nvPicPr>
        <p:blipFill>
          <a:blip r:embed="rId7"/>
          <a:stretch>
            <a:fillRect/>
          </a:stretch>
        </p:blipFill>
        <p:spPr>
          <a:xfrm>
            <a:off x="2661491" y="3394609"/>
            <a:ext cx="2493752" cy="1359477"/>
          </a:xfrm>
          <a:prstGeom prst="rect">
            <a:avLst/>
          </a:prstGeom>
        </p:spPr>
      </p:pic>
      <p:pic>
        <p:nvPicPr>
          <p:cNvPr id="29" name="Picture 28">
            <a:extLst>
              <a:ext uri="{FF2B5EF4-FFF2-40B4-BE49-F238E27FC236}">
                <a16:creationId xmlns:a16="http://schemas.microsoft.com/office/drawing/2014/main" id="{70846BB0-8796-4CDF-A06D-43855A67891B}"/>
              </a:ext>
            </a:extLst>
          </p:cNvPr>
          <p:cNvPicPr>
            <a:picLocks noChangeAspect="1"/>
          </p:cNvPicPr>
          <p:nvPr/>
        </p:nvPicPr>
        <p:blipFill>
          <a:blip r:embed="rId8"/>
          <a:stretch>
            <a:fillRect/>
          </a:stretch>
        </p:blipFill>
        <p:spPr>
          <a:xfrm>
            <a:off x="2621493" y="5060513"/>
            <a:ext cx="2512558" cy="1356818"/>
          </a:xfrm>
          <a:prstGeom prst="rect">
            <a:avLst/>
          </a:prstGeom>
        </p:spPr>
      </p:pic>
      <mc:AlternateContent xmlns:mc="http://schemas.openxmlformats.org/markup-compatibility/2006">
        <mc:Choice xmlns:pslz="http://schemas.microsoft.com/office/powerpoint/2016/slidezoom" Requires="pslz">
          <p:graphicFrame>
            <p:nvGraphicFramePr>
              <p:cNvPr id="4" name="Slide Zoom 3">
                <a:extLst>
                  <a:ext uri="{FF2B5EF4-FFF2-40B4-BE49-F238E27FC236}">
                    <a16:creationId xmlns:a16="http://schemas.microsoft.com/office/drawing/2014/main" id="{6C3FD801-E7AD-3299-D825-FE65709503B7}"/>
                  </a:ext>
                </a:extLst>
              </p:cNvPr>
              <p:cNvGraphicFramePr>
                <a:graphicFrameLocks noChangeAspect="1"/>
              </p:cNvGraphicFramePr>
              <p:nvPr>
                <p:extLst>
                  <p:ext uri="{D42A27DB-BD31-4B8C-83A1-F6EECF244321}">
                    <p14:modId xmlns:p14="http://schemas.microsoft.com/office/powerpoint/2010/main" val="2003808370"/>
                  </p:ext>
                </p:extLst>
              </p:nvPr>
            </p:nvGraphicFramePr>
            <p:xfrm>
              <a:off x="5352230" y="1783852"/>
              <a:ext cx="2770909" cy="1558636"/>
            </p:xfrm>
            <a:graphic>
              <a:graphicData uri="http://schemas.microsoft.com/office/powerpoint/2016/slidezoom">
                <pslz:sldZm>
                  <pslz:sldZmObj sldId="272" cId="2951032724">
                    <pslz:zmPr id="{D70B239C-36C5-4531-9D66-72FA6ED9B17D}" transitionDur="1000">
                      <p166:blipFill xmlns:p166="http://schemas.microsoft.com/office/powerpoint/2016/6/main">
                        <a:blip r:embed="rId9"/>
                        <a:stretch>
                          <a:fillRect/>
                        </a:stretch>
                      </p166:blipFill>
                      <p166:spPr xmlns:p166="http://schemas.microsoft.com/office/powerpoint/2016/6/main">
                        <a:xfrm>
                          <a:off x="0" y="0"/>
                          <a:ext cx="2770909" cy="1558636"/>
                        </a:xfrm>
                        <a:prstGeom prst="rect">
                          <a:avLst/>
                        </a:prstGeom>
                        <a:ln w="3175">
                          <a:solidFill>
                            <a:prstClr val="ltGray"/>
                          </a:solidFill>
                        </a:ln>
                      </p166:spPr>
                    </pslz:zmPr>
                  </pslz:sldZmObj>
                </pslz:sldZm>
              </a:graphicData>
            </a:graphic>
          </p:graphicFrame>
        </mc:Choice>
        <mc:Fallback>
          <p:pic>
            <p:nvPicPr>
              <p:cNvPr id="4" name="Slide Zoom 3">
                <a:extLst>
                  <a:ext uri="{FF2B5EF4-FFF2-40B4-BE49-F238E27FC236}">
                    <a16:creationId xmlns:a16="http://schemas.microsoft.com/office/drawing/2014/main" id="{6C3FD801-E7AD-3299-D825-FE65709503B7}"/>
                  </a:ext>
                </a:extLst>
              </p:cNvPr>
              <p:cNvPicPr>
                <a:picLocks noGrp="1" noRot="1" noChangeAspect="1" noMove="1" noResize="1" noEditPoints="1" noAdjustHandles="1" noChangeArrowheads="1" noChangeShapeType="1"/>
              </p:cNvPicPr>
              <p:nvPr/>
            </p:nvPicPr>
            <p:blipFill>
              <a:blip r:embed="rId9"/>
              <a:stretch>
                <a:fillRect/>
              </a:stretch>
            </p:blipFill>
            <p:spPr>
              <a:xfrm>
                <a:off x="5352230" y="1783852"/>
                <a:ext cx="2770909" cy="1558636"/>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0" name="Slide Zoom 9">
                <a:extLst>
                  <a:ext uri="{FF2B5EF4-FFF2-40B4-BE49-F238E27FC236}">
                    <a16:creationId xmlns:a16="http://schemas.microsoft.com/office/drawing/2014/main" id="{A9138E62-C4E7-F9BA-FA36-F1DC5DCE1314}"/>
                  </a:ext>
                </a:extLst>
              </p:cNvPr>
              <p:cNvGraphicFramePr>
                <a:graphicFrameLocks noChangeAspect="1"/>
              </p:cNvGraphicFramePr>
              <p:nvPr>
                <p:extLst>
                  <p:ext uri="{D42A27DB-BD31-4B8C-83A1-F6EECF244321}">
                    <p14:modId xmlns:p14="http://schemas.microsoft.com/office/powerpoint/2010/main" val="1324678583"/>
                  </p:ext>
                </p:extLst>
              </p:nvPr>
            </p:nvGraphicFramePr>
            <p:xfrm>
              <a:off x="5313107" y="3396161"/>
              <a:ext cx="2770909" cy="1558636"/>
            </p:xfrm>
            <a:graphic>
              <a:graphicData uri="http://schemas.microsoft.com/office/powerpoint/2016/slidezoom">
                <pslz:sldZm>
                  <pslz:sldZmObj sldId="271" cId="970056140">
                    <pslz:zmPr id="{5EF7555D-B387-44A8-BAC6-CC90F51C9852}" transitionDur="1000">
                      <p166:blipFill xmlns:p166="http://schemas.microsoft.com/office/powerpoint/2016/6/main">
                        <a:blip r:embed="rId10"/>
                        <a:stretch>
                          <a:fillRect/>
                        </a:stretch>
                      </p166:blipFill>
                      <p166:spPr xmlns:p166="http://schemas.microsoft.com/office/powerpoint/2016/6/main">
                        <a:xfrm>
                          <a:off x="0" y="0"/>
                          <a:ext cx="2770909" cy="1558636"/>
                        </a:xfrm>
                        <a:prstGeom prst="rect">
                          <a:avLst/>
                        </a:prstGeom>
                        <a:ln w="3175">
                          <a:solidFill>
                            <a:prstClr val="ltGray"/>
                          </a:solidFill>
                        </a:ln>
                      </p166:spPr>
                    </pslz:zmPr>
                  </pslz:sldZmObj>
                </pslz:sldZm>
              </a:graphicData>
            </a:graphic>
          </p:graphicFrame>
        </mc:Choice>
        <mc:Fallback>
          <p:pic>
            <p:nvPicPr>
              <p:cNvPr id="10" name="Slide Zoom 9">
                <a:extLst>
                  <a:ext uri="{FF2B5EF4-FFF2-40B4-BE49-F238E27FC236}">
                    <a16:creationId xmlns:a16="http://schemas.microsoft.com/office/drawing/2014/main" id="{A9138E62-C4E7-F9BA-FA36-F1DC5DCE1314}"/>
                  </a:ext>
                </a:extLst>
              </p:cNvPr>
              <p:cNvPicPr>
                <a:picLocks noGrp="1" noRot="1" noChangeAspect="1" noMove="1" noResize="1" noEditPoints="1" noAdjustHandles="1" noChangeArrowheads="1" noChangeShapeType="1"/>
              </p:cNvPicPr>
              <p:nvPr/>
            </p:nvPicPr>
            <p:blipFill>
              <a:blip r:embed="rId10"/>
              <a:stretch>
                <a:fillRect/>
              </a:stretch>
            </p:blipFill>
            <p:spPr>
              <a:xfrm>
                <a:off x="5313107" y="3396161"/>
                <a:ext cx="2770909" cy="1558636"/>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2" name="Slide Zoom 11">
                <a:extLst>
                  <a:ext uri="{FF2B5EF4-FFF2-40B4-BE49-F238E27FC236}">
                    <a16:creationId xmlns:a16="http://schemas.microsoft.com/office/drawing/2014/main" id="{AB99AC3B-CF85-9F24-3590-83217ACC44D6}"/>
                  </a:ext>
                </a:extLst>
              </p:cNvPr>
              <p:cNvGraphicFramePr>
                <a:graphicFrameLocks noChangeAspect="1"/>
              </p:cNvGraphicFramePr>
              <p:nvPr>
                <p:extLst>
                  <p:ext uri="{D42A27DB-BD31-4B8C-83A1-F6EECF244321}">
                    <p14:modId xmlns:p14="http://schemas.microsoft.com/office/powerpoint/2010/main" val="3441726497"/>
                  </p:ext>
                </p:extLst>
              </p:nvPr>
            </p:nvGraphicFramePr>
            <p:xfrm>
              <a:off x="5313107" y="5060513"/>
              <a:ext cx="2770909" cy="1558636"/>
            </p:xfrm>
            <a:graphic>
              <a:graphicData uri="http://schemas.microsoft.com/office/powerpoint/2016/slidezoom">
                <pslz:sldZm>
                  <pslz:sldZmObj sldId="270" cId="3555380591">
                    <pslz:zmPr id="{60B5A116-F8B4-4065-9631-C99F09C6547B}" transitionDur="1000">
                      <p166:blipFill xmlns:p166="http://schemas.microsoft.com/office/powerpoint/2016/6/main">
                        <a:blip r:embed="rId11"/>
                        <a:stretch>
                          <a:fillRect/>
                        </a:stretch>
                      </p166:blipFill>
                      <p166:spPr xmlns:p166="http://schemas.microsoft.com/office/powerpoint/2016/6/main">
                        <a:xfrm>
                          <a:off x="0" y="0"/>
                          <a:ext cx="2770909" cy="1558636"/>
                        </a:xfrm>
                        <a:prstGeom prst="rect">
                          <a:avLst/>
                        </a:prstGeom>
                        <a:ln w="3175">
                          <a:solidFill>
                            <a:prstClr val="ltGray"/>
                          </a:solidFill>
                        </a:ln>
                      </p166:spPr>
                    </pslz:zmPr>
                  </pslz:sldZmObj>
                </pslz:sldZm>
              </a:graphicData>
            </a:graphic>
          </p:graphicFrame>
        </mc:Choice>
        <mc:Fallback>
          <p:pic>
            <p:nvPicPr>
              <p:cNvPr id="12" name="Slide Zoom 11">
                <a:extLst>
                  <a:ext uri="{FF2B5EF4-FFF2-40B4-BE49-F238E27FC236}">
                    <a16:creationId xmlns:a16="http://schemas.microsoft.com/office/drawing/2014/main" id="{AB99AC3B-CF85-9F24-3590-83217ACC44D6}"/>
                  </a:ext>
                </a:extLst>
              </p:cNvPr>
              <p:cNvPicPr>
                <a:picLocks noGrp="1" noRot="1" noChangeAspect="1" noMove="1" noResize="1" noEditPoints="1" noAdjustHandles="1" noChangeArrowheads="1" noChangeShapeType="1"/>
              </p:cNvPicPr>
              <p:nvPr/>
            </p:nvPicPr>
            <p:blipFill>
              <a:blip r:embed="rId11"/>
              <a:stretch>
                <a:fillRect/>
              </a:stretch>
            </p:blipFill>
            <p:spPr>
              <a:xfrm>
                <a:off x="5313107" y="5060513"/>
                <a:ext cx="2770909" cy="1558636"/>
              </a:xfrm>
              <a:prstGeom prst="rect">
                <a:avLst/>
              </a:prstGeom>
              <a:ln w="3175">
                <a:solidFill>
                  <a:prstClr val="ltGray"/>
                </a:solidFill>
              </a:ln>
            </p:spPr>
          </p:pic>
        </mc:Fallback>
      </mc:AlternateContent>
    </p:spTree>
    <p:extLst>
      <p:ext uri="{BB962C8B-B14F-4D97-AF65-F5344CB8AC3E}">
        <p14:creationId xmlns:p14="http://schemas.microsoft.com/office/powerpoint/2010/main" val="736043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2037ED-2C65-40DC-A114-A583C90F23A7}"/>
              </a:ext>
            </a:extLst>
          </p:cNvPr>
          <p:cNvPicPr>
            <a:picLocks noChangeAspect="1"/>
          </p:cNvPicPr>
          <p:nvPr/>
        </p:nvPicPr>
        <p:blipFill>
          <a:blip r:embed="rId3"/>
          <a:stretch>
            <a:fillRect/>
          </a:stretch>
        </p:blipFill>
        <p:spPr>
          <a:xfrm>
            <a:off x="489888" y="1483594"/>
            <a:ext cx="11212224" cy="3890810"/>
          </a:xfrm>
          <a:prstGeom prst="rect">
            <a:avLst/>
          </a:prstGeom>
        </p:spPr>
      </p:pic>
    </p:spTree>
    <p:extLst>
      <p:ext uri="{BB962C8B-B14F-4D97-AF65-F5344CB8AC3E}">
        <p14:creationId xmlns:p14="http://schemas.microsoft.com/office/powerpoint/2010/main" val="2951032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4EBEF6-0F9C-4FCD-AFFF-8C84BDC20C6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70056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B35EC6-F9B6-49E3-96BA-56F274B3EED0}"/>
              </a:ext>
            </a:extLst>
          </p:cNvPr>
          <p:cNvPicPr>
            <a:picLocks noChangeAspect="1"/>
          </p:cNvPicPr>
          <p:nvPr/>
        </p:nvPicPr>
        <p:blipFill>
          <a:blip r:embed="rId3"/>
          <a:stretch>
            <a:fillRect/>
          </a:stretch>
        </p:blipFill>
        <p:spPr>
          <a:xfrm>
            <a:off x="328119" y="1511487"/>
            <a:ext cx="11535762" cy="3835027"/>
          </a:xfrm>
          <a:prstGeom prst="rect">
            <a:avLst/>
          </a:prstGeom>
        </p:spPr>
      </p:pic>
    </p:spTree>
    <p:extLst>
      <p:ext uri="{BB962C8B-B14F-4D97-AF65-F5344CB8AC3E}">
        <p14:creationId xmlns:p14="http://schemas.microsoft.com/office/powerpoint/2010/main" val="3555380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slz="http://schemas.microsoft.com/office/powerpoint/2016/slidezoom" Requires="pslz">
          <p:graphicFrame>
            <p:nvGraphicFramePr>
              <p:cNvPr id="6" name="Slide Zoom 5">
                <a:extLst>
                  <a:ext uri="{FF2B5EF4-FFF2-40B4-BE49-F238E27FC236}">
                    <a16:creationId xmlns:a16="http://schemas.microsoft.com/office/drawing/2014/main" id="{56C3AEF8-2339-34CD-3E46-4AB6AC570D8B}"/>
                  </a:ext>
                </a:extLst>
              </p:cNvPr>
              <p:cNvGraphicFramePr>
                <a:graphicFrameLocks noChangeAspect="1"/>
              </p:cNvGraphicFramePr>
              <p:nvPr>
                <p:extLst>
                  <p:ext uri="{D42A27DB-BD31-4B8C-83A1-F6EECF244321}">
                    <p14:modId xmlns:p14="http://schemas.microsoft.com/office/powerpoint/2010/main" val="1549921793"/>
                  </p:ext>
                </p:extLst>
              </p:nvPr>
            </p:nvGraphicFramePr>
            <p:xfrm>
              <a:off x="2660934" y="-20131"/>
              <a:ext cx="5939691" cy="3341076"/>
            </p:xfrm>
            <a:graphic>
              <a:graphicData uri="http://schemas.microsoft.com/office/powerpoint/2016/slidezoom">
                <pslz:sldZm>
                  <pslz:sldZmObj sldId="291" cId="3847372062">
                    <pslz:zmPr id="{BF5546AE-7AAD-4FA6-AD0B-82DFC9690A02}" transitionDur="1000">
                      <p166:blipFill xmlns:p166="http://schemas.microsoft.com/office/powerpoint/2016/6/main">
                        <a:blip r:embed="rId2"/>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p:pic>
            <p:nvPicPr>
              <p:cNvPr id="6" name="Slide Zoom 5">
                <a:extLst>
                  <a:ext uri="{FF2B5EF4-FFF2-40B4-BE49-F238E27FC236}">
                    <a16:creationId xmlns:a16="http://schemas.microsoft.com/office/drawing/2014/main" id="{56C3AEF8-2339-34CD-3E46-4AB6AC570D8B}"/>
                  </a:ext>
                </a:extLst>
              </p:cNvPr>
              <p:cNvPicPr>
                <a:picLocks noGrp="1" noRot="1" noChangeAspect="1" noMove="1" noResize="1" noEditPoints="1" noAdjustHandles="1" noChangeArrowheads="1" noChangeShapeType="1"/>
              </p:cNvPicPr>
              <p:nvPr/>
            </p:nvPicPr>
            <p:blipFill>
              <a:blip r:embed="rId2"/>
              <a:stretch>
                <a:fillRect/>
              </a:stretch>
            </p:blipFill>
            <p:spPr>
              <a:xfrm>
                <a:off x="2660934" y="-20131"/>
                <a:ext cx="5939691" cy="3341076"/>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9" name="Slide Zoom 8">
                <a:extLst>
                  <a:ext uri="{FF2B5EF4-FFF2-40B4-BE49-F238E27FC236}">
                    <a16:creationId xmlns:a16="http://schemas.microsoft.com/office/drawing/2014/main" id="{629C761A-6A61-735E-59EE-CCA14370449F}"/>
                  </a:ext>
                </a:extLst>
              </p:cNvPr>
              <p:cNvGraphicFramePr>
                <a:graphicFrameLocks noChangeAspect="1"/>
              </p:cNvGraphicFramePr>
              <p:nvPr>
                <p:extLst>
                  <p:ext uri="{D42A27DB-BD31-4B8C-83A1-F6EECF244321}">
                    <p14:modId xmlns:p14="http://schemas.microsoft.com/office/powerpoint/2010/main" val="3039820222"/>
                  </p:ext>
                </p:extLst>
              </p:nvPr>
            </p:nvGraphicFramePr>
            <p:xfrm>
              <a:off x="2660934" y="3537056"/>
              <a:ext cx="5939691" cy="3341076"/>
            </p:xfrm>
            <a:graphic>
              <a:graphicData uri="http://schemas.microsoft.com/office/powerpoint/2016/slidezoom">
                <pslz:sldZm>
                  <pslz:sldZmObj sldId="294" cId="976372877">
                    <pslz:zmPr id="{749B5E31-C9B2-4DA7-9300-E5276ED91B35}" transitionDur="1000">
                      <p166:blipFill xmlns:p166="http://schemas.microsoft.com/office/powerpoint/2016/6/main">
                        <a:blip r:embed="rId3"/>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p:pic>
            <p:nvPicPr>
              <p:cNvPr id="9" name="Slide Zoom 8">
                <a:extLst>
                  <a:ext uri="{FF2B5EF4-FFF2-40B4-BE49-F238E27FC236}">
                    <a16:creationId xmlns:a16="http://schemas.microsoft.com/office/drawing/2014/main" id="{629C761A-6A61-735E-59EE-CCA14370449F}"/>
                  </a:ext>
                </a:extLst>
              </p:cNvPr>
              <p:cNvPicPr>
                <a:picLocks noGrp="1" noRot="1" noChangeAspect="1" noMove="1" noResize="1" noEditPoints="1" noAdjustHandles="1" noChangeArrowheads="1" noChangeShapeType="1"/>
              </p:cNvPicPr>
              <p:nvPr/>
            </p:nvPicPr>
            <p:blipFill>
              <a:blip r:embed="rId3"/>
              <a:stretch>
                <a:fillRect/>
              </a:stretch>
            </p:blipFill>
            <p:spPr>
              <a:xfrm>
                <a:off x="2660934" y="3537056"/>
                <a:ext cx="5939691" cy="3341076"/>
              </a:xfrm>
              <a:prstGeom prst="rect">
                <a:avLst/>
              </a:prstGeom>
              <a:ln w="3175">
                <a:solidFill>
                  <a:prstClr val="ltGray"/>
                </a:solidFill>
              </a:ln>
            </p:spPr>
          </p:pic>
        </mc:Fallback>
      </mc:AlternateContent>
    </p:spTree>
    <p:extLst>
      <p:ext uri="{BB962C8B-B14F-4D97-AF65-F5344CB8AC3E}">
        <p14:creationId xmlns:p14="http://schemas.microsoft.com/office/powerpoint/2010/main" val="2175103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202FC9-B750-4F04-8F9B-F0E47249184D}"/>
              </a:ext>
            </a:extLst>
          </p:cNvPr>
          <p:cNvSpPr>
            <a:spLocks noChangeArrowheads="1"/>
          </p:cNvSpPr>
          <p:nvPr/>
        </p:nvSpPr>
        <p:spPr bwMode="auto">
          <a:xfrm>
            <a:off x="755374" y="815033"/>
            <a:ext cx="1068125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highlight>
                  <a:srgbClr val="C693C1"/>
                </a:highlight>
                <a:latin typeface="Arial Unicode MS"/>
                <a:cs typeface="Calibri" panose="020F0502020204030204" pitchFamily="34" charset="0"/>
              </a:rPr>
              <a:t>Writing practice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1. Complete the sentences a-h with phrases from the box below.</a:t>
            </a:r>
          </a:p>
        </p:txBody>
      </p:sp>
      <p:sp>
        <p:nvSpPr>
          <p:cNvPr id="4" name="Rectangle 3">
            <a:extLst>
              <a:ext uri="{FF2B5EF4-FFF2-40B4-BE49-F238E27FC236}">
                <a16:creationId xmlns:a16="http://schemas.microsoft.com/office/drawing/2014/main" id="{DD229E86-0DA1-44DD-9D37-E5D9A9ACAE5C}"/>
              </a:ext>
            </a:extLst>
          </p:cNvPr>
          <p:cNvSpPr/>
          <p:nvPr/>
        </p:nvSpPr>
        <p:spPr>
          <a:xfrm>
            <a:off x="940903" y="1895060"/>
            <a:ext cx="10031896" cy="37768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D61D9273-69FF-4688-873D-018687149517}"/>
              </a:ext>
            </a:extLst>
          </p:cNvPr>
          <p:cNvSpPr/>
          <p:nvPr/>
        </p:nvSpPr>
        <p:spPr>
          <a:xfrm>
            <a:off x="1172817" y="2079490"/>
            <a:ext cx="9799982" cy="3539430"/>
          </a:xfrm>
          <a:prstGeom prst="rect">
            <a:avLst/>
          </a:prstGeom>
        </p:spPr>
        <p:txBody>
          <a:bodyPr wrap="square">
            <a:spAutoFit/>
          </a:bodyPr>
          <a:lstStyle/>
          <a:p>
            <a:r>
              <a:rPr lang="en-US" altLang="en-US" sz="2800">
                <a:latin typeface="Arial Unicode MS"/>
                <a:cs typeface="Calibri" panose="020F0502020204030204" pitchFamily="34" charset="0"/>
              </a:rPr>
              <a:t>• which has many violent scenes </a:t>
            </a:r>
            <a:br>
              <a:rPr lang="en-US" altLang="en-US" sz="2800">
                <a:latin typeface="Arial Unicode MS"/>
                <a:cs typeface="Calibri" panose="020F0502020204030204" pitchFamily="34" charset="0"/>
              </a:rPr>
            </a:br>
            <a:r>
              <a:rPr lang="en-US" altLang="en-US" sz="2800">
                <a:latin typeface="Arial Unicode MS"/>
                <a:cs typeface="Calibri" panose="020F0502020204030204" pitchFamily="34" charset="0"/>
              </a:rPr>
              <a:t>• and has some beautiful scenery </a:t>
            </a:r>
            <a:br>
              <a:rPr lang="en-US" altLang="en-US" sz="2800">
                <a:latin typeface="Arial Unicode MS"/>
                <a:cs typeface="Calibri" panose="020F0502020204030204" pitchFamily="34" charset="0"/>
              </a:rPr>
            </a:br>
            <a:r>
              <a:rPr lang="en-US" altLang="en-US" sz="2800">
                <a:latin typeface="Arial Unicode MS"/>
                <a:cs typeface="Calibri" panose="020F0502020204030204" pitchFamily="34" charset="0"/>
              </a:rPr>
              <a:t>• who is the leading actor in Million Dollar Baby </a:t>
            </a:r>
          </a:p>
          <a:p>
            <a:r>
              <a:rPr lang="en-US" altLang="en-US" sz="2800">
                <a:latin typeface="Arial Unicode MS"/>
                <a:cs typeface="Calibri" panose="020F0502020204030204" pitchFamily="34" charset="0"/>
              </a:rPr>
              <a:t>• that I bought the soundtrack the next day </a:t>
            </a:r>
            <a:br>
              <a:rPr lang="en-US" altLang="en-US" sz="2800">
                <a:latin typeface="Arial Unicode MS"/>
                <a:cs typeface="Calibri" panose="020F0502020204030204" pitchFamily="34" charset="0"/>
              </a:rPr>
            </a:br>
            <a:r>
              <a:rPr lang="en-US" altLang="en-US" sz="2800">
                <a:latin typeface="Arial Unicode MS"/>
                <a:cs typeface="Calibri" panose="020F0502020204030204" pitchFamily="34" charset="0"/>
              </a:rPr>
              <a:t>• because the ending was predictable </a:t>
            </a:r>
            <a:br>
              <a:rPr lang="en-US" altLang="en-US" sz="2800">
                <a:latin typeface="Arial Unicode MS"/>
                <a:cs typeface="Calibri" panose="020F0502020204030204" pitchFamily="34" charset="0"/>
              </a:rPr>
            </a:br>
            <a:r>
              <a:rPr lang="en-US" altLang="en-US" sz="2800">
                <a:latin typeface="Arial Unicode MS"/>
                <a:cs typeface="Calibri" panose="020F0502020204030204" pitchFamily="34" charset="0"/>
              </a:rPr>
              <a:t>• and I particularly liked the performance of the leading actor </a:t>
            </a:r>
            <a:br>
              <a:rPr lang="en-US" altLang="en-US" sz="2800">
                <a:latin typeface="Arial Unicode MS"/>
                <a:cs typeface="Calibri" panose="020F0502020204030204" pitchFamily="34" charset="0"/>
              </a:rPr>
            </a:br>
            <a:r>
              <a:rPr lang="en-US" altLang="en-US" sz="2800">
                <a:latin typeface="Arial Unicode MS"/>
                <a:cs typeface="Calibri" panose="020F0502020204030204" pitchFamily="34" charset="0"/>
              </a:rPr>
              <a:t>• which are in Steven Spielberg's latest film </a:t>
            </a:r>
            <a:br>
              <a:rPr lang="en-US" altLang="en-US" sz="2800">
                <a:latin typeface="Arial Unicode MS"/>
                <a:cs typeface="Calibri" panose="020F0502020204030204" pitchFamily="34" charset="0"/>
              </a:rPr>
            </a:br>
            <a:r>
              <a:rPr lang="en-US" altLang="en-US" sz="2800">
                <a:latin typeface="Arial Unicode MS"/>
                <a:cs typeface="Calibri" panose="020F0502020204030204" pitchFamily="34" charset="0"/>
              </a:rPr>
              <a:t>• who is played by an unknown actress </a:t>
            </a:r>
            <a:endParaRPr lang="en-GB" sz="2800"/>
          </a:p>
        </p:txBody>
      </p:sp>
    </p:spTree>
    <p:extLst>
      <p:ext uri="{BB962C8B-B14F-4D97-AF65-F5344CB8AC3E}">
        <p14:creationId xmlns:p14="http://schemas.microsoft.com/office/powerpoint/2010/main" val="2271311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384232-AE1C-402E-BB12-37C44331A3DF}"/>
              </a:ext>
            </a:extLst>
          </p:cNvPr>
          <p:cNvSpPr>
            <a:spLocks noChangeArrowheads="1"/>
          </p:cNvSpPr>
          <p:nvPr/>
        </p:nvSpPr>
        <p:spPr bwMode="auto">
          <a:xfrm>
            <a:off x="633300" y="184492"/>
            <a:ext cx="11171582"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ct val="0"/>
              </a:spcAft>
              <a:buClrTx/>
              <a:buSzTx/>
              <a:buFontTx/>
              <a:buAutoNum type="alphaLcPeriod"/>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The special effects, _______________________________ </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__________ are quite realistic.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b. This box-office hit is set in the French Alps _____________</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_______________ .</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c</a:t>
            </a:r>
            <a:r>
              <a:rPr lang="en-US" altLang="en-US" sz="2800">
                <a:latin typeface="Arial Unicode MS"/>
                <a:cs typeface="Calibri" panose="020F0502020204030204" pitchFamily="34" charset="0"/>
              </a:rPr>
              <a:t>. </a:t>
            </a: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The heroine of the film, ___________________________ </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________ tries to find her missing daughter.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d. I didn't like the film 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e. Clint Eastwood, _____________________________________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a:latin typeface="Arial Unicode MS"/>
                <a:cs typeface="Calibri" panose="020F0502020204030204" pitchFamily="34" charset="0"/>
              </a:rPr>
              <a:t>_____ </a:t>
            </a: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is also the director of that film.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f. I loved the music of the film so much _________________</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a:latin typeface="Arial Unicode MS"/>
                <a:cs typeface="Calibri" panose="020F0502020204030204" pitchFamily="34" charset="0"/>
              </a:rPr>
              <a:t>_________________________</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g. It's an action-packed film _____________________________ so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it's not suitable for children.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h. The acting was excellent __________________________</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a:latin typeface="Arial Unicode MS"/>
                <a:cs typeface="Calibri" panose="020F0502020204030204" pitchFamily="34" charset="0"/>
              </a:rPr>
              <a:t>_______________________________</a:t>
            </a:r>
            <a:endParaRPr kumimoji="0" lang="en-US" altLang="en-US" sz="2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3226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1584772-3454-4248-83DD-E93AE662A872}"/>
              </a:ext>
            </a:extLst>
          </p:cNvPr>
          <p:cNvGraphicFramePr>
            <a:graphicFrameLocks noGrp="1"/>
          </p:cNvGraphicFramePr>
          <p:nvPr>
            <p:extLst>
              <p:ext uri="{D42A27DB-BD31-4B8C-83A1-F6EECF244321}">
                <p14:modId xmlns:p14="http://schemas.microsoft.com/office/powerpoint/2010/main" val="2963165676"/>
              </p:ext>
            </p:extLst>
          </p:nvPr>
        </p:nvGraphicFramePr>
        <p:xfrm>
          <a:off x="0" y="-2"/>
          <a:ext cx="12192000" cy="7063743"/>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4133171795"/>
                    </a:ext>
                  </a:extLst>
                </a:gridCol>
                <a:gridCol w="3048000">
                  <a:extLst>
                    <a:ext uri="{9D8B030D-6E8A-4147-A177-3AD203B41FA5}">
                      <a16:colId xmlns:a16="http://schemas.microsoft.com/office/drawing/2014/main" val="2776981320"/>
                    </a:ext>
                  </a:extLst>
                </a:gridCol>
                <a:gridCol w="3048000">
                  <a:extLst>
                    <a:ext uri="{9D8B030D-6E8A-4147-A177-3AD203B41FA5}">
                      <a16:colId xmlns:a16="http://schemas.microsoft.com/office/drawing/2014/main" val="740749123"/>
                    </a:ext>
                  </a:extLst>
                </a:gridCol>
                <a:gridCol w="3048000">
                  <a:extLst>
                    <a:ext uri="{9D8B030D-6E8A-4147-A177-3AD203B41FA5}">
                      <a16:colId xmlns:a16="http://schemas.microsoft.com/office/drawing/2014/main" val="2034435695"/>
                    </a:ext>
                  </a:extLst>
                </a:gridCol>
              </a:tblGrid>
              <a:tr h="1714501">
                <a:tc>
                  <a:txBody>
                    <a:bodyPr/>
                    <a:lstStyle/>
                    <a:p>
                      <a:pPr algn="ctr"/>
                      <a:r>
                        <a:rPr lang="en-GB" sz="2000" dirty="0">
                          <a:latin typeface="Comic Sans MS" panose="030F0702030302020204" pitchFamily="66" charset="0"/>
                        </a:rPr>
                        <a:t>I love historical films.</a:t>
                      </a:r>
                    </a:p>
                    <a:p>
                      <a:pPr algn="ctr"/>
                      <a:r>
                        <a:rPr lang="en-GB" sz="2000" dirty="0">
                          <a:latin typeface="Comic Sans MS" panose="030F0702030302020204" pitchFamily="66" charset="0"/>
                        </a:rPr>
                        <a:t>I love the colourful….they’re are so beautifully designed.</a:t>
                      </a:r>
                    </a:p>
                  </a:txBody>
                  <a:tcPr anchor="ctr"/>
                </a:tc>
                <a:tc>
                  <a:txBody>
                    <a:bodyPr/>
                    <a:lstStyle/>
                    <a:p>
                      <a:pPr algn="ctr"/>
                      <a:r>
                        <a:rPr lang="en-GB" sz="2000" dirty="0">
                          <a:latin typeface="Comic Sans MS" panose="030F0702030302020204" pitchFamily="66" charset="0"/>
                        </a:rPr>
                        <a:t>The…. they build for films are amazing. It must cost so much money to make. </a:t>
                      </a:r>
                    </a:p>
                  </a:txBody>
                  <a:tcPr anchor="ctr"/>
                </a:tc>
                <a:tc>
                  <a:txBody>
                    <a:bodyPr/>
                    <a:lstStyle/>
                    <a:p>
                      <a:pPr algn="ctr"/>
                      <a:r>
                        <a:rPr lang="en-GB" sz="3200" dirty="0">
                          <a:latin typeface="Comic Sans MS" panose="030F0702030302020204" pitchFamily="66" charset="0"/>
                        </a:rPr>
                        <a:t>Costumes</a:t>
                      </a:r>
                    </a:p>
                  </a:txBody>
                  <a:tcPr anchor="ctr"/>
                </a:tc>
                <a:tc>
                  <a:txBody>
                    <a:bodyPr/>
                    <a:lstStyle/>
                    <a:p>
                      <a:pPr algn="ctr"/>
                      <a:r>
                        <a:rPr lang="en-GB" sz="3200" dirty="0">
                          <a:latin typeface="Comic Sans MS" panose="030F0702030302020204" pitchFamily="66" charset="0"/>
                        </a:rPr>
                        <a:t>Sets</a:t>
                      </a:r>
                    </a:p>
                  </a:txBody>
                  <a:tcPr anchor="ctr"/>
                </a:tc>
                <a:extLst>
                  <a:ext uri="{0D108BD9-81ED-4DB2-BD59-A6C34878D82A}">
                    <a16:rowId xmlns:a16="http://schemas.microsoft.com/office/drawing/2014/main" val="3993199829"/>
                  </a:ext>
                </a:extLst>
              </a:tr>
              <a:tr h="1714501">
                <a:tc>
                  <a:txBody>
                    <a:bodyPr/>
                    <a:lstStyle/>
                    <a:p>
                      <a:pPr algn="ctr"/>
                      <a:r>
                        <a:rPr lang="en-GB" sz="2000" dirty="0">
                          <a:latin typeface="Comic Sans MS" panose="030F0702030302020204" pitchFamily="66" charset="0"/>
                        </a:rPr>
                        <a:t>I find science fiction films fascinating. Especially because of the … they use to make everything look futuristic.</a:t>
                      </a:r>
                    </a:p>
                  </a:txBody>
                  <a:tcPr anchor="ctr"/>
                </a:tc>
                <a:tc>
                  <a:txBody>
                    <a:bodyPr/>
                    <a:lstStyle/>
                    <a:p>
                      <a:pPr algn="ctr"/>
                      <a:r>
                        <a:rPr lang="en-GB" sz="2000" dirty="0">
                          <a:latin typeface="Comic Sans MS" panose="030F0702030302020204" pitchFamily="66" charset="0"/>
                        </a:rPr>
                        <a:t>The main ……… in the film is played by my favourite actor.  </a:t>
                      </a:r>
                    </a:p>
                  </a:txBody>
                  <a:tcPr anchor="ctr"/>
                </a:tc>
                <a:tc>
                  <a:txBody>
                    <a:bodyPr/>
                    <a:lstStyle/>
                    <a:p>
                      <a:pPr algn="ctr"/>
                      <a:r>
                        <a:rPr lang="en-GB" sz="3200" dirty="0">
                          <a:latin typeface="Comic Sans MS" panose="030F0702030302020204" pitchFamily="66" charset="0"/>
                        </a:rPr>
                        <a:t>Special effects</a:t>
                      </a:r>
                    </a:p>
                  </a:txBody>
                  <a:tcPr anchor="ctr"/>
                </a:tc>
                <a:tc>
                  <a:txBody>
                    <a:bodyPr/>
                    <a:lstStyle/>
                    <a:p>
                      <a:pPr algn="ctr"/>
                      <a:r>
                        <a:rPr lang="en-GB" sz="3200" dirty="0">
                          <a:latin typeface="Comic Sans MS" panose="030F0702030302020204" pitchFamily="66" charset="0"/>
                        </a:rPr>
                        <a:t>Character</a:t>
                      </a:r>
                    </a:p>
                  </a:txBody>
                  <a:tcPr anchor="ctr"/>
                </a:tc>
                <a:extLst>
                  <a:ext uri="{0D108BD9-81ED-4DB2-BD59-A6C34878D82A}">
                    <a16:rowId xmlns:a16="http://schemas.microsoft.com/office/drawing/2014/main" val="4231268529"/>
                  </a:ext>
                </a:extLst>
              </a:tr>
              <a:tr h="1714501">
                <a:tc>
                  <a:txBody>
                    <a:bodyPr/>
                    <a:lstStyle/>
                    <a:p>
                      <a:pPr algn="ctr"/>
                      <a:r>
                        <a:rPr lang="en-GB" sz="2000" dirty="0">
                          <a:latin typeface="Comic Sans MS" panose="030F0702030302020204" pitchFamily="66" charset="0"/>
                        </a:rPr>
                        <a:t>The film was absolutely hilarious. The … were non stop!</a:t>
                      </a:r>
                    </a:p>
                  </a:txBody>
                  <a:tcPr anchor="ctr"/>
                </a:tc>
                <a:tc>
                  <a:txBody>
                    <a:bodyPr/>
                    <a:lstStyle/>
                    <a:p>
                      <a:pPr algn="ctr"/>
                      <a:r>
                        <a:rPr lang="en-GB" sz="2000" dirty="0">
                          <a:latin typeface="Comic Sans MS" panose="030F0702030302020204" pitchFamily="66" charset="0"/>
                        </a:rPr>
                        <a:t>I couldn’t predict the end of this film. The … was very exciting.</a:t>
                      </a:r>
                    </a:p>
                  </a:txBody>
                  <a:tcPr anchor="ctr"/>
                </a:tc>
                <a:tc>
                  <a:txBody>
                    <a:bodyPr/>
                    <a:lstStyle/>
                    <a:p>
                      <a:pPr algn="ctr"/>
                      <a:r>
                        <a:rPr lang="en-GB" sz="3200" dirty="0">
                          <a:latin typeface="Comic Sans MS" panose="030F0702030302020204" pitchFamily="66" charset="0"/>
                        </a:rPr>
                        <a:t>Plot</a:t>
                      </a:r>
                    </a:p>
                  </a:txBody>
                  <a:tcPr anchor="ctr"/>
                </a:tc>
                <a:tc>
                  <a:txBody>
                    <a:bodyPr/>
                    <a:lstStyle/>
                    <a:p>
                      <a:pPr algn="ctr"/>
                      <a:r>
                        <a:rPr lang="en-GB" sz="3200" dirty="0">
                          <a:latin typeface="Comic Sans MS" panose="030F0702030302020204" pitchFamily="66" charset="0"/>
                        </a:rPr>
                        <a:t>Jokes</a:t>
                      </a:r>
                    </a:p>
                  </a:txBody>
                  <a:tcPr anchor="ctr"/>
                </a:tc>
                <a:extLst>
                  <a:ext uri="{0D108BD9-81ED-4DB2-BD59-A6C34878D82A}">
                    <a16:rowId xmlns:a16="http://schemas.microsoft.com/office/drawing/2014/main" val="3091349114"/>
                  </a:ext>
                </a:extLst>
              </a:tr>
              <a:tr h="1714501">
                <a:tc>
                  <a:txBody>
                    <a:bodyPr/>
                    <a:lstStyle/>
                    <a:p>
                      <a:pPr algn="ctr"/>
                      <a:r>
                        <a:rPr lang="en-GB" sz="2000" dirty="0">
                          <a:latin typeface="Comic Sans MS" panose="030F0702030302020204" pitchFamily="66" charset="0"/>
                        </a:rPr>
                        <a:t>The cast gave amazing … They all deserve to win awards.</a:t>
                      </a:r>
                    </a:p>
                  </a:txBody>
                  <a:tcPr anchor="ctr"/>
                </a:tc>
                <a:tc>
                  <a:txBody>
                    <a:bodyPr/>
                    <a:lstStyle/>
                    <a:p>
                      <a:pPr algn="ctr"/>
                      <a:r>
                        <a:rPr lang="en-GB" sz="2000" dirty="0">
                          <a:latin typeface="Comic Sans MS" panose="030F0702030302020204" pitchFamily="66" charset="0"/>
                        </a:rPr>
                        <a:t>I have to praise the cameraman because the …… was excellent. </a:t>
                      </a:r>
                    </a:p>
                  </a:txBody>
                  <a:tcPr anchor="ctr"/>
                </a:tc>
                <a:tc>
                  <a:txBody>
                    <a:bodyPr/>
                    <a:lstStyle/>
                    <a:p>
                      <a:pPr algn="ctr"/>
                      <a:r>
                        <a:rPr lang="en-GB" sz="3200" dirty="0">
                          <a:latin typeface="Comic Sans MS" panose="030F0702030302020204" pitchFamily="66" charset="0"/>
                        </a:rPr>
                        <a:t>Performances</a:t>
                      </a:r>
                    </a:p>
                  </a:txBody>
                  <a:tcPr anchor="ctr"/>
                </a:tc>
                <a:tc>
                  <a:txBody>
                    <a:bodyPr/>
                    <a:lstStyle/>
                    <a:p>
                      <a:pPr algn="ctr"/>
                      <a:r>
                        <a:rPr lang="en-GB" sz="3200" dirty="0">
                          <a:latin typeface="Comic Sans MS" panose="030F0702030302020204" pitchFamily="66" charset="0"/>
                        </a:rPr>
                        <a:t>Camera Work</a:t>
                      </a:r>
                    </a:p>
                  </a:txBody>
                  <a:tcPr anchor="ctr"/>
                </a:tc>
                <a:extLst>
                  <a:ext uri="{0D108BD9-81ED-4DB2-BD59-A6C34878D82A}">
                    <a16:rowId xmlns:a16="http://schemas.microsoft.com/office/drawing/2014/main" val="2781717864"/>
                  </a:ext>
                </a:extLst>
              </a:tr>
            </a:tbl>
          </a:graphicData>
        </a:graphic>
      </p:graphicFrame>
    </p:spTree>
    <p:extLst>
      <p:ext uri="{BB962C8B-B14F-4D97-AF65-F5344CB8AC3E}">
        <p14:creationId xmlns:p14="http://schemas.microsoft.com/office/powerpoint/2010/main" val="3847372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384232-AE1C-402E-BB12-37C44331A3DF}"/>
              </a:ext>
            </a:extLst>
          </p:cNvPr>
          <p:cNvSpPr>
            <a:spLocks noChangeArrowheads="1"/>
          </p:cNvSpPr>
          <p:nvPr/>
        </p:nvSpPr>
        <p:spPr bwMode="auto">
          <a:xfrm>
            <a:off x="633300" y="-1036"/>
            <a:ext cx="11171582"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ct val="0"/>
              </a:spcAft>
              <a:buClrTx/>
              <a:buSzTx/>
              <a:buFontTx/>
              <a:buAutoNum type="alphaLcPeriod"/>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The special effects, _______________________________ </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__________ are quite realistic.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b. This box-office hit is set in the French Alps _____________</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_______________ .</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c</a:t>
            </a:r>
            <a:r>
              <a:rPr lang="en-US" altLang="en-US" sz="2800">
                <a:latin typeface="Arial Unicode MS"/>
                <a:cs typeface="Calibri" panose="020F0502020204030204" pitchFamily="34" charset="0"/>
              </a:rPr>
              <a:t>. </a:t>
            </a: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The heroine of the film, ___________________________ </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________ tries to find her missing daughter.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d. I didn't like the film 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e. Clint Eastwood, _____________________________________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a:latin typeface="Arial Unicode MS"/>
                <a:cs typeface="Calibri" panose="020F0502020204030204" pitchFamily="34" charset="0"/>
              </a:rPr>
              <a:t>_____ </a:t>
            </a: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is also the director of that film.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f. I loved the music of the film so much _________________</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a:latin typeface="Arial Unicode MS"/>
                <a:cs typeface="Calibri" panose="020F0502020204030204" pitchFamily="34" charset="0"/>
              </a:rPr>
              <a:t>_________________________</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g. It's an action-packed film _____________________________ so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it's not suitable for children. </a:t>
            </a:r>
            <a:br>
              <a:rPr kumimoji="0" lang="en-US" altLang="en-US" sz="2800" b="0" i="0" u="none" strike="noStrike" cap="none" normalizeH="0" baseline="0">
                <a:ln>
                  <a:noFill/>
                </a:ln>
                <a:solidFill>
                  <a:schemeClr val="tx1"/>
                </a:solidFill>
                <a:effectLst/>
                <a:latin typeface="Arial Unicode MS"/>
                <a:cs typeface="Calibri" panose="020F0502020204030204" pitchFamily="34" charset="0"/>
              </a:rPr>
            </a:br>
            <a:r>
              <a:rPr kumimoji="0" lang="en-US" altLang="en-US" sz="2800" b="0" i="0" u="none" strike="noStrike" cap="none" normalizeH="0" baseline="0">
                <a:ln>
                  <a:noFill/>
                </a:ln>
                <a:solidFill>
                  <a:schemeClr val="tx1"/>
                </a:solidFill>
                <a:effectLst/>
                <a:latin typeface="Arial Unicode MS"/>
                <a:cs typeface="Calibri" panose="020F0502020204030204" pitchFamily="34" charset="0"/>
              </a:rPr>
              <a:t>h. The acting was excellent __________________________</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a:latin typeface="Arial Unicode MS"/>
                <a:cs typeface="Calibri" panose="020F0502020204030204" pitchFamily="34" charset="0"/>
              </a:rPr>
              <a:t>_______________________________</a:t>
            </a:r>
            <a:endParaRPr kumimoji="0" lang="en-US" altLang="en-US" sz="2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340208F6-311A-42D2-A673-1022E4DE6E35}"/>
              </a:ext>
            </a:extLst>
          </p:cNvPr>
          <p:cNvSpPr/>
          <p:nvPr/>
        </p:nvSpPr>
        <p:spPr>
          <a:xfrm>
            <a:off x="4471059" y="93964"/>
            <a:ext cx="6006796" cy="523220"/>
          </a:xfrm>
          <a:prstGeom prst="rect">
            <a:avLst/>
          </a:prstGeom>
        </p:spPr>
        <p:txBody>
          <a:bodyPr wrap="square">
            <a:spAutoFit/>
          </a:bodyPr>
          <a:lstStyle/>
          <a:p>
            <a:r>
              <a:rPr lang="en-US" altLang="en-US" sz="2800">
                <a:solidFill>
                  <a:srgbClr val="0070C0"/>
                </a:solidFill>
                <a:latin typeface="Segoe Print" panose="02000600000000000000" pitchFamily="2" charset="0"/>
                <a:cs typeface="Calibri" panose="020F0502020204030204" pitchFamily="34" charset="0"/>
              </a:rPr>
              <a:t>which are in Steven Spielberg's</a:t>
            </a:r>
            <a:endParaRPr lang="en-GB" sz="2800">
              <a:solidFill>
                <a:srgbClr val="0070C0"/>
              </a:solidFill>
              <a:latin typeface="Segoe Print" panose="02000600000000000000" pitchFamily="2" charset="0"/>
            </a:endParaRPr>
          </a:p>
        </p:txBody>
      </p:sp>
      <p:sp>
        <p:nvSpPr>
          <p:cNvPr id="4" name="Rectangle 3">
            <a:extLst>
              <a:ext uri="{FF2B5EF4-FFF2-40B4-BE49-F238E27FC236}">
                <a16:creationId xmlns:a16="http://schemas.microsoft.com/office/drawing/2014/main" id="{BF3CEDCB-A166-4178-A4C3-3956470A413A}"/>
              </a:ext>
            </a:extLst>
          </p:cNvPr>
          <p:cNvSpPr/>
          <p:nvPr/>
        </p:nvSpPr>
        <p:spPr>
          <a:xfrm>
            <a:off x="7727009" y="964210"/>
            <a:ext cx="2656496"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Calibri" panose="020F0502020204030204" pitchFamily="34" charset="0"/>
              </a:rPr>
              <a:t>and has some</a:t>
            </a:r>
            <a:endParaRPr lang="en-GB" sz="2800">
              <a:solidFill>
                <a:srgbClr val="0070C0"/>
              </a:solidFill>
              <a:latin typeface="Segoe Print" panose="02000600000000000000" pitchFamily="2" charset="0"/>
            </a:endParaRPr>
          </a:p>
        </p:txBody>
      </p:sp>
      <p:sp>
        <p:nvSpPr>
          <p:cNvPr id="5" name="Rectangle 4">
            <a:extLst>
              <a:ext uri="{FF2B5EF4-FFF2-40B4-BE49-F238E27FC236}">
                <a16:creationId xmlns:a16="http://schemas.microsoft.com/office/drawing/2014/main" id="{94EC454A-B167-4BD6-BEFC-1B13AD5118EE}"/>
              </a:ext>
            </a:extLst>
          </p:cNvPr>
          <p:cNvSpPr/>
          <p:nvPr/>
        </p:nvSpPr>
        <p:spPr>
          <a:xfrm>
            <a:off x="510209" y="1399906"/>
            <a:ext cx="3365024"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Calibri" panose="020F0502020204030204" pitchFamily="34" charset="0"/>
              </a:rPr>
              <a:t>beautiful scenery </a:t>
            </a:r>
            <a:endParaRPr lang="en-GB" sz="2800"/>
          </a:p>
        </p:txBody>
      </p:sp>
      <p:sp>
        <p:nvSpPr>
          <p:cNvPr id="6" name="Rectangle 5">
            <a:extLst>
              <a:ext uri="{FF2B5EF4-FFF2-40B4-BE49-F238E27FC236}">
                <a16:creationId xmlns:a16="http://schemas.microsoft.com/office/drawing/2014/main" id="{F0EFF07B-DF6D-4AB4-8857-45C4DB287B31}"/>
              </a:ext>
            </a:extLst>
          </p:cNvPr>
          <p:cNvSpPr/>
          <p:nvPr/>
        </p:nvSpPr>
        <p:spPr>
          <a:xfrm>
            <a:off x="510209" y="539150"/>
            <a:ext cx="2292615"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Calibri" panose="020F0502020204030204" pitchFamily="34" charset="0"/>
              </a:rPr>
              <a:t>latest film, </a:t>
            </a:r>
            <a:endParaRPr lang="en-GB" sz="2800"/>
          </a:p>
        </p:txBody>
      </p:sp>
      <p:sp>
        <p:nvSpPr>
          <p:cNvPr id="7" name="Rectangle 6">
            <a:extLst>
              <a:ext uri="{FF2B5EF4-FFF2-40B4-BE49-F238E27FC236}">
                <a16:creationId xmlns:a16="http://schemas.microsoft.com/office/drawing/2014/main" id="{90252E4E-476B-403B-BE60-6F082380996E}"/>
              </a:ext>
            </a:extLst>
          </p:cNvPr>
          <p:cNvSpPr/>
          <p:nvPr/>
        </p:nvSpPr>
        <p:spPr>
          <a:xfrm>
            <a:off x="4663431" y="1833840"/>
            <a:ext cx="5622052"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Calibri" panose="020F0502020204030204" pitchFamily="34" charset="0"/>
              </a:rPr>
              <a:t>who is played by an unknown</a:t>
            </a:r>
            <a:endParaRPr lang="en-GB" sz="2800">
              <a:solidFill>
                <a:srgbClr val="0070C0"/>
              </a:solidFill>
              <a:latin typeface="Segoe Print" panose="02000600000000000000" pitchFamily="2" charset="0"/>
            </a:endParaRPr>
          </a:p>
        </p:txBody>
      </p:sp>
      <p:sp>
        <p:nvSpPr>
          <p:cNvPr id="8" name="Rectangle 7">
            <a:extLst>
              <a:ext uri="{FF2B5EF4-FFF2-40B4-BE49-F238E27FC236}">
                <a16:creationId xmlns:a16="http://schemas.microsoft.com/office/drawing/2014/main" id="{63B15B07-3582-4BB3-9489-C6683AA9694D}"/>
              </a:ext>
            </a:extLst>
          </p:cNvPr>
          <p:cNvSpPr/>
          <p:nvPr/>
        </p:nvSpPr>
        <p:spPr>
          <a:xfrm>
            <a:off x="633300" y="2260662"/>
            <a:ext cx="1418978"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Calibri" panose="020F0502020204030204" pitchFamily="34" charset="0"/>
              </a:rPr>
              <a:t>actress</a:t>
            </a:r>
            <a:endParaRPr lang="en-GB" sz="2800"/>
          </a:p>
        </p:txBody>
      </p:sp>
      <p:sp>
        <p:nvSpPr>
          <p:cNvPr id="9" name="Rectangle 8">
            <a:extLst>
              <a:ext uri="{FF2B5EF4-FFF2-40B4-BE49-F238E27FC236}">
                <a16:creationId xmlns:a16="http://schemas.microsoft.com/office/drawing/2014/main" id="{07EB7D2C-9753-4A02-B004-40EDF267D7D2}"/>
              </a:ext>
            </a:extLst>
          </p:cNvPr>
          <p:cNvSpPr/>
          <p:nvPr/>
        </p:nvSpPr>
        <p:spPr>
          <a:xfrm>
            <a:off x="4069518" y="2664330"/>
            <a:ext cx="6809878"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Calibri" panose="020F0502020204030204" pitchFamily="34" charset="0"/>
              </a:rPr>
              <a:t>because the ending was predictable. </a:t>
            </a:r>
            <a:endParaRPr lang="en-GB" sz="2800">
              <a:solidFill>
                <a:srgbClr val="0070C0"/>
              </a:solidFill>
              <a:latin typeface="Segoe Print" panose="02000600000000000000" pitchFamily="2" charset="0"/>
            </a:endParaRPr>
          </a:p>
        </p:txBody>
      </p:sp>
      <p:sp>
        <p:nvSpPr>
          <p:cNvPr id="10" name="Rectangle 9">
            <a:extLst>
              <a:ext uri="{FF2B5EF4-FFF2-40B4-BE49-F238E27FC236}">
                <a16:creationId xmlns:a16="http://schemas.microsoft.com/office/drawing/2014/main" id="{9434FF4F-3FCF-4A5F-8430-7995054BBA16}"/>
              </a:ext>
            </a:extLst>
          </p:cNvPr>
          <p:cNvSpPr/>
          <p:nvPr/>
        </p:nvSpPr>
        <p:spPr>
          <a:xfrm>
            <a:off x="3658348" y="3116254"/>
            <a:ext cx="7632218"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Calibri" panose="020F0502020204030204" pitchFamily="34" charset="0"/>
              </a:rPr>
              <a:t>who is the leading actor in Million Dollar</a:t>
            </a:r>
            <a:endParaRPr lang="en-GB" sz="2800">
              <a:solidFill>
                <a:srgbClr val="0070C0"/>
              </a:solidFill>
              <a:latin typeface="Segoe Print" panose="02000600000000000000" pitchFamily="2" charset="0"/>
            </a:endParaRPr>
          </a:p>
        </p:txBody>
      </p:sp>
      <p:sp>
        <p:nvSpPr>
          <p:cNvPr id="11" name="Rectangle 10">
            <a:extLst>
              <a:ext uri="{FF2B5EF4-FFF2-40B4-BE49-F238E27FC236}">
                <a16:creationId xmlns:a16="http://schemas.microsoft.com/office/drawing/2014/main" id="{77383915-5F98-488F-93EF-B29B858066B4}"/>
              </a:ext>
            </a:extLst>
          </p:cNvPr>
          <p:cNvSpPr/>
          <p:nvPr/>
        </p:nvSpPr>
        <p:spPr>
          <a:xfrm>
            <a:off x="633300" y="3505129"/>
            <a:ext cx="1079142"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Calibri" panose="020F0502020204030204" pitchFamily="34" charset="0"/>
              </a:rPr>
              <a:t>Baby</a:t>
            </a:r>
            <a:endParaRPr lang="en-GB" sz="2800"/>
          </a:p>
        </p:txBody>
      </p:sp>
      <p:sp>
        <p:nvSpPr>
          <p:cNvPr id="12" name="Rectangle 11">
            <a:extLst>
              <a:ext uri="{FF2B5EF4-FFF2-40B4-BE49-F238E27FC236}">
                <a16:creationId xmlns:a16="http://schemas.microsoft.com/office/drawing/2014/main" id="{0A235D9B-BF2F-463A-B298-762F7F7A619A}"/>
              </a:ext>
            </a:extLst>
          </p:cNvPr>
          <p:cNvSpPr/>
          <p:nvPr/>
        </p:nvSpPr>
        <p:spPr>
          <a:xfrm>
            <a:off x="6846882" y="3911379"/>
            <a:ext cx="3312125"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Times New Roman" panose="02020603050405020304" pitchFamily="18" charset="0"/>
              </a:rPr>
              <a:t>that I bought the</a:t>
            </a:r>
            <a:endParaRPr lang="en-GB" sz="2800">
              <a:solidFill>
                <a:srgbClr val="0070C0"/>
              </a:solidFill>
              <a:latin typeface="Segoe Print" panose="02000600000000000000" pitchFamily="2" charset="0"/>
              <a:cs typeface="Times New Roman" panose="02020603050405020304" pitchFamily="18" charset="0"/>
            </a:endParaRPr>
          </a:p>
        </p:txBody>
      </p:sp>
      <p:sp>
        <p:nvSpPr>
          <p:cNvPr id="13" name="Rectangle 12">
            <a:extLst>
              <a:ext uri="{FF2B5EF4-FFF2-40B4-BE49-F238E27FC236}">
                <a16:creationId xmlns:a16="http://schemas.microsoft.com/office/drawing/2014/main" id="{9B651820-F948-4736-872D-6A740C4DBB9C}"/>
              </a:ext>
            </a:extLst>
          </p:cNvPr>
          <p:cNvSpPr/>
          <p:nvPr/>
        </p:nvSpPr>
        <p:spPr>
          <a:xfrm>
            <a:off x="510209" y="4381712"/>
            <a:ext cx="4883068"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Times New Roman" panose="02020603050405020304" pitchFamily="18" charset="0"/>
              </a:rPr>
              <a:t>soundtrack the next day. </a:t>
            </a:r>
            <a:endParaRPr lang="en-GB" sz="2800"/>
          </a:p>
        </p:txBody>
      </p:sp>
      <p:sp>
        <p:nvSpPr>
          <p:cNvPr id="14" name="Rectangle 13">
            <a:extLst>
              <a:ext uri="{FF2B5EF4-FFF2-40B4-BE49-F238E27FC236}">
                <a16:creationId xmlns:a16="http://schemas.microsoft.com/office/drawing/2014/main" id="{2F13BCBF-FA32-494C-8103-0489D45406C7}"/>
              </a:ext>
            </a:extLst>
          </p:cNvPr>
          <p:cNvSpPr/>
          <p:nvPr/>
        </p:nvSpPr>
        <p:spPr>
          <a:xfrm>
            <a:off x="5008878" y="4779269"/>
            <a:ext cx="5993949"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Calibri" panose="020F0502020204030204" pitchFamily="34" charset="0"/>
              </a:rPr>
              <a:t>which has many violent scenes, </a:t>
            </a:r>
            <a:endParaRPr lang="en-GB" sz="2800">
              <a:solidFill>
                <a:srgbClr val="0070C0"/>
              </a:solidFill>
              <a:latin typeface="Segoe Print" panose="02000600000000000000" pitchFamily="2" charset="0"/>
            </a:endParaRPr>
          </a:p>
        </p:txBody>
      </p:sp>
      <p:sp>
        <p:nvSpPr>
          <p:cNvPr id="15" name="Rectangle 14">
            <a:extLst>
              <a:ext uri="{FF2B5EF4-FFF2-40B4-BE49-F238E27FC236}">
                <a16:creationId xmlns:a16="http://schemas.microsoft.com/office/drawing/2014/main" id="{A2B55654-9599-477E-9E39-52D02F8DCB93}"/>
              </a:ext>
            </a:extLst>
          </p:cNvPr>
          <p:cNvSpPr/>
          <p:nvPr/>
        </p:nvSpPr>
        <p:spPr>
          <a:xfrm>
            <a:off x="5008878" y="5646136"/>
            <a:ext cx="5150129" cy="523220"/>
          </a:xfrm>
          <a:prstGeom prst="rect">
            <a:avLst/>
          </a:prstGeom>
        </p:spPr>
        <p:txBody>
          <a:bodyPr wrap="square">
            <a:spAutoFit/>
          </a:bodyPr>
          <a:lstStyle/>
          <a:p>
            <a:r>
              <a:rPr lang="en-US" altLang="en-US" sz="2800">
                <a:solidFill>
                  <a:srgbClr val="0070C0"/>
                </a:solidFill>
                <a:latin typeface="Segoe Print" panose="02000600000000000000" pitchFamily="2" charset="0"/>
                <a:cs typeface="Calibri" panose="020F0502020204030204" pitchFamily="34" charset="0"/>
              </a:rPr>
              <a:t>and I particularly liked the</a:t>
            </a:r>
            <a:endParaRPr lang="en-GB" sz="2800">
              <a:solidFill>
                <a:srgbClr val="0070C0"/>
              </a:solidFill>
              <a:latin typeface="Segoe Print" panose="02000600000000000000" pitchFamily="2" charset="0"/>
            </a:endParaRPr>
          </a:p>
        </p:txBody>
      </p:sp>
      <p:sp>
        <p:nvSpPr>
          <p:cNvPr id="16" name="Rectangle 15">
            <a:extLst>
              <a:ext uri="{FF2B5EF4-FFF2-40B4-BE49-F238E27FC236}">
                <a16:creationId xmlns:a16="http://schemas.microsoft.com/office/drawing/2014/main" id="{4D43FB9D-FF2C-40D3-9C52-83F118BEF359}"/>
              </a:ext>
            </a:extLst>
          </p:cNvPr>
          <p:cNvSpPr/>
          <p:nvPr/>
        </p:nvSpPr>
        <p:spPr>
          <a:xfrm>
            <a:off x="694714" y="6098060"/>
            <a:ext cx="6450805" cy="523220"/>
          </a:xfrm>
          <a:prstGeom prst="rect">
            <a:avLst/>
          </a:prstGeom>
        </p:spPr>
        <p:txBody>
          <a:bodyPr wrap="none">
            <a:spAutoFit/>
          </a:bodyPr>
          <a:lstStyle/>
          <a:p>
            <a:r>
              <a:rPr lang="en-US" altLang="en-US" sz="2800">
                <a:solidFill>
                  <a:srgbClr val="0070C0"/>
                </a:solidFill>
                <a:latin typeface="Segoe Print" panose="02000600000000000000" pitchFamily="2" charset="0"/>
                <a:cs typeface="Calibri" panose="020F0502020204030204" pitchFamily="34" charset="0"/>
              </a:rPr>
              <a:t>performance of the leading actor. </a:t>
            </a:r>
            <a:endParaRPr lang="en-GB" sz="2800"/>
          </a:p>
        </p:txBody>
      </p:sp>
      <p:sp>
        <p:nvSpPr>
          <p:cNvPr id="17" name="Arrow: Left 16">
            <a:hlinkClick r:id="rId2" action="ppaction://hlinksldjump"/>
            <a:extLst>
              <a:ext uri="{FF2B5EF4-FFF2-40B4-BE49-F238E27FC236}">
                <a16:creationId xmlns:a16="http://schemas.microsoft.com/office/drawing/2014/main" id="{381D8FA5-EEB7-487C-BEA8-E6A10C49A51F}"/>
              </a:ext>
            </a:extLst>
          </p:cNvPr>
          <p:cNvSpPr/>
          <p:nvPr/>
        </p:nvSpPr>
        <p:spPr>
          <a:xfrm>
            <a:off x="7727009" y="6144930"/>
            <a:ext cx="1098939" cy="47634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Back</a:t>
            </a:r>
          </a:p>
        </p:txBody>
      </p:sp>
      <p:sp>
        <p:nvSpPr>
          <p:cNvPr id="18" name="Arrow: Right 17">
            <a:hlinkClick r:id="rId3" action="ppaction://hlinksldjump"/>
            <a:extLst>
              <a:ext uri="{FF2B5EF4-FFF2-40B4-BE49-F238E27FC236}">
                <a16:creationId xmlns:a16="http://schemas.microsoft.com/office/drawing/2014/main" id="{6EA67A9F-5DB9-43E1-A862-84D3D864DCD1}"/>
              </a:ext>
            </a:extLst>
          </p:cNvPr>
          <p:cNvSpPr/>
          <p:nvPr/>
        </p:nvSpPr>
        <p:spPr>
          <a:xfrm>
            <a:off x="9158041" y="6132716"/>
            <a:ext cx="1000966" cy="4763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Next</a:t>
            </a:r>
          </a:p>
        </p:txBody>
      </p:sp>
    </p:spTree>
    <p:extLst>
      <p:ext uri="{BB962C8B-B14F-4D97-AF65-F5344CB8AC3E}">
        <p14:creationId xmlns:p14="http://schemas.microsoft.com/office/powerpoint/2010/main" val="257767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left)">
                                      <p:cBhvr>
                                        <p:cTn id="48" dur="500"/>
                                        <p:tgtEl>
                                          <p:spTgt spid="12"/>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par>
                          <p:cTn id="63" fill="hold">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wipe(left)">
                                      <p:cBhvr>
                                        <p:cTn id="6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E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890C84-E23F-4A4F-A519-4E7ADA9B6E44}"/>
              </a:ext>
            </a:extLst>
          </p:cNvPr>
          <p:cNvPicPr>
            <a:picLocks noChangeAspect="1"/>
          </p:cNvPicPr>
          <p:nvPr/>
        </p:nvPicPr>
        <p:blipFill>
          <a:blip r:embed="rId2"/>
          <a:stretch>
            <a:fillRect/>
          </a:stretch>
        </p:blipFill>
        <p:spPr>
          <a:xfrm>
            <a:off x="124615" y="311727"/>
            <a:ext cx="10375225" cy="6234545"/>
          </a:xfrm>
          <a:prstGeom prst="rect">
            <a:avLst/>
          </a:prstGeom>
        </p:spPr>
      </p:pic>
      <p:sp>
        <p:nvSpPr>
          <p:cNvPr id="6" name="TextBox 5">
            <a:extLst>
              <a:ext uri="{FF2B5EF4-FFF2-40B4-BE49-F238E27FC236}">
                <a16:creationId xmlns:a16="http://schemas.microsoft.com/office/drawing/2014/main" id="{A1145E3B-1552-9F58-6082-AD6AB7931694}"/>
              </a:ext>
            </a:extLst>
          </p:cNvPr>
          <p:cNvSpPr txBox="1"/>
          <p:nvPr/>
        </p:nvSpPr>
        <p:spPr>
          <a:xfrm>
            <a:off x="4572001" y="1040158"/>
            <a:ext cx="7620000" cy="5526898"/>
          </a:xfrm>
          <a:prstGeom prst="rect">
            <a:avLst/>
          </a:prstGeom>
          <a:noFill/>
        </p:spPr>
        <p:txBody>
          <a:bodyPr wrap="square">
            <a:spAutoFit/>
          </a:bodyPr>
          <a:lstStyle/>
          <a:p>
            <a:pPr>
              <a:lnSpc>
                <a:spcPct val="115000"/>
              </a:lnSpc>
              <a:spcAft>
                <a:spcPts val="800"/>
              </a:spcAft>
            </a:pPr>
            <a:r>
              <a:rPr lang="en-GB" sz="28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When I first watched Titanic as a teenager in my parents’ house, I didn’t expect it to affect me so much. Even though I already knew how the story would end, I quickly became interested in the lives of the people on the ship. The film made me imagine what it might have felt like to be there, surrounded by excitement, hope, and danger. It was a powerful experience that stayed with me after the film finished.</a:t>
            </a:r>
            <a:endParaRPr lang="en-GB"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72666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C09FD0-B439-484F-B97D-9261E70C1687}"/>
              </a:ext>
            </a:extLst>
          </p:cNvPr>
          <p:cNvPicPr>
            <a:picLocks noChangeAspect="1"/>
          </p:cNvPicPr>
          <p:nvPr/>
        </p:nvPicPr>
        <p:blipFill>
          <a:blip r:embed="rId2"/>
          <a:stretch>
            <a:fillRect/>
          </a:stretch>
        </p:blipFill>
        <p:spPr>
          <a:xfrm>
            <a:off x="554182" y="790613"/>
            <a:ext cx="11083636" cy="5276775"/>
          </a:xfrm>
          <a:prstGeom prst="rect">
            <a:avLst/>
          </a:prstGeom>
        </p:spPr>
      </p:pic>
      <p:sp>
        <p:nvSpPr>
          <p:cNvPr id="2" name="TextBox 1">
            <a:extLst>
              <a:ext uri="{FF2B5EF4-FFF2-40B4-BE49-F238E27FC236}">
                <a16:creationId xmlns:a16="http://schemas.microsoft.com/office/drawing/2014/main" id="{1555E6BE-8F11-47C7-B1BD-8E4C70B7ED82}"/>
              </a:ext>
            </a:extLst>
          </p:cNvPr>
          <p:cNvSpPr txBox="1"/>
          <p:nvPr/>
        </p:nvSpPr>
        <p:spPr>
          <a:xfrm>
            <a:off x="7104183" y="2029871"/>
            <a:ext cx="2011679"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describes</a:t>
            </a:r>
          </a:p>
        </p:txBody>
      </p:sp>
      <p:sp>
        <p:nvSpPr>
          <p:cNvPr id="4" name="TextBox 3">
            <a:extLst>
              <a:ext uri="{FF2B5EF4-FFF2-40B4-BE49-F238E27FC236}">
                <a16:creationId xmlns:a16="http://schemas.microsoft.com/office/drawing/2014/main" id="{A0B1CC5B-F6C2-4153-A1BF-501CA8BF9EE4}"/>
              </a:ext>
            </a:extLst>
          </p:cNvPr>
          <p:cNvSpPr txBox="1"/>
          <p:nvPr/>
        </p:nvSpPr>
        <p:spPr>
          <a:xfrm>
            <a:off x="3134751" y="1981200"/>
            <a:ext cx="731520"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is</a:t>
            </a:r>
          </a:p>
        </p:txBody>
      </p:sp>
      <p:sp>
        <p:nvSpPr>
          <p:cNvPr id="5" name="TextBox 4">
            <a:extLst>
              <a:ext uri="{FF2B5EF4-FFF2-40B4-BE49-F238E27FC236}">
                <a16:creationId xmlns:a16="http://schemas.microsoft.com/office/drawing/2014/main" id="{78650E9D-4694-48C1-BF14-08BAA9C3E986}"/>
              </a:ext>
            </a:extLst>
          </p:cNvPr>
          <p:cNvSpPr txBox="1"/>
          <p:nvPr/>
        </p:nvSpPr>
        <p:spPr>
          <a:xfrm>
            <a:off x="2926081" y="2794781"/>
            <a:ext cx="2206282"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doesn’t like</a:t>
            </a:r>
          </a:p>
        </p:txBody>
      </p:sp>
      <p:sp>
        <p:nvSpPr>
          <p:cNvPr id="6" name="TextBox 5">
            <a:extLst>
              <a:ext uri="{FF2B5EF4-FFF2-40B4-BE49-F238E27FC236}">
                <a16:creationId xmlns:a16="http://schemas.microsoft.com/office/drawing/2014/main" id="{8F775B5E-009B-4768-8568-313E7DFA8DDF}"/>
              </a:ext>
            </a:extLst>
          </p:cNvPr>
          <p:cNvSpPr txBox="1"/>
          <p:nvPr/>
        </p:nvSpPr>
        <p:spPr>
          <a:xfrm>
            <a:off x="8306971" y="2794781"/>
            <a:ext cx="1617783"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meets</a:t>
            </a:r>
          </a:p>
        </p:txBody>
      </p:sp>
      <p:sp>
        <p:nvSpPr>
          <p:cNvPr id="7" name="TextBox 6">
            <a:extLst>
              <a:ext uri="{FF2B5EF4-FFF2-40B4-BE49-F238E27FC236}">
                <a16:creationId xmlns:a16="http://schemas.microsoft.com/office/drawing/2014/main" id="{285385DA-D65B-4D4A-9415-44928C97AE60}"/>
              </a:ext>
            </a:extLst>
          </p:cNvPr>
          <p:cNvSpPr txBox="1"/>
          <p:nvPr/>
        </p:nvSpPr>
        <p:spPr>
          <a:xfrm>
            <a:off x="4754877" y="3167390"/>
            <a:ext cx="1341124"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falls</a:t>
            </a:r>
          </a:p>
        </p:txBody>
      </p:sp>
      <p:sp>
        <p:nvSpPr>
          <p:cNvPr id="8" name="TextBox 7">
            <a:extLst>
              <a:ext uri="{FF2B5EF4-FFF2-40B4-BE49-F238E27FC236}">
                <a16:creationId xmlns:a16="http://schemas.microsoft.com/office/drawing/2014/main" id="{C1C86485-0A3C-4D5C-B0FD-591FF5392E96}"/>
              </a:ext>
            </a:extLst>
          </p:cNvPr>
          <p:cNvSpPr txBox="1"/>
          <p:nvPr/>
        </p:nvSpPr>
        <p:spPr>
          <a:xfrm>
            <a:off x="6096000" y="3543278"/>
            <a:ext cx="1106658"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hits</a:t>
            </a:r>
          </a:p>
        </p:txBody>
      </p:sp>
      <p:sp>
        <p:nvSpPr>
          <p:cNvPr id="9" name="TextBox 8">
            <a:extLst>
              <a:ext uri="{FF2B5EF4-FFF2-40B4-BE49-F238E27FC236}">
                <a16:creationId xmlns:a16="http://schemas.microsoft.com/office/drawing/2014/main" id="{299027AC-EA12-4292-998E-230F5A1CEE49}"/>
              </a:ext>
            </a:extLst>
          </p:cNvPr>
          <p:cNvSpPr txBox="1"/>
          <p:nvPr/>
        </p:nvSpPr>
        <p:spPr>
          <a:xfrm>
            <a:off x="1308298" y="3907864"/>
            <a:ext cx="1491173"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begins</a:t>
            </a:r>
          </a:p>
        </p:txBody>
      </p:sp>
      <p:sp>
        <p:nvSpPr>
          <p:cNvPr id="10" name="TextBox 9">
            <a:extLst>
              <a:ext uri="{FF2B5EF4-FFF2-40B4-BE49-F238E27FC236}">
                <a16:creationId xmlns:a16="http://schemas.microsoft.com/office/drawing/2014/main" id="{F9AEFE8E-8D38-4CE1-B3B2-A97CCD753560}"/>
              </a:ext>
            </a:extLst>
          </p:cNvPr>
          <p:cNvSpPr txBox="1"/>
          <p:nvPr/>
        </p:nvSpPr>
        <p:spPr>
          <a:xfrm>
            <a:off x="6618850" y="3968022"/>
            <a:ext cx="1005839"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try</a:t>
            </a:r>
          </a:p>
        </p:txBody>
      </p:sp>
      <p:sp>
        <p:nvSpPr>
          <p:cNvPr id="11" name="TextBox 10">
            <a:extLst>
              <a:ext uri="{FF2B5EF4-FFF2-40B4-BE49-F238E27FC236}">
                <a16:creationId xmlns:a16="http://schemas.microsoft.com/office/drawing/2014/main" id="{916A7AF9-049E-4938-B5F8-7E6D7B323342}"/>
              </a:ext>
            </a:extLst>
          </p:cNvPr>
          <p:cNvSpPr txBox="1"/>
          <p:nvPr/>
        </p:nvSpPr>
        <p:spPr>
          <a:xfrm>
            <a:off x="3683210" y="4392905"/>
            <a:ext cx="2896451" cy="461665"/>
          </a:xfrm>
          <a:prstGeom prst="rect">
            <a:avLst/>
          </a:prstGeom>
          <a:noFill/>
        </p:spPr>
        <p:txBody>
          <a:bodyPr wrap="square" rtlCol="0">
            <a:spAutoFit/>
          </a:bodyPr>
          <a:lstStyle/>
          <a:p>
            <a:r>
              <a:rPr lang="en-GB" sz="2400" spc="-30" dirty="0">
                <a:solidFill>
                  <a:srgbClr val="0070C0"/>
                </a:solidFill>
                <a:latin typeface="Segoe Print" panose="02000600000000000000" pitchFamily="2" charset="0"/>
              </a:rPr>
              <a:t>doesn’t manage</a:t>
            </a:r>
          </a:p>
        </p:txBody>
      </p:sp>
      <p:sp>
        <p:nvSpPr>
          <p:cNvPr id="12" name="TextBox 11">
            <a:extLst>
              <a:ext uri="{FF2B5EF4-FFF2-40B4-BE49-F238E27FC236}">
                <a16:creationId xmlns:a16="http://schemas.microsoft.com/office/drawing/2014/main" id="{89F318BB-42AC-465E-911F-46AC214C98A7}"/>
              </a:ext>
            </a:extLst>
          </p:cNvPr>
          <p:cNvSpPr txBox="1"/>
          <p:nvPr/>
        </p:nvSpPr>
        <p:spPr>
          <a:xfrm>
            <a:off x="8625414" y="4353309"/>
            <a:ext cx="1005839" cy="523220"/>
          </a:xfrm>
          <a:prstGeom prst="rect">
            <a:avLst/>
          </a:prstGeom>
          <a:noFill/>
        </p:spPr>
        <p:txBody>
          <a:bodyPr wrap="square" rtlCol="0">
            <a:spAutoFit/>
          </a:bodyPr>
          <a:lstStyle/>
          <a:p>
            <a:r>
              <a:rPr lang="en-GB" sz="2800" dirty="0">
                <a:solidFill>
                  <a:srgbClr val="0070C0"/>
                </a:solidFill>
                <a:latin typeface="Segoe Print" panose="02000600000000000000" pitchFamily="2" charset="0"/>
              </a:rPr>
              <a:t>dies</a:t>
            </a:r>
          </a:p>
        </p:txBody>
      </p:sp>
      <p:sp>
        <p:nvSpPr>
          <p:cNvPr id="13" name="TextBox 12">
            <a:extLst>
              <a:ext uri="{FF2B5EF4-FFF2-40B4-BE49-F238E27FC236}">
                <a16:creationId xmlns:a16="http://schemas.microsoft.com/office/drawing/2014/main" id="{0767FB9C-73E2-42D4-966F-C7B1BE3CDC7E}"/>
              </a:ext>
            </a:extLst>
          </p:cNvPr>
          <p:cNvSpPr txBox="1"/>
          <p:nvPr/>
        </p:nvSpPr>
        <p:spPr>
          <a:xfrm>
            <a:off x="2860432" y="4702275"/>
            <a:ext cx="1767839"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survives</a:t>
            </a:r>
          </a:p>
        </p:txBody>
      </p:sp>
      <p:sp>
        <p:nvSpPr>
          <p:cNvPr id="14" name="TextBox 13">
            <a:extLst>
              <a:ext uri="{FF2B5EF4-FFF2-40B4-BE49-F238E27FC236}">
                <a16:creationId xmlns:a16="http://schemas.microsoft.com/office/drawing/2014/main" id="{A82BFB9E-DC3D-4A84-B267-7F98B1E49B48}"/>
              </a:ext>
            </a:extLst>
          </p:cNvPr>
          <p:cNvSpPr txBox="1"/>
          <p:nvPr/>
        </p:nvSpPr>
        <p:spPr>
          <a:xfrm>
            <a:off x="6074473" y="4729468"/>
            <a:ext cx="2256370" cy="523220"/>
          </a:xfrm>
          <a:prstGeom prst="rect">
            <a:avLst/>
          </a:prstGeom>
          <a:noFill/>
        </p:spPr>
        <p:txBody>
          <a:bodyPr wrap="square" rtlCol="0">
            <a:spAutoFit/>
          </a:bodyPr>
          <a:lstStyle/>
          <a:p>
            <a:r>
              <a:rPr lang="en-GB" sz="2800">
                <a:solidFill>
                  <a:srgbClr val="0070C0"/>
                </a:solidFill>
                <a:latin typeface="Segoe Print" panose="02000600000000000000" pitchFamily="2" charset="0"/>
              </a:rPr>
              <a:t>remembers</a:t>
            </a:r>
          </a:p>
        </p:txBody>
      </p:sp>
      <p:sp>
        <p:nvSpPr>
          <p:cNvPr id="15" name="TextBox 14">
            <a:extLst>
              <a:ext uri="{FF2B5EF4-FFF2-40B4-BE49-F238E27FC236}">
                <a16:creationId xmlns:a16="http://schemas.microsoft.com/office/drawing/2014/main" id="{C431D3C8-7241-4285-B7A5-0F9CC83F4922}"/>
              </a:ext>
            </a:extLst>
          </p:cNvPr>
          <p:cNvSpPr txBox="1"/>
          <p:nvPr/>
        </p:nvSpPr>
        <p:spPr>
          <a:xfrm>
            <a:off x="901149" y="6162261"/>
            <a:ext cx="6904382" cy="607422"/>
          </a:xfrm>
          <a:prstGeom prst="rect">
            <a:avLst/>
          </a:prstGeom>
          <a:noFill/>
        </p:spPr>
        <p:txBody>
          <a:bodyPr wrap="square" rtlCol="0">
            <a:spAutoFit/>
          </a:bodyPr>
          <a:lstStyle/>
          <a:p>
            <a:r>
              <a:rPr lang="en-GB" sz="3200"/>
              <a:t>Second paragraph of your homework.</a:t>
            </a:r>
          </a:p>
        </p:txBody>
      </p:sp>
    </p:spTree>
    <p:extLst>
      <p:ext uri="{BB962C8B-B14F-4D97-AF65-F5344CB8AC3E}">
        <p14:creationId xmlns:p14="http://schemas.microsoft.com/office/powerpoint/2010/main" val="343741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left)">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8" grpId="0"/>
      <p:bldP spid="9" grpId="0"/>
      <p:bldP spid="10" grpId="0"/>
      <p:bldP spid="11" grpId="0"/>
      <p:bldP spid="12" grpId="0"/>
      <p:bldP spid="13" grpId="0"/>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FCF013-DCC8-9172-B7FE-27F6021E7A4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867" b="96567" l="4058" r="98841">
                        <a14:foregroundMark x1="24928" y1="7296" x2="34493" y2="12876"/>
                        <a14:foregroundMark x1="34493" y1="12876" x2="39710" y2="19313"/>
                        <a14:foregroundMark x1="39710" y1="19313" x2="62319" y2="36910"/>
                        <a14:foregroundMark x1="8986" y1="25322" x2="7826" y2="43777"/>
                        <a14:foregroundMark x1="7826" y1="43777" x2="11594" y2="45494"/>
                        <a14:foregroundMark x1="4058" y1="60086" x2="6957" y2="63519"/>
                        <a14:foregroundMark x1="56232" y1="91845" x2="60580" y2="93991"/>
                        <a14:foregroundMark x1="69565" y1="93991" x2="74493" y2="96567"/>
                        <a14:foregroundMark x1="74493" y1="96567" x2="74493" y2="96567"/>
                        <a14:foregroundMark x1="86377" y1="90987" x2="98841" y2="92275"/>
                        <a14:foregroundMark x1="75942" y1="48069" x2="83188" y2="50215"/>
                        <a14:foregroundMark x1="83188" y1="50215" x2="86377" y2="54936"/>
                        <a14:foregroundMark x1="65217" y1="38197" x2="73043" y2="43777"/>
                      </a14:backgroundRemoval>
                    </a14:imgEffect>
                  </a14:imgLayer>
                </a14:imgProps>
              </a:ext>
            </a:extLst>
          </a:blip>
          <a:stretch>
            <a:fillRect/>
          </a:stretch>
        </p:blipFill>
        <p:spPr>
          <a:xfrm>
            <a:off x="572126" y="526006"/>
            <a:ext cx="9375699" cy="6331994"/>
          </a:xfrm>
          <a:prstGeom prst="rect">
            <a:avLst/>
          </a:prstGeom>
        </p:spPr>
      </p:pic>
      <p:sp>
        <p:nvSpPr>
          <p:cNvPr id="4" name="TextBox 3">
            <a:extLst>
              <a:ext uri="{FF2B5EF4-FFF2-40B4-BE49-F238E27FC236}">
                <a16:creationId xmlns:a16="http://schemas.microsoft.com/office/drawing/2014/main" id="{CDCD4F8C-7740-4B91-DB30-BF99C6B7DA50}"/>
              </a:ext>
            </a:extLst>
          </p:cNvPr>
          <p:cNvSpPr txBox="1"/>
          <p:nvPr/>
        </p:nvSpPr>
        <p:spPr>
          <a:xfrm>
            <a:off x="6449785" y="783771"/>
            <a:ext cx="5170089" cy="1323439"/>
          </a:xfrm>
          <a:prstGeom prst="rect">
            <a:avLst/>
          </a:prstGeom>
          <a:noFill/>
        </p:spPr>
        <p:txBody>
          <a:bodyPr wrap="square" rtlCol="0">
            <a:spAutoFit/>
          </a:bodyPr>
          <a:lstStyle/>
          <a:p>
            <a:r>
              <a:rPr lang="en-GB" sz="4000" dirty="0">
                <a:latin typeface="Tw Cen MT Condensed Extra Bold" panose="020B0803020202020204" pitchFamily="34" charset="0"/>
              </a:rPr>
              <a:t>Some people say, there’s room for two on that door</a:t>
            </a:r>
          </a:p>
        </p:txBody>
      </p:sp>
    </p:spTree>
    <p:extLst>
      <p:ext uri="{BB962C8B-B14F-4D97-AF65-F5344CB8AC3E}">
        <p14:creationId xmlns:p14="http://schemas.microsoft.com/office/powerpoint/2010/main" val="906741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4436EF-CF45-4112-85A7-AAE85C7C3B39}"/>
              </a:ext>
            </a:extLst>
          </p:cNvPr>
          <p:cNvPicPr>
            <a:picLocks noChangeAspect="1"/>
          </p:cNvPicPr>
          <p:nvPr/>
        </p:nvPicPr>
        <p:blipFill>
          <a:blip r:embed="rId2"/>
          <a:stretch>
            <a:fillRect/>
          </a:stretch>
        </p:blipFill>
        <p:spPr>
          <a:xfrm>
            <a:off x="554182" y="1776107"/>
            <a:ext cx="11083636" cy="4036864"/>
          </a:xfrm>
          <a:prstGeom prst="rect">
            <a:avLst/>
          </a:prstGeom>
        </p:spPr>
      </p:pic>
      <p:sp>
        <p:nvSpPr>
          <p:cNvPr id="2" name="TextBox 1">
            <a:extLst>
              <a:ext uri="{FF2B5EF4-FFF2-40B4-BE49-F238E27FC236}">
                <a16:creationId xmlns:a16="http://schemas.microsoft.com/office/drawing/2014/main" id="{19B2BEA2-D802-4AE5-8ED7-24B0916319FD}"/>
              </a:ext>
            </a:extLst>
          </p:cNvPr>
          <p:cNvSpPr txBox="1"/>
          <p:nvPr/>
        </p:nvSpPr>
        <p:spPr>
          <a:xfrm>
            <a:off x="554181" y="563218"/>
            <a:ext cx="11083635" cy="923330"/>
          </a:xfrm>
          <a:prstGeom prst="rect">
            <a:avLst/>
          </a:prstGeom>
          <a:noFill/>
        </p:spPr>
        <p:txBody>
          <a:bodyPr wrap="square" rtlCol="0">
            <a:spAutoFit/>
          </a:bodyPr>
          <a:lstStyle/>
          <a:p>
            <a:r>
              <a:rPr lang="en-GB" sz="5400" dirty="0"/>
              <a:t>Third paragraph of a review of Titanic.</a:t>
            </a:r>
          </a:p>
        </p:txBody>
      </p:sp>
      <p:grpSp>
        <p:nvGrpSpPr>
          <p:cNvPr id="4" name="Group 3">
            <a:extLst>
              <a:ext uri="{FF2B5EF4-FFF2-40B4-BE49-F238E27FC236}">
                <a16:creationId xmlns:a16="http://schemas.microsoft.com/office/drawing/2014/main" id="{692C1FC0-1A2F-E13F-6B60-33EA62A9CC6E}"/>
              </a:ext>
            </a:extLst>
          </p:cNvPr>
          <p:cNvGrpSpPr>
            <a:grpSpLocks noChangeAspect="1"/>
          </p:cNvGrpSpPr>
          <p:nvPr/>
        </p:nvGrpSpPr>
        <p:grpSpPr>
          <a:xfrm>
            <a:off x="256808" y="896268"/>
            <a:ext cx="297374" cy="297521"/>
            <a:chOff x="1752597" y="2171695"/>
            <a:chExt cx="4317849" cy="4320005"/>
          </a:xfrm>
        </p:grpSpPr>
        <p:sp>
          <p:nvSpPr>
            <p:cNvPr id="5" name="Free-form: Shape 3">
              <a:extLst>
                <a:ext uri="{FF2B5EF4-FFF2-40B4-BE49-F238E27FC236}">
                  <a16:creationId xmlns:a16="http://schemas.microsoft.com/office/drawing/2014/main" id="{9EF7388A-F295-D48E-0B06-0C6C227B28D9}"/>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6" name="Free-form: Shape 4">
              <a:extLst>
                <a:ext uri="{FF2B5EF4-FFF2-40B4-BE49-F238E27FC236}">
                  <a16:creationId xmlns:a16="http://schemas.microsoft.com/office/drawing/2014/main" id="{8ED7D070-1358-BB38-560B-3775B46C7C5C}"/>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7" name="Group 6">
            <a:extLst>
              <a:ext uri="{FF2B5EF4-FFF2-40B4-BE49-F238E27FC236}">
                <a16:creationId xmlns:a16="http://schemas.microsoft.com/office/drawing/2014/main" id="{1570CF50-C747-A960-488F-4C859BD91FD9}"/>
              </a:ext>
            </a:extLst>
          </p:cNvPr>
          <p:cNvGrpSpPr>
            <a:grpSpLocks noChangeAspect="1"/>
          </p:cNvGrpSpPr>
          <p:nvPr/>
        </p:nvGrpSpPr>
        <p:grpSpPr>
          <a:xfrm>
            <a:off x="252356" y="1940719"/>
            <a:ext cx="297374" cy="297521"/>
            <a:chOff x="1752597" y="2171695"/>
            <a:chExt cx="4317849" cy="4320005"/>
          </a:xfrm>
        </p:grpSpPr>
        <p:sp>
          <p:nvSpPr>
            <p:cNvPr id="8" name="Free-form: Shape 6">
              <a:extLst>
                <a:ext uri="{FF2B5EF4-FFF2-40B4-BE49-F238E27FC236}">
                  <a16:creationId xmlns:a16="http://schemas.microsoft.com/office/drawing/2014/main" id="{CF2CACAD-4C66-F2E0-EFBE-5A54A25EF816}"/>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9" name="Free-form: Shape 7">
              <a:extLst>
                <a:ext uri="{FF2B5EF4-FFF2-40B4-BE49-F238E27FC236}">
                  <a16:creationId xmlns:a16="http://schemas.microsoft.com/office/drawing/2014/main" id="{9A232276-42DE-50DA-B0C4-8909C8847FC4}"/>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0" name="Group 9">
            <a:extLst>
              <a:ext uri="{FF2B5EF4-FFF2-40B4-BE49-F238E27FC236}">
                <a16:creationId xmlns:a16="http://schemas.microsoft.com/office/drawing/2014/main" id="{4FE8155C-4CE1-3D30-B46E-61F9FDC3597B}"/>
              </a:ext>
            </a:extLst>
          </p:cNvPr>
          <p:cNvGrpSpPr>
            <a:grpSpLocks noChangeAspect="1"/>
          </p:cNvGrpSpPr>
          <p:nvPr/>
        </p:nvGrpSpPr>
        <p:grpSpPr>
          <a:xfrm>
            <a:off x="2525293" y="2615726"/>
            <a:ext cx="297374" cy="297521"/>
            <a:chOff x="1752597" y="2171695"/>
            <a:chExt cx="4317849" cy="4320005"/>
          </a:xfrm>
        </p:grpSpPr>
        <p:sp>
          <p:nvSpPr>
            <p:cNvPr id="11" name="Free-form: Shape 9">
              <a:extLst>
                <a:ext uri="{FF2B5EF4-FFF2-40B4-BE49-F238E27FC236}">
                  <a16:creationId xmlns:a16="http://schemas.microsoft.com/office/drawing/2014/main" id="{D5082B41-03E7-FF0D-317A-3AB9865107DB}"/>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2" name="Free-form: Shape 10">
              <a:extLst>
                <a:ext uri="{FF2B5EF4-FFF2-40B4-BE49-F238E27FC236}">
                  <a16:creationId xmlns:a16="http://schemas.microsoft.com/office/drawing/2014/main" id="{69C648D5-49F8-FDEC-D71F-0E901770D019}"/>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3" name="Group 12">
            <a:extLst>
              <a:ext uri="{FF2B5EF4-FFF2-40B4-BE49-F238E27FC236}">
                <a16:creationId xmlns:a16="http://schemas.microsoft.com/office/drawing/2014/main" id="{3B41102C-844F-05D0-1832-FC33881F714A}"/>
              </a:ext>
            </a:extLst>
          </p:cNvPr>
          <p:cNvGrpSpPr>
            <a:grpSpLocks noChangeAspect="1"/>
          </p:cNvGrpSpPr>
          <p:nvPr/>
        </p:nvGrpSpPr>
        <p:grpSpPr>
          <a:xfrm>
            <a:off x="4158151" y="2615726"/>
            <a:ext cx="297374" cy="297521"/>
            <a:chOff x="1752597" y="2171695"/>
            <a:chExt cx="4317849" cy="4320005"/>
          </a:xfrm>
        </p:grpSpPr>
        <p:sp>
          <p:nvSpPr>
            <p:cNvPr id="14" name="Free-form: Shape 12">
              <a:extLst>
                <a:ext uri="{FF2B5EF4-FFF2-40B4-BE49-F238E27FC236}">
                  <a16:creationId xmlns:a16="http://schemas.microsoft.com/office/drawing/2014/main" id="{669771F8-0680-9CE4-397F-6CE94647AC89}"/>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5" name="Free-form: Shape 13">
              <a:extLst>
                <a:ext uri="{FF2B5EF4-FFF2-40B4-BE49-F238E27FC236}">
                  <a16:creationId xmlns:a16="http://schemas.microsoft.com/office/drawing/2014/main" id="{8C4BB9CE-995C-2173-BB08-59AA1F05F1A8}"/>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6" name="Group 15">
            <a:extLst>
              <a:ext uri="{FF2B5EF4-FFF2-40B4-BE49-F238E27FC236}">
                <a16:creationId xmlns:a16="http://schemas.microsoft.com/office/drawing/2014/main" id="{CED30592-7A39-50F4-3BA7-C431EE89E1F7}"/>
              </a:ext>
            </a:extLst>
          </p:cNvPr>
          <p:cNvGrpSpPr>
            <a:grpSpLocks noChangeAspect="1"/>
          </p:cNvGrpSpPr>
          <p:nvPr/>
        </p:nvGrpSpPr>
        <p:grpSpPr>
          <a:xfrm>
            <a:off x="5281556" y="2615133"/>
            <a:ext cx="297374" cy="297521"/>
            <a:chOff x="1752597" y="2171695"/>
            <a:chExt cx="4317849" cy="4320005"/>
          </a:xfrm>
        </p:grpSpPr>
        <p:sp>
          <p:nvSpPr>
            <p:cNvPr id="17" name="Free-form: Shape 15">
              <a:extLst>
                <a:ext uri="{FF2B5EF4-FFF2-40B4-BE49-F238E27FC236}">
                  <a16:creationId xmlns:a16="http://schemas.microsoft.com/office/drawing/2014/main" id="{9B4C030B-98E0-6743-A874-C1CCCFDD2AFF}"/>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8" name="Free-form: Shape 16">
              <a:extLst>
                <a:ext uri="{FF2B5EF4-FFF2-40B4-BE49-F238E27FC236}">
                  <a16:creationId xmlns:a16="http://schemas.microsoft.com/office/drawing/2014/main" id="{C022F4A5-EDC3-7519-D678-B6E98BE8EA5A}"/>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9" name="Group 18">
            <a:extLst>
              <a:ext uri="{FF2B5EF4-FFF2-40B4-BE49-F238E27FC236}">
                <a16:creationId xmlns:a16="http://schemas.microsoft.com/office/drawing/2014/main" id="{A424D60F-50E3-1A22-415A-E12F2DEAD46C}"/>
              </a:ext>
            </a:extLst>
          </p:cNvPr>
          <p:cNvGrpSpPr>
            <a:grpSpLocks noChangeAspect="1"/>
          </p:cNvGrpSpPr>
          <p:nvPr/>
        </p:nvGrpSpPr>
        <p:grpSpPr>
          <a:xfrm>
            <a:off x="7439103" y="2642239"/>
            <a:ext cx="297374" cy="297521"/>
            <a:chOff x="1752597" y="2171695"/>
            <a:chExt cx="4317849" cy="4320005"/>
          </a:xfrm>
        </p:grpSpPr>
        <p:sp>
          <p:nvSpPr>
            <p:cNvPr id="20" name="Free-form: Shape 18">
              <a:extLst>
                <a:ext uri="{FF2B5EF4-FFF2-40B4-BE49-F238E27FC236}">
                  <a16:creationId xmlns:a16="http://schemas.microsoft.com/office/drawing/2014/main" id="{555A0856-A1F6-058D-0660-13C37E37D057}"/>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1" name="Free-form: Shape 19">
              <a:extLst>
                <a:ext uri="{FF2B5EF4-FFF2-40B4-BE49-F238E27FC236}">
                  <a16:creationId xmlns:a16="http://schemas.microsoft.com/office/drawing/2014/main" id="{88F1E629-3EF9-91CC-2580-DE68168673E1}"/>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2" name="Group 21">
            <a:extLst>
              <a:ext uri="{FF2B5EF4-FFF2-40B4-BE49-F238E27FC236}">
                <a16:creationId xmlns:a16="http://schemas.microsoft.com/office/drawing/2014/main" id="{E1154FFE-AA0E-7A88-7436-2DD0524CF99A}"/>
              </a:ext>
            </a:extLst>
          </p:cNvPr>
          <p:cNvGrpSpPr>
            <a:grpSpLocks noChangeAspect="1"/>
          </p:cNvGrpSpPr>
          <p:nvPr/>
        </p:nvGrpSpPr>
        <p:grpSpPr>
          <a:xfrm>
            <a:off x="558882" y="3429000"/>
            <a:ext cx="297374" cy="297521"/>
            <a:chOff x="1752597" y="2171695"/>
            <a:chExt cx="4317849" cy="4320005"/>
          </a:xfrm>
        </p:grpSpPr>
        <p:sp>
          <p:nvSpPr>
            <p:cNvPr id="23" name="Free-form: Shape 21">
              <a:extLst>
                <a:ext uri="{FF2B5EF4-FFF2-40B4-BE49-F238E27FC236}">
                  <a16:creationId xmlns:a16="http://schemas.microsoft.com/office/drawing/2014/main" id="{C9A2BF4E-8D83-FBAC-BED8-D079E5B58418}"/>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4" name="Free-form: Shape 22">
              <a:extLst>
                <a:ext uri="{FF2B5EF4-FFF2-40B4-BE49-F238E27FC236}">
                  <a16:creationId xmlns:a16="http://schemas.microsoft.com/office/drawing/2014/main" id="{6AF17866-B649-0D90-E311-2CEAD6E6A3F1}"/>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5" name="Group 24">
            <a:extLst>
              <a:ext uri="{FF2B5EF4-FFF2-40B4-BE49-F238E27FC236}">
                <a16:creationId xmlns:a16="http://schemas.microsoft.com/office/drawing/2014/main" id="{84A3FA28-1743-FFD2-41EC-4CAAAA05A138}"/>
              </a:ext>
            </a:extLst>
          </p:cNvPr>
          <p:cNvGrpSpPr>
            <a:grpSpLocks noChangeAspect="1"/>
          </p:cNvGrpSpPr>
          <p:nvPr/>
        </p:nvGrpSpPr>
        <p:grpSpPr>
          <a:xfrm>
            <a:off x="558882" y="3958369"/>
            <a:ext cx="297374" cy="297521"/>
            <a:chOff x="1752597" y="2171695"/>
            <a:chExt cx="4317849" cy="4320005"/>
          </a:xfrm>
        </p:grpSpPr>
        <p:sp>
          <p:nvSpPr>
            <p:cNvPr id="26" name="Free-form: Shape 21">
              <a:extLst>
                <a:ext uri="{FF2B5EF4-FFF2-40B4-BE49-F238E27FC236}">
                  <a16:creationId xmlns:a16="http://schemas.microsoft.com/office/drawing/2014/main" id="{596C5D64-ADD2-1CA9-1F72-AA08349D9FD1}"/>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7" name="Free-form: Shape 22">
              <a:extLst>
                <a:ext uri="{FF2B5EF4-FFF2-40B4-BE49-F238E27FC236}">
                  <a16:creationId xmlns:a16="http://schemas.microsoft.com/office/drawing/2014/main" id="{CE431BE0-CD18-4BFE-BC07-D839BFBAE212}"/>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8" name="Group 27">
            <a:extLst>
              <a:ext uri="{FF2B5EF4-FFF2-40B4-BE49-F238E27FC236}">
                <a16:creationId xmlns:a16="http://schemas.microsoft.com/office/drawing/2014/main" id="{FB42D302-E27D-3FD5-3181-44AC20AD42CF}"/>
              </a:ext>
            </a:extLst>
          </p:cNvPr>
          <p:cNvGrpSpPr>
            <a:grpSpLocks noChangeAspect="1"/>
          </p:cNvGrpSpPr>
          <p:nvPr/>
        </p:nvGrpSpPr>
        <p:grpSpPr>
          <a:xfrm>
            <a:off x="558882" y="4487738"/>
            <a:ext cx="297374" cy="297521"/>
            <a:chOff x="1752597" y="2171695"/>
            <a:chExt cx="4317849" cy="4320005"/>
          </a:xfrm>
        </p:grpSpPr>
        <p:sp>
          <p:nvSpPr>
            <p:cNvPr id="29" name="Free-form: Shape 21">
              <a:extLst>
                <a:ext uri="{FF2B5EF4-FFF2-40B4-BE49-F238E27FC236}">
                  <a16:creationId xmlns:a16="http://schemas.microsoft.com/office/drawing/2014/main" id="{285F52C7-4257-546C-3128-4587FA0AEE72}"/>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0" name="Free-form: Shape 22">
              <a:extLst>
                <a:ext uri="{FF2B5EF4-FFF2-40B4-BE49-F238E27FC236}">
                  <a16:creationId xmlns:a16="http://schemas.microsoft.com/office/drawing/2014/main" id="{DBE9DA5C-961D-D5F5-01B2-9F0E95B62E0B}"/>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31" name="Group 30">
            <a:extLst>
              <a:ext uri="{FF2B5EF4-FFF2-40B4-BE49-F238E27FC236}">
                <a16:creationId xmlns:a16="http://schemas.microsoft.com/office/drawing/2014/main" id="{1CC965FE-67D3-06D0-6D89-E2DC6358EA65}"/>
              </a:ext>
            </a:extLst>
          </p:cNvPr>
          <p:cNvGrpSpPr>
            <a:grpSpLocks noChangeAspect="1"/>
          </p:cNvGrpSpPr>
          <p:nvPr/>
        </p:nvGrpSpPr>
        <p:grpSpPr>
          <a:xfrm>
            <a:off x="558882" y="5004044"/>
            <a:ext cx="297374" cy="297521"/>
            <a:chOff x="1752597" y="2171695"/>
            <a:chExt cx="4317849" cy="4320005"/>
          </a:xfrm>
        </p:grpSpPr>
        <p:sp>
          <p:nvSpPr>
            <p:cNvPr id="32" name="Free-form: Shape 21">
              <a:extLst>
                <a:ext uri="{FF2B5EF4-FFF2-40B4-BE49-F238E27FC236}">
                  <a16:creationId xmlns:a16="http://schemas.microsoft.com/office/drawing/2014/main" id="{7479D0C7-DAB5-0A5A-DFF5-0D453C7A349A}"/>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3" name="Free-form: Shape 22">
              <a:extLst>
                <a:ext uri="{FF2B5EF4-FFF2-40B4-BE49-F238E27FC236}">
                  <a16:creationId xmlns:a16="http://schemas.microsoft.com/office/drawing/2014/main" id="{7F151012-A544-C512-4D97-02BFA0763618}"/>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455574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3"/>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6"/>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9"/>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22"/>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25"/>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28"/>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F43823-6E35-4670-9706-5594AA92B387}"/>
              </a:ext>
            </a:extLst>
          </p:cNvPr>
          <p:cNvSpPr/>
          <p:nvPr/>
        </p:nvSpPr>
        <p:spPr>
          <a:xfrm>
            <a:off x="653143" y="230207"/>
            <a:ext cx="11410358" cy="6397585"/>
          </a:xfrm>
          <a:prstGeom prst="rect">
            <a:avLst/>
          </a:prstGeom>
        </p:spPr>
        <p:txBody>
          <a:bodyPr wrap="square">
            <a:spAutoFit/>
          </a:bodyPr>
          <a:lstStyle/>
          <a:p>
            <a:pPr>
              <a:lnSpc>
                <a:spcPct val="107000"/>
              </a:lnSpc>
            </a:pPr>
            <a:r>
              <a:rPr lang="en-US" sz="2400" b="1" i="1" dirty="0">
                <a:latin typeface="Calibri" panose="020F0502020204030204" pitchFamily="34" charset="0"/>
                <a:ea typeface="Calibri" panose="020F0502020204030204" pitchFamily="34" charset="0"/>
                <a:cs typeface="Times New Roman" panose="02020603050405020304" pitchFamily="18" charset="0"/>
              </a:rPr>
              <a:t>Glossary</a:t>
            </a: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Trilogy</a:t>
            </a:r>
            <a:r>
              <a:rPr lang="en-US" sz="2400" dirty="0">
                <a:latin typeface="Calibri" panose="020F0502020204030204" pitchFamily="34" charset="0"/>
                <a:ea typeface="Calibri" panose="020F0502020204030204" pitchFamily="34" charset="0"/>
                <a:cs typeface="Times New Roman" panose="02020603050405020304" pitchFamily="18" charset="0"/>
              </a:rPr>
              <a:t> a work in three parts. E.g. Star Wars I, II and III.</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Wizard</a:t>
            </a:r>
            <a:r>
              <a:rPr lang="en-US" sz="2400" dirty="0">
                <a:latin typeface="Calibri" panose="020F0502020204030204" pitchFamily="34" charset="0"/>
                <a:ea typeface="Calibri" panose="020F0502020204030204" pitchFamily="34" charset="0"/>
                <a:cs typeface="Times New Roman" panose="02020603050405020304" pitchFamily="18" charset="0"/>
              </a:rPr>
              <a:t> a person with special magical powers. Someone who can supposedly do real magic.</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Fellowship </a:t>
            </a:r>
            <a:r>
              <a:rPr lang="en-US" sz="2400" dirty="0">
                <a:latin typeface="Segoe UI" panose="020B0502040204020203" pitchFamily="34" charset="0"/>
                <a:ea typeface="Calibri" panose="020F0502020204030204" pitchFamily="34" charset="0"/>
                <a:cs typeface="Times New Roman" panose="02020603050405020304" pitchFamily="18" charset="0"/>
              </a:rPr>
              <a:t>friendly association, especially with people who share one's interests</a:t>
            </a:r>
            <a:r>
              <a:rPr lang="en-US" sz="2400" dirty="0">
                <a:solidFill>
                  <a:srgbClr val="FFFFFF"/>
                </a:solidFill>
                <a:latin typeface="Segoe UI" panose="020B0502040204020203" pitchFamily="34" charset="0"/>
                <a:ea typeface="Calibri" panose="020F0502020204030204" pitchFamily="34" charset="0"/>
                <a:cs typeface="Times New Roman" panose="02020603050405020304" pitchFamily="18" charset="0"/>
              </a:rPr>
              <a:t>.</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Mt</a:t>
            </a:r>
            <a:r>
              <a:rPr lang="en-US" sz="2400" dirty="0">
                <a:latin typeface="Calibri" panose="020F0502020204030204" pitchFamily="34" charset="0"/>
                <a:ea typeface="Calibri" panose="020F0502020204030204" pitchFamily="34" charset="0"/>
                <a:cs typeface="Times New Roman" panose="02020603050405020304" pitchFamily="18" charset="0"/>
              </a:rPr>
              <a:t> Abbreviation of </a:t>
            </a:r>
            <a:r>
              <a:rPr lang="en-US" sz="2400" i="1" dirty="0">
                <a:latin typeface="Calibri" panose="020F0502020204030204" pitchFamily="34" charset="0"/>
                <a:ea typeface="Calibri" panose="020F0502020204030204" pitchFamily="34" charset="0"/>
                <a:cs typeface="Times New Roman" panose="02020603050405020304" pitchFamily="18" charset="0"/>
              </a:rPr>
              <a:t>Mount</a:t>
            </a:r>
            <a:r>
              <a:rPr lang="en-US" sz="2400" dirty="0">
                <a:latin typeface="Calibri" panose="020F0502020204030204" pitchFamily="34" charset="0"/>
                <a:ea typeface="Calibri" panose="020F0502020204030204" pitchFamily="34" charset="0"/>
                <a:cs typeface="Times New Roman" panose="02020603050405020304" pitchFamily="18" charset="0"/>
              </a:rPr>
              <a:t>, which is often used in the names of mountains. </a:t>
            </a:r>
          </a:p>
          <a:p>
            <a:pPr>
              <a:lnSpc>
                <a:spcPct val="107000"/>
              </a:lnSpc>
            </a:pPr>
            <a:r>
              <a:rPr lang="en-US" sz="2400" dirty="0">
                <a:latin typeface="Calibri" panose="020F0502020204030204" pitchFamily="34" charset="0"/>
                <a:ea typeface="Calibri" panose="020F0502020204030204" pitchFamily="34" charset="0"/>
                <a:cs typeface="Times New Roman" panose="02020603050405020304" pitchFamily="18" charset="0"/>
              </a:rPr>
              <a:t>E.g. </a:t>
            </a:r>
            <a:r>
              <a:rPr lang="en-US" sz="2400" i="1" dirty="0">
                <a:latin typeface="Calibri" panose="020F0502020204030204" pitchFamily="34" charset="0"/>
                <a:ea typeface="Calibri" panose="020F0502020204030204" pitchFamily="34" charset="0"/>
                <a:cs typeface="Times New Roman" panose="02020603050405020304" pitchFamily="18" charset="0"/>
              </a:rPr>
              <a:t>Mt Everest = Mount Everest.</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Dwarf </a:t>
            </a:r>
            <a:r>
              <a:rPr lang="en-US" sz="2400" dirty="0">
                <a:latin typeface="Calibri" panose="020F0502020204030204" pitchFamily="34" charset="0"/>
                <a:ea typeface="Calibri" panose="020F0502020204030204" pitchFamily="34" charset="0"/>
                <a:cs typeface="Times New Roman" panose="02020603050405020304" pitchFamily="18" charset="0"/>
              </a:rPr>
              <a:t>A short person.</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Where is the film set =</a:t>
            </a:r>
            <a:r>
              <a:rPr lang="en-US" sz="2400" dirty="0">
                <a:latin typeface="Calibri" panose="020F0502020204030204" pitchFamily="34" charset="0"/>
                <a:ea typeface="Calibri" panose="020F0502020204030204" pitchFamily="34" charset="0"/>
                <a:cs typeface="Times New Roman" panose="02020603050405020304" pitchFamily="18" charset="0"/>
              </a:rPr>
              <a:t> The place where we are meant to think the film is showing. A film can be set in France but filmed in the UK. Obviously, films set on another planet are filmed on Earth.</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Set </a:t>
            </a:r>
            <a:r>
              <a:rPr lang="en-US" sz="2400" dirty="0">
                <a:latin typeface="Calibri" panose="020F0502020204030204" pitchFamily="34" charset="0"/>
                <a:ea typeface="Calibri" panose="020F0502020204030204" pitchFamily="34" charset="0"/>
                <a:cs typeface="Times New Roman" panose="02020603050405020304" pitchFamily="18" charset="0"/>
              </a:rPr>
              <a:t>[There are more different definitions of the word </a:t>
            </a:r>
            <a:r>
              <a:rPr lang="en-US" sz="2400" i="1" dirty="0">
                <a:latin typeface="Calibri" panose="020F0502020204030204" pitchFamily="34" charset="0"/>
                <a:ea typeface="Calibri" panose="020F0502020204030204" pitchFamily="34" charset="0"/>
                <a:cs typeface="Times New Roman" panose="02020603050405020304" pitchFamily="18" charset="0"/>
              </a:rPr>
              <a:t>set </a:t>
            </a:r>
            <a:r>
              <a:rPr lang="en-US" sz="2400" dirty="0">
                <a:latin typeface="Calibri" panose="020F0502020204030204" pitchFamily="34" charset="0"/>
                <a:ea typeface="Calibri" panose="020F0502020204030204" pitchFamily="34" charset="0"/>
                <a:cs typeface="Times New Roman" panose="02020603050405020304" pitchFamily="18" charset="0"/>
              </a:rPr>
              <a:t> than any other word.]</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Plot</a:t>
            </a:r>
            <a:r>
              <a:rPr lang="en-US" sz="2400" dirty="0">
                <a:latin typeface="Calibri" panose="020F0502020204030204" pitchFamily="34" charset="0"/>
                <a:ea typeface="Calibri" panose="020F0502020204030204" pitchFamily="34" charset="0"/>
                <a:cs typeface="Times New Roman" panose="02020603050405020304" pitchFamily="18" charset="0"/>
              </a:rPr>
              <a:t> = </a:t>
            </a:r>
            <a:r>
              <a:rPr lang="en-US" sz="2400" i="1" dirty="0">
                <a:latin typeface="Calibri" panose="020F0502020204030204" pitchFamily="34" charset="0"/>
                <a:ea typeface="Calibri" panose="020F0502020204030204" pitchFamily="34" charset="0"/>
                <a:cs typeface="Times New Roman" panose="02020603050405020304" pitchFamily="18" charset="0"/>
              </a:rPr>
              <a:t>The story.</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Supporting actor/actress </a:t>
            </a:r>
            <a:r>
              <a:rPr lang="en-US" sz="2400" dirty="0">
                <a:latin typeface="Calibri" panose="020F0502020204030204" pitchFamily="34" charset="0"/>
                <a:ea typeface="Calibri" panose="020F0502020204030204" pitchFamily="34" charset="0"/>
                <a:cs typeface="Times New Roman" panose="02020603050405020304" pitchFamily="18" charset="0"/>
              </a:rPr>
              <a:t>= Not the leading ones.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Hero </a:t>
            </a:r>
            <a:r>
              <a:rPr lang="en-US" sz="2400" dirty="0">
                <a:latin typeface="Calibri" panose="020F0502020204030204" pitchFamily="34" charset="0"/>
                <a:ea typeface="Calibri" panose="020F0502020204030204" pitchFamily="34" charset="0"/>
                <a:cs typeface="Times New Roman" panose="02020603050405020304" pitchFamily="18" charset="0"/>
              </a:rPr>
              <a:t>A heroic man, a brave man or one who does great things.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Heroine </a:t>
            </a:r>
            <a:r>
              <a:rPr lang="en-US" sz="2400" dirty="0">
                <a:latin typeface="Calibri" panose="020F0502020204030204" pitchFamily="34" charset="0"/>
                <a:ea typeface="Calibri" panose="020F0502020204030204" pitchFamily="34" charset="0"/>
                <a:cs typeface="Times New Roman" panose="02020603050405020304" pitchFamily="18" charset="0"/>
              </a:rPr>
              <a:t>A heroic woman, a brave woman or one who does great things.</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2400" i="1" dirty="0">
                <a:latin typeface="Calibri" panose="020F0502020204030204" pitchFamily="34" charset="0"/>
                <a:ea typeface="Calibri" panose="020F0502020204030204" pitchFamily="34" charset="0"/>
                <a:cs typeface="Times New Roman" panose="02020603050405020304" pitchFamily="18" charset="0"/>
              </a:rPr>
              <a:t>Heroin</a:t>
            </a:r>
            <a:r>
              <a:rPr lang="en-US" sz="2400" dirty="0">
                <a:latin typeface="Calibri" panose="020F0502020204030204" pitchFamily="34" charset="0"/>
                <a:ea typeface="Calibri" panose="020F0502020204030204" pitchFamily="34" charset="0"/>
                <a:cs typeface="Times New Roman" panose="02020603050405020304" pitchFamily="18" charset="0"/>
              </a:rPr>
              <a:t> An opiate drug.</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 name="Group 2">
            <a:extLst>
              <a:ext uri="{FF2B5EF4-FFF2-40B4-BE49-F238E27FC236}">
                <a16:creationId xmlns:a16="http://schemas.microsoft.com/office/drawing/2014/main" id="{893F09CE-F233-A4F2-A60A-B4726158E1E3}"/>
              </a:ext>
            </a:extLst>
          </p:cNvPr>
          <p:cNvGrpSpPr>
            <a:grpSpLocks noChangeAspect="1"/>
          </p:cNvGrpSpPr>
          <p:nvPr/>
        </p:nvGrpSpPr>
        <p:grpSpPr>
          <a:xfrm>
            <a:off x="355769" y="325203"/>
            <a:ext cx="297374" cy="297521"/>
            <a:chOff x="1752597" y="2171695"/>
            <a:chExt cx="4317849" cy="4320005"/>
          </a:xfrm>
        </p:grpSpPr>
        <p:sp>
          <p:nvSpPr>
            <p:cNvPr id="4" name="Free-form: Shape 3">
              <a:extLst>
                <a:ext uri="{FF2B5EF4-FFF2-40B4-BE49-F238E27FC236}">
                  <a16:creationId xmlns:a16="http://schemas.microsoft.com/office/drawing/2014/main" id="{2E6E0108-E00E-0A88-AD7A-1B29C69EDA87}"/>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5" name="Free-form: Shape 4">
              <a:extLst>
                <a:ext uri="{FF2B5EF4-FFF2-40B4-BE49-F238E27FC236}">
                  <a16:creationId xmlns:a16="http://schemas.microsoft.com/office/drawing/2014/main" id="{F2C01047-2162-09FE-84C1-77FCD2699DED}"/>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6" name="Group 5">
            <a:extLst>
              <a:ext uri="{FF2B5EF4-FFF2-40B4-BE49-F238E27FC236}">
                <a16:creationId xmlns:a16="http://schemas.microsoft.com/office/drawing/2014/main" id="{A241DE48-3DF8-BAA1-07F7-9F185EAC63A9}"/>
              </a:ext>
            </a:extLst>
          </p:cNvPr>
          <p:cNvGrpSpPr>
            <a:grpSpLocks noChangeAspect="1"/>
          </p:cNvGrpSpPr>
          <p:nvPr/>
        </p:nvGrpSpPr>
        <p:grpSpPr>
          <a:xfrm>
            <a:off x="355769" y="716071"/>
            <a:ext cx="297374" cy="297521"/>
            <a:chOff x="1752597" y="2171695"/>
            <a:chExt cx="4317849" cy="4320005"/>
          </a:xfrm>
        </p:grpSpPr>
        <p:sp>
          <p:nvSpPr>
            <p:cNvPr id="7" name="Free-form: Shape 6">
              <a:extLst>
                <a:ext uri="{FF2B5EF4-FFF2-40B4-BE49-F238E27FC236}">
                  <a16:creationId xmlns:a16="http://schemas.microsoft.com/office/drawing/2014/main" id="{97F40BC2-3BE0-22B1-9C06-FD4373F656D6}"/>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8" name="Free-form: Shape 7">
              <a:extLst>
                <a:ext uri="{FF2B5EF4-FFF2-40B4-BE49-F238E27FC236}">
                  <a16:creationId xmlns:a16="http://schemas.microsoft.com/office/drawing/2014/main" id="{716DD70D-68E2-7B38-22EE-780C1077A144}"/>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9" name="Group 8">
            <a:extLst>
              <a:ext uri="{FF2B5EF4-FFF2-40B4-BE49-F238E27FC236}">
                <a16:creationId xmlns:a16="http://schemas.microsoft.com/office/drawing/2014/main" id="{976679D1-E464-88CB-8534-788C428FA35C}"/>
              </a:ext>
            </a:extLst>
          </p:cNvPr>
          <p:cNvGrpSpPr>
            <a:grpSpLocks noChangeAspect="1"/>
          </p:cNvGrpSpPr>
          <p:nvPr/>
        </p:nvGrpSpPr>
        <p:grpSpPr>
          <a:xfrm>
            <a:off x="355769" y="1097841"/>
            <a:ext cx="297374" cy="297521"/>
            <a:chOff x="1752597" y="2171695"/>
            <a:chExt cx="4317849" cy="4320005"/>
          </a:xfrm>
        </p:grpSpPr>
        <p:sp>
          <p:nvSpPr>
            <p:cNvPr id="10" name="Free-form: Shape 9">
              <a:extLst>
                <a:ext uri="{FF2B5EF4-FFF2-40B4-BE49-F238E27FC236}">
                  <a16:creationId xmlns:a16="http://schemas.microsoft.com/office/drawing/2014/main" id="{B66F7834-30F5-3198-5105-FC49EEB9B885}"/>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1" name="Free-form: Shape 10">
              <a:extLst>
                <a:ext uri="{FF2B5EF4-FFF2-40B4-BE49-F238E27FC236}">
                  <a16:creationId xmlns:a16="http://schemas.microsoft.com/office/drawing/2014/main" id="{5605BEAE-4D5F-C3D9-75D3-5C72E2753FA4}"/>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2" name="Group 11">
            <a:extLst>
              <a:ext uri="{FF2B5EF4-FFF2-40B4-BE49-F238E27FC236}">
                <a16:creationId xmlns:a16="http://schemas.microsoft.com/office/drawing/2014/main" id="{104A4F04-555D-7473-EA9D-93FE5B354F9C}"/>
              </a:ext>
            </a:extLst>
          </p:cNvPr>
          <p:cNvGrpSpPr>
            <a:grpSpLocks noChangeAspect="1"/>
          </p:cNvGrpSpPr>
          <p:nvPr/>
        </p:nvGrpSpPr>
        <p:grpSpPr>
          <a:xfrm>
            <a:off x="355769" y="1479591"/>
            <a:ext cx="297374" cy="297521"/>
            <a:chOff x="1752597" y="2171695"/>
            <a:chExt cx="4317849" cy="4320005"/>
          </a:xfrm>
        </p:grpSpPr>
        <p:sp>
          <p:nvSpPr>
            <p:cNvPr id="13" name="Free-form: Shape 12">
              <a:extLst>
                <a:ext uri="{FF2B5EF4-FFF2-40B4-BE49-F238E27FC236}">
                  <a16:creationId xmlns:a16="http://schemas.microsoft.com/office/drawing/2014/main" id="{60586054-C2E8-05FE-98D9-D0306318E729}"/>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4" name="Free-form: Shape 13">
              <a:extLst>
                <a:ext uri="{FF2B5EF4-FFF2-40B4-BE49-F238E27FC236}">
                  <a16:creationId xmlns:a16="http://schemas.microsoft.com/office/drawing/2014/main" id="{C00EBF60-146B-76BD-6FBC-E74E5F2E588A}"/>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5" name="Group 14">
            <a:extLst>
              <a:ext uri="{FF2B5EF4-FFF2-40B4-BE49-F238E27FC236}">
                <a16:creationId xmlns:a16="http://schemas.microsoft.com/office/drawing/2014/main" id="{C6324FBF-A301-FB1C-E9A0-B0A55D8C0242}"/>
              </a:ext>
            </a:extLst>
          </p:cNvPr>
          <p:cNvGrpSpPr>
            <a:grpSpLocks noChangeAspect="1"/>
          </p:cNvGrpSpPr>
          <p:nvPr/>
        </p:nvGrpSpPr>
        <p:grpSpPr>
          <a:xfrm>
            <a:off x="355769" y="1878646"/>
            <a:ext cx="297374" cy="297521"/>
            <a:chOff x="1752597" y="2171695"/>
            <a:chExt cx="4317849" cy="4320005"/>
          </a:xfrm>
        </p:grpSpPr>
        <p:sp>
          <p:nvSpPr>
            <p:cNvPr id="16" name="Free-form: Shape 15">
              <a:extLst>
                <a:ext uri="{FF2B5EF4-FFF2-40B4-BE49-F238E27FC236}">
                  <a16:creationId xmlns:a16="http://schemas.microsoft.com/office/drawing/2014/main" id="{1B19C883-52E7-F572-0F7F-4AAA37FC6386}"/>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7" name="Free-form: Shape 16">
              <a:extLst>
                <a:ext uri="{FF2B5EF4-FFF2-40B4-BE49-F238E27FC236}">
                  <a16:creationId xmlns:a16="http://schemas.microsoft.com/office/drawing/2014/main" id="{C63C57F8-11CF-B22A-5AC5-40B4AD1B99D7}"/>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8" name="Group 17">
            <a:extLst>
              <a:ext uri="{FF2B5EF4-FFF2-40B4-BE49-F238E27FC236}">
                <a16:creationId xmlns:a16="http://schemas.microsoft.com/office/drawing/2014/main" id="{7FBC5213-4989-233D-C6FA-F5C8276BA25F}"/>
              </a:ext>
            </a:extLst>
          </p:cNvPr>
          <p:cNvGrpSpPr>
            <a:grpSpLocks noChangeAspect="1"/>
          </p:cNvGrpSpPr>
          <p:nvPr/>
        </p:nvGrpSpPr>
        <p:grpSpPr>
          <a:xfrm>
            <a:off x="355769" y="2663993"/>
            <a:ext cx="297374" cy="297521"/>
            <a:chOff x="1752597" y="2171695"/>
            <a:chExt cx="4317849" cy="4320005"/>
          </a:xfrm>
        </p:grpSpPr>
        <p:sp>
          <p:nvSpPr>
            <p:cNvPr id="19" name="Free-form: Shape 18">
              <a:extLst>
                <a:ext uri="{FF2B5EF4-FFF2-40B4-BE49-F238E27FC236}">
                  <a16:creationId xmlns:a16="http://schemas.microsoft.com/office/drawing/2014/main" id="{3B58142B-5440-21E6-7788-79E79D2CCDE4}"/>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5A6C5144-BF44-B9A1-0F95-458F7E55AD58}"/>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1" name="Group 20">
            <a:extLst>
              <a:ext uri="{FF2B5EF4-FFF2-40B4-BE49-F238E27FC236}">
                <a16:creationId xmlns:a16="http://schemas.microsoft.com/office/drawing/2014/main" id="{FDAF7127-4D29-4D30-EBE9-EA7AD9BF8564}"/>
              </a:ext>
            </a:extLst>
          </p:cNvPr>
          <p:cNvGrpSpPr>
            <a:grpSpLocks noChangeAspect="1"/>
          </p:cNvGrpSpPr>
          <p:nvPr/>
        </p:nvGrpSpPr>
        <p:grpSpPr>
          <a:xfrm>
            <a:off x="355769" y="3067337"/>
            <a:ext cx="297374" cy="297521"/>
            <a:chOff x="1752597" y="2171695"/>
            <a:chExt cx="4317849" cy="4320005"/>
          </a:xfrm>
        </p:grpSpPr>
        <p:sp>
          <p:nvSpPr>
            <p:cNvPr id="22" name="Free-form: Shape 21">
              <a:extLst>
                <a:ext uri="{FF2B5EF4-FFF2-40B4-BE49-F238E27FC236}">
                  <a16:creationId xmlns:a16="http://schemas.microsoft.com/office/drawing/2014/main" id="{8FC60C24-6A27-8D92-F01B-D4F2E6CAFDBE}"/>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3" name="Free-form: Shape 22">
              <a:extLst>
                <a:ext uri="{FF2B5EF4-FFF2-40B4-BE49-F238E27FC236}">
                  <a16:creationId xmlns:a16="http://schemas.microsoft.com/office/drawing/2014/main" id="{128D6943-FD0C-7734-CAAE-D46333395AE7}"/>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4" name="Group 23">
            <a:extLst>
              <a:ext uri="{FF2B5EF4-FFF2-40B4-BE49-F238E27FC236}">
                <a16:creationId xmlns:a16="http://schemas.microsoft.com/office/drawing/2014/main" id="{933C854E-39C2-158B-DEAE-975FA9B54449}"/>
              </a:ext>
            </a:extLst>
          </p:cNvPr>
          <p:cNvGrpSpPr>
            <a:grpSpLocks noChangeAspect="1"/>
          </p:cNvGrpSpPr>
          <p:nvPr/>
        </p:nvGrpSpPr>
        <p:grpSpPr>
          <a:xfrm>
            <a:off x="355766" y="4260226"/>
            <a:ext cx="297374" cy="297521"/>
            <a:chOff x="1752597" y="2171695"/>
            <a:chExt cx="4317849" cy="4320005"/>
          </a:xfrm>
        </p:grpSpPr>
        <p:sp>
          <p:nvSpPr>
            <p:cNvPr id="25" name="Free-form: Shape 21">
              <a:extLst>
                <a:ext uri="{FF2B5EF4-FFF2-40B4-BE49-F238E27FC236}">
                  <a16:creationId xmlns:a16="http://schemas.microsoft.com/office/drawing/2014/main" id="{87E1AA2F-9DCA-D6DC-3E6A-C0081C722A21}"/>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6" name="Free-form: Shape 22">
              <a:extLst>
                <a:ext uri="{FF2B5EF4-FFF2-40B4-BE49-F238E27FC236}">
                  <a16:creationId xmlns:a16="http://schemas.microsoft.com/office/drawing/2014/main" id="{4BC982DB-ECC5-E4F3-62FA-47ECA9DC73D2}"/>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7" name="Group 26">
            <a:extLst>
              <a:ext uri="{FF2B5EF4-FFF2-40B4-BE49-F238E27FC236}">
                <a16:creationId xmlns:a16="http://schemas.microsoft.com/office/drawing/2014/main" id="{A3BB6FAE-FD4D-5DEE-60A8-23D10DB7DB35}"/>
              </a:ext>
            </a:extLst>
          </p:cNvPr>
          <p:cNvGrpSpPr>
            <a:grpSpLocks noChangeAspect="1"/>
          </p:cNvGrpSpPr>
          <p:nvPr/>
        </p:nvGrpSpPr>
        <p:grpSpPr>
          <a:xfrm>
            <a:off x="355763" y="4617090"/>
            <a:ext cx="297374" cy="297521"/>
            <a:chOff x="1752597" y="2171695"/>
            <a:chExt cx="4317849" cy="4320005"/>
          </a:xfrm>
        </p:grpSpPr>
        <p:sp>
          <p:nvSpPr>
            <p:cNvPr id="28" name="Free-form: Shape 21">
              <a:extLst>
                <a:ext uri="{FF2B5EF4-FFF2-40B4-BE49-F238E27FC236}">
                  <a16:creationId xmlns:a16="http://schemas.microsoft.com/office/drawing/2014/main" id="{E6D542BB-03EA-1169-57C9-EDCC9FBA29BC}"/>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9" name="Free-form: Shape 22">
              <a:extLst>
                <a:ext uri="{FF2B5EF4-FFF2-40B4-BE49-F238E27FC236}">
                  <a16:creationId xmlns:a16="http://schemas.microsoft.com/office/drawing/2014/main" id="{ED279A39-520D-A9FD-74B9-E2AC3C847389}"/>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30" name="Group 29">
            <a:extLst>
              <a:ext uri="{FF2B5EF4-FFF2-40B4-BE49-F238E27FC236}">
                <a16:creationId xmlns:a16="http://schemas.microsoft.com/office/drawing/2014/main" id="{3CED8AF7-855E-AC09-D80B-203C54E7431C}"/>
              </a:ext>
            </a:extLst>
          </p:cNvPr>
          <p:cNvGrpSpPr>
            <a:grpSpLocks noChangeAspect="1"/>
          </p:cNvGrpSpPr>
          <p:nvPr/>
        </p:nvGrpSpPr>
        <p:grpSpPr>
          <a:xfrm>
            <a:off x="355760" y="5013143"/>
            <a:ext cx="297374" cy="297521"/>
            <a:chOff x="1752597" y="2171695"/>
            <a:chExt cx="4317849" cy="4320005"/>
          </a:xfrm>
        </p:grpSpPr>
        <p:sp>
          <p:nvSpPr>
            <p:cNvPr id="31" name="Free-form: Shape 21">
              <a:extLst>
                <a:ext uri="{FF2B5EF4-FFF2-40B4-BE49-F238E27FC236}">
                  <a16:creationId xmlns:a16="http://schemas.microsoft.com/office/drawing/2014/main" id="{3145BE7D-E879-AFDC-AA28-FBBFF9E0E60F}"/>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2" name="Free-form: Shape 22">
              <a:extLst>
                <a:ext uri="{FF2B5EF4-FFF2-40B4-BE49-F238E27FC236}">
                  <a16:creationId xmlns:a16="http://schemas.microsoft.com/office/drawing/2014/main" id="{E5068D04-9AA1-7359-E44B-CAF59D521567}"/>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33" name="Group 32">
            <a:extLst>
              <a:ext uri="{FF2B5EF4-FFF2-40B4-BE49-F238E27FC236}">
                <a16:creationId xmlns:a16="http://schemas.microsoft.com/office/drawing/2014/main" id="{CA839213-7510-8DF1-E3AA-74860A30B4CA}"/>
              </a:ext>
            </a:extLst>
          </p:cNvPr>
          <p:cNvGrpSpPr>
            <a:grpSpLocks noChangeAspect="1"/>
          </p:cNvGrpSpPr>
          <p:nvPr/>
        </p:nvGrpSpPr>
        <p:grpSpPr>
          <a:xfrm>
            <a:off x="355757" y="5409196"/>
            <a:ext cx="297374" cy="297521"/>
            <a:chOff x="1752597" y="2171695"/>
            <a:chExt cx="4317849" cy="4320005"/>
          </a:xfrm>
        </p:grpSpPr>
        <p:sp>
          <p:nvSpPr>
            <p:cNvPr id="34" name="Free-form: Shape 21">
              <a:extLst>
                <a:ext uri="{FF2B5EF4-FFF2-40B4-BE49-F238E27FC236}">
                  <a16:creationId xmlns:a16="http://schemas.microsoft.com/office/drawing/2014/main" id="{773D6950-6935-ED45-0E3C-DF0F6F8D7F96}"/>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5" name="Free-form: Shape 22">
              <a:extLst>
                <a:ext uri="{FF2B5EF4-FFF2-40B4-BE49-F238E27FC236}">
                  <a16:creationId xmlns:a16="http://schemas.microsoft.com/office/drawing/2014/main" id="{905E3C01-DF3F-3C85-6C2F-C90376290DD7}"/>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36" name="Group 35">
            <a:extLst>
              <a:ext uri="{FF2B5EF4-FFF2-40B4-BE49-F238E27FC236}">
                <a16:creationId xmlns:a16="http://schemas.microsoft.com/office/drawing/2014/main" id="{02091718-E0A1-4ED3-9DEB-CFBAEFF668B4}"/>
              </a:ext>
            </a:extLst>
          </p:cNvPr>
          <p:cNvGrpSpPr>
            <a:grpSpLocks noChangeAspect="1"/>
          </p:cNvGrpSpPr>
          <p:nvPr/>
        </p:nvGrpSpPr>
        <p:grpSpPr>
          <a:xfrm>
            <a:off x="355754" y="5805249"/>
            <a:ext cx="297374" cy="297521"/>
            <a:chOff x="1752597" y="2171695"/>
            <a:chExt cx="4317849" cy="4320005"/>
          </a:xfrm>
        </p:grpSpPr>
        <p:sp>
          <p:nvSpPr>
            <p:cNvPr id="37" name="Free-form: Shape 21">
              <a:extLst>
                <a:ext uri="{FF2B5EF4-FFF2-40B4-BE49-F238E27FC236}">
                  <a16:creationId xmlns:a16="http://schemas.microsoft.com/office/drawing/2014/main" id="{7BC2953D-211A-B52B-96E0-2440B22D53A0}"/>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8" name="Free-form: Shape 22">
              <a:extLst>
                <a:ext uri="{FF2B5EF4-FFF2-40B4-BE49-F238E27FC236}">
                  <a16:creationId xmlns:a16="http://schemas.microsoft.com/office/drawing/2014/main" id="{1DB9889E-C471-606F-1FB7-849781640A8D}"/>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39" name="Group 38">
            <a:extLst>
              <a:ext uri="{FF2B5EF4-FFF2-40B4-BE49-F238E27FC236}">
                <a16:creationId xmlns:a16="http://schemas.microsoft.com/office/drawing/2014/main" id="{0737FC56-5EE2-EA93-CD53-595EC4C5CEE3}"/>
              </a:ext>
            </a:extLst>
          </p:cNvPr>
          <p:cNvGrpSpPr>
            <a:grpSpLocks noChangeAspect="1"/>
          </p:cNvGrpSpPr>
          <p:nvPr/>
        </p:nvGrpSpPr>
        <p:grpSpPr>
          <a:xfrm>
            <a:off x="355751" y="6201302"/>
            <a:ext cx="297374" cy="297521"/>
            <a:chOff x="1752597" y="2171695"/>
            <a:chExt cx="4317849" cy="4320005"/>
          </a:xfrm>
        </p:grpSpPr>
        <p:sp>
          <p:nvSpPr>
            <p:cNvPr id="40" name="Free-form: Shape 21">
              <a:extLst>
                <a:ext uri="{FF2B5EF4-FFF2-40B4-BE49-F238E27FC236}">
                  <a16:creationId xmlns:a16="http://schemas.microsoft.com/office/drawing/2014/main" id="{E221E920-7411-805F-A8F0-BD9CD145199C}"/>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41" name="Free-form: Shape 22">
              <a:extLst>
                <a:ext uri="{FF2B5EF4-FFF2-40B4-BE49-F238E27FC236}">
                  <a16:creationId xmlns:a16="http://schemas.microsoft.com/office/drawing/2014/main" id="{9809DB82-E21C-C861-CDE3-CD2972F66024}"/>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202869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2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27"/>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30"/>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33"/>
                                        </p:tgtEl>
                                        <p:attrNameLst>
                                          <p:attrName>style.visibility</p:attrName>
                                        </p:attrNameLst>
                                      </p:cBhvr>
                                      <p:to>
                                        <p:strVal val="hidden"/>
                                      </p:to>
                                    </p:set>
                                  </p:childTnLst>
                                </p:cTn>
                              </p:par>
                              <p:par>
                                <p:cTn id="71" presetID="1" presetClass="entr" presetSubtype="0"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nodeType="clickEffect">
                                  <p:stCondLst>
                                    <p:cond delay="0"/>
                                  </p:stCondLst>
                                  <p:childTnLst>
                                    <p:set>
                                      <p:cBhvr>
                                        <p:cTn id="76" dur="1" fill="hold">
                                          <p:stCondLst>
                                            <p:cond delay="0"/>
                                          </p:stCondLst>
                                        </p:cTn>
                                        <p:tgtEl>
                                          <p:spTgt spid="36"/>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82A828-2681-4638-8861-9994DA8A99E5}"/>
              </a:ext>
            </a:extLst>
          </p:cNvPr>
          <p:cNvPicPr>
            <a:picLocks noChangeAspect="1"/>
          </p:cNvPicPr>
          <p:nvPr/>
        </p:nvPicPr>
        <p:blipFill>
          <a:blip r:embed="rId2"/>
          <a:stretch>
            <a:fillRect/>
          </a:stretch>
        </p:blipFill>
        <p:spPr>
          <a:xfrm>
            <a:off x="1057983" y="848068"/>
            <a:ext cx="10076033" cy="1875325"/>
          </a:xfrm>
          <a:prstGeom prst="rect">
            <a:avLst/>
          </a:prstGeom>
        </p:spPr>
      </p:pic>
      <p:sp>
        <p:nvSpPr>
          <p:cNvPr id="2" name="Oval 1">
            <a:extLst>
              <a:ext uri="{FF2B5EF4-FFF2-40B4-BE49-F238E27FC236}">
                <a16:creationId xmlns:a16="http://schemas.microsoft.com/office/drawing/2014/main" id="{352C27B7-5CBD-4CA2-89FE-9E1DF7C2A1AD}"/>
              </a:ext>
            </a:extLst>
          </p:cNvPr>
          <p:cNvSpPr/>
          <p:nvPr/>
        </p:nvSpPr>
        <p:spPr>
          <a:xfrm>
            <a:off x="5936972" y="1732722"/>
            <a:ext cx="675861" cy="6626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allout: Up Arrow 3">
            <a:extLst>
              <a:ext uri="{FF2B5EF4-FFF2-40B4-BE49-F238E27FC236}">
                <a16:creationId xmlns:a16="http://schemas.microsoft.com/office/drawing/2014/main" id="{DF0C2BA7-BD79-4A71-8FE8-054B85F9A1D5}"/>
              </a:ext>
            </a:extLst>
          </p:cNvPr>
          <p:cNvSpPr/>
          <p:nvPr/>
        </p:nvSpPr>
        <p:spPr>
          <a:xfrm>
            <a:off x="1057983" y="2915408"/>
            <a:ext cx="4518989" cy="24384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The rest of the review was really positive , so this is not in keeping with what the writer has already written. It’s a bit self-centred. It doesn’t say who might want to see it.</a:t>
            </a:r>
          </a:p>
        </p:txBody>
      </p:sp>
      <p:sp>
        <p:nvSpPr>
          <p:cNvPr id="5" name="Callout: Up Arrow 4">
            <a:extLst>
              <a:ext uri="{FF2B5EF4-FFF2-40B4-BE49-F238E27FC236}">
                <a16:creationId xmlns:a16="http://schemas.microsoft.com/office/drawing/2014/main" id="{FECFE4CA-AE4D-4170-9761-525B652715AC}"/>
              </a:ext>
            </a:extLst>
          </p:cNvPr>
          <p:cNvSpPr/>
          <p:nvPr/>
        </p:nvSpPr>
        <p:spPr>
          <a:xfrm>
            <a:off x="6095999" y="2915408"/>
            <a:ext cx="4518989" cy="24384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This is in keeping with the generally positive review and also mentions who would like it.</a:t>
            </a:r>
          </a:p>
        </p:txBody>
      </p:sp>
    </p:spTree>
    <p:extLst>
      <p:ext uri="{BB962C8B-B14F-4D97-AF65-F5344CB8AC3E}">
        <p14:creationId xmlns:p14="http://schemas.microsoft.com/office/powerpoint/2010/main" val="231207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C4705C-EF1D-4CE3-9E5C-F6A11360A7A5}"/>
              </a:ext>
            </a:extLst>
          </p:cNvPr>
          <p:cNvPicPr>
            <a:picLocks noChangeAspect="1"/>
          </p:cNvPicPr>
          <p:nvPr/>
        </p:nvPicPr>
        <p:blipFill>
          <a:blip r:embed="rId2"/>
          <a:stretch>
            <a:fillRect/>
          </a:stretch>
        </p:blipFill>
        <p:spPr>
          <a:xfrm>
            <a:off x="96982" y="475667"/>
            <a:ext cx="11083636" cy="858414"/>
          </a:xfrm>
          <a:prstGeom prst="rect">
            <a:avLst/>
          </a:prstGeom>
        </p:spPr>
      </p:pic>
      <p:pic>
        <p:nvPicPr>
          <p:cNvPr id="5" name="Picture 4">
            <a:extLst>
              <a:ext uri="{FF2B5EF4-FFF2-40B4-BE49-F238E27FC236}">
                <a16:creationId xmlns:a16="http://schemas.microsoft.com/office/drawing/2014/main" id="{2233169A-AD1E-4B35-A12C-C6BFA7D4ACD2}"/>
              </a:ext>
            </a:extLst>
          </p:cNvPr>
          <p:cNvPicPr>
            <a:picLocks noChangeAspect="1"/>
          </p:cNvPicPr>
          <p:nvPr/>
        </p:nvPicPr>
        <p:blipFill>
          <a:blip r:embed="rId3"/>
          <a:stretch>
            <a:fillRect/>
          </a:stretch>
        </p:blipFill>
        <p:spPr>
          <a:xfrm>
            <a:off x="724609" y="1654996"/>
            <a:ext cx="10076033" cy="3548008"/>
          </a:xfrm>
          <a:prstGeom prst="rect">
            <a:avLst/>
          </a:prstGeom>
        </p:spPr>
      </p:pic>
    </p:spTree>
    <p:extLst>
      <p:ext uri="{BB962C8B-B14F-4D97-AF65-F5344CB8AC3E}">
        <p14:creationId xmlns:p14="http://schemas.microsoft.com/office/powerpoint/2010/main" val="976709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655D95-45BB-4009-A7D7-B4E87910562D}"/>
              </a:ext>
            </a:extLst>
          </p:cNvPr>
          <p:cNvPicPr>
            <a:picLocks noChangeAspect="1"/>
          </p:cNvPicPr>
          <p:nvPr/>
        </p:nvPicPr>
        <p:blipFill>
          <a:blip r:embed="rId2"/>
          <a:stretch>
            <a:fillRect/>
          </a:stretch>
        </p:blipFill>
        <p:spPr>
          <a:xfrm>
            <a:off x="1113087" y="1091046"/>
            <a:ext cx="9965826" cy="4675909"/>
          </a:xfrm>
          <a:prstGeom prst="rect">
            <a:avLst/>
          </a:prstGeom>
        </p:spPr>
      </p:pic>
    </p:spTree>
    <p:extLst>
      <p:ext uri="{BB962C8B-B14F-4D97-AF65-F5344CB8AC3E}">
        <p14:creationId xmlns:p14="http://schemas.microsoft.com/office/powerpoint/2010/main" val="25066257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048CF6-8BC6-4BC5-BF62-0F70D0FDAEE3}"/>
              </a:ext>
            </a:extLst>
          </p:cNvPr>
          <p:cNvPicPr>
            <a:picLocks noChangeAspect="1"/>
          </p:cNvPicPr>
          <p:nvPr/>
        </p:nvPicPr>
        <p:blipFill>
          <a:blip r:embed="rId2"/>
          <a:stretch>
            <a:fillRect/>
          </a:stretch>
        </p:blipFill>
        <p:spPr>
          <a:xfrm>
            <a:off x="554182" y="2626895"/>
            <a:ext cx="11083636" cy="1604211"/>
          </a:xfrm>
          <a:prstGeom prst="rect">
            <a:avLst/>
          </a:prstGeom>
        </p:spPr>
      </p:pic>
    </p:spTree>
    <p:extLst>
      <p:ext uri="{BB962C8B-B14F-4D97-AF65-F5344CB8AC3E}">
        <p14:creationId xmlns:p14="http://schemas.microsoft.com/office/powerpoint/2010/main" val="35620746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1F02D7-FDDD-4F06-A301-E03FCF9BB751}"/>
              </a:ext>
            </a:extLst>
          </p:cNvPr>
          <p:cNvPicPr>
            <a:picLocks noChangeAspect="1"/>
          </p:cNvPicPr>
          <p:nvPr/>
        </p:nvPicPr>
        <p:blipFill>
          <a:blip r:embed="rId2"/>
          <a:stretch>
            <a:fillRect/>
          </a:stretch>
        </p:blipFill>
        <p:spPr>
          <a:xfrm>
            <a:off x="554182" y="1260103"/>
            <a:ext cx="11083636" cy="4337792"/>
          </a:xfrm>
          <a:prstGeom prst="rect">
            <a:avLst/>
          </a:prstGeom>
        </p:spPr>
      </p:pic>
      <p:sp>
        <p:nvSpPr>
          <p:cNvPr id="2" name="TextBox 1">
            <a:extLst>
              <a:ext uri="{FF2B5EF4-FFF2-40B4-BE49-F238E27FC236}">
                <a16:creationId xmlns:a16="http://schemas.microsoft.com/office/drawing/2014/main" id="{5B30CE69-751F-4BD7-9EBB-B30A49C57190}"/>
              </a:ext>
            </a:extLst>
          </p:cNvPr>
          <p:cNvSpPr txBox="1"/>
          <p:nvPr/>
        </p:nvSpPr>
        <p:spPr>
          <a:xfrm>
            <a:off x="1020418" y="477078"/>
            <a:ext cx="3180521" cy="523220"/>
          </a:xfrm>
          <a:prstGeom prst="rect">
            <a:avLst/>
          </a:prstGeom>
          <a:noFill/>
        </p:spPr>
        <p:txBody>
          <a:bodyPr wrap="square" rtlCol="0">
            <a:spAutoFit/>
          </a:bodyPr>
          <a:lstStyle/>
          <a:p>
            <a:r>
              <a:rPr lang="en-GB" sz="2800"/>
              <a:t>Maybe next week.</a:t>
            </a:r>
          </a:p>
        </p:txBody>
      </p:sp>
    </p:spTree>
    <p:extLst>
      <p:ext uri="{BB962C8B-B14F-4D97-AF65-F5344CB8AC3E}">
        <p14:creationId xmlns:p14="http://schemas.microsoft.com/office/powerpoint/2010/main" val="6466075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712116" cy="2313907"/>
          </a:xfrm>
        </p:spPr>
        <p:txBody>
          <a:bodyPr>
            <a:normAutofit fontScale="90000"/>
          </a:bodyPr>
          <a:lstStyle/>
          <a:p>
            <a:r>
              <a:rPr lang="en-GB" dirty="0"/>
              <a:t>Read the article about </a:t>
            </a:r>
            <a:r>
              <a:rPr lang="en-GB" dirty="0">
                <a:solidFill>
                  <a:srgbClr val="FF0000"/>
                </a:solidFill>
              </a:rPr>
              <a:t>special effects </a:t>
            </a:r>
            <a:r>
              <a:rPr lang="en-GB" dirty="0"/>
              <a:t>in films and complete the </a:t>
            </a:r>
            <a:r>
              <a:rPr lang="en-GB" dirty="0">
                <a:solidFill>
                  <a:srgbClr val="FF0000"/>
                </a:solidFill>
              </a:rPr>
              <a:t>missing words </a:t>
            </a:r>
            <a:r>
              <a:rPr lang="en-GB" dirty="0"/>
              <a:t>with the </a:t>
            </a:r>
            <a:r>
              <a:rPr lang="en-GB" dirty="0">
                <a:solidFill>
                  <a:srgbClr val="FF0000"/>
                </a:solidFill>
              </a:rPr>
              <a:t>best word </a:t>
            </a:r>
            <a:r>
              <a:rPr lang="en-GB" dirty="0"/>
              <a:t>in the </a:t>
            </a:r>
            <a:r>
              <a:rPr lang="en-GB" dirty="0">
                <a:solidFill>
                  <a:srgbClr val="FF0000"/>
                </a:solidFill>
              </a:rPr>
              <a:t>correct form </a:t>
            </a:r>
            <a:r>
              <a:rPr lang="en-GB" dirty="0"/>
              <a:t>(noun, verb, adjective, adverb) </a:t>
            </a:r>
          </a:p>
        </p:txBody>
      </p:sp>
      <p:pic>
        <p:nvPicPr>
          <p:cNvPr id="1026" name="Picture 2" descr="Image result for star wars"/>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50495" y="2805906"/>
            <a:ext cx="5552277" cy="31231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6580093" y="2805906"/>
            <a:ext cx="4638351" cy="3123156"/>
          </a:xfrm>
          <a:prstGeom prst="rect">
            <a:avLst/>
          </a:prstGeom>
        </p:spPr>
      </p:pic>
    </p:spTree>
    <p:extLst>
      <p:ext uri="{BB962C8B-B14F-4D97-AF65-F5344CB8AC3E}">
        <p14:creationId xmlns:p14="http://schemas.microsoft.com/office/powerpoint/2010/main" val="1505472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8AC15-2877-4727-9D1B-8F049E5FA124}"/>
              </a:ext>
            </a:extLst>
          </p:cNvPr>
          <p:cNvSpPr>
            <a:spLocks noGrp="1"/>
          </p:cNvSpPr>
          <p:nvPr>
            <p:ph type="title"/>
          </p:nvPr>
        </p:nvSpPr>
        <p:spPr/>
        <p:txBody>
          <a:bodyPr>
            <a:normAutofit/>
          </a:bodyPr>
          <a:lstStyle/>
          <a:p>
            <a:r>
              <a:rPr lang="en-GB" sz="4800" b="1" dirty="0"/>
              <a:t>Today</a:t>
            </a:r>
          </a:p>
        </p:txBody>
      </p:sp>
      <p:sp>
        <p:nvSpPr>
          <p:cNvPr id="3" name="Content Placeholder 2">
            <a:extLst>
              <a:ext uri="{FF2B5EF4-FFF2-40B4-BE49-F238E27FC236}">
                <a16:creationId xmlns:a16="http://schemas.microsoft.com/office/drawing/2014/main" id="{FD8D418F-CA60-4848-A192-A8D464376741}"/>
              </a:ext>
            </a:extLst>
          </p:cNvPr>
          <p:cNvSpPr>
            <a:spLocks noGrp="1"/>
          </p:cNvSpPr>
          <p:nvPr>
            <p:ph idx="1"/>
          </p:nvPr>
        </p:nvSpPr>
        <p:spPr/>
        <p:txBody>
          <a:bodyPr/>
          <a:lstStyle/>
          <a:p>
            <a:pPr>
              <a:lnSpc>
                <a:spcPct val="150000"/>
              </a:lnSpc>
            </a:pPr>
            <a:r>
              <a:rPr lang="en-GB" dirty="0"/>
              <a:t>Talk about a </a:t>
            </a:r>
            <a:r>
              <a:rPr lang="en-GB" dirty="0">
                <a:solidFill>
                  <a:srgbClr val="FF0000"/>
                </a:solidFill>
              </a:rPr>
              <a:t>TV show </a:t>
            </a:r>
            <a:r>
              <a:rPr lang="en-GB" dirty="0"/>
              <a:t>or film that you like and </a:t>
            </a:r>
            <a:r>
              <a:rPr lang="en-GB" dirty="0">
                <a:solidFill>
                  <a:srgbClr val="FF0000"/>
                </a:solidFill>
              </a:rPr>
              <a:t>describe why </a:t>
            </a:r>
            <a:r>
              <a:rPr lang="en-GB" dirty="0"/>
              <a:t>you like them using phrases for giving </a:t>
            </a:r>
            <a:r>
              <a:rPr lang="en-GB" dirty="0">
                <a:solidFill>
                  <a:srgbClr val="FF0000"/>
                </a:solidFill>
              </a:rPr>
              <a:t>opinions</a:t>
            </a:r>
            <a:r>
              <a:rPr lang="en-GB" dirty="0"/>
              <a:t> and </a:t>
            </a:r>
            <a:r>
              <a:rPr lang="en-GB" dirty="0">
                <a:solidFill>
                  <a:srgbClr val="FF0000"/>
                </a:solidFill>
              </a:rPr>
              <a:t>specialist vocabulary </a:t>
            </a:r>
            <a:r>
              <a:rPr lang="en-GB" dirty="0"/>
              <a:t>on the topic. Use </a:t>
            </a:r>
            <a:r>
              <a:rPr lang="en-GB" dirty="0">
                <a:solidFill>
                  <a:srgbClr val="FF0000"/>
                </a:solidFill>
              </a:rPr>
              <a:t>persuasive language </a:t>
            </a:r>
            <a:r>
              <a:rPr lang="en-GB" dirty="0"/>
              <a:t>to convince others to watch it. </a:t>
            </a:r>
          </a:p>
          <a:p>
            <a:pPr>
              <a:lnSpc>
                <a:spcPct val="150000"/>
              </a:lnSpc>
            </a:pPr>
            <a:endParaRPr lang="en-GB" dirty="0"/>
          </a:p>
          <a:p>
            <a:pPr>
              <a:lnSpc>
                <a:spcPct val="150000"/>
              </a:lnSpc>
            </a:pPr>
            <a:r>
              <a:rPr lang="en-GB" dirty="0">
                <a:solidFill>
                  <a:srgbClr val="FF0000"/>
                </a:solidFill>
              </a:rPr>
              <a:t>Level 1 Writing Exam Task 3: </a:t>
            </a:r>
            <a:r>
              <a:rPr lang="en-GB" dirty="0"/>
              <a:t>(</a:t>
            </a:r>
            <a:r>
              <a:rPr lang="en-GB" i="1" dirty="0"/>
              <a:t>could be</a:t>
            </a:r>
            <a:r>
              <a:rPr lang="en-GB" dirty="0"/>
              <a:t>) A </a:t>
            </a:r>
            <a:r>
              <a:rPr lang="en-GB" b="1" dirty="0"/>
              <a:t>Review</a:t>
            </a:r>
            <a:r>
              <a:rPr lang="en-GB" dirty="0"/>
              <a:t> of a film, TV show or book.</a:t>
            </a:r>
          </a:p>
          <a:p>
            <a:endParaRPr lang="en-GB" dirty="0"/>
          </a:p>
        </p:txBody>
      </p:sp>
    </p:spTree>
    <p:extLst>
      <p:ext uri="{BB962C8B-B14F-4D97-AF65-F5344CB8AC3E}">
        <p14:creationId xmlns:p14="http://schemas.microsoft.com/office/powerpoint/2010/main" val="245239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CACE6-BD38-49B6-B6FC-966EF685F961}"/>
              </a:ext>
            </a:extLst>
          </p:cNvPr>
          <p:cNvSpPr>
            <a:spLocks noGrp="1"/>
          </p:cNvSpPr>
          <p:nvPr>
            <p:ph type="title"/>
          </p:nvPr>
        </p:nvSpPr>
        <p:spPr/>
        <p:txBody>
          <a:bodyPr/>
          <a:lstStyle/>
          <a:p>
            <a:r>
              <a:rPr lang="en-GB" b="1" dirty="0">
                <a:solidFill>
                  <a:srgbClr val="FF0000"/>
                </a:solidFill>
              </a:rPr>
              <a:t>Complete</a:t>
            </a:r>
            <a:r>
              <a:rPr lang="en-GB" b="1" dirty="0"/>
              <a:t> the </a:t>
            </a:r>
            <a:r>
              <a:rPr lang="en-GB" b="1" dirty="0">
                <a:solidFill>
                  <a:srgbClr val="FF0000"/>
                </a:solidFill>
              </a:rPr>
              <a:t>sentences</a:t>
            </a:r>
            <a:r>
              <a:rPr lang="en-GB" b="1" dirty="0"/>
              <a:t> with 1 of the different types of film. </a:t>
            </a:r>
          </a:p>
        </p:txBody>
      </p:sp>
      <p:sp>
        <p:nvSpPr>
          <p:cNvPr id="3" name="Content Placeholder 2">
            <a:extLst>
              <a:ext uri="{FF2B5EF4-FFF2-40B4-BE49-F238E27FC236}">
                <a16:creationId xmlns:a16="http://schemas.microsoft.com/office/drawing/2014/main" id="{D89110D6-49F1-44AC-91C2-20D1902B2F64}"/>
              </a:ext>
            </a:extLst>
          </p:cNvPr>
          <p:cNvSpPr>
            <a:spLocks noGrp="1"/>
          </p:cNvSpPr>
          <p:nvPr>
            <p:ph idx="1"/>
          </p:nvPr>
        </p:nvSpPr>
        <p:spPr>
          <a:xfrm>
            <a:off x="838200" y="1825624"/>
            <a:ext cx="10515600" cy="5032375"/>
          </a:xfrm>
        </p:spPr>
        <p:txBody>
          <a:bodyPr>
            <a:normAutofit/>
          </a:bodyPr>
          <a:lstStyle/>
          <a:p>
            <a:pPr>
              <a:lnSpc>
                <a:spcPct val="150000"/>
              </a:lnSpc>
            </a:pPr>
            <a:r>
              <a:rPr lang="en-GB" dirty="0"/>
              <a:t>My favourite type of entertainment is ……………….……….</a:t>
            </a:r>
          </a:p>
          <a:p>
            <a:pPr>
              <a:lnSpc>
                <a:spcPct val="150000"/>
              </a:lnSpc>
            </a:pPr>
            <a:r>
              <a:rPr lang="en-GB" dirty="0"/>
              <a:t>I am keen on ……………………………..</a:t>
            </a:r>
          </a:p>
          <a:p>
            <a:pPr>
              <a:lnSpc>
                <a:spcPct val="150000"/>
              </a:lnSpc>
            </a:pPr>
            <a:r>
              <a:rPr lang="en-GB" dirty="0"/>
              <a:t>I am not interested in ……………………………..</a:t>
            </a:r>
          </a:p>
          <a:p>
            <a:pPr>
              <a:lnSpc>
                <a:spcPct val="150000"/>
              </a:lnSpc>
            </a:pPr>
            <a:r>
              <a:rPr lang="en-GB" dirty="0"/>
              <a:t>I don’t mind………………………………..</a:t>
            </a:r>
          </a:p>
          <a:p>
            <a:pPr>
              <a:lnSpc>
                <a:spcPct val="150000"/>
              </a:lnSpc>
            </a:pPr>
            <a:r>
              <a:rPr lang="en-GB" dirty="0"/>
              <a:t>I would recommend watching …………………………………</a:t>
            </a:r>
          </a:p>
          <a:p>
            <a:pPr>
              <a:lnSpc>
                <a:spcPct val="150000"/>
              </a:lnSpc>
            </a:pPr>
            <a:r>
              <a:rPr lang="en-GB" dirty="0"/>
              <a:t>I can’t stand ……………………………….</a:t>
            </a:r>
          </a:p>
        </p:txBody>
      </p:sp>
    </p:spTree>
    <p:extLst>
      <p:ext uri="{BB962C8B-B14F-4D97-AF65-F5344CB8AC3E}">
        <p14:creationId xmlns:p14="http://schemas.microsoft.com/office/powerpoint/2010/main" val="4850227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3906E-6002-4313-8F92-4D14664B2D0F}"/>
              </a:ext>
            </a:extLst>
          </p:cNvPr>
          <p:cNvSpPr>
            <a:spLocks noGrp="1"/>
          </p:cNvSpPr>
          <p:nvPr>
            <p:ph type="title"/>
          </p:nvPr>
        </p:nvSpPr>
        <p:spPr/>
        <p:txBody>
          <a:bodyPr>
            <a:normAutofit/>
          </a:bodyPr>
          <a:lstStyle/>
          <a:p>
            <a:pPr algn="ctr"/>
            <a:r>
              <a:rPr lang="en-GB" sz="7200" b="1" dirty="0"/>
              <a:t>Scenery/The Set</a:t>
            </a:r>
          </a:p>
        </p:txBody>
      </p:sp>
      <p:pic>
        <p:nvPicPr>
          <p:cNvPr id="8194" name="Picture 2" descr="Image result for scenery play">
            <a:extLst>
              <a:ext uri="{FF2B5EF4-FFF2-40B4-BE49-F238E27FC236}">
                <a16:creationId xmlns:a16="http://schemas.microsoft.com/office/drawing/2014/main" id="{3322EE05-FE35-449D-A341-916A6A16B96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4984" y="1516135"/>
            <a:ext cx="8782032" cy="5463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01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3906E-6002-4313-8F92-4D14664B2D0F}"/>
              </a:ext>
            </a:extLst>
          </p:cNvPr>
          <p:cNvSpPr>
            <a:spLocks noGrp="1"/>
          </p:cNvSpPr>
          <p:nvPr>
            <p:ph type="title"/>
          </p:nvPr>
        </p:nvSpPr>
        <p:spPr/>
        <p:txBody>
          <a:bodyPr>
            <a:normAutofit/>
          </a:bodyPr>
          <a:lstStyle/>
          <a:p>
            <a:pPr algn="ctr"/>
            <a:r>
              <a:rPr lang="en-GB" sz="7200" b="1" dirty="0"/>
              <a:t>Special Effects</a:t>
            </a:r>
          </a:p>
        </p:txBody>
      </p:sp>
      <p:pic>
        <p:nvPicPr>
          <p:cNvPr id="15362" name="Picture 2" descr="Image result for film special effects">
            <a:extLst>
              <a:ext uri="{FF2B5EF4-FFF2-40B4-BE49-F238E27FC236}">
                <a16:creationId xmlns:a16="http://schemas.microsoft.com/office/drawing/2014/main" id="{D22B7057-9704-4F20-ADBD-8D32DF18D1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71370" y="1519708"/>
            <a:ext cx="6074229" cy="5598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85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3906E-6002-4313-8F92-4D14664B2D0F}"/>
              </a:ext>
            </a:extLst>
          </p:cNvPr>
          <p:cNvSpPr>
            <a:spLocks noGrp="1"/>
          </p:cNvSpPr>
          <p:nvPr>
            <p:ph type="title"/>
          </p:nvPr>
        </p:nvSpPr>
        <p:spPr/>
        <p:txBody>
          <a:bodyPr>
            <a:normAutofit/>
          </a:bodyPr>
          <a:lstStyle/>
          <a:p>
            <a:pPr algn="ctr"/>
            <a:r>
              <a:rPr lang="en-GB" sz="7200" b="1" dirty="0"/>
              <a:t>Costumes</a:t>
            </a:r>
          </a:p>
        </p:txBody>
      </p:sp>
      <p:pic>
        <p:nvPicPr>
          <p:cNvPr id="14338" name="Picture 2" descr="Image result for film costumes">
            <a:extLst>
              <a:ext uri="{FF2B5EF4-FFF2-40B4-BE49-F238E27FC236}">
                <a16:creationId xmlns:a16="http://schemas.microsoft.com/office/drawing/2014/main" id="{265D52CB-E881-4575-8643-AB0648B6DF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690688"/>
            <a:ext cx="12462070" cy="4623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776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3906E-6002-4313-8F92-4D14664B2D0F}"/>
              </a:ext>
            </a:extLst>
          </p:cNvPr>
          <p:cNvSpPr>
            <a:spLocks noGrp="1"/>
          </p:cNvSpPr>
          <p:nvPr>
            <p:ph type="title"/>
          </p:nvPr>
        </p:nvSpPr>
        <p:spPr/>
        <p:txBody>
          <a:bodyPr>
            <a:normAutofit/>
          </a:bodyPr>
          <a:lstStyle/>
          <a:p>
            <a:pPr algn="ctr"/>
            <a:r>
              <a:rPr lang="en-GB" sz="7200" b="1" dirty="0"/>
              <a:t>The Plot</a:t>
            </a:r>
          </a:p>
        </p:txBody>
      </p:sp>
      <p:pic>
        <p:nvPicPr>
          <p:cNvPr id="13314" name="Picture 2" descr="Image result for plot">
            <a:extLst>
              <a:ext uri="{FF2B5EF4-FFF2-40B4-BE49-F238E27FC236}">
                <a16:creationId xmlns:a16="http://schemas.microsoft.com/office/drawing/2014/main" id="{3CED8C68-9A4D-4579-BD8C-CEAD291E0F4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9412"/>
          <a:stretch/>
        </p:blipFill>
        <p:spPr bwMode="auto">
          <a:xfrm>
            <a:off x="1067001" y="1690688"/>
            <a:ext cx="10646027" cy="5424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162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3906E-6002-4313-8F92-4D14664B2D0F}"/>
              </a:ext>
            </a:extLst>
          </p:cNvPr>
          <p:cNvSpPr>
            <a:spLocks noGrp="1"/>
          </p:cNvSpPr>
          <p:nvPr>
            <p:ph type="title"/>
          </p:nvPr>
        </p:nvSpPr>
        <p:spPr/>
        <p:txBody>
          <a:bodyPr>
            <a:normAutofit/>
          </a:bodyPr>
          <a:lstStyle/>
          <a:p>
            <a:pPr algn="ctr"/>
            <a:r>
              <a:rPr lang="en-GB" sz="7200" b="1" dirty="0"/>
              <a:t>Characters/The Cast</a:t>
            </a:r>
          </a:p>
        </p:txBody>
      </p:sp>
      <p:pic>
        <p:nvPicPr>
          <p:cNvPr id="12290" name="Picture 2" descr="Related image">
            <a:extLst>
              <a:ext uri="{FF2B5EF4-FFF2-40B4-BE49-F238E27FC236}">
                <a16:creationId xmlns:a16="http://schemas.microsoft.com/office/drawing/2014/main" id="{CC05BCE0-60E6-45FA-B65A-68F302FCA7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8571" y="2433728"/>
            <a:ext cx="7711280" cy="3084512"/>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Image result for avengers film cast">
            <a:extLst>
              <a:ext uri="{FF2B5EF4-FFF2-40B4-BE49-F238E27FC236}">
                <a16:creationId xmlns:a16="http://schemas.microsoft.com/office/drawing/2014/main" id="{88D161BF-3E0E-44E4-9638-DA331C4AC07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22713"/>
          <a:stretch/>
        </p:blipFill>
        <p:spPr bwMode="auto">
          <a:xfrm>
            <a:off x="6622709" y="2432848"/>
            <a:ext cx="5569290" cy="3179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637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3906E-6002-4313-8F92-4D14664B2D0F}"/>
              </a:ext>
            </a:extLst>
          </p:cNvPr>
          <p:cNvSpPr>
            <a:spLocks noGrp="1"/>
          </p:cNvSpPr>
          <p:nvPr>
            <p:ph type="title"/>
          </p:nvPr>
        </p:nvSpPr>
        <p:spPr/>
        <p:txBody>
          <a:bodyPr>
            <a:normAutofit/>
          </a:bodyPr>
          <a:lstStyle/>
          <a:p>
            <a:pPr algn="ctr"/>
            <a:r>
              <a:rPr lang="en-GB" sz="7200" b="1" dirty="0"/>
              <a:t>Camerawork</a:t>
            </a:r>
          </a:p>
        </p:txBody>
      </p:sp>
      <p:pic>
        <p:nvPicPr>
          <p:cNvPr id="5" name="Content Placeholder 4">
            <a:extLst>
              <a:ext uri="{FF2B5EF4-FFF2-40B4-BE49-F238E27FC236}">
                <a16:creationId xmlns:a16="http://schemas.microsoft.com/office/drawing/2014/main" id="{FF511654-4963-4E6F-821E-6D2B7013AA98}"/>
              </a:ext>
            </a:extLst>
          </p:cNvPr>
          <p:cNvPicPr>
            <a:picLocks noGrp="1" noChangeAspect="1"/>
          </p:cNvPicPr>
          <p:nvPr>
            <p:ph idx="1"/>
          </p:nvPr>
        </p:nvPicPr>
        <p:blipFill>
          <a:blip r:embed="rId2"/>
          <a:stretch>
            <a:fillRect/>
          </a:stretch>
        </p:blipFill>
        <p:spPr>
          <a:xfrm>
            <a:off x="2133087" y="1414806"/>
            <a:ext cx="8177103" cy="5182516"/>
          </a:xfrm>
          <a:prstGeom prst="rect">
            <a:avLst/>
          </a:prstGeom>
        </p:spPr>
      </p:pic>
    </p:spTree>
    <p:extLst>
      <p:ext uri="{BB962C8B-B14F-4D97-AF65-F5344CB8AC3E}">
        <p14:creationId xmlns:p14="http://schemas.microsoft.com/office/powerpoint/2010/main" val="3460509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3906E-6002-4313-8F92-4D14664B2D0F}"/>
              </a:ext>
            </a:extLst>
          </p:cNvPr>
          <p:cNvSpPr>
            <a:spLocks noGrp="1"/>
          </p:cNvSpPr>
          <p:nvPr>
            <p:ph type="title"/>
          </p:nvPr>
        </p:nvSpPr>
        <p:spPr/>
        <p:txBody>
          <a:bodyPr>
            <a:normAutofit/>
          </a:bodyPr>
          <a:lstStyle/>
          <a:p>
            <a:pPr algn="ctr"/>
            <a:r>
              <a:rPr lang="en-GB" sz="7200" b="1" dirty="0"/>
              <a:t>Performance</a:t>
            </a:r>
          </a:p>
        </p:txBody>
      </p:sp>
      <p:pic>
        <p:nvPicPr>
          <p:cNvPr id="3" name="Content Placeholder 2">
            <a:extLst>
              <a:ext uri="{FF2B5EF4-FFF2-40B4-BE49-F238E27FC236}">
                <a16:creationId xmlns:a16="http://schemas.microsoft.com/office/drawing/2014/main" id="{B02F1205-5CC9-4DC8-89D4-08C850C7C3F1}"/>
              </a:ext>
            </a:extLst>
          </p:cNvPr>
          <p:cNvPicPr>
            <a:picLocks noGrp="1" noChangeAspect="1"/>
          </p:cNvPicPr>
          <p:nvPr>
            <p:ph idx="1"/>
          </p:nvPr>
        </p:nvPicPr>
        <p:blipFill>
          <a:blip r:embed="rId2"/>
          <a:stretch>
            <a:fillRect/>
          </a:stretch>
        </p:blipFill>
        <p:spPr>
          <a:xfrm>
            <a:off x="1649896" y="1477381"/>
            <a:ext cx="9576122" cy="5015494"/>
          </a:xfrm>
          <a:prstGeom prst="rect">
            <a:avLst/>
          </a:prstGeom>
        </p:spPr>
      </p:pic>
    </p:spTree>
    <p:extLst>
      <p:ext uri="{BB962C8B-B14F-4D97-AF65-F5344CB8AC3E}">
        <p14:creationId xmlns:p14="http://schemas.microsoft.com/office/powerpoint/2010/main" val="2306809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797716" cy="1325563"/>
          </a:xfrm>
        </p:spPr>
        <p:txBody>
          <a:bodyPr/>
          <a:lstStyle/>
          <a:p>
            <a:r>
              <a:rPr lang="en-GB" b="1" dirty="0"/>
              <a:t>Answer the questions as quickly as possible </a:t>
            </a:r>
          </a:p>
        </p:txBody>
      </p:sp>
      <p:sp>
        <p:nvSpPr>
          <p:cNvPr id="3" name="Content Placeholder 2"/>
          <p:cNvSpPr>
            <a:spLocks noGrp="1"/>
          </p:cNvSpPr>
          <p:nvPr>
            <p:ph idx="1"/>
          </p:nvPr>
        </p:nvSpPr>
        <p:spPr/>
        <p:txBody>
          <a:bodyPr/>
          <a:lstStyle/>
          <a:p>
            <a:pPr>
              <a:lnSpc>
                <a:spcPct val="200000"/>
              </a:lnSpc>
            </a:pPr>
            <a:r>
              <a:rPr lang="en-GB" dirty="0"/>
              <a:t>Why did she decide to read the book?</a:t>
            </a:r>
          </a:p>
          <a:p>
            <a:pPr>
              <a:lnSpc>
                <a:spcPct val="200000"/>
              </a:lnSpc>
            </a:pPr>
            <a:r>
              <a:rPr lang="en-GB" dirty="0"/>
              <a:t>Before she saw the film, what did she expect? </a:t>
            </a:r>
          </a:p>
          <a:p>
            <a:pPr>
              <a:lnSpc>
                <a:spcPct val="200000"/>
              </a:lnSpc>
            </a:pPr>
            <a:r>
              <a:rPr lang="en-GB" dirty="0"/>
              <a:t>What 3 things did she like about the film? </a:t>
            </a:r>
          </a:p>
          <a:p>
            <a:pPr>
              <a:lnSpc>
                <a:spcPct val="200000"/>
              </a:lnSpc>
            </a:pPr>
            <a:r>
              <a:rPr lang="en-GB" dirty="0"/>
              <a:t>What do you think the phrase means</a:t>
            </a:r>
            <a:r>
              <a:rPr lang="en-GB" b="1" dirty="0"/>
              <a:t> ‘it did the book justice’ </a:t>
            </a:r>
            <a:r>
              <a:rPr lang="en-GB" dirty="0"/>
              <a:t>means?</a:t>
            </a:r>
          </a:p>
          <a:p>
            <a:endParaRPr lang="en-GB" dirty="0"/>
          </a:p>
        </p:txBody>
      </p:sp>
      <p:pic>
        <p:nvPicPr>
          <p:cNvPr id="4" name="Picture 3"/>
          <p:cNvPicPr>
            <a:picLocks noChangeAspect="1"/>
          </p:cNvPicPr>
          <p:nvPr/>
        </p:nvPicPr>
        <p:blipFill>
          <a:blip r:embed="rId3"/>
          <a:stretch>
            <a:fillRect/>
          </a:stretch>
        </p:blipFill>
        <p:spPr>
          <a:xfrm>
            <a:off x="8325851" y="1469875"/>
            <a:ext cx="3383129" cy="2246677"/>
          </a:xfrm>
          <a:prstGeom prst="rect">
            <a:avLst/>
          </a:prstGeom>
        </p:spPr>
      </p:pic>
    </p:spTree>
    <p:extLst>
      <p:ext uri="{BB962C8B-B14F-4D97-AF65-F5344CB8AC3E}">
        <p14:creationId xmlns:p14="http://schemas.microsoft.com/office/powerpoint/2010/main" val="33570526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Answer the questions as quickly as possible </a:t>
            </a:r>
          </a:p>
        </p:txBody>
      </p:sp>
      <p:sp>
        <p:nvSpPr>
          <p:cNvPr id="3" name="Content Placeholder 2"/>
          <p:cNvSpPr>
            <a:spLocks noGrp="1"/>
          </p:cNvSpPr>
          <p:nvPr>
            <p:ph idx="1"/>
          </p:nvPr>
        </p:nvSpPr>
        <p:spPr>
          <a:xfrm>
            <a:off x="838200" y="1825624"/>
            <a:ext cx="10515600" cy="5032375"/>
          </a:xfrm>
        </p:spPr>
        <p:txBody>
          <a:bodyPr/>
          <a:lstStyle/>
          <a:p>
            <a:pPr>
              <a:lnSpc>
                <a:spcPct val="200000"/>
              </a:lnSpc>
            </a:pPr>
            <a:r>
              <a:rPr lang="en-GB" dirty="0"/>
              <a:t>Why did she see this show?</a:t>
            </a:r>
          </a:p>
          <a:p>
            <a:pPr>
              <a:lnSpc>
                <a:spcPct val="200000"/>
              </a:lnSpc>
            </a:pPr>
            <a:r>
              <a:rPr lang="en-GB" dirty="0"/>
              <a:t>What word does she use to say that she liked it? </a:t>
            </a:r>
          </a:p>
          <a:p>
            <a:pPr>
              <a:lnSpc>
                <a:spcPct val="200000"/>
              </a:lnSpc>
            </a:pPr>
            <a:r>
              <a:rPr lang="en-GB" dirty="0"/>
              <a:t>What things did she like about it? </a:t>
            </a:r>
          </a:p>
          <a:p>
            <a:pPr>
              <a:lnSpc>
                <a:spcPct val="200000"/>
              </a:lnSpc>
            </a:pPr>
            <a:r>
              <a:rPr lang="en-GB" dirty="0"/>
              <a:t>Who was her favourite character?</a:t>
            </a:r>
          </a:p>
          <a:p>
            <a:pPr>
              <a:lnSpc>
                <a:spcPct val="200000"/>
              </a:lnSpc>
            </a:pPr>
            <a:r>
              <a:rPr lang="en-GB" dirty="0"/>
              <a:t>What word does she use to describe the stage design?</a:t>
            </a:r>
          </a:p>
        </p:txBody>
      </p:sp>
      <p:pic>
        <p:nvPicPr>
          <p:cNvPr id="4" name="Picture 3"/>
          <p:cNvPicPr>
            <a:picLocks noChangeAspect="1"/>
          </p:cNvPicPr>
          <p:nvPr/>
        </p:nvPicPr>
        <p:blipFill>
          <a:blip r:embed="rId3"/>
          <a:stretch>
            <a:fillRect/>
          </a:stretch>
        </p:blipFill>
        <p:spPr>
          <a:xfrm>
            <a:off x="8537385" y="2284246"/>
            <a:ext cx="3110664" cy="3202154"/>
          </a:xfrm>
          <a:prstGeom prst="rect">
            <a:avLst/>
          </a:prstGeom>
        </p:spPr>
      </p:pic>
    </p:spTree>
    <p:extLst>
      <p:ext uri="{BB962C8B-B14F-4D97-AF65-F5344CB8AC3E}">
        <p14:creationId xmlns:p14="http://schemas.microsoft.com/office/powerpoint/2010/main" val="8864142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30E8B09-24B1-4093-ABFA-33EFDC529E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CBBBDC-966C-4447-9BEA-488E137754B8}">
  <ds:schemaRefs>
    <ds:schemaRef ds:uri="http://schemas.microsoft.com/sharepoint/v3/contenttype/forms"/>
  </ds:schemaRefs>
</ds:datastoreItem>
</file>

<file path=customXml/itemProps3.xml><?xml version="1.0" encoding="utf-8"?>
<ds:datastoreItem xmlns:ds="http://schemas.openxmlformats.org/officeDocument/2006/customXml" ds:itemID="{B9E68E9A-8D77-4213-BE62-44CA70707122}">
  <ds:schemaRefs>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 ds:uri="31635c7e-3a11-4128-b6ca-f17fd774e46d"/>
    <ds:schemaRef ds:uri="http://purl.org/dc/dcmitype/"/>
    <ds:schemaRef ds:uri="http://schemas.microsoft.com/office/2006/documentManagement/types"/>
    <ds:schemaRef ds:uri="http://purl.org/dc/elements/1.1/"/>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233</TotalTime>
  <Words>1483</Words>
  <Application>Microsoft Office PowerPoint</Application>
  <PresentationFormat>Widescreen</PresentationFormat>
  <Paragraphs>142</Paragraphs>
  <Slides>46</Slides>
  <Notes>2</Notes>
  <HiddenSlides>12</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46</vt:i4>
      </vt:variant>
    </vt:vector>
  </HeadingPairs>
  <TitlesOfParts>
    <vt:vector size="58" baseType="lpstr">
      <vt:lpstr>Aptos</vt:lpstr>
      <vt:lpstr>Arial</vt:lpstr>
      <vt:lpstr>Arial Unicode MS</vt:lpstr>
      <vt:lpstr>Calibri</vt:lpstr>
      <vt:lpstr>Calibri Light</vt:lpstr>
      <vt:lpstr>Comic Sans MS</vt:lpstr>
      <vt:lpstr>Segoe Print</vt:lpstr>
      <vt:lpstr>Segoe UI</vt:lpstr>
      <vt:lpstr>Times New Roman</vt:lpstr>
      <vt:lpstr>Tw Cen MT Condensed Extra Bold</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 the article about special effects in films and complete the missing words with the best word in the correct form (noun, verb, adjective, adverb) </vt:lpstr>
      <vt:lpstr>Today</vt:lpstr>
      <vt:lpstr>Complete the sentences with 1 of the different types of film. </vt:lpstr>
      <vt:lpstr>Scenery/The Set</vt:lpstr>
      <vt:lpstr>Special Effects</vt:lpstr>
      <vt:lpstr>Costumes</vt:lpstr>
      <vt:lpstr>The Plot</vt:lpstr>
      <vt:lpstr>Characters/The Cast</vt:lpstr>
      <vt:lpstr>Camerawork</vt:lpstr>
      <vt:lpstr>Performance</vt:lpstr>
      <vt:lpstr>Answer the questions as quickly as possible </vt:lpstr>
      <vt:lpstr>Answer the questions as quickly as possible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Patterson</dc:creator>
  <cp:lastModifiedBy>Andrew Patterson</cp:lastModifiedBy>
  <cp:revision>16</cp:revision>
  <dcterms:created xsi:type="dcterms:W3CDTF">2022-06-20T09:13:38Z</dcterms:created>
  <dcterms:modified xsi:type="dcterms:W3CDTF">2026-03-19T20:12:12Z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axKeyword">
    <vt:lpwstr/>
  </property>
  <property fmtid="{D5CDD505-2E9C-101B-9397-08002B2CF9AE}" pid="3" name="ContentTypeId">
    <vt:lpwstr>0x0101006794325352E032448D621CCF83E7CDF4</vt:lpwstr>
  </property>
  <property fmtid="{D5CDD505-2E9C-101B-9397-08002B2CF9AE}" pid="4" name="MediaServiceImageTags">
    <vt:lpwstr/>
  </property>
  <property fmtid="{D5CDD505-2E9C-101B-9397-08002B2CF9AE}" pid="5" name="Order">
    <vt:lpwstr>12305300.0000000</vt:lpwstr>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lpwstr/>
  </property>
</Properties>
</file>