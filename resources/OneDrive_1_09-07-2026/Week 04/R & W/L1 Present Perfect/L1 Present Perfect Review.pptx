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61" r:id="rId3"/>
    <p:sldId id="280" r:id="rId4"/>
    <p:sldId id="279" r:id="rId5"/>
    <p:sldId id="281" r:id="rId6"/>
    <p:sldId id="282" r:id="rId7"/>
    <p:sldId id="283" r:id="rId8"/>
    <p:sldId id="284" r:id="rId9"/>
    <p:sldId id="260" r:id="rId10"/>
    <p:sldId id="265" r:id="rId11"/>
    <p:sldId id="273" r:id="rId12"/>
    <p:sldId id="266" r:id="rId13"/>
    <p:sldId id="267" r:id="rId14"/>
    <p:sldId id="268" r:id="rId15"/>
    <p:sldId id="271" r:id="rId16"/>
    <p:sldId id="269" r:id="rId17"/>
    <p:sldId id="272" r:id="rId18"/>
    <p:sldId id="270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F79ED-6863-4665-9606-BD7843610135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B851A-C108-421B-88F9-5AF459EF2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88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4CCD2-B47D-4CEF-8B4A-F37821C33075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C4BB4-C9FA-4EA8-8533-BFB934275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0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Student</a:t>
            </a:r>
            <a:r>
              <a:rPr lang="en-GB" baseline="0" dirty="0"/>
              <a:t>s answer the questions in the long form.</a:t>
            </a:r>
          </a:p>
          <a:p>
            <a:r>
              <a:rPr lang="en-GB" baseline="0" dirty="0"/>
              <a:t>In groups – collate information and write a short paragraph about what the group has or hasn’t done. </a:t>
            </a:r>
            <a:br>
              <a:rPr lang="en-GB" baseline="0" dirty="0"/>
            </a:br>
            <a:r>
              <a:rPr lang="en-GB" baseline="0" dirty="0"/>
              <a:t>For example: Aida and I have been to Greece but </a:t>
            </a:r>
            <a:r>
              <a:rPr lang="en-GB" baseline="0" dirty="0" err="1"/>
              <a:t>Hashim</a:t>
            </a:r>
            <a:r>
              <a:rPr lang="en-GB" baseline="0" dirty="0"/>
              <a:t> has never been to Greece.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3C4BB4-C9FA-4EA8-8533-BFB93427506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9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20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82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39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24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89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9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2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5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53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19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7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32" y="2276872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lived in Cardiff in 2008.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has lived in Cardiff since 2008.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Bill Gates has done a lot of work for charity.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Nelson Mandela did a lot of work for charity.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793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3000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25658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lived in Cardiff in 2008.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Simple. Polly doesn’t live there anymore. The action is finished. </a:t>
            </a: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b.  Polly has lived in Cardiff since 2008.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Perfect. Polly still lives in Cardiff. The action is not finished. 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a.   Bill Gates has done a lot of work for charity.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Perfect. Bill is alive and he will continue working with charities. The time is not finished. </a:t>
            </a: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b.   Nelson Mandela did a lot of work for charity.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Simple. Nelson is not alive. It is not possible for him to continue working with charities. The time is finished.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endParaRPr lang="en-GB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1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2564904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visited Germany in 2010.</a:t>
            </a:r>
            <a:endParaRPr lang="en-GB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visited Germany.</a:t>
            </a:r>
            <a:br>
              <a:rPr lang="en-GB" dirty="0">
                <a:latin typeface="Tw Cen MT" panose="020B0602020104020603" pitchFamily="34" charset="0"/>
              </a:rPr>
            </a:b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learnt to speak German in 2011.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learnt to speak German.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741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84784"/>
            <a:ext cx="9170676" cy="55446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visited Germany in 2010.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definite time in the past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visited Germany.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no definite time, the experience is important now e.g. looking at a map of Germany.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learnt to speak German in 2011.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definite time in the past</a:t>
            </a: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learnt to speak German.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no definite time, the experience is important now e.g. we are in Germany.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7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988840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was in a helicopter. 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been in a helicopter. 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climbed the highest mountain in Wales.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climbed the highest mountain in Wales.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55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30" y="1313384"/>
            <a:ext cx="8918140" cy="55446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was in a helicopter on my last holiday.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a completed action in the past when the time, not the experience, is more important.</a:t>
            </a: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have been in a helicopter. 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a completed action in the past when the experience is more important.</a:t>
            </a:r>
          </a:p>
          <a:p>
            <a:pPr marL="0" indent="0">
              <a:buNone/>
            </a:pPr>
            <a:endParaRPr lang="en-GB" sz="3000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climbed the highest mountain in Wales last week.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a completed action in the past when the time, not the experience, is more important.</a:t>
            </a:r>
            <a:endParaRPr lang="en-GB" sz="3000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have climbed the highest mountain in Wales. 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a completed action in the past when the experience is more important.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558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988840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lost my wedding ring.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lost my wedding ring.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was a car crash.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has been a car crash.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739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1556792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lost my wedding ring.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this happened further in the past. 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lost my wedding ring.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this happened more recently.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was a car crash.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this happened further in the past. </a:t>
            </a: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has been a car crash. 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this happened more recently.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w Cen MT" panose="020B0602020104020603" pitchFamily="34" charset="0"/>
              </a:rPr>
              <a:t>Present Perfect Tense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925144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The present perfect tense is </a:t>
            </a: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very common</a:t>
            </a:r>
            <a:r>
              <a:rPr lang="en-GB" dirty="0">
                <a:latin typeface="Tw Cen MT" panose="020B0602020104020603" pitchFamily="34" charset="0"/>
              </a:rPr>
              <a:t> in English.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We use it to talk about: 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Things that started in the past and continue until now (unfinished action or unfinished time)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Completed actions in the past but are important now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Experiences when the time is not important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Recent events </a:t>
            </a:r>
          </a:p>
          <a:p>
            <a:pPr lvl="1"/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We call it </a:t>
            </a: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</a:t>
            </a:r>
            <a:r>
              <a:rPr lang="en-GB" dirty="0">
                <a:latin typeface="Tw Cen MT" panose="020B0602020104020603" pitchFamily="34" charset="0"/>
              </a:rPr>
              <a:t> because the action is important at the time of speaking.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Is there a present perfect tense in your language?</a:t>
            </a:r>
          </a:p>
        </p:txBody>
      </p:sp>
    </p:spTree>
    <p:extLst>
      <p:ext uri="{BB962C8B-B14F-4D97-AF65-F5344CB8AC3E}">
        <p14:creationId xmlns:p14="http://schemas.microsoft.com/office/powerpoint/2010/main" val="79006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69106"/>
            <a:ext cx="8229600" cy="1143000"/>
          </a:xfrm>
        </p:spPr>
        <p:txBody>
          <a:bodyPr/>
          <a:lstStyle/>
          <a:p>
            <a:r>
              <a:rPr lang="en-GB" dirty="0">
                <a:latin typeface="Tw Cen MT" panose="020B0602020104020603" pitchFamily="34" charset="0"/>
              </a:rPr>
              <a:t>Have you ever…?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154" y="1340767"/>
            <a:ext cx="4141334" cy="5328593"/>
          </a:xfrm>
        </p:spPr>
        <p:txBody>
          <a:bodyPr>
            <a:normAutofit fontScale="925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Have you ever been to Greece?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GB" u="sng" dirty="0">
                <a:latin typeface="Tw Cen MT" panose="020B0602020104020603" pitchFamily="34" charset="0"/>
              </a:rPr>
              <a:t>Short answers:</a:t>
            </a:r>
          </a:p>
          <a:p>
            <a:r>
              <a:rPr lang="en-GB" dirty="0">
                <a:latin typeface="Tw Cen MT" panose="020B0602020104020603" pitchFamily="34" charset="0"/>
              </a:rPr>
              <a:t>Yes, I have.</a:t>
            </a:r>
          </a:p>
          <a:p>
            <a:r>
              <a:rPr lang="en-GB" dirty="0">
                <a:latin typeface="Tw Cen MT" panose="020B0602020104020603" pitchFamily="34" charset="0"/>
              </a:rPr>
              <a:t>No, I haven’t. </a:t>
            </a:r>
          </a:p>
          <a:p>
            <a:pPr marL="0" indent="0">
              <a:buNone/>
            </a:pPr>
            <a:r>
              <a:rPr lang="en-GB" u="sng" dirty="0">
                <a:latin typeface="Tw Cen MT" panose="020B0602020104020603" pitchFamily="34" charset="0"/>
              </a:rPr>
              <a:t>Long answers:</a:t>
            </a:r>
          </a:p>
          <a:p>
            <a:r>
              <a:rPr lang="en-GB" dirty="0">
                <a:latin typeface="Tw Cen MT" panose="020B0602020104020603" pitchFamily="34" charset="0"/>
              </a:rPr>
              <a:t>I have been to Greece. </a:t>
            </a:r>
          </a:p>
          <a:p>
            <a:r>
              <a:rPr lang="en-GB" dirty="0">
                <a:latin typeface="Tw Cen MT" panose="020B0602020104020603" pitchFamily="34" charset="0"/>
              </a:rPr>
              <a:t>I have never been to Greece.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2403"/>
            <a:ext cx="42576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40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I have been to Greece.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8024" y="1600200"/>
            <a:ext cx="3898776" cy="4525963"/>
          </a:xfrm>
        </p:spPr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What is the action?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Is the time/date of the action important?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03" y="1556792"/>
            <a:ext cx="42576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758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met</a:t>
            </a:r>
            <a:r>
              <a:rPr lang="en-GB" dirty="0">
                <a:latin typeface="Comic Sans MS" panose="030F0702030302020204" pitchFamily="66" charset="0"/>
              </a:rPr>
              <a:t> the Queen?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52"/>
          <a:stretch/>
        </p:blipFill>
        <p:spPr bwMode="auto">
          <a:xfrm>
            <a:off x="1907704" y="1556792"/>
            <a:ext cx="4464496" cy="469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80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eaten</a:t>
            </a:r>
            <a:r>
              <a:rPr lang="en-GB" dirty="0">
                <a:latin typeface="Comic Sans MS" panose="030F0702030302020204" pitchFamily="66" charset="0"/>
              </a:rPr>
              <a:t> octopus?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93241"/>
            <a:ext cx="5830778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4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seen</a:t>
            </a:r>
            <a:r>
              <a:rPr lang="en-GB" dirty="0">
                <a:latin typeface="Comic Sans MS" panose="030F0702030302020204" pitchFamily="66" charset="0"/>
              </a:rPr>
              <a:t> Harry Potter?</a:t>
            </a:r>
          </a:p>
        </p:txBody>
      </p:sp>
      <p:pic>
        <p:nvPicPr>
          <p:cNvPr id="4100" name="Picture 4" descr="http://www.impawards.com/2001/posters/harry_potter_and_the_sorcerers_stone_ver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12776"/>
            <a:ext cx="3528392" cy="522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88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caught</a:t>
            </a:r>
            <a:r>
              <a:rPr lang="en-GB" dirty="0">
                <a:latin typeface="Comic Sans MS" panose="030F0702030302020204" pitchFamily="66" charset="0"/>
              </a:rPr>
              <a:t> a fish?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57" y="1433022"/>
            <a:ext cx="6840760" cy="492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24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failed</a:t>
            </a:r>
            <a:r>
              <a:rPr lang="en-GB" dirty="0">
                <a:latin typeface="Comic Sans MS" panose="030F0702030302020204" pitchFamily="66" charset="0"/>
              </a:rPr>
              <a:t> an exam?</a:t>
            </a:r>
          </a:p>
        </p:txBody>
      </p:sp>
      <p:pic>
        <p:nvPicPr>
          <p:cNvPr id="6146" name="Picture 2" descr="http://hridoyeislamdotcom.files.wordpress.com/2012/05/fail-ex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511993"/>
            <a:ext cx="5904656" cy="459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4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won</a:t>
            </a:r>
            <a:r>
              <a:rPr lang="en-GB" dirty="0">
                <a:latin typeface="Comic Sans MS" panose="030F0702030302020204" pitchFamily="66" charset="0"/>
              </a:rPr>
              <a:t> anything?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700809"/>
            <a:ext cx="6958661" cy="4175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19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slept</a:t>
            </a:r>
            <a:r>
              <a:rPr lang="en-GB" dirty="0">
                <a:latin typeface="Comic Sans MS" panose="030F0702030302020204" pitchFamily="66" charset="0"/>
              </a:rPr>
              <a:t> all day?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1" y="1772816"/>
            <a:ext cx="468052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72816"/>
            <a:ext cx="454787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4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been</a:t>
            </a:r>
            <a:r>
              <a:rPr lang="en-GB" dirty="0">
                <a:latin typeface="Comic Sans MS" panose="030F0702030302020204" pitchFamily="66" charset="0"/>
              </a:rPr>
              <a:t> skiing?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7344816" cy="405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93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w Cen MT" panose="020B0602020104020603" pitchFamily="34" charset="0"/>
              </a:rPr>
              <a:t>In groups…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Compare your answers </a:t>
            </a:r>
            <a:r>
              <a:rPr lang="en-GB" dirty="0">
                <a:latin typeface="Tw Cen MT" panose="020B0602020104020603" pitchFamily="34" charset="0"/>
              </a:rPr>
              <a:t>to the questions.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Write a paragraph </a:t>
            </a:r>
            <a:r>
              <a:rPr lang="en-GB" dirty="0">
                <a:latin typeface="Tw Cen MT" panose="020B0602020104020603" pitchFamily="34" charset="0"/>
              </a:rPr>
              <a:t>about what your group has or hasn’t done.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For example: </a:t>
            </a:r>
            <a:r>
              <a:rPr lang="en-GB" i="1" dirty="0">
                <a:latin typeface="Tw Cen MT" panose="020B0602020104020603" pitchFamily="34" charset="0"/>
              </a:rPr>
              <a:t>Aida and I have been to Greece but </a:t>
            </a:r>
            <a:r>
              <a:rPr lang="en-GB" i="1" dirty="0" err="1">
                <a:latin typeface="Tw Cen MT" panose="020B0602020104020603" pitchFamily="34" charset="0"/>
              </a:rPr>
              <a:t>Hashim</a:t>
            </a:r>
            <a:r>
              <a:rPr lang="en-GB" i="1" dirty="0">
                <a:latin typeface="Tw Cen MT" panose="020B0602020104020603" pitchFamily="34" charset="0"/>
              </a:rPr>
              <a:t> has never been to Greece. </a:t>
            </a:r>
          </a:p>
        </p:txBody>
      </p:sp>
    </p:spTree>
    <p:extLst>
      <p:ext uri="{BB962C8B-B14F-4D97-AF65-F5344CB8AC3E}">
        <p14:creationId xmlns:p14="http://schemas.microsoft.com/office/powerpoint/2010/main" val="2665866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79B565-F414-43CC-B82E-B38C5C2C2A44}"/>
</file>

<file path=customXml/itemProps2.xml><?xml version="1.0" encoding="utf-8"?>
<ds:datastoreItem xmlns:ds="http://schemas.openxmlformats.org/officeDocument/2006/customXml" ds:itemID="{993440C8-A7C5-4AD3-AA3E-E1CDC6A78BA3}"/>
</file>

<file path=customXml/itemProps3.xml><?xml version="1.0" encoding="utf-8"?>
<ds:datastoreItem xmlns:ds="http://schemas.openxmlformats.org/officeDocument/2006/customXml" ds:itemID="{BD797331-5D0C-409B-9975-A5472D6F021F}"/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577</Words>
  <Application>Microsoft Office PowerPoint</Application>
  <PresentationFormat>On-screen Show (4:3)</PresentationFormat>
  <Paragraphs>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Comic Sans MS</vt:lpstr>
      <vt:lpstr>Tw Cen MT</vt:lpstr>
      <vt:lpstr>Office Theme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Present Perfect Tense</vt:lpstr>
      <vt:lpstr>Have you ever…?</vt:lpstr>
      <vt:lpstr>I have been to Greece.</vt:lpstr>
      <vt:lpstr>Have you ever met the Queen?</vt:lpstr>
      <vt:lpstr>Have you ever eaten octopus?</vt:lpstr>
      <vt:lpstr>Have you ever seen Harry Potter?</vt:lpstr>
      <vt:lpstr>Have you ever caught a fish?</vt:lpstr>
      <vt:lpstr>Have you ever failed an exam?</vt:lpstr>
      <vt:lpstr>Have you ever won anything?</vt:lpstr>
      <vt:lpstr>Have you ever slept all day?</vt:lpstr>
      <vt:lpstr>Have you ever been skiing?</vt:lpstr>
      <vt:lpstr>In groups…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Harry a date!</dc:title>
  <dc:creator>PSBTLAP077</dc:creator>
  <cp:lastModifiedBy>Victoria Cheung</cp:lastModifiedBy>
  <cp:revision>38</cp:revision>
  <cp:lastPrinted>2014-01-20T11:41:44Z</cp:lastPrinted>
  <dcterms:created xsi:type="dcterms:W3CDTF">2014-01-18T15:45:10Z</dcterms:created>
  <dcterms:modified xsi:type="dcterms:W3CDTF">2018-08-16T14:50:11Z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3188400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