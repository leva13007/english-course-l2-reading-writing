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  <p:sldMasterId id="2147483672" r:id="rId5"/>
  </p:sldMasterIdLst>
  <p:sldIdLst>
    <p:sldId id="256" r:id="rId6"/>
    <p:sldId id="261" r:id="rId7"/>
    <p:sldId id="356" r:id="rId8"/>
    <p:sldId id="358" r:id="rId9"/>
    <p:sldId id="262" r:id="rId10"/>
    <p:sldId id="304" r:id="rId11"/>
    <p:sldId id="359" r:id="rId12"/>
    <p:sldId id="360" r:id="rId13"/>
  </p:sldIdLst>
  <p:sldSz cx="12192000" cy="6858000"/>
  <p:notesSz cx="6858000" cy="9144000"/>
  <p:defaultTextStyle>
    <a:defPPr>
      <a:defRPr lang="en-GB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9972" autoAdjust="0"/>
    <p:restoredTop sz="94660"/>
  </p:normalViewPr>
  <p:slideViewPr>
    <p:cSldViewPr snapToGrid="0">
      <p:cViewPr varScale="1">
        <p:scale>
          <a:sx n="64" d="100"/>
          <a:sy n="64" d="100"/>
        </p:scale>
        <p:origin x="774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3.xml"/><Relationship Id="rId13" Type="http://schemas.openxmlformats.org/officeDocument/2006/relationships/slide" Target="slides/slide8.xml"/><Relationship Id="rId18" Type="http://schemas.microsoft.com/office/2016/11/relationships/changesInfo" Target="changesInfos/changesInfo1.xml"/><Relationship Id="rId3" Type="http://schemas.openxmlformats.org/officeDocument/2006/relationships/customXml" Target="../customXml/item3.xml"/><Relationship Id="rId7" Type="http://schemas.openxmlformats.org/officeDocument/2006/relationships/slide" Target="slides/slide2.xml"/><Relationship Id="rId12" Type="http://schemas.openxmlformats.org/officeDocument/2006/relationships/slide" Target="slides/slide7.xml"/><Relationship Id="rId17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5" Type="http://schemas.openxmlformats.org/officeDocument/2006/relationships/slideMaster" Target="slideMasters/slideMaster2.xml"/><Relationship Id="rId15" Type="http://schemas.openxmlformats.org/officeDocument/2006/relationships/viewProps" Target="viewProps.xml"/><Relationship Id="rId10" Type="http://schemas.openxmlformats.org/officeDocument/2006/relationships/slide" Target="slides/slide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ndrew Patterson" userId="6c8ffccf-7c1b-4173-8b93-861005bd5f70" providerId="ADAL" clId="{340A04FB-801D-4D33-9372-268FA29A2369}"/>
    <pc:docChg chg="custSel addSld delSld modSld sldOrd">
      <pc:chgData name="Andrew Patterson" userId="6c8ffccf-7c1b-4173-8b93-861005bd5f70" providerId="ADAL" clId="{340A04FB-801D-4D33-9372-268FA29A2369}" dt="2026-06-11T09:10:42.869" v="911"/>
      <pc:docMkLst>
        <pc:docMk/>
      </pc:docMkLst>
      <pc:sldChg chg="addSp delSp modSp mod">
        <pc:chgData name="Andrew Patterson" userId="6c8ffccf-7c1b-4173-8b93-861005bd5f70" providerId="ADAL" clId="{340A04FB-801D-4D33-9372-268FA29A2369}" dt="2026-06-04T10:52:17.877" v="4"/>
        <pc:sldMkLst>
          <pc:docMk/>
          <pc:sldMk cId="109857222" sldId="256"/>
        </pc:sldMkLst>
        <pc:spChg chg="mod">
          <ac:chgData name="Andrew Patterson" userId="6c8ffccf-7c1b-4173-8b93-861005bd5f70" providerId="ADAL" clId="{340A04FB-801D-4D33-9372-268FA29A2369}" dt="2026-06-04T10:51:56.576" v="3" actId="1076"/>
          <ac:spMkLst>
            <pc:docMk/>
            <pc:sldMk cId="109857222" sldId="256"/>
            <ac:spMk id="2" creationId="{00000000-0000-0000-0000-000000000000}"/>
          </ac:spMkLst>
        </pc:spChg>
        <pc:picChg chg="add mod">
          <ac:chgData name="Andrew Patterson" userId="6c8ffccf-7c1b-4173-8b93-861005bd5f70" providerId="ADAL" clId="{340A04FB-801D-4D33-9372-268FA29A2369}" dt="2026-06-04T10:52:17.877" v="4"/>
          <ac:picMkLst>
            <pc:docMk/>
            <pc:sldMk cId="109857222" sldId="256"/>
            <ac:picMk id="4" creationId="{EDDD4D96-E1F9-28E2-1C00-748DDC61AB75}"/>
          </ac:picMkLst>
        </pc:picChg>
      </pc:sldChg>
      <pc:sldChg chg="modSp add mod">
        <pc:chgData name="Andrew Patterson" userId="6c8ffccf-7c1b-4173-8b93-861005bd5f70" providerId="ADAL" clId="{340A04FB-801D-4D33-9372-268FA29A2369}" dt="2026-06-04T10:54:09.010" v="32" actId="20577"/>
        <pc:sldMkLst>
          <pc:docMk/>
          <pc:sldMk cId="839210519" sldId="261"/>
        </pc:sldMkLst>
        <pc:spChg chg="mod">
          <ac:chgData name="Andrew Patterson" userId="6c8ffccf-7c1b-4173-8b93-861005bd5f70" providerId="ADAL" clId="{340A04FB-801D-4D33-9372-268FA29A2369}" dt="2026-06-04T10:54:09.010" v="32" actId="20577"/>
          <ac:spMkLst>
            <pc:docMk/>
            <pc:sldMk cId="839210519" sldId="261"/>
            <ac:spMk id="2" creationId="{CB1AD65D-C457-B895-8487-E9BE1F99FCA6}"/>
          </ac:spMkLst>
        </pc:spChg>
      </pc:sldChg>
      <pc:sldChg chg="add">
        <pc:chgData name="Andrew Patterson" userId="6c8ffccf-7c1b-4173-8b93-861005bd5f70" providerId="ADAL" clId="{340A04FB-801D-4D33-9372-268FA29A2369}" dt="2026-06-04T10:54:32.894" v="33"/>
        <pc:sldMkLst>
          <pc:docMk/>
          <pc:sldMk cId="748540512" sldId="262"/>
        </pc:sldMkLst>
      </pc:sldChg>
      <pc:sldChg chg="modSp add mod ord">
        <pc:chgData name="Andrew Patterson" userId="6c8ffccf-7c1b-4173-8b93-861005bd5f70" providerId="ADAL" clId="{340A04FB-801D-4D33-9372-268FA29A2369}" dt="2026-06-04T10:53:19.125" v="19"/>
        <pc:sldMkLst>
          <pc:docMk/>
          <pc:sldMk cId="287456303" sldId="304"/>
        </pc:sldMkLst>
        <pc:spChg chg="mod">
          <ac:chgData name="Andrew Patterson" userId="6c8ffccf-7c1b-4173-8b93-861005bd5f70" providerId="ADAL" clId="{340A04FB-801D-4D33-9372-268FA29A2369}" dt="2026-06-04T10:53:13.874" v="17" actId="20577"/>
          <ac:spMkLst>
            <pc:docMk/>
            <pc:sldMk cId="287456303" sldId="304"/>
            <ac:spMk id="2" creationId="{F3291680-9B74-8648-9B46-823E54DA941C}"/>
          </ac:spMkLst>
        </pc:spChg>
      </pc:sldChg>
      <pc:sldChg chg="add">
        <pc:chgData name="Andrew Patterson" userId="6c8ffccf-7c1b-4173-8b93-861005bd5f70" providerId="ADAL" clId="{340A04FB-801D-4D33-9372-268FA29A2369}" dt="2026-06-04T10:52:59.420" v="5"/>
        <pc:sldMkLst>
          <pc:docMk/>
          <pc:sldMk cId="1540888512" sldId="356"/>
        </pc:sldMkLst>
      </pc:sldChg>
      <pc:sldChg chg="new del ord">
        <pc:chgData name="Andrew Patterson" userId="6c8ffccf-7c1b-4173-8b93-861005bd5f70" providerId="ADAL" clId="{340A04FB-801D-4D33-9372-268FA29A2369}" dt="2026-06-11T09:10:21.307" v="908" actId="47"/>
        <pc:sldMkLst>
          <pc:docMk/>
          <pc:sldMk cId="3527862395" sldId="357"/>
        </pc:sldMkLst>
      </pc:sldChg>
      <pc:sldChg chg="addSp delSp modSp new mod">
        <pc:chgData name="Andrew Patterson" userId="6c8ffccf-7c1b-4173-8b93-861005bd5f70" providerId="ADAL" clId="{340A04FB-801D-4D33-9372-268FA29A2369}" dt="2026-06-04T15:03:00.479" v="902" actId="20577"/>
        <pc:sldMkLst>
          <pc:docMk/>
          <pc:sldMk cId="3295332688" sldId="358"/>
        </pc:sldMkLst>
        <pc:spChg chg="add mod">
          <ac:chgData name="Andrew Patterson" userId="6c8ffccf-7c1b-4173-8b93-861005bd5f70" providerId="ADAL" clId="{340A04FB-801D-4D33-9372-268FA29A2369}" dt="2026-06-04T15:03:00.479" v="902" actId="20577"/>
          <ac:spMkLst>
            <pc:docMk/>
            <pc:sldMk cId="3295332688" sldId="358"/>
            <ac:spMk id="4" creationId="{B3054620-BCBD-E234-DF33-7167D10D1C20}"/>
          </ac:spMkLst>
        </pc:spChg>
      </pc:sldChg>
      <pc:sldChg chg="add ord">
        <pc:chgData name="Andrew Patterson" userId="6c8ffccf-7c1b-4173-8b93-861005bd5f70" providerId="ADAL" clId="{340A04FB-801D-4D33-9372-268FA29A2369}" dt="2026-06-11T09:10:19.143" v="907"/>
        <pc:sldMkLst>
          <pc:docMk/>
          <pc:sldMk cId="485323196" sldId="359"/>
        </pc:sldMkLst>
      </pc:sldChg>
      <pc:sldChg chg="add ord">
        <pc:chgData name="Andrew Patterson" userId="6c8ffccf-7c1b-4173-8b93-861005bd5f70" providerId="ADAL" clId="{340A04FB-801D-4D33-9372-268FA29A2369}" dt="2026-06-11T09:10:42.869" v="911"/>
        <pc:sldMkLst>
          <pc:docMk/>
          <pc:sldMk cId="4171211250" sldId="360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GB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11/06/2026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853878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11/06/2026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491384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11/06/2026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915245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11/06/2026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030920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11/06/2026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331723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11/06/2026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103125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11/06/2026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463889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11/06/2026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718414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/>
              <a:t>Click icon to add picture</a:t>
            </a:r>
            <a:endParaRPr lang="en-GB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11/06/2026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189582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11/06/2026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029054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11/06/2026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7944565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GB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11/06/2026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7935691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11/06/2026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7627326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11/06/2026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6105885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11/06/2026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3247663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11/06/2026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8466666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11/06/2026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0679956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11/06/2026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37344184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11/06/2026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06895445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/>
              <a:t>Click icon to add picture</a:t>
            </a:r>
            <a:endParaRPr lang="en-GB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11/06/2026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20503702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11/06/2026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74632306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11/06/2026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36933118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ustom Layout">
    <p:bg>
      <p:bgPr>
        <a:solidFill>
          <a:srgbClr val="00B05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617101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slideLayout" Target="../slideLayouts/slideLayout23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46CE7D5-CF57-46EF-B807-FDD0502418D4}" type="datetimeFigureOut">
              <a:rPr lang="en-GB" smtClean="0"/>
              <a:t>11/06/2026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609540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GB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46CE7D5-CF57-46EF-B807-FDD0502418D4}" type="datetimeFigureOut">
              <a:rPr lang="en-GB" smtClean="0"/>
              <a:t>11/06/2026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112670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  <p:sldLayoutId id="2147483684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GB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thecardiffandvalecollege.sharepoint.com/:p:/s/Section_ESCCCP24_2025_2026/IQAZBJlYRR-VTJ64Jv7FsRwXATvBPS4ZaXuxkJm6AtcedVo?e=bE2HJL" TargetMode="External"/><Relationship Id="rId2" Type="http://schemas.openxmlformats.org/officeDocument/2006/relationships/hyperlink" Target="https://thecardiffandvalecollege.sharepoint.com/:f:/s/Section_ESCCCP24_2025_2026/IgDMfKMKdgDJTL4c1t7P7muSAe1pRCG_bx73wT-d3LdIzFU?e=hetH6e" TargetMode="External"/><Relationship Id="rId1" Type="http://schemas.openxmlformats.org/officeDocument/2006/relationships/slideLayout" Target="../slideLayouts/slideLayout18.xml"/><Relationship Id="rId4" Type="http://schemas.openxmlformats.org/officeDocument/2006/relationships/hyperlink" Target="https://thecardiffandvalecollege.sharepoint.com/:b:/s/Section_ESCCCP24_2025_2026/IQA_W708KlZNQruFC3qK37cuAcAqP3B6CVvZN7IA16LAJIY?e=m0D4E7" TargetMode="Externa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thecardiffandvalecollege.sharepoint.com/:p:/s/Section_ESCCCP24_2025_2026/IQAZBJlYRR-VTJ64Jv7FsRwXATvBPS4ZaXuxkJm6AtcedVo?e=bE2HJL" TargetMode="External"/><Relationship Id="rId2" Type="http://schemas.openxmlformats.org/officeDocument/2006/relationships/hyperlink" Target="https://thecardiffandvalecollege.sharepoint.com/:f:/s/Section_ESCCCP24_2025_2026/IgDMfKMKdgDJTL4c1t7P7muSAe1pRCG_bx73wT-d3LdIzFU?e=hetH6e" TargetMode="External"/><Relationship Id="rId1" Type="http://schemas.openxmlformats.org/officeDocument/2006/relationships/slideLayout" Target="../slideLayouts/slideLayout18.xml"/><Relationship Id="rId4" Type="http://schemas.openxmlformats.org/officeDocument/2006/relationships/hyperlink" Target="https://thecardiffandvalecollege.sharepoint.com/:b:/s/Section_ESCCCP24_2025_2026/IQA_W708KlZNQruFC3qK37cuAcAqP3B6CVvZN7IA16LAJIY?e=m0D4E7" TargetMode="Externa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048000" y="2411517"/>
            <a:ext cx="9144000" cy="2387600"/>
          </a:xfrm>
        </p:spPr>
        <p:txBody>
          <a:bodyPr/>
          <a:lstStyle/>
          <a:p>
            <a:r>
              <a:rPr lang="en-GB" dirty="0"/>
              <a:t>12) ESCCCP24 2025-2026 </a:t>
            </a:r>
            <a:br>
              <a:rPr lang="en-GB" dirty="0"/>
            </a:br>
            <a:r>
              <a:rPr lang="en-GB" dirty="0"/>
              <a:t>4 June 2026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DDD4D96-E1F9-28E2-1C00-748DDC61AB7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flipH="1">
            <a:off x="656735" y="365919"/>
            <a:ext cx="2615854" cy="61261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8572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B1AD65D-C457-B895-8487-E9BE1F99FCA6}"/>
              </a:ext>
            </a:extLst>
          </p:cNvPr>
          <p:cNvSpPr txBox="1"/>
          <p:nvPr/>
        </p:nvSpPr>
        <p:spPr>
          <a:xfrm>
            <a:off x="361695" y="1382286"/>
            <a:ext cx="11468610" cy="40934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3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w Cen MT Condensed Extra Bold" panose="020B0803020202020204" pitchFamily="34" charset="0"/>
                <a:ea typeface="+mn-ea"/>
                <a:cs typeface="+mn-cs"/>
              </a:rPr>
              <a:t>Check-in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3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w Cen MT Condensed Extra Bold" panose="020B0803020202020204" pitchFamily="34" charset="0"/>
                <a:ea typeface="+mn-ea"/>
                <a:cs typeface="+mn-cs"/>
              </a:rPr>
              <a:t>Thu </a:t>
            </a:r>
            <a:r>
              <a:rPr lang="en-GB" sz="13000" dirty="0">
                <a:solidFill>
                  <a:prstClr val="white"/>
                </a:solidFill>
                <a:latin typeface="Tw Cen MT Condensed Extra Bold" panose="020B0803020202020204" pitchFamily="34" charset="0"/>
              </a:rPr>
              <a:t>4 June</a:t>
            </a:r>
            <a:r>
              <a:rPr kumimoji="0" lang="en-GB" sz="13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w Cen MT Condensed Extra Bold" panose="020B0803020202020204" pitchFamily="34" charset="0"/>
                <a:ea typeface="+mn-ea"/>
                <a:cs typeface="+mn-cs"/>
              </a:rPr>
              <a:t> 2026</a:t>
            </a:r>
          </a:p>
        </p:txBody>
      </p:sp>
    </p:spTree>
    <p:extLst>
      <p:ext uri="{BB962C8B-B14F-4D97-AF65-F5344CB8AC3E}">
        <p14:creationId xmlns:p14="http://schemas.microsoft.com/office/powerpoint/2010/main" val="83921051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C033C2-944C-128B-C80C-440EB74AA2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6F972FA0-87AD-FCA6-5801-230ED1655554}"/>
              </a:ext>
            </a:extLst>
          </p:cNvPr>
          <p:cNvSpPr txBox="1"/>
          <p:nvPr/>
        </p:nvSpPr>
        <p:spPr>
          <a:xfrm>
            <a:off x="1254175" y="586719"/>
            <a:ext cx="10827895" cy="55092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0B0004020202020204"/>
                <a:ea typeface="+mn-ea"/>
                <a:cs typeface="+mn-cs"/>
              </a:rPr>
              <a:t>Work from Thu 21 May 2026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0B0004020202020204"/>
                <a:ea typeface="+mn-ea"/>
                <a:cs typeface="+mn-cs"/>
              </a:rPr>
              <a:t>We finished progress test 2. </a:t>
            </a:r>
            <a:r>
              <a:rPr kumimoji="0" lang="en-GB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0B0004020202020204"/>
                <a:ea typeface="+mn-ea"/>
                <a:cs typeface="+mn-cs"/>
                <a:hlinkClick r:id="rId2"/>
              </a:rPr>
              <a:t>Progress Test 2</a:t>
            </a:r>
            <a:endParaRPr kumimoji="0" lang="en-GB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0B0004020202020204"/>
                <a:ea typeface="+mn-ea"/>
                <a:cs typeface="+mn-cs"/>
              </a:rPr>
              <a:t>Using the reading booklet p. 28-29, we completed a 3.2 exercise while those who had not started completed the test.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0B0004020202020204"/>
                <a:ea typeface="+mn-ea"/>
                <a:cs typeface="+mn-cs"/>
              </a:rPr>
              <a:t>Using </a:t>
            </a:r>
            <a:r>
              <a:rPr kumimoji="0" lang="en-GB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0B0004020202020204"/>
                <a:ea typeface="+mn-ea"/>
                <a:cs typeface="+mn-cs"/>
                <a:hlinkClick r:id="rId3"/>
              </a:rPr>
              <a:t>Johns Crazy Socks.pptx</a:t>
            </a:r>
            <a:r>
              <a:rPr kumimoji="0" lang="en-GB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0B0004020202020204"/>
                <a:ea typeface="+mn-ea"/>
                <a:cs typeface="+mn-cs"/>
              </a:rPr>
              <a:t> and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0B0004020202020204"/>
                <a:ea typeface="+mn-ea"/>
                <a:cs typeface="+mn-cs"/>
                <a:hlinkClick r:id="rId4"/>
              </a:rPr>
              <a:t>identifying main points - John's socks.pdf</a:t>
            </a:r>
            <a:endParaRPr kumimoji="0" lang="en-GB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0B0004020202020204"/>
                <a:ea typeface="+mn-ea"/>
                <a:cs typeface="+mn-cs"/>
              </a:rPr>
              <a:t>We did a reading exercise that identified main points. 1.1.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32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0B0004020202020204"/>
                <a:ea typeface="+mn-ea"/>
                <a:cs typeface="+mn-cs"/>
              </a:rPr>
              <a:t>Homework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arenR"/>
              <a:tabLst/>
              <a:defRPr/>
            </a:pPr>
            <a:r>
              <a:rPr kumimoji="0" lang="en-GB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0B0004020202020204"/>
                <a:ea typeface="+mn-ea"/>
                <a:cs typeface="+mn-cs"/>
              </a:rPr>
              <a:t>Those who haven’t done so, complete using the reading booklet p. 28-29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arenR"/>
              <a:tabLst/>
              <a:defRPr/>
            </a:pPr>
            <a:r>
              <a:rPr kumimoji="0" lang="en-GB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0B0004020202020204"/>
                <a:ea typeface="+mn-ea"/>
                <a:cs typeface="+mn-cs"/>
              </a:rPr>
              <a:t>Complete the writing task from </a:t>
            </a:r>
            <a:r>
              <a:rPr kumimoji="0" lang="en-GB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0B0004020202020204"/>
                <a:ea typeface="+mn-ea"/>
                <a:cs typeface="+mn-cs"/>
                <a:hlinkClick r:id="rId3"/>
              </a:rPr>
              <a:t>Johns Crazy Socks.pptx</a:t>
            </a:r>
            <a:endParaRPr kumimoji="0" lang="en-GB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/>
              <a:ea typeface="+mn-ea"/>
              <a:cs typeface="+mn-cs"/>
            </a:endParaRP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77822AEC-7822-B2D9-E248-8D81EB15DEB8}"/>
              </a:ext>
            </a:extLst>
          </p:cNvPr>
          <p:cNvGrpSpPr>
            <a:grpSpLocks noChangeAspect="1"/>
          </p:cNvGrpSpPr>
          <p:nvPr/>
        </p:nvGrpSpPr>
        <p:grpSpPr>
          <a:xfrm>
            <a:off x="858377" y="645348"/>
            <a:ext cx="395804" cy="396000"/>
            <a:chOff x="1752597" y="2171695"/>
            <a:chExt cx="4317849" cy="4320005"/>
          </a:xfrm>
        </p:grpSpPr>
        <p:sp>
          <p:nvSpPr>
            <p:cNvPr id="4" name="Free-form: Shape 3">
              <a:extLst>
                <a:ext uri="{FF2B5EF4-FFF2-40B4-BE49-F238E27FC236}">
                  <a16:creationId xmlns:a16="http://schemas.microsoft.com/office/drawing/2014/main" id="{0F3BF323-9826-61BE-DA95-58F99234533D}"/>
                </a:ext>
              </a:extLst>
            </p:cNvPr>
            <p:cNvSpPr/>
            <p:nvPr/>
          </p:nvSpPr>
          <p:spPr>
            <a:xfrm>
              <a:off x="1753779" y="4331700"/>
              <a:ext cx="4316667" cy="2160000"/>
            </a:xfrm>
            <a:custGeom>
              <a:avLst/>
              <a:gdLst>
                <a:gd name="connsiteX0" fmla="*/ 685032 w 4316667"/>
                <a:gd name="connsiteY0" fmla="*/ 0 h 2160000"/>
                <a:gd name="connsiteX1" fmla="*/ 4316627 w 4316667"/>
                <a:gd name="connsiteY1" fmla="*/ 0 h 2160000"/>
                <a:gd name="connsiteX2" fmla="*/ 4316634 w 4316667"/>
                <a:gd name="connsiteY2" fmla="*/ 35 h 2160000"/>
                <a:gd name="connsiteX3" fmla="*/ 4276395 w 4316667"/>
                <a:gd name="connsiteY3" fmla="*/ 103397 h 2160000"/>
                <a:gd name="connsiteX4" fmla="*/ 4237526 w 4316667"/>
                <a:gd name="connsiteY4" fmla="*/ 131665 h 2160000"/>
                <a:gd name="connsiteX5" fmla="*/ 209768 w 4316667"/>
                <a:gd name="connsiteY5" fmla="*/ 2145214 h 2160000"/>
                <a:gd name="connsiteX6" fmla="*/ 145837 w 4316667"/>
                <a:gd name="connsiteY6" fmla="*/ 2160000 h 2160000"/>
                <a:gd name="connsiteX7" fmla="*/ 145751 w 4316667"/>
                <a:gd name="connsiteY7" fmla="*/ 2160000 h 2160000"/>
                <a:gd name="connsiteX8" fmla="*/ 81820 w 4316667"/>
                <a:gd name="connsiteY8" fmla="*/ 2145214 h 2160000"/>
                <a:gd name="connsiteX9" fmla="*/ 14825 w 4316667"/>
                <a:gd name="connsiteY9" fmla="*/ 1950287 h 2160000"/>
                <a:gd name="connsiteX10" fmla="*/ 685621 w 4316667"/>
                <a:gd name="connsiteY10" fmla="*/ 524476 h 2160000"/>
                <a:gd name="connsiteX11" fmla="*/ 685032 w 4316667"/>
                <a:gd name="connsiteY11" fmla="*/ 0 h 2160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316667" h="2160000">
                  <a:moveTo>
                    <a:pt x="685032" y="0"/>
                  </a:moveTo>
                  <a:lnTo>
                    <a:pt x="4316627" y="0"/>
                  </a:lnTo>
                  <a:lnTo>
                    <a:pt x="4316634" y="35"/>
                  </a:lnTo>
                  <a:cubicBezTo>
                    <a:pt x="4317430" y="37114"/>
                    <a:pt x="4304080" y="74496"/>
                    <a:pt x="4276395" y="103397"/>
                  </a:cubicBezTo>
                  <a:cubicBezTo>
                    <a:pt x="4265052" y="114855"/>
                    <a:pt x="4251929" y="124406"/>
                    <a:pt x="4237526" y="131665"/>
                  </a:cubicBezTo>
                  <a:lnTo>
                    <a:pt x="209768" y="2145214"/>
                  </a:lnTo>
                  <a:lnTo>
                    <a:pt x="145837" y="2160000"/>
                  </a:lnTo>
                  <a:lnTo>
                    <a:pt x="145751" y="2160000"/>
                  </a:lnTo>
                  <a:lnTo>
                    <a:pt x="81820" y="2145214"/>
                  </a:lnTo>
                  <a:cubicBezTo>
                    <a:pt x="9486" y="2109892"/>
                    <a:pt x="-20510" y="2022607"/>
                    <a:pt x="14825" y="1950287"/>
                  </a:cubicBezTo>
                  <a:lnTo>
                    <a:pt x="685621" y="524476"/>
                  </a:lnTo>
                  <a:lnTo>
                    <a:pt x="685032" y="0"/>
                  </a:lnTo>
                  <a:close/>
                </a:path>
              </a:pathLst>
            </a:custGeom>
            <a:solidFill>
              <a:srgbClr val="FF0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0B0004020202020204"/>
                <a:ea typeface="+mn-ea"/>
                <a:cs typeface="+mn-cs"/>
              </a:endParaRPr>
            </a:p>
          </p:txBody>
        </p:sp>
        <p:sp>
          <p:nvSpPr>
            <p:cNvPr id="5" name="Free-form: Shape 4">
              <a:extLst>
                <a:ext uri="{FF2B5EF4-FFF2-40B4-BE49-F238E27FC236}">
                  <a16:creationId xmlns:a16="http://schemas.microsoft.com/office/drawing/2014/main" id="{97D1890D-89B1-832F-C4CC-8C021AD815E7}"/>
                </a:ext>
              </a:extLst>
            </p:cNvPr>
            <p:cNvSpPr/>
            <p:nvPr/>
          </p:nvSpPr>
          <p:spPr>
            <a:xfrm>
              <a:off x="1752597" y="2171695"/>
              <a:ext cx="4317809" cy="2160005"/>
            </a:xfrm>
            <a:custGeom>
              <a:avLst/>
              <a:gdLst>
                <a:gd name="connsiteX0" fmla="*/ 152459 w 4317809"/>
                <a:gd name="connsiteY0" fmla="*/ 149 h 2160005"/>
                <a:gd name="connsiteX1" fmla="*/ 208594 w 4317809"/>
                <a:gd name="connsiteY1" fmla="*/ 14267 h 2160005"/>
                <a:gd name="connsiteX2" fmla="*/ 4236942 w 4317809"/>
                <a:gd name="connsiteY2" fmla="*/ 2033129 h 2160005"/>
                <a:gd name="connsiteX3" fmla="*/ 4273185 w 4317809"/>
                <a:gd name="connsiteY3" fmla="*/ 2058503 h 2160005"/>
                <a:gd name="connsiteX4" fmla="*/ 4306038 w 4317809"/>
                <a:gd name="connsiteY4" fmla="*/ 2105749 h 2160005"/>
                <a:gd name="connsiteX5" fmla="*/ 4317809 w 4317809"/>
                <a:gd name="connsiteY5" fmla="*/ 2160005 h 2160005"/>
                <a:gd name="connsiteX6" fmla="*/ 686214 w 4317809"/>
                <a:gd name="connsiteY6" fmla="*/ 2160005 h 2160005"/>
                <a:gd name="connsiteX7" fmla="*/ 685625 w 4317809"/>
                <a:gd name="connsiteY7" fmla="*/ 1636182 h 2160005"/>
                <a:gd name="connsiteX8" fmla="*/ 14240 w 4317809"/>
                <a:gd name="connsiteY8" fmla="*/ 208618 h 2160005"/>
                <a:gd name="connsiteX9" fmla="*/ 14240 w 4317809"/>
                <a:gd name="connsiteY9" fmla="*/ 82951 h 2160005"/>
                <a:gd name="connsiteX10" fmla="*/ 97187 w 4317809"/>
                <a:gd name="connsiteY10" fmla="*/ 8365 h 2160005"/>
                <a:gd name="connsiteX11" fmla="*/ 152459 w 4317809"/>
                <a:gd name="connsiteY11" fmla="*/ 149 h 21600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317809" h="2160005">
                  <a:moveTo>
                    <a:pt x="152459" y="149"/>
                  </a:moveTo>
                  <a:cubicBezTo>
                    <a:pt x="171375" y="1010"/>
                    <a:pt x="190434" y="5593"/>
                    <a:pt x="208594" y="14267"/>
                  </a:cubicBezTo>
                  <a:lnTo>
                    <a:pt x="4236942" y="2033129"/>
                  </a:lnTo>
                  <a:cubicBezTo>
                    <a:pt x="4250256" y="2039671"/>
                    <a:pt x="4262470" y="2048235"/>
                    <a:pt x="4273185" y="2058503"/>
                  </a:cubicBezTo>
                  <a:cubicBezTo>
                    <a:pt x="4287633" y="2072345"/>
                    <a:pt x="4298592" y="2088460"/>
                    <a:pt x="4306038" y="2105749"/>
                  </a:cubicBezTo>
                  <a:lnTo>
                    <a:pt x="4317809" y="2160005"/>
                  </a:lnTo>
                  <a:lnTo>
                    <a:pt x="686214" y="2160005"/>
                  </a:lnTo>
                  <a:lnTo>
                    <a:pt x="685625" y="1636182"/>
                  </a:lnTo>
                  <a:lnTo>
                    <a:pt x="14240" y="208618"/>
                  </a:lnTo>
                  <a:cubicBezTo>
                    <a:pt x="-4746" y="168879"/>
                    <a:pt x="-4746" y="122689"/>
                    <a:pt x="14240" y="82951"/>
                  </a:cubicBezTo>
                  <a:cubicBezTo>
                    <a:pt x="31588" y="46631"/>
                    <a:pt x="62019" y="20783"/>
                    <a:pt x="97187" y="8365"/>
                  </a:cubicBezTo>
                  <a:cubicBezTo>
                    <a:pt x="114772" y="2149"/>
                    <a:pt x="133543" y="-712"/>
                    <a:pt x="152459" y="149"/>
                  </a:cubicBezTo>
                  <a:close/>
                </a:path>
              </a:pathLst>
            </a:custGeom>
            <a:noFill/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0B0004020202020204"/>
                <a:ea typeface="+mn-ea"/>
                <a:cs typeface="+mn-cs"/>
              </a:endParaRPr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0CA3BCBA-F961-F72D-8703-AADE41D43E18}"/>
              </a:ext>
            </a:extLst>
          </p:cNvPr>
          <p:cNvGrpSpPr>
            <a:grpSpLocks noChangeAspect="1"/>
          </p:cNvGrpSpPr>
          <p:nvPr/>
        </p:nvGrpSpPr>
        <p:grpSpPr>
          <a:xfrm>
            <a:off x="858377" y="1132721"/>
            <a:ext cx="395804" cy="396000"/>
            <a:chOff x="1752597" y="2171695"/>
            <a:chExt cx="4317849" cy="4320005"/>
          </a:xfrm>
        </p:grpSpPr>
        <p:sp>
          <p:nvSpPr>
            <p:cNvPr id="7" name="Free-form: Shape 6">
              <a:extLst>
                <a:ext uri="{FF2B5EF4-FFF2-40B4-BE49-F238E27FC236}">
                  <a16:creationId xmlns:a16="http://schemas.microsoft.com/office/drawing/2014/main" id="{BE0B6207-3894-6F27-9B91-C116BEF4841A}"/>
                </a:ext>
              </a:extLst>
            </p:cNvPr>
            <p:cNvSpPr/>
            <p:nvPr/>
          </p:nvSpPr>
          <p:spPr>
            <a:xfrm>
              <a:off x="1753779" y="4331700"/>
              <a:ext cx="4316667" cy="2160000"/>
            </a:xfrm>
            <a:custGeom>
              <a:avLst/>
              <a:gdLst>
                <a:gd name="connsiteX0" fmla="*/ 685032 w 4316667"/>
                <a:gd name="connsiteY0" fmla="*/ 0 h 2160000"/>
                <a:gd name="connsiteX1" fmla="*/ 4316627 w 4316667"/>
                <a:gd name="connsiteY1" fmla="*/ 0 h 2160000"/>
                <a:gd name="connsiteX2" fmla="*/ 4316634 w 4316667"/>
                <a:gd name="connsiteY2" fmla="*/ 35 h 2160000"/>
                <a:gd name="connsiteX3" fmla="*/ 4276395 w 4316667"/>
                <a:gd name="connsiteY3" fmla="*/ 103397 h 2160000"/>
                <a:gd name="connsiteX4" fmla="*/ 4237526 w 4316667"/>
                <a:gd name="connsiteY4" fmla="*/ 131665 h 2160000"/>
                <a:gd name="connsiteX5" fmla="*/ 209768 w 4316667"/>
                <a:gd name="connsiteY5" fmla="*/ 2145214 h 2160000"/>
                <a:gd name="connsiteX6" fmla="*/ 145837 w 4316667"/>
                <a:gd name="connsiteY6" fmla="*/ 2160000 h 2160000"/>
                <a:gd name="connsiteX7" fmla="*/ 145751 w 4316667"/>
                <a:gd name="connsiteY7" fmla="*/ 2160000 h 2160000"/>
                <a:gd name="connsiteX8" fmla="*/ 81820 w 4316667"/>
                <a:gd name="connsiteY8" fmla="*/ 2145214 h 2160000"/>
                <a:gd name="connsiteX9" fmla="*/ 14825 w 4316667"/>
                <a:gd name="connsiteY9" fmla="*/ 1950287 h 2160000"/>
                <a:gd name="connsiteX10" fmla="*/ 685621 w 4316667"/>
                <a:gd name="connsiteY10" fmla="*/ 524476 h 2160000"/>
                <a:gd name="connsiteX11" fmla="*/ 685032 w 4316667"/>
                <a:gd name="connsiteY11" fmla="*/ 0 h 2160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316667" h="2160000">
                  <a:moveTo>
                    <a:pt x="685032" y="0"/>
                  </a:moveTo>
                  <a:lnTo>
                    <a:pt x="4316627" y="0"/>
                  </a:lnTo>
                  <a:lnTo>
                    <a:pt x="4316634" y="35"/>
                  </a:lnTo>
                  <a:cubicBezTo>
                    <a:pt x="4317430" y="37114"/>
                    <a:pt x="4304080" y="74496"/>
                    <a:pt x="4276395" y="103397"/>
                  </a:cubicBezTo>
                  <a:cubicBezTo>
                    <a:pt x="4265052" y="114855"/>
                    <a:pt x="4251929" y="124406"/>
                    <a:pt x="4237526" y="131665"/>
                  </a:cubicBezTo>
                  <a:lnTo>
                    <a:pt x="209768" y="2145214"/>
                  </a:lnTo>
                  <a:lnTo>
                    <a:pt x="145837" y="2160000"/>
                  </a:lnTo>
                  <a:lnTo>
                    <a:pt x="145751" y="2160000"/>
                  </a:lnTo>
                  <a:lnTo>
                    <a:pt x="81820" y="2145214"/>
                  </a:lnTo>
                  <a:cubicBezTo>
                    <a:pt x="9486" y="2109892"/>
                    <a:pt x="-20510" y="2022607"/>
                    <a:pt x="14825" y="1950287"/>
                  </a:cubicBezTo>
                  <a:lnTo>
                    <a:pt x="685621" y="524476"/>
                  </a:lnTo>
                  <a:lnTo>
                    <a:pt x="685032" y="0"/>
                  </a:lnTo>
                  <a:close/>
                </a:path>
              </a:pathLst>
            </a:custGeom>
            <a:solidFill>
              <a:srgbClr val="FF0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0B0004020202020204"/>
                <a:ea typeface="+mn-ea"/>
                <a:cs typeface="+mn-cs"/>
              </a:endParaRPr>
            </a:p>
          </p:txBody>
        </p:sp>
        <p:sp>
          <p:nvSpPr>
            <p:cNvPr id="8" name="Free-form: Shape 7">
              <a:extLst>
                <a:ext uri="{FF2B5EF4-FFF2-40B4-BE49-F238E27FC236}">
                  <a16:creationId xmlns:a16="http://schemas.microsoft.com/office/drawing/2014/main" id="{EBF538DA-49D3-4CA1-D910-9AA01D445993}"/>
                </a:ext>
              </a:extLst>
            </p:cNvPr>
            <p:cNvSpPr/>
            <p:nvPr/>
          </p:nvSpPr>
          <p:spPr>
            <a:xfrm>
              <a:off x="1752597" y="2171695"/>
              <a:ext cx="4317809" cy="2160005"/>
            </a:xfrm>
            <a:custGeom>
              <a:avLst/>
              <a:gdLst>
                <a:gd name="connsiteX0" fmla="*/ 152459 w 4317809"/>
                <a:gd name="connsiteY0" fmla="*/ 149 h 2160005"/>
                <a:gd name="connsiteX1" fmla="*/ 208594 w 4317809"/>
                <a:gd name="connsiteY1" fmla="*/ 14267 h 2160005"/>
                <a:gd name="connsiteX2" fmla="*/ 4236942 w 4317809"/>
                <a:gd name="connsiteY2" fmla="*/ 2033129 h 2160005"/>
                <a:gd name="connsiteX3" fmla="*/ 4273185 w 4317809"/>
                <a:gd name="connsiteY3" fmla="*/ 2058503 h 2160005"/>
                <a:gd name="connsiteX4" fmla="*/ 4306038 w 4317809"/>
                <a:gd name="connsiteY4" fmla="*/ 2105749 h 2160005"/>
                <a:gd name="connsiteX5" fmla="*/ 4317809 w 4317809"/>
                <a:gd name="connsiteY5" fmla="*/ 2160005 h 2160005"/>
                <a:gd name="connsiteX6" fmla="*/ 686214 w 4317809"/>
                <a:gd name="connsiteY6" fmla="*/ 2160005 h 2160005"/>
                <a:gd name="connsiteX7" fmla="*/ 685625 w 4317809"/>
                <a:gd name="connsiteY7" fmla="*/ 1636182 h 2160005"/>
                <a:gd name="connsiteX8" fmla="*/ 14240 w 4317809"/>
                <a:gd name="connsiteY8" fmla="*/ 208618 h 2160005"/>
                <a:gd name="connsiteX9" fmla="*/ 14240 w 4317809"/>
                <a:gd name="connsiteY9" fmla="*/ 82951 h 2160005"/>
                <a:gd name="connsiteX10" fmla="*/ 97187 w 4317809"/>
                <a:gd name="connsiteY10" fmla="*/ 8365 h 2160005"/>
                <a:gd name="connsiteX11" fmla="*/ 152459 w 4317809"/>
                <a:gd name="connsiteY11" fmla="*/ 149 h 21600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317809" h="2160005">
                  <a:moveTo>
                    <a:pt x="152459" y="149"/>
                  </a:moveTo>
                  <a:cubicBezTo>
                    <a:pt x="171375" y="1010"/>
                    <a:pt x="190434" y="5593"/>
                    <a:pt x="208594" y="14267"/>
                  </a:cubicBezTo>
                  <a:lnTo>
                    <a:pt x="4236942" y="2033129"/>
                  </a:lnTo>
                  <a:cubicBezTo>
                    <a:pt x="4250256" y="2039671"/>
                    <a:pt x="4262470" y="2048235"/>
                    <a:pt x="4273185" y="2058503"/>
                  </a:cubicBezTo>
                  <a:cubicBezTo>
                    <a:pt x="4287633" y="2072345"/>
                    <a:pt x="4298592" y="2088460"/>
                    <a:pt x="4306038" y="2105749"/>
                  </a:cubicBezTo>
                  <a:lnTo>
                    <a:pt x="4317809" y="2160005"/>
                  </a:lnTo>
                  <a:lnTo>
                    <a:pt x="686214" y="2160005"/>
                  </a:lnTo>
                  <a:lnTo>
                    <a:pt x="685625" y="1636182"/>
                  </a:lnTo>
                  <a:lnTo>
                    <a:pt x="14240" y="208618"/>
                  </a:lnTo>
                  <a:cubicBezTo>
                    <a:pt x="-4746" y="168879"/>
                    <a:pt x="-4746" y="122689"/>
                    <a:pt x="14240" y="82951"/>
                  </a:cubicBezTo>
                  <a:cubicBezTo>
                    <a:pt x="31588" y="46631"/>
                    <a:pt x="62019" y="20783"/>
                    <a:pt x="97187" y="8365"/>
                  </a:cubicBezTo>
                  <a:cubicBezTo>
                    <a:pt x="114772" y="2149"/>
                    <a:pt x="133543" y="-712"/>
                    <a:pt x="152459" y="149"/>
                  </a:cubicBezTo>
                  <a:close/>
                </a:path>
              </a:pathLst>
            </a:custGeom>
            <a:noFill/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0B0004020202020204"/>
                <a:ea typeface="+mn-ea"/>
                <a:cs typeface="+mn-cs"/>
              </a:endParaRPr>
            </a:p>
          </p:txBody>
        </p:sp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2450BF5E-B359-F4C2-6C85-153E5399DC7E}"/>
              </a:ext>
            </a:extLst>
          </p:cNvPr>
          <p:cNvGrpSpPr>
            <a:grpSpLocks noChangeAspect="1"/>
          </p:cNvGrpSpPr>
          <p:nvPr/>
        </p:nvGrpSpPr>
        <p:grpSpPr>
          <a:xfrm>
            <a:off x="858375" y="1642088"/>
            <a:ext cx="395804" cy="396000"/>
            <a:chOff x="1752597" y="2171695"/>
            <a:chExt cx="4317849" cy="4320005"/>
          </a:xfrm>
        </p:grpSpPr>
        <p:sp>
          <p:nvSpPr>
            <p:cNvPr id="10" name="Free-form: Shape 9">
              <a:extLst>
                <a:ext uri="{FF2B5EF4-FFF2-40B4-BE49-F238E27FC236}">
                  <a16:creationId xmlns:a16="http://schemas.microsoft.com/office/drawing/2014/main" id="{2B5449E3-898A-9BFE-10FE-932393D34EF6}"/>
                </a:ext>
              </a:extLst>
            </p:cNvPr>
            <p:cNvSpPr/>
            <p:nvPr/>
          </p:nvSpPr>
          <p:spPr>
            <a:xfrm>
              <a:off x="1753779" y="4331700"/>
              <a:ext cx="4316667" cy="2160000"/>
            </a:xfrm>
            <a:custGeom>
              <a:avLst/>
              <a:gdLst>
                <a:gd name="connsiteX0" fmla="*/ 685032 w 4316667"/>
                <a:gd name="connsiteY0" fmla="*/ 0 h 2160000"/>
                <a:gd name="connsiteX1" fmla="*/ 4316627 w 4316667"/>
                <a:gd name="connsiteY1" fmla="*/ 0 h 2160000"/>
                <a:gd name="connsiteX2" fmla="*/ 4316634 w 4316667"/>
                <a:gd name="connsiteY2" fmla="*/ 35 h 2160000"/>
                <a:gd name="connsiteX3" fmla="*/ 4276395 w 4316667"/>
                <a:gd name="connsiteY3" fmla="*/ 103397 h 2160000"/>
                <a:gd name="connsiteX4" fmla="*/ 4237526 w 4316667"/>
                <a:gd name="connsiteY4" fmla="*/ 131665 h 2160000"/>
                <a:gd name="connsiteX5" fmla="*/ 209768 w 4316667"/>
                <a:gd name="connsiteY5" fmla="*/ 2145214 h 2160000"/>
                <a:gd name="connsiteX6" fmla="*/ 145837 w 4316667"/>
                <a:gd name="connsiteY6" fmla="*/ 2160000 h 2160000"/>
                <a:gd name="connsiteX7" fmla="*/ 145751 w 4316667"/>
                <a:gd name="connsiteY7" fmla="*/ 2160000 h 2160000"/>
                <a:gd name="connsiteX8" fmla="*/ 81820 w 4316667"/>
                <a:gd name="connsiteY8" fmla="*/ 2145214 h 2160000"/>
                <a:gd name="connsiteX9" fmla="*/ 14825 w 4316667"/>
                <a:gd name="connsiteY9" fmla="*/ 1950287 h 2160000"/>
                <a:gd name="connsiteX10" fmla="*/ 685621 w 4316667"/>
                <a:gd name="connsiteY10" fmla="*/ 524476 h 2160000"/>
                <a:gd name="connsiteX11" fmla="*/ 685032 w 4316667"/>
                <a:gd name="connsiteY11" fmla="*/ 0 h 2160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316667" h="2160000">
                  <a:moveTo>
                    <a:pt x="685032" y="0"/>
                  </a:moveTo>
                  <a:lnTo>
                    <a:pt x="4316627" y="0"/>
                  </a:lnTo>
                  <a:lnTo>
                    <a:pt x="4316634" y="35"/>
                  </a:lnTo>
                  <a:cubicBezTo>
                    <a:pt x="4317430" y="37114"/>
                    <a:pt x="4304080" y="74496"/>
                    <a:pt x="4276395" y="103397"/>
                  </a:cubicBezTo>
                  <a:cubicBezTo>
                    <a:pt x="4265052" y="114855"/>
                    <a:pt x="4251929" y="124406"/>
                    <a:pt x="4237526" y="131665"/>
                  </a:cubicBezTo>
                  <a:lnTo>
                    <a:pt x="209768" y="2145214"/>
                  </a:lnTo>
                  <a:lnTo>
                    <a:pt x="145837" y="2160000"/>
                  </a:lnTo>
                  <a:lnTo>
                    <a:pt x="145751" y="2160000"/>
                  </a:lnTo>
                  <a:lnTo>
                    <a:pt x="81820" y="2145214"/>
                  </a:lnTo>
                  <a:cubicBezTo>
                    <a:pt x="9486" y="2109892"/>
                    <a:pt x="-20510" y="2022607"/>
                    <a:pt x="14825" y="1950287"/>
                  </a:cubicBezTo>
                  <a:lnTo>
                    <a:pt x="685621" y="524476"/>
                  </a:lnTo>
                  <a:lnTo>
                    <a:pt x="685032" y="0"/>
                  </a:lnTo>
                  <a:close/>
                </a:path>
              </a:pathLst>
            </a:custGeom>
            <a:solidFill>
              <a:srgbClr val="FF0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0B0004020202020204"/>
                <a:ea typeface="+mn-ea"/>
                <a:cs typeface="+mn-cs"/>
              </a:endParaRPr>
            </a:p>
          </p:txBody>
        </p:sp>
        <p:sp>
          <p:nvSpPr>
            <p:cNvPr id="11" name="Free-form: Shape 10">
              <a:extLst>
                <a:ext uri="{FF2B5EF4-FFF2-40B4-BE49-F238E27FC236}">
                  <a16:creationId xmlns:a16="http://schemas.microsoft.com/office/drawing/2014/main" id="{5EBF72F8-5FE3-DE99-8892-BFF5B24BE1B5}"/>
                </a:ext>
              </a:extLst>
            </p:cNvPr>
            <p:cNvSpPr/>
            <p:nvPr/>
          </p:nvSpPr>
          <p:spPr>
            <a:xfrm>
              <a:off x="1752597" y="2171695"/>
              <a:ext cx="4317805" cy="2160003"/>
            </a:xfrm>
            <a:custGeom>
              <a:avLst/>
              <a:gdLst>
                <a:gd name="connsiteX0" fmla="*/ 152459 w 4317809"/>
                <a:gd name="connsiteY0" fmla="*/ 149 h 2160005"/>
                <a:gd name="connsiteX1" fmla="*/ 208594 w 4317809"/>
                <a:gd name="connsiteY1" fmla="*/ 14267 h 2160005"/>
                <a:gd name="connsiteX2" fmla="*/ 4236942 w 4317809"/>
                <a:gd name="connsiteY2" fmla="*/ 2033129 h 2160005"/>
                <a:gd name="connsiteX3" fmla="*/ 4273185 w 4317809"/>
                <a:gd name="connsiteY3" fmla="*/ 2058503 h 2160005"/>
                <a:gd name="connsiteX4" fmla="*/ 4306038 w 4317809"/>
                <a:gd name="connsiteY4" fmla="*/ 2105749 h 2160005"/>
                <a:gd name="connsiteX5" fmla="*/ 4317809 w 4317809"/>
                <a:gd name="connsiteY5" fmla="*/ 2160005 h 2160005"/>
                <a:gd name="connsiteX6" fmla="*/ 686214 w 4317809"/>
                <a:gd name="connsiteY6" fmla="*/ 2160005 h 2160005"/>
                <a:gd name="connsiteX7" fmla="*/ 685625 w 4317809"/>
                <a:gd name="connsiteY7" fmla="*/ 1636182 h 2160005"/>
                <a:gd name="connsiteX8" fmla="*/ 14240 w 4317809"/>
                <a:gd name="connsiteY8" fmla="*/ 208618 h 2160005"/>
                <a:gd name="connsiteX9" fmla="*/ 14240 w 4317809"/>
                <a:gd name="connsiteY9" fmla="*/ 82951 h 2160005"/>
                <a:gd name="connsiteX10" fmla="*/ 97187 w 4317809"/>
                <a:gd name="connsiteY10" fmla="*/ 8365 h 2160005"/>
                <a:gd name="connsiteX11" fmla="*/ 152459 w 4317809"/>
                <a:gd name="connsiteY11" fmla="*/ 149 h 21600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317809" h="2160005">
                  <a:moveTo>
                    <a:pt x="152459" y="149"/>
                  </a:moveTo>
                  <a:cubicBezTo>
                    <a:pt x="171375" y="1010"/>
                    <a:pt x="190434" y="5593"/>
                    <a:pt x="208594" y="14267"/>
                  </a:cubicBezTo>
                  <a:lnTo>
                    <a:pt x="4236942" y="2033129"/>
                  </a:lnTo>
                  <a:cubicBezTo>
                    <a:pt x="4250256" y="2039671"/>
                    <a:pt x="4262470" y="2048235"/>
                    <a:pt x="4273185" y="2058503"/>
                  </a:cubicBezTo>
                  <a:cubicBezTo>
                    <a:pt x="4287633" y="2072345"/>
                    <a:pt x="4298592" y="2088460"/>
                    <a:pt x="4306038" y="2105749"/>
                  </a:cubicBezTo>
                  <a:lnTo>
                    <a:pt x="4317809" y="2160005"/>
                  </a:lnTo>
                  <a:lnTo>
                    <a:pt x="686214" y="2160005"/>
                  </a:lnTo>
                  <a:lnTo>
                    <a:pt x="685625" y="1636182"/>
                  </a:lnTo>
                  <a:lnTo>
                    <a:pt x="14240" y="208618"/>
                  </a:lnTo>
                  <a:cubicBezTo>
                    <a:pt x="-4746" y="168879"/>
                    <a:pt x="-4746" y="122689"/>
                    <a:pt x="14240" y="82951"/>
                  </a:cubicBezTo>
                  <a:cubicBezTo>
                    <a:pt x="31588" y="46631"/>
                    <a:pt x="62019" y="20783"/>
                    <a:pt x="97187" y="8365"/>
                  </a:cubicBezTo>
                  <a:cubicBezTo>
                    <a:pt x="114772" y="2149"/>
                    <a:pt x="133543" y="-712"/>
                    <a:pt x="152459" y="149"/>
                  </a:cubicBezTo>
                  <a:close/>
                </a:path>
              </a:pathLst>
            </a:custGeom>
            <a:noFill/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0B0004020202020204"/>
                <a:ea typeface="+mn-ea"/>
                <a:cs typeface="+mn-cs"/>
              </a:endParaRPr>
            </a:p>
          </p:txBody>
        </p:sp>
      </p:grpSp>
      <p:grpSp>
        <p:nvGrpSpPr>
          <p:cNvPr id="12" name="Group 11">
            <a:extLst>
              <a:ext uri="{FF2B5EF4-FFF2-40B4-BE49-F238E27FC236}">
                <a16:creationId xmlns:a16="http://schemas.microsoft.com/office/drawing/2014/main" id="{37396BB7-8223-5B15-5D38-744D865B2BC3}"/>
              </a:ext>
            </a:extLst>
          </p:cNvPr>
          <p:cNvGrpSpPr>
            <a:grpSpLocks noChangeAspect="1"/>
          </p:cNvGrpSpPr>
          <p:nvPr/>
        </p:nvGrpSpPr>
        <p:grpSpPr>
          <a:xfrm>
            <a:off x="858375" y="2603678"/>
            <a:ext cx="395804" cy="396000"/>
            <a:chOff x="1752601" y="2171698"/>
            <a:chExt cx="4317847" cy="4320004"/>
          </a:xfrm>
        </p:grpSpPr>
        <p:sp>
          <p:nvSpPr>
            <p:cNvPr id="13" name="Free-form: Shape 12">
              <a:extLst>
                <a:ext uri="{FF2B5EF4-FFF2-40B4-BE49-F238E27FC236}">
                  <a16:creationId xmlns:a16="http://schemas.microsoft.com/office/drawing/2014/main" id="{EEC39047-DC94-8826-88C3-253A52AD52EC}"/>
                </a:ext>
              </a:extLst>
            </p:cNvPr>
            <p:cNvSpPr/>
            <p:nvPr/>
          </p:nvSpPr>
          <p:spPr>
            <a:xfrm>
              <a:off x="1753779" y="4331700"/>
              <a:ext cx="4316669" cy="2160002"/>
            </a:xfrm>
            <a:custGeom>
              <a:avLst/>
              <a:gdLst>
                <a:gd name="connsiteX0" fmla="*/ 685032 w 4316667"/>
                <a:gd name="connsiteY0" fmla="*/ 0 h 2160000"/>
                <a:gd name="connsiteX1" fmla="*/ 4316627 w 4316667"/>
                <a:gd name="connsiteY1" fmla="*/ 0 h 2160000"/>
                <a:gd name="connsiteX2" fmla="*/ 4316634 w 4316667"/>
                <a:gd name="connsiteY2" fmla="*/ 35 h 2160000"/>
                <a:gd name="connsiteX3" fmla="*/ 4276395 w 4316667"/>
                <a:gd name="connsiteY3" fmla="*/ 103397 h 2160000"/>
                <a:gd name="connsiteX4" fmla="*/ 4237526 w 4316667"/>
                <a:gd name="connsiteY4" fmla="*/ 131665 h 2160000"/>
                <a:gd name="connsiteX5" fmla="*/ 209768 w 4316667"/>
                <a:gd name="connsiteY5" fmla="*/ 2145214 h 2160000"/>
                <a:gd name="connsiteX6" fmla="*/ 145837 w 4316667"/>
                <a:gd name="connsiteY6" fmla="*/ 2160000 h 2160000"/>
                <a:gd name="connsiteX7" fmla="*/ 145751 w 4316667"/>
                <a:gd name="connsiteY7" fmla="*/ 2160000 h 2160000"/>
                <a:gd name="connsiteX8" fmla="*/ 81820 w 4316667"/>
                <a:gd name="connsiteY8" fmla="*/ 2145214 h 2160000"/>
                <a:gd name="connsiteX9" fmla="*/ 14825 w 4316667"/>
                <a:gd name="connsiteY9" fmla="*/ 1950287 h 2160000"/>
                <a:gd name="connsiteX10" fmla="*/ 685621 w 4316667"/>
                <a:gd name="connsiteY10" fmla="*/ 524476 h 2160000"/>
                <a:gd name="connsiteX11" fmla="*/ 685032 w 4316667"/>
                <a:gd name="connsiteY11" fmla="*/ 0 h 2160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316667" h="2160000">
                  <a:moveTo>
                    <a:pt x="685032" y="0"/>
                  </a:moveTo>
                  <a:lnTo>
                    <a:pt x="4316627" y="0"/>
                  </a:lnTo>
                  <a:lnTo>
                    <a:pt x="4316634" y="35"/>
                  </a:lnTo>
                  <a:cubicBezTo>
                    <a:pt x="4317430" y="37114"/>
                    <a:pt x="4304080" y="74496"/>
                    <a:pt x="4276395" y="103397"/>
                  </a:cubicBezTo>
                  <a:cubicBezTo>
                    <a:pt x="4265052" y="114855"/>
                    <a:pt x="4251929" y="124406"/>
                    <a:pt x="4237526" y="131665"/>
                  </a:cubicBezTo>
                  <a:lnTo>
                    <a:pt x="209768" y="2145214"/>
                  </a:lnTo>
                  <a:lnTo>
                    <a:pt x="145837" y="2160000"/>
                  </a:lnTo>
                  <a:lnTo>
                    <a:pt x="145751" y="2160000"/>
                  </a:lnTo>
                  <a:lnTo>
                    <a:pt x="81820" y="2145214"/>
                  </a:lnTo>
                  <a:cubicBezTo>
                    <a:pt x="9486" y="2109892"/>
                    <a:pt x="-20510" y="2022607"/>
                    <a:pt x="14825" y="1950287"/>
                  </a:cubicBezTo>
                  <a:lnTo>
                    <a:pt x="685621" y="524476"/>
                  </a:lnTo>
                  <a:lnTo>
                    <a:pt x="685032" y="0"/>
                  </a:lnTo>
                  <a:close/>
                </a:path>
              </a:pathLst>
            </a:custGeom>
            <a:solidFill>
              <a:srgbClr val="FF0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0B0004020202020204"/>
                <a:ea typeface="+mn-ea"/>
                <a:cs typeface="+mn-cs"/>
              </a:endParaRPr>
            </a:p>
          </p:txBody>
        </p:sp>
        <p:sp>
          <p:nvSpPr>
            <p:cNvPr id="14" name="Free-form: Shape 13">
              <a:extLst>
                <a:ext uri="{FF2B5EF4-FFF2-40B4-BE49-F238E27FC236}">
                  <a16:creationId xmlns:a16="http://schemas.microsoft.com/office/drawing/2014/main" id="{F046FA6B-657D-6378-31B7-0AC6B2346A57}"/>
                </a:ext>
              </a:extLst>
            </p:cNvPr>
            <p:cNvSpPr/>
            <p:nvPr/>
          </p:nvSpPr>
          <p:spPr>
            <a:xfrm>
              <a:off x="1752601" y="2171698"/>
              <a:ext cx="4317803" cy="2160002"/>
            </a:xfrm>
            <a:custGeom>
              <a:avLst/>
              <a:gdLst>
                <a:gd name="connsiteX0" fmla="*/ 152459 w 4317809"/>
                <a:gd name="connsiteY0" fmla="*/ 149 h 2160005"/>
                <a:gd name="connsiteX1" fmla="*/ 208594 w 4317809"/>
                <a:gd name="connsiteY1" fmla="*/ 14267 h 2160005"/>
                <a:gd name="connsiteX2" fmla="*/ 4236942 w 4317809"/>
                <a:gd name="connsiteY2" fmla="*/ 2033129 h 2160005"/>
                <a:gd name="connsiteX3" fmla="*/ 4273185 w 4317809"/>
                <a:gd name="connsiteY3" fmla="*/ 2058503 h 2160005"/>
                <a:gd name="connsiteX4" fmla="*/ 4306038 w 4317809"/>
                <a:gd name="connsiteY4" fmla="*/ 2105749 h 2160005"/>
                <a:gd name="connsiteX5" fmla="*/ 4317809 w 4317809"/>
                <a:gd name="connsiteY5" fmla="*/ 2160005 h 2160005"/>
                <a:gd name="connsiteX6" fmla="*/ 686214 w 4317809"/>
                <a:gd name="connsiteY6" fmla="*/ 2160005 h 2160005"/>
                <a:gd name="connsiteX7" fmla="*/ 685625 w 4317809"/>
                <a:gd name="connsiteY7" fmla="*/ 1636182 h 2160005"/>
                <a:gd name="connsiteX8" fmla="*/ 14240 w 4317809"/>
                <a:gd name="connsiteY8" fmla="*/ 208618 h 2160005"/>
                <a:gd name="connsiteX9" fmla="*/ 14240 w 4317809"/>
                <a:gd name="connsiteY9" fmla="*/ 82951 h 2160005"/>
                <a:gd name="connsiteX10" fmla="*/ 97187 w 4317809"/>
                <a:gd name="connsiteY10" fmla="*/ 8365 h 2160005"/>
                <a:gd name="connsiteX11" fmla="*/ 152459 w 4317809"/>
                <a:gd name="connsiteY11" fmla="*/ 149 h 21600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317809" h="2160005">
                  <a:moveTo>
                    <a:pt x="152459" y="149"/>
                  </a:moveTo>
                  <a:cubicBezTo>
                    <a:pt x="171375" y="1010"/>
                    <a:pt x="190434" y="5593"/>
                    <a:pt x="208594" y="14267"/>
                  </a:cubicBezTo>
                  <a:lnTo>
                    <a:pt x="4236942" y="2033129"/>
                  </a:lnTo>
                  <a:cubicBezTo>
                    <a:pt x="4250256" y="2039671"/>
                    <a:pt x="4262470" y="2048235"/>
                    <a:pt x="4273185" y="2058503"/>
                  </a:cubicBezTo>
                  <a:cubicBezTo>
                    <a:pt x="4287633" y="2072345"/>
                    <a:pt x="4298592" y="2088460"/>
                    <a:pt x="4306038" y="2105749"/>
                  </a:cubicBezTo>
                  <a:lnTo>
                    <a:pt x="4317809" y="2160005"/>
                  </a:lnTo>
                  <a:lnTo>
                    <a:pt x="686214" y="2160005"/>
                  </a:lnTo>
                  <a:lnTo>
                    <a:pt x="685625" y="1636182"/>
                  </a:lnTo>
                  <a:lnTo>
                    <a:pt x="14240" y="208618"/>
                  </a:lnTo>
                  <a:cubicBezTo>
                    <a:pt x="-4746" y="168879"/>
                    <a:pt x="-4746" y="122689"/>
                    <a:pt x="14240" y="82951"/>
                  </a:cubicBezTo>
                  <a:cubicBezTo>
                    <a:pt x="31588" y="46631"/>
                    <a:pt x="62019" y="20783"/>
                    <a:pt x="97187" y="8365"/>
                  </a:cubicBezTo>
                  <a:cubicBezTo>
                    <a:pt x="114772" y="2149"/>
                    <a:pt x="133543" y="-712"/>
                    <a:pt x="152459" y="149"/>
                  </a:cubicBezTo>
                  <a:close/>
                </a:path>
              </a:pathLst>
            </a:custGeom>
            <a:noFill/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0B0004020202020204"/>
                <a:ea typeface="+mn-ea"/>
                <a:cs typeface="+mn-cs"/>
              </a:endParaRPr>
            </a:p>
          </p:txBody>
        </p:sp>
      </p:grpSp>
      <p:grpSp>
        <p:nvGrpSpPr>
          <p:cNvPr id="15" name="Group 14">
            <a:extLst>
              <a:ext uri="{FF2B5EF4-FFF2-40B4-BE49-F238E27FC236}">
                <a16:creationId xmlns:a16="http://schemas.microsoft.com/office/drawing/2014/main" id="{31539C1D-586E-5298-2D53-F8E777F1BAE1}"/>
              </a:ext>
            </a:extLst>
          </p:cNvPr>
          <p:cNvGrpSpPr>
            <a:grpSpLocks noChangeAspect="1"/>
          </p:cNvGrpSpPr>
          <p:nvPr/>
        </p:nvGrpSpPr>
        <p:grpSpPr>
          <a:xfrm>
            <a:off x="858375" y="3107738"/>
            <a:ext cx="395804" cy="396000"/>
            <a:chOff x="1752597" y="2171695"/>
            <a:chExt cx="4317849" cy="4320005"/>
          </a:xfrm>
        </p:grpSpPr>
        <p:sp>
          <p:nvSpPr>
            <p:cNvPr id="16" name="Free-form: Shape 15">
              <a:extLst>
                <a:ext uri="{FF2B5EF4-FFF2-40B4-BE49-F238E27FC236}">
                  <a16:creationId xmlns:a16="http://schemas.microsoft.com/office/drawing/2014/main" id="{B4B65E52-6D2D-2CE2-2476-CD1EDEDAFF8D}"/>
                </a:ext>
              </a:extLst>
            </p:cNvPr>
            <p:cNvSpPr/>
            <p:nvPr/>
          </p:nvSpPr>
          <p:spPr>
            <a:xfrm>
              <a:off x="1753779" y="4331700"/>
              <a:ext cx="4316667" cy="2160000"/>
            </a:xfrm>
            <a:custGeom>
              <a:avLst/>
              <a:gdLst>
                <a:gd name="connsiteX0" fmla="*/ 685032 w 4316667"/>
                <a:gd name="connsiteY0" fmla="*/ 0 h 2160000"/>
                <a:gd name="connsiteX1" fmla="*/ 4316627 w 4316667"/>
                <a:gd name="connsiteY1" fmla="*/ 0 h 2160000"/>
                <a:gd name="connsiteX2" fmla="*/ 4316634 w 4316667"/>
                <a:gd name="connsiteY2" fmla="*/ 35 h 2160000"/>
                <a:gd name="connsiteX3" fmla="*/ 4276395 w 4316667"/>
                <a:gd name="connsiteY3" fmla="*/ 103397 h 2160000"/>
                <a:gd name="connsiteX4" fmla="*/ 4237526 w 4316667"/>
                <a:gd name="connsiteY4" fmla="*/ 131665 h 2160000"/>
                <a:gd name="connsiteX5" fmla="*/ 209768 w 4316667"/>
                <a:gd name="connsiteY5" fmla="*/ 2145214 h 2160000"/>
                <a:gd name="connsiteX6" fmla="*/ 145837 w 4316667"/>
                <a:gd name="connsiteY6" fmla="*/ 2160000 h 2160000"/>
                <a:gd name="connsiteX7" fmla="*/ 145751 w 4316667"/>
                <a:gd name="connsiteY7" fmla="*/ 2160000 h 2160000"/>
                <a:gd name="connsiteX8" fmla="*/ 81820 w 4316667"/>
                <a:gd name="connsiteY8" fmla="*/ 2145214 h 2160000"/>
                <a:gd name="connsiteX9" fmla="*/ 14825 w 4316667"/>
                <a:gd name="connsiteY9" fmla="*/ 1950287 h 2160000"/>
                <a:gd name="connsiteX10" fmla="*/ 685621 w 4316667"/>
                <a:gd name="connsiteY10" fmla="*/ 524476 h 2160000"/>
                <a:gd name="connsiteX11" fmla="*/ 685032 w 4316667"/>
                <a:gd name="connsiteY11" fmla="*/ 0 h 2160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316667" h="2160000">
                  <a:moveTo>
                    <a:pt x="685032" y="0"/>
                  </a:moveTo>
                  <a:lnTo>
                    <a:pt x="4316627" y="0"/>
                  </a:lnTo>
                  <a:lnTo>
                    <a:pt x="4316634" y="35"/>
                  </a:lnTo>
                  <a:cubicBezTo>
                    <a:pt x="4317430" y="37114"/>
                    <a:pt x="4304080" y="74496"/>
                    <a:pt x="4276395" y="103397"/>
                  </a:cubicBezTo>
                  <a:cubicBezTo>
                    <a:pt x="4265052" y="114855"/>
                    <a:pt x="4251929" y="124406"/>
                    <a:pt x="4237526" y="131665"/>
                  </a:cubicBezTo>
                  <a:lnTo>
                    <a:pt x="209768" y="2145214"/>
                  </a:lnTo>
                  <a:lnTo>
                    <a:pt x="145837" y="2160000"/>
                  </a:lnTo>
                  <a:lnTo>
                    <a:pt x="145751" y="2160000"/>
                  </a:lnTo>
                  <a:lnTo>
                    <a:pt x="81820" y="2145214"/>
                  </a:lnTo>
                  <a:cubicBezTo>
                    <a:pt x="9486" y="2109892"/>
                    <a:pt x="-20510" y="2022607"/>
                    <a:pt x="14825" y="1950287"/>
                  </a:cubicBezTo>
                  <a:lnTo>
                    <a:pt x="685621" y="524476"/>
                  </a:lnTo>
                  <a:lnTo>
                    <a:pt x="685032" y="0"/>
                  </a:lnTo>
                  <a:close/>
                </a:path>
              </a:pathLst>
            </a:custGeom>
            <a:solidFill>
              <a:srgbClr val="FF0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0B0004020202020204"/>
                <a:ea typeface="+mn-ea"/>
                <a:cs typeface="+mn-cs"/>
              </a:endParaRPr>
            </a:p>
          </p:txBody>
        </p:sp>
        <p:sp>
          <p:nvSpPr>
            <p:cNvPr id="17" name="Free-form: Shape 16">
              <a:extLst>
                <a:ext uri="{FF2B5EF4-FFF2-40B4-BE49-F238E27FC236}">
                  <a16:creationId xmlns:a16="http://schemas.microsoft.com/office/drawing/2014/main" id="{68439E41-D94B-2B33-ECF4-1250E3D023E4}"/>
                </a:ext>
              </a:extLst>
            </p:cNvPr>
            <p:cNvSpPr/>
            <p:nvPr/>
          </p:nvSpPr>
          <p:spPr>
            <a:xfrm>
              <a:off x="1752597" y="2171695"/>
              <a:ext cx="4317809" cy="2160005"/>
            </a:xfrm>
            <a:custGeom>
              <a:avLst/>
              <a:gdLst>
                <a:gd name="connsiteX0" fmla="*/ 152459 w 4317809"/>
                <a:gd name="connsiteY0" fmla="*/ 149 h 2160005"/>
                <a:gd name="connsiteX1" fmla="*/ 208594 w 4317809"/>
                <a:gd name="connsiteY1" fmla="*/ 14267 h 2160005"/>
                <a:gd name="connsiteX2" fmla="*/ 4236942 w 4317809"/>
                <a:gd name="connsiteY2" fmla="*/ 2033129 h 2160005"/>
                <a:gd name="connsiteX3" fmla="*/ 4273185 w 4317809"/>
                <a:gd name="connsiteY3" fmla="*/ 2058503 h 2160005"/>
                <a:gd name="connsiteX4" fmla="*/ 4306038 w 4317809"/>
                <a:gd name="connsiteY4" fmla="*/ 2105749 h 2160005"/>
                <a:gd name="connsiteX5" fmla="*/ 4317809 w 4317809"/>
                <a:gd name="connsiteY5" fmla="*/ 2160005 h 2160005"/>
                <a:gd name="connsiteX6" fmla="*/ 686214 w 4317809"/>
                <a:gd name="connsiteY6" fmla="*/ 2160005 h 2160005"/>
                <a:gd name="connsiteX7" fmla="*/ 685625 w 4317809"/>
                <a:gd name="connsiteY7" fmla="*/ 1636182 h 2160005"/>
                <a:gd name="connsiteX8" fmla="*/ 14240 w 4317809"/>
                <a:gd name="connsiteY8" fmla="*/ 208618 h 2160005"/>
                <a:gd name="connsiteX9" fmla="*/ 14240 w 4317809"/>
                <a:gd name="connsiteY9" fmla="*/ 82951 h 2160005"/>
                <a:gd name="connsiteX10" fmla="*/ 97187 w 4317809"/>
                <a:gd name="connsiteY10" fmla="*/ 8365 h 2160005"/>
                <a:gd name="connsiteX11" fmla="*/ 152459 w 4317809"/>
                <a:gd name="connsiteY11" fmla="*/ 149 h 21600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317809" h="2160005">
                  <a:moveTo>
                    <a:pt x="152459" y="149"/>
                  </a:moveTo>
                  <a:cubicBezTo>
                    <a:pt x="171375" y="1010"/>
                    <a:pt x="190434" y="5593"/>
                    <a:pt x="208594" y="14267"/>
                  </a:cubicBezTo>
                  <a:lnTo>
                    <a:pt x="4236942" y="2033129"/>
                  </a:lnTo>
                  <a:cubicBezTo>
                    <a:pt x="4250256" y="2039671"/>
                    <a:pt x="4262470" y="2048235"/>
                    <a:pt x="4273185" y="2058503"/>
                  </a:cubicBezTo>
                  <a:cubicBezTo>
                    <a:pt x="4287633" y="2072345"/>
                    <a:pt x="4298592" y="2088460"/>
                    <a:pt x="4306038" y="2105749"/>
                  </a:cubicBezTo>
                  <a:lnTo>
                    <a:pt x="4317809" y="2160005"/>
                  </a:lnTo>
                  <a:lnTo>
                    <a:pt x="686214" y="2160005"/>
                  </a:lnTo>
                  <a:lnTo>
                    <a:pt x="685625" y="1636182"/>
                  </a:lnTo>
                  <a:lnTo>
                    <a:pt x="14240" y="208618"/>
                  </a:lnTo>
                  <a:cubicBezTo>
                    <a:pt x="-4746" y="168879"/>
                    <a:pt x="-4746" y="122689"/>
                    <a:pt x="14240" y="82951"/>
                  </a:cubicBezTo>
                  <a:cubicBezTo>
                    <a:pt x="31588" y="46631"/>
                    <a:pt x="62019" y="20783"/>
                    <a:pt x="97187" y="8365"/>
                  </a:cubicBezTo>
                  <a:cubicBezTo>
                    <a:pt x="114772" y="2149"/>
                    <a:pt x="133543" y="-712"/>
                    <a:pt x="152459" y="149"/>
                  </a:cubicBezTo>
                  <a:close/>
                </a:path>
              </a:pathLst>
            </a:custGeom>
            <a:noFill/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0B0004020202020204"/>
                <a:ea typeface="+mn-ea"/>
                <a:cs typeface="+mn-cs"/>
              </a:endParaRPr>
            </a:p>
          </p:txBody>
        </p:sp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0228D66D-C566-3D1A-847A-FB4AFB2BFD83}"/>
              </a:ext>
            </a:extLst>
          </p:cNvPr>
          <p:cNvGrpSpPr>
            <a:grpSpLocks noChangeAspect="1"/>
          </p:cNvGrpSpPr>
          <p:nvPr/>
        </p:nvGrpSpPr>
        <p:grpSpPr>
          <a:xfrm>
            <a:off x="858375" y="3559942"/>
            <a:ext cx="395804" cy="396000"/>
            <a:chOff x="1752597" y="2171695"/>
            <a:chExt cx="4317849" cy="4320005"/>
          </a:xfrm>
        </p:grpSpPr>
        <p:sp>
          <p:nvSpPr>
            <p:cNvPr id="19" name="Free-form: Shape 18">
              <a:extLst>
                <a:ext uri="{FF2B5EF4-FFF2-40B4-BE49-F238E27FC236}">
                  <a16:creationId xmlns:a16="http://schemas.microsoft.com/office/drawing/2014/main" id="{26F0389A-03F2-D427-1069-483F90173556}"/>
                </a:ext>
              </a:extLst>
            </p:cNvPr>
            <p:cNvSpPr/>
            <p:nvPr/>
          </p:nvSpPr>
          <p:spPr>
            <a:xfrm>
              <a:off x="1753779" y="4331700"/>
              <a:ext cx="4316667" cy="2160000"/>
            </a:xfrm>
            <a:custGeom>
              <a:avLst/>
              <a:gdLst>
                <a:gd name="connsiteX0" fmla="*/ 685032 w 4316667"/>
                <a:gd name="connsiteY0" fmla="*/ 0 h 2160000"/>
                <a:gd name="connsiteX1" fmla="*/ 4316627 w 4316667"/>
                <a:gd name="connsiteY1" fmla="*/ 0 h 2160000"/>
                <a:gd name="connsiteX2" fmla="*/ 4316634 w 4316667"/>
                <a:gd name="connsiteY2" fmla="*/ 35 h 2160000"/>
                <a:gd name="connsiteX3" fmla="*/ 4276395 w 4316667"/>
                <a:gd name="connsiteY3" fmla="*/ 103397 h 2160000"/>
                <a:gd name="connsiteX4" fmla="*/ 4237526 w 4316667"/>
                <a:gd name="connsiteY4" fmla="*/ 131665 h 2160000"/>
                <a:gd name="connsiteX5" fmla="*/ 209768 w 4316667"/>
                <a:gd name="connsiteY5" fmla="*/ 2145214 h 2160000"/>
                <a:gd name="connsiteX6" fmla="*/ 145837 w 4316667"/>
                <a:gd name="connsiteY6" fmla="*/ 2160000 h 2160000"/>
                <a:gd name="connsiteX7" fmla="*/ 145751 w 4316667"/>
                <a:gd name="connsiteY7" fmla="*/ 2160000 h 2160000"/>
                <a:gd name="connsiteX8" fmla="*/ 81820 w 4316667"/>
                <a:gd name="connsiteY8" fmla="*/ 2145214 h 2160000"/>
                <a:gd name="connsiteX9" fmla="*/ 14825 w 4316667"/>
                <a:gd name="connsiteY9" fmla="*/ 1950287 h 2160000"/>
                <a:gd name="connsiteX10" fmla="*/ 685621 w 4316667"/>
                <a:gd name="connsiteY10" fmla="*/ 524476 h 2160000"/>
                <a:gd name="connsiteX11" fmla="*/ 685032 w 4316667"/>
                <a:gd name="connsiteY11" fmla="*/ 0 h 2160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316667" h="2160000">
                  <a:moveTo>
                    <a:pt x="685032" y="0"/>
                  </a:moveTo>
                  <a:lnTo>
                    <a:pt x="4316627" y="0"/>
                  </a:lnTo>
                  <a:lnTo>
                    <a:pt x="4316634" y="35"/>
                  </a:lnTo>
                  <a:cubicBezTo>
                    <a:pt x="4317430" y="37114"/>
                    <a:pt x="4304080" y="74496"/>
                    <a:pt x="4276395" y="103397"/>
                  </a:cubicBezTo>
                  <a:cubicBezTo>
                    <a:pt x="4265052" y="114855"/>
                    <a:pt x="4251929" y="124406"/>
                    <a:pt x="4237526" y="131665"/>
                  </a:cubicBezTo>
                  <a:lnTo>
                    <a:pt x="209768" y="2145214"/>
                  </a:lnTo>
                  <a:lnTo>
                    <a:pt x="145837" y="2160000"/>
                  </a:lnTo>
                  <a:lnTo>
                    <a:pt x="145751" y="2160000"/>
                  </a:lnTo>
                  <a:lnTo>
                    <a:pt x="81820" y="2145214"/>
                  </a:lnTo>
                  <a:cubicBezTo>
                    <a:pt x="9486" y="2109892"/>
                    <a:pt x="-20510" y="2022607"/>
                    <a:pt x="14825" y="1950287"/>
                  </a:cubicBezTo>
                  <a:lnTo>
                    <a:pt x="685621" y="524476"/>
                  </a:lnTo>
                  <a:lnTo>
                    <a:pt x="685032" y="0"/>
                  </a:lnTo>
                  <a:close/>
                </a:path>
              </a:pathLst>
            </a:custGeom>
            <a:solidFill>
              <a:srgbClr val="FF0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0B0004020202020204"/>
                <a:ea typeface="+mn-ea"/>
                <a:cs typeface="+mn-cs"/>
              </a:endParaRPr>
            </a:p>
          </p:txBody>
        </p:sp>
        <p:sp>
          <p:nvSpPr>
            <p:cNvPr id="20" name="Free-form: Shape 19">
              <a:extLst>
                <a:ext uri="{FF2B5EF4-FFF2-40B4-BE49-F238E27FC236}">
                  <a16:creationId xmlns:a16="http://schemas.microsoft.com/office/drawing/2014/main" id="{C2C05948-D08B-15CB-0611-0B3859856576}"/>
                </a:ext>
              </a:extLst>
            </p:cNvPr>
            <p:cNvSpPr/>
            <p:nvPr/>
          </p:nvSpPr>
          <p:spPr>
            <a:xfrm>
              <a:off x="1752597" y="2171695"/>
              <a:ext cx="4317809" cy="2160005"/>
            </a:xfrm>
            <a:custGeom>
              <a:avLst/>
              <a:gdLst>
                <a:gd name="connsiteX0" fmla="*/ 152459 w 4317809"/>
                <a:gd name="connsiteY0" fmla="*/ 149 h 2160005"/>
                <a:gd name="connsiteX1" fmla="*/ 208594 w 4317809"/>
                <a:gd name="connsiteY1" fmla="*/ 14267 h 2160005"/>
                <a:gd name="connsiteX2" fmla="*/ 4236942 w 4317809"/>
                <a:gd name="connsiteY2" fmla="*/ 2033129 h 2160005"/>
                <a:gd name="connsiteX3" fmla="*/ 4273185 w 4317809"/>
                <a:gd name="connsiteY3" fmla="*/ 2058503 h 2160005"/>
                <a:gd name="connsiteX4" fmla="*/ 4306038 w 4317809"/>
                <a:gd name="connsiteY4" fmla="*/ 2105749 h 2160005"/>
                <a:gd name="connsiteX5" fmla="*/ 4317809 w 4317809"/>
                <a:gd name="connsiteY5" fmla="*/ 2160005 h 2160005"/>
                <a:gd name="connsiteX6" fmla="*/ 686214 w 4317809"/>
                <a:gd name="connsiteY6" fmla="*/ 2160005 h 2160005"/>
                <a:gd name="connsiteX7" fmla="*/ 685625 w 4317809"/>
                <a:gd name="connsiteY7" fmla="*/ 1636182 h 2160005"/>
                <a:gd name="connsiteX8" fmla="*/ 14240 w 4317809"/>
                <a:gd name="connsiteY8" fmla="*/ 208618 h 2160005"/>
                <a:gd name="connsiteX9" fmla="*/ 14240 w 4317809"/>
                <a:gd name="connsiteY9" fmla="*/ 82951 h 2160005"/>
                <a:gd name="connsiteX10" fmla="*/ 97187 w 4317809"/>
                <a:gd name="connsiteY10" fmla="*/ 8365 h 2160005"/>
                <a:gd name="connsiteX11" fmla="*/ 152459 w 4317809"/>
                <a:gd name="connsiteY11" fmla="*/ 149 h 21600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317809" h="2160005">
                  <a:moveTo>
                    <a:pt x="152459" y="149"/>
                  </a:moveTo>
                  <a:cubicBezTo>
                    <a:pt x="171375" y="1010"/>
                    <a:pt x="190434" y="5593"/>
                    <a:pt x="208594" y="14267"/>
                  </a:cubicBezTo>
                  <a:lnTo>
                    <a:pt x="4236942" y="2033129"/>
                  </a:lnTo>
                  <a:cubicBezTo>
                    <a:pt x="4250256" y="2039671"/>
                    <a:pt x="4262470" y="2048235"/>
                    <a:pt x="4273185" y="2058503"/>
                  </a:cubicBezTo>
                  <a:cubicBezTo>
                    <a:pt x="4287633" y="2072345"/>
                    <a:pt x="4298592" y="2088460"/>
                    <a:pt x="4306038" y="2105749"/>
                  </a:cubicBezTo>
                  <a:lnTo>
                    <a:pt x="4317809" y="2160005"/>
                  </a:lnTo>
                  <a:lnTo>
                    <a:pt x="686214" y="2160005"/>
                  </a:lnTo>
                  <a:lnTo>
                    <a:pt x="685625" y="1636182"/>
                  </a:lnTo>
                  <a:lnTo>
                    <a:pt x="14240" y="208618"/>
                  </a:lnTo>
                  <a:cubicBezTo>
                    <a:pt x="-4746" y="168879"/>
                    <a:pt x="-4746" y="122689"/>
                    <a:pt x="14240" y="82951"/>
                  </a:cubicBezTo>
                  <a:cubicBezTo>
                    <a:pt x="31588" y="46631"/>
                    <a:pt x="62019" y="20783"/>
                    <a:pt x="97187" y="8365"/>
                  </a:cubicBezTo>
                  <a:cubicBezTo>
                    <a:pt x="114772" y="2149"/>
                    <a:pt x="133543" y="-712"/>
                    <a:pt x="152459" y="149"/>
                  </a:cubicBezTo>
                  <a:close/>
                </a:path>
              </a:pathLst>
            </a:custGeom>
            <a:noFill/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0B0004020202020204"/>
                <a:ea typeface="+mn-ea"/>
                <a:cs typeface="+mn-cs"/>
              </a:endParaRPr>
            </a:p>
          </p:txBody>
        </p:sp>
      </p:grpSp>
      <p:grpSp>
        <p:nvGrpSpPr>
          <p:cNvPr id="21" name="Group 20">
            <a:extLst>
              <a:ext uri="{FF2B5EF4-FFF2-40B4-BE49-F238E27FC236}">
                <a16:creationId xmlns:a16="http://schemas.microsoft.com/office/drawing/2014/main" id="{E4ADA383-C7D0-74EC-97BB-24E3DA3107AD}"/>
              </a:ext>
            </a:extLst>
          </p:cNvPr>
          <p:cNvGrpSpPr>
            <a:grpSpLocks noChangeAspect="1"/>
          </p:cNvGrpSpPr>
          <p:nvPr/>
        </p:nvGrpSpPr>
        <p:grpSpPr>
          <a:xfrm>
            <a:off x="860875" y="4102082"/>
            <a:ext cx="395804" cy="396000"/>
            <a:chOff x="1752597" y="2171695"/>
            <a:chExt cx="4317849" cy="4320005"/>
          </a:xfrm>
        </p:grpSpPr>
        <p:sp>
          <p:nvSpPr>
            <p:cNvPr id="22" name="Free-form: Shape 21">
              <a:extLst>
                <a:ext uri="{FF2B5EF4-FFF2-40B4-BE49-F238E27FC236}">
                  <a16:creationId xmlns:a16="http://schemas.microsoft.com/office/drawing/2014/main" id="{409B109B-5863-DB99-38CC-6480DC69F0CD}"/>
                </a:ext>
              </a:extLst>
            </p:cNvPr>
            <p:cNvSpPr/>
            <p:nvPr/>
          </p:nvSpPr>
          <p:spPr>
            <a:xfrm>
              <a:off x="1753779" y="4331700"/>
              <a:ext cx="4316667" cy="2160000"/>
            </a:xfrm>
            <a:custGeom>
              <a:avLst/>
              <a:gdLst>
                <a:gd name="connsiteX0" fmla="*/ 685032 w 4316667"/>
                <a:gd name="connsiteY0" fmla="*/ 0 h 2160000"/>
                <a:gd name="connsiteX1" fmla="*/ 4316627 w 4316667"/>
                <a:gd name="connsiteY1" fmla="*/ 0 h 2160000"/>
                <a:gd name="connsiteX2" fmla="*/ 4316634 w 4316667"/>
                <a:gd name="connsiteY2" fmla="*/ 35 h 2160000"/>
                <a:gd name="connsiteX3" fmla="*/ 4276395 w 4316667"/>
                <a:gd name="connsiteY3" fmla="*/ 103397 h 2160000"/>
                <a:gd name="connsiteX4" fmla="*/ 4237526 w 4316667"/>
                <a:gd name="connsiteY4" fmla="*/ 131665 h 2160000"/>
                <a:gd name="connsiteX5" fmla="*/ 209768 w 4316667"/>
                <a:gd name="connsiteY5" fmla="*/ 2145214 h 2160000"/>
                <a:gd name="connsiteX6" fmla="*/ 145837 w 4316667"/>
                <a:gd name="connsiteY6" fmla="*/ 2160000 h 2160000"/>
                <a:gd name="connsiteX7" fmla="*/ 145751 w 4316667"/>
                <a:gd name="connsiteY7" fmla="*/ 2160000 h 2160000"/>
                <a:gd name="connsiteX8" fmla="*/ 81820 w 4316667"/>
                <a:gd name="connsiteY8" fmla="*/ 2145214 h 2160000"/>
                <a:gd name="connsiteX9" fmla="*/ 14825 w 4316667"/>
                <a:gd name="connsiteY9" fmla="*/ 1950287 h 2160000"/>
                <a:gd name="connsiteX10" fmla="*/ 685621 w 4316667"/>
                <a:gd name="connsiteY10" fmla="*/ 524476 h 2160000"/>
                <a:gd name="connsiteX11" fmla="*/ 685032 w 4316667"/>
                <a:gd name="connsiteY11" fmla="*/ 0 h 2160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316667" h="2160000">
                  <a:moveTo>
                    <a:pt x="685032" y="0"/>
                  </a:moveTo>
                  <a:lnTo>
                    <a:pt x="4316627" y="0"/>
                  </a:lnTo>
                  <a:lnTo>
                    <a:pt x="4316634" y="35"/>
                  </a:lnTo>
                  <a:cubicBezTo>
                    <a:pt x="4317430" y="37114"/>
                    <a:pt x="4304080" y="74496"/>
                    <a:pt x="4276395" y="103397"/>
                  </a:cubicBezTo>
                  <a:cubicBezTo>
                    <a:pt x="4265052" y="114855"/>
                    <a:pt x="4251929" y="124406"/>
                    <a:pt x="4237526" y="131665"/>
                  </a:cubicBezTo>
                  <a:lnTo>
                    <a:pt x="209768" y="2145214"/>
                  </a:lnTo>
                  <a:lnTo>
                    <a:pt x="145837" y="2160000"/>
                  </a:lnTo>
                  <a:lnTo>
                    <a:pt x="145751" y="2160000"/>
                  </a:lnTo>
                  <a:lnTo>
                    <a:pt x="81820" y="2145214"/>
                  </a:lnTo>
                  <a:cubicBezTo>
                    <a:pt x="9486" y="2109892"/>
                    <a:pt x="-20510" y="2022607"/>
                    <a:pt x="14825" y="1950287"/>
                  </a:cubicBezTo>
                  <a:lnTo>
                    <a:pt x="685621" y="524476"/>
                  </a:lnTo>
                  <a:lnTo>
                    <a:pt x="685032" y="0"/>
                  </a:lnTo>
                  <a:close/>
                </a:path>
              </a:pathLst>
            </a:custGeom>
            <a:solidFill>
              <a:srgbClr val="FF0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0B0004020202020204"/>
                <a:ea typeface="+mn-ea"/>
                <a:cs typeface="+mn-cs"/>
              </a:endParaRPr>
            </a:p>
          </p:txBody>
        </p:sp>
        <p:sp>
          <p:nvSpPr>
            <p:cNvPr id="23" name="Free-form: Shape 22">
              <a:extLst>
                <a:ext uri="{FF2B5EF4-FFF2-40B4-BE49-F238E27FC236}">
                  <a16:creationId xmlns:a16="http://schemas.microsoft.com/office/drawing/2014/main" id="{726F5E77-DD9A-E636-AE49-2B68C7907162}"/>
                </a:ext>
              </a:extLst>
            </p:cNvPr>
            <p:cNvSpPr/>
            <p:nvPr/>
          </p:nvSpPr>
          <p:spPr>
            <a:xfrm>
              <a:off x="1752597" y="2171695"/>
              <a:ext cx="4317809" cy="2160005"/>
            </a:xfrm>
            <a:custGeom>
              <a:avLst/>
              <a:gdLst>
                <a:gd name="connsiteX0" fmla="*/ 152459 w 4317809"/>
                <a:gd name="connsiteY0" fmla="*/ 149 h 2160005"/>
                <a:gd name="connsiteX1" fmla="*/ 208594 w 4317809"/>
                <a:gd name="connsiteY1" fmla="*/ 14267 h 2160005"/>
                <a:gd name="connsiteX2" fmla="*/ 4236942 w 4317809"/>
                <a:gd name="connsiteY2" fmla="*/ 2033129 h 2160005"/>
                <a:gd name="connsiteX3" fmla="*/ 4273185 w 4317809"/>
                <a:gd name="connsiteY3" fmla="*/ 2058503 h 2160005"/>
                <a:gd name="connsiteX4" fmla="*/ 4306038 w 4317809"/>
                <a:gd name="connsiteY4" fmla="*/ 2105749 h 2160005"/>
                <a:gd name="connsiteX5" fmla="*/ 4317809 w 4317809"/>
                <a:gd name="connsiteY5" fmla="*/ 2160005 h 2160005"/>
                <a:gd name="connsiteX6" fmla="*/ 686214 w 4317809"/>
                <a:gd name="connsiteY6" fmla="*/ 2160005 h 2160005"/>
                <a:gd name="connsiteX7" fmla="*/ 685625 w 4317809"/>
                <a:gd name="connsiteY7" fmla="*/ 1636182 h 2160005"/>
                <a:gd name="connsiteX8" fmla="*/ 14240 w 4317809"/>
                <a:gd name="connsiteY8" fmla="*/ 208618 h 2160005"/>
                <a:gd name="connsiteX9" fmla="*/ 14240 w 4317809"/>
                <a:gd name="connsiteY9" fmla="*/ 82951 h 2160005"/>
                <a:gd name="connsiteX10" fmla="*/ 97187 w 4317809"/>
                <a:gd name="connsiteY10" fmla="*/ 8365 h 2160005"/>
                <a:gd name="connsiteX11" fmla="*/ 152459 w 4317809"/>
                <a:gd name="connsiteY11" fmla="*/ 149 h 21600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317809" h="2160005">
                  <a:moveTo>
                    <a:pt x="152459" y="149"/>
                  </a:moveTo>
                  <a:cubicBezTo>
                    <a:pt x="171375" y="1010"/>
                    <a:pt x="190434" y="5593"/>
                    <a:pt x="208594" y="14267"/>
                  </a:cubicBezTo>
                  <a:lnTo>
                    <a:pt x="4236942" y="2033129"/>
                  </a:lnTo>
                  <a:cubicBezTo>
                    <a:pt x="4250256" y="2039671"/>
                    <a:pt x="4262470" y="2048235"/>
                    <a:pt x="4273185" y="2058503"/>
                  </a:cubicBezTo>
                  <a:cubicBezTo>
                    <a:pt x="4287633" y="2072345"/>
                    <a:pt x="4298592" y="2088460"/>
                    <a:pt x="4306038" y="2105749"/>
                  </a:cubicBezTo>
                  <a:lnTo>
                    <a:pt x="4317809" y="2160005"/>
                  </a:lnTo>
                  <a:lnTo>
                    <a:pt x="686214" y="2160005"/>
                  </a:lnTo>
                  <a:lnTo>
                    <a:pt x="685625" y="1636182"/>
                  </a:lnTo>
                  <a:lnTo>
                    <a:pt x="14240" y="208618"/>
                  </a:lnTo>
                  <a:cubicBezTo>
                    <a:pt x="-4746" y="168879"/>
                    <a:pt x="-4746" y="122689"/>
                    <a:pt x="14240" y="82951"/>
                  </a:cubicBezTo>
                  <a:cubicBezTo>
                    <a:pt x="31588" y="46631"/>
                    <a:pt x="62019" y="20783"/>
                    <a:pt x="97187" y="8365"/>
                  </a:cubicBezTo>
                  <a:cubicBezTo>
                    <a:pt x="114772" y="2149"/>
                    <a:pt x="133543" y="-712"/>
                    <a:pt x="152459" y="149"/>
                  </a:cubicBezTo>
                  <a:close/>
                </a:path>
              </a:pathLst>
            </a:custGeom>
            <a:noFill/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0B0004020202020204"/>
                <a:ea typeface="+mn-ea"/>
                <a:cs typeface="+mn-cs"/>
              </a:endParaRPr>
            </a:p>
          </p:txBody>
        </p:sp>
      </p:grpSp>
      <p:grpSp>
        <p:nvGrpSpPr>
          <p:cNvPr id="24" name="Group 23">
            <a:extLst>
              <a:ext uri="{FF2B5EF4-FFF2-40B4-BE49-F238E27FC236}">
                <a16:creationId xmlns:a16="http://schemas.microsoft.com/office/drawing/2014/main" id="{061FAC5C-E287-7A8C-1588-C3C7593D6849}"/>
              </a:ext>
            </a:extLst>
          </p:cNvPr>
          <p:cNvGrpSpPr>
            <a:grpSpLocks noChangeAspect="1"/>
          </p:cNvGrpSpPr>
          <p:nvPr/>
        </p:nvGrpSpPr>
        <p:grpSpPr>
          <a:xfrm>
            <a:off x="858373" y="4554286"/>
            <a:ext cx="395804" cy="396000"/>
            <a:chOff x="1752597" y="2171695"/>
            <a:chExt cx="4317849" cy="4320005"/>
          </a:xfrm>
        </p:grpSpPr>
        <p:sp>
          <p:nvSpPr>
            <p:cNvPr id="25" name="Free-form: Shape 24">
              <a:extLst>
                <a:ext uri="{FF2B5EF4-FFF2-40B4-BE49-F238E27FC236}">
                  <a16:creationId xmlns:a16="http://schemas.microsoft.com/office/drawing/2014/main" id="{FC461F6D-DAD7-18F8-4DFB-A27ECEB6DB73}"/>
                </a:ext>
              </a:extLst>
            </p:cNvPr>
            <p:cNvSpPr/>
            <p:nvPr/>
          </p:nvSpPr>
          <p:spPr>
            <a:xfrm>
              <a:off x="1753779" y="4331700"/>
              <a:ext cx="4316667" cy="2160000"/>
            </a:xfrm>
            <a:custGeom>
              <a:avLst/>
              <a:gdLst>
                <a:gd name="connsiteX0" fmla="*/ 685032 w 4316667"/>
                <a:gd name="connsiteY0" fmla="*/ 0 h 2160000"/>
                <a:gd name="connsiteX1" fmla="*/ 4316627 w 4316667"/>
                <a:gd name="connsiteY1" fmla="*/ 0 h 2160000"/>
                <a:gd name="connsiteX2" fmla="*/ 4316634 w 4316667"/>
                <a:gd name="connsiteY2" fmla="*/ 35 h 2160000"/>
                <a:gd name="connsiteX3" fmla="*/ 4276395 w 4316667"/>
                <a:gd name="connsiteY3" fmla="*/ 103397 h 2160000"/>
                <a:gd name="connsiteX4" fmla="*/ 4237526 w 4316667"/>
                <a:gd name="connsiteY4" fmla="*/ 131665 h 2160000"/>
                <a:gd name="connsiteX5" fmla="*/ 209768 w 4316667"/>
                <a:gd name="connsiteY5" fmla="*/ 2145214 h 2160000"/>
                <a:gd name="connsiteX6" fmla="*/ 145837 w 4316667"/>
                <a:gd name="connsiteY6" fmla="*/ 2160000 h 2160000"/>
                <a:gd name="connsiteX7" fmla="*/ 145751 w 4316667"/>
                <a:gd name="connsiteY7" fmla="*/ 2160000 h 2160000"/>
                <a:gd name="connsiteX8" fmla="*/ 81820 w 4316667"/>
                <a:gd name="connsiteY8" fmla="*/ 2145214 h 2160000"/>
                <a:gd name="connsiteX9" fmla="*/ 14825 w 4316667"/>
                <a:gd name="connsiteY9" fmla="*/ 1950287 h 2160000"/>
                <a:gd name="connsiteX10" fmla="*/ 685621 w 4316667"/>
                <a:gd name="connsiteY10" fmla="*/ 524476 h 2160000"/>
                <a:gd name="connsiteX11" fmla="*/ 685032 w 4316667"/>
                <a:gd name="connsiteY11" fmla="*/ 0 h 2160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316667" h="2160000">
                  <a:moveTo>
                    <a:pt x="685032" y="0"/>
                  </a:moveTo>
                  <a:lnTo>
                    <a:pt x="4316627" y="0"/>
                  </a:lnTo>
                  <a:lnTo>
                    <a:pt x="4316634" y="35"/>
                  </a:lnTo>
                  <a:cubicBezTo>
                    <a:pt x="4317430" y="37114"/>
                    <a:pt x="4304080" y="74496"/>
                    <a:pt x="4276395" y="103397"/>
                  </a:cubicBezTo>
                  <a:cubicBezTo>
                    <a:pt x="4265052" y="114855"/>
                    <a:pt x="4251929" y="124406"/>
                    <a:pt x="4237526" y="131665"/>
                  </a:cubicBezTo>
                  <a:lnTo>
                    <a:pt x="209768" y="2145214"/>
                  </a:lnTo>
                  <a:lnTo>
                    <a:pt x="145837" y="2160000"/>
                  </a:lnTo>
                  <a:lnTo>
                    <a:pt x="145751" y="2160000"/>
                  </a:lnTo>
                  <a:lnTo>
                    <a:pt x="81820" y="2145214"/>
                  </a:lnTo>
                  <a:cubicBezTo>
                    <a:pt x="9486" y="2109892"/>
                    <a:pt x="-20510" y="2022607"/>
                    <a:pt x="14825" y="1950287"/>
                  </a:cubicBezTo>
                  <a:lnTo>
                    <a:pt x="685621" y="524476"/>
                  </a:lnTo>
                  <a:lnTo>
                    <a:pt x="685032" y="0"/>
                  </a:lnTo>
                  <a:close/>
                </a:path>
              </a:pathLst>
            </a:custGeom>
            <a:solidFill>
              <a:srgbClr val="FF0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0B0004020202020204"/>
                <a:ea typeface="+mn-ea"/>
                <a:cs typeface="+mn-cs"/>
              </a:endParaRPr>
            </a:p>
          </p:txBody>
        </p:sp>
        <p:sp>
          <p:nvSpPr>
            <p:cNvPr id="26" name="Free-form: Shape 25">
              <a:extLst>
                <a:ext uri="{FF2B5EF4-FFF2-40B4-BE49-F238E27FC236}">
                  <a16:creationId xmlns:a16="http://schemas.microsoft.com/office/drawing/2014/main" id="{EE49EDC9-5EB1-AC7A-0F36-A4E8CDAFC3C9}"/>
                </a:ext>
              </a:extLst>
            </p:cNvPr>
            <p:cNvSpPr/>
            <p:nvPr/>
          </p:nvSpPr>
          <p:spPr>
            <a:xfrm>
              <a:off x="1752597" y="2171695"/>
              <a:ext cx="4317809" cy="2160005"/>
            </a:xfrm>
            <a:custGeom>
              <a:avLst/>
              <a:gdLst>
                <a:gd name="connsiteX0" fmla="*/ 152459 w 4317809"/>
                <a:gd name="connsiteY0" fmla="*/ 149 h 2160005"/>
                <a:gd name="connsiteX1" fmla="*/ 208594 w 4317809"/>
                <a:gd name="connsiteY1" fmla="*/ 14267 h 2160005"/>
                <a:gd name="connsiteX2" fmla="*/ 4236942 w 4317809"/>
                <a:gd name="connsiteY2" fmla="*/ 2033129 h 2160005"/>
                <a:gd name="connsiteX3" fmla="*/ 4273185 w 4317809"/>
                <a:gd name="connsiteY3" fmla="*/ 2058503 h 2160005"/>
                <a:gd name="connsiteX4" fmla="*/ 4306038 w 4317809"/>
                <a:gd name="connsiteY4" fmla="*/ 2105749 h 2160005"/>
                <a:gd name="connsiteX5" fmla="*/ 4317809 w 4317809"/>
                <a:gd name="connsiteY5" fmla="*/ 2160005 h 2160005"/>
                <a:gd name="connsiteX6" fmla="*/ 686214 w 4317809"/>
                <a:gd name="connsiteY6" fmla="*/ 2160005 h 2160005"/>
                <a:gd name="connsiteX7" fmla="*/ 685625 w 4317809"/>
                <a:gd name="connsiteY7" fmla="*/ 1636182 h 2160005"/>
                <a:gd name="connsiteX8" fmla="*/ 14240 w 4317809"/>
                <a:gd name="connsiteY8" fmla="*/ 208618 h 2160005"/>
                <a:gd name="connsiteX9" fmla="*/ 14240 w 4317809"/>
                <a:gd name="connsiteY9" fmla="*/ 82951 h 2160005"/>
                <a:gd name="connsiteX10" fmla="*/ 97187 w 4317809"/>
                <a:gd name="connsiteY10" fmla="*/ 8365 h 2160005"/>
                <a:gd name="connsiteX11" fmla="*/ 152459 w 4317809"/>
                <a:gd name="connsiteY11" fmla="*/ 149 h 21600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317809" h="2160005">
                  <a:moveTo>
                    <a:pt x="152459" y="149"/>
                  </a:moveTo>
                  <a:cubicBezTo>
                    <a:pt x="171375" y="1010"/>
                    <a:pt x="190434" y="5593"/>
                    <a:pt x="208594" y="14267"/>
                  </a:cubicBezTo>
                  <a:lnTo>
                    <a:pt x="4236942" y="2033129"/>
                  </a:lnTo>
                  <a:cubicBezTo>
                    <a:pt x="4250256" y="2039671"/>
                    <a:pt x="4262470" y="2048235"/>
                    <a:pt x="4273185" y="2058503"/>
                  </a:cubicBezTo>
                  <a:cubicBezTo>
                    <a:pt x="4287633" y="2072345"/>
                    <a:pt x="4298592" y="2088460"/>
                    <a:pt x="4306038" y="2105749"/>
                  </a:cubicBezTo>
                  <a:lnTo>
                    <a:pt x="4317809" y="2160005"/>
                  </a:lnTo>
                  <a:lnTo>
                    <a:pt x="686214" y="2160005"/>
                  </a:lnTo>
                  <a:lnTo>
                    <a:pt x="685625" y="1636182"/>
                  </a:lnTo>
                  <a:lnTo>
                    <a:pt x="14240" y="208618"/>
                  </a:lnTo>
                  <a:cubicBezTo>
                    <a:pt x="-4746" y="168879"/>
                    <a:pt x="-4746" y="122689"/>
                    <a:pt x="14240" y="82951"/>
                  </a:cubicBezTo>
                  <a:cubicBezTo>
                    <a:pt x="31588" y="46631"/>
                    <a:pt x="62019" y="20783"/>
                    <a:pt x="97187" y="8365"/>
                  </a:cubicBezTo>
                  <a:cubicBezTo>
                    <a:pt x="114772" y="2149"/>
                    <a:pt x="133543" y="-712"/>
                    <a:pt x="152459" y="149"/>
                  </a:cubicBezTo>
                  <a:close/>
                </a:path>
              </a:pathLst>
            </a:custGeom>
            <a:noFill/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0B0004020202020204"/>
                <a:ea typeface="+mn-ea"/>
                <a:cs typeface="+mn-cs"/>
              </a:endParaRPr>
            </a:p>
          </p:txBody>
        </p:sp>
      </p:grpSp>
      <p:grpSp>
        <p:nvGrpSpPr>
          <p:cNvPr id="27" name="Group 26">
            <a:extLst>
              <a:ext uri="{FF2B5EF4-FFF2-40B4-BE49-F238E27FC236}">
                <a16:creationId xmlns:a16="http://schemas.microsoft.com/office/drawing/2014/main" id="{69E73A08-649C-F70E-A716-306BF0B6DC16}"/>
              </a:ext>
            </a:extLst>
          </p:cNvPr>
          <p:cNvGrpSpPr>
            <a:grpSpLocks noChangeAspect="1"/>
          </p:cNvGrpSpPr>
          <p:nvPr/>
        </p:nvGrpSpPr>
        <p:grpSpPr>
          <a:xfrm>
            <a:off x="858373" y="5528069"/>
            <a:ext cx="395804" cy="396000"/>
            <a:chOff x="1752597" y="2171695"/>
            <a:chExt cx="4317849" cy="4320005"/>
          </a:xfrm>
        </p:grpSpPr>
        <p:sp>
          <p:nvSpPr>
            <p:cNvPr id="28" name="Free-form: Shape 27">
              <a:extLst>
                <a:ext uri="{FF2B5EF4-FFF2-40B4-BE49-F238E27FC236}">
                  <a16:creationId xmlns:a16="http://schemas.microsoft.com/office/drawing/2014/main" id="{4230833D-8E76-156C-E1A0-6A13D2C827C3}"/>
                </a:ext>
              </a:extLst>
            </p:cNvPr>
            <p:cNvSpPr/>
            <p:nvPr/>
          </p:nvSpPr>
          <p:spPr>
            <a:xfrm>
              <a:off x="1753779" y="4331700"/>
              <a:ext cx="4316667" cy="2160000"/>
            </a:xfrm>
            <a:custGeom>
              <a:avLst/>
              <a:gdLst>
                <a:gd name="connsiteX0" fmla="*/ 685032 w 4316667"/>
                <a:gd name="connsiteY0" fmla="*/ 0 h 2160000"/>
                <a:gd name="connsiteX1" fmla="*/ 4316627 w 4316667"/>
                <a:gd name="connsiteY1" fmla="*/ 0 h 2160000"/>
                <a:gd name="connsiteX2" fmla="*/ 4316634 w 4316667"/>
                <a:gd name="connsiteY2" fmla="*/ 35 h 2160000"/>
                <a:gd name="connsiteX3" fmla="*/ 4276395 w 4316667"/>
                <a:gd name="connsiteY3" fmla="*/ 103397 h 2160000"/>
                <a:gd name="connsiteX4" fmla="*/ 4237526 w 4316667"/>
                <a:gd name="connsiteY4" fmla="*/ 131665 h 2160000"/>
                <a:gd name="connsiteX5" fmla="*/ 209768 w 4316667"/>
                <a:gd name="connsiteY5" fmla="*/ 2145214 h 2160000"/>
                <a:gd name="connsiteX6" fmla="*/ 145837 w 4316667"/>
                <a:gd name="connsiteY6" fmla="*/ 2160000 h 2160000"/>
                <a:gd name="connsiteX7" fmla="*/ 145751 w 4316667"/>
                <a:gd name="connsiteY7" fmla="*/ 2160000 h 2160000"/>
                <a:gd name="connsiteX8" fmla="*/ 81820 w 4316667"/>
                <a:gd name="connsiteY8" fmla="*/ 2145214 h 2160000"/>
                <a:gd name="connsiteX9" fmla="*/ 14825 w 4316667"/>
                <a:gd name="connsiteY9" fmla="*/ 1950287 h 2160000"/>
                <a:gd name="connsiteX10" fmla="*/ 685621 w 4316667"/>
                <a:gd name="connsiteY10" fmla="*/ 524476 h 2160000"/>
                <a:gd name="connsiteX11" fmla="*/ 685032 w 4316667"/>
                <a:gd name="connsiteY11" fmla="*/ 0 h 2160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316667" h="2160000">
                  <a:moveTo>
                    <a:pt x="685032" y="0"/>
                  </a:moveTo>
                  <a:lnTo>
                    <a:pt x="4316627" y="0"/>
                  </a:lnTo>
                  <a:lnTo>
                    <a:pt x="4316634" y="35"/>
                  </a:lnTo>
                  <a:cubicBezTo>
                    <a:pt x="4317430" y="37114"/>
                    <a:pt x="4304080" y="74496"/>
                    <a:pt x="4276395" y="103397"/>
                  </a:cubicBezTo>
                  <a:cubicBezTo>
                    <a:pt x="4265052" y="114855"/>
                    <a:pt x="4251929" y="124406"/>
                    <a:pt x="4237526" y="131665"/>
                  </a:cubicBezTo>
                  <a:lnTo>
                    <a:pt x="209768" y="2145214"/>
                  </a:lnTo>
                  <a:lnTo>
                    <a:pt x="145837" y="2160000"/>
                  </a:lnTo>
                  <a:lnTo>
                    <a:pt x="145751" y="2160000"/>
                  </a:lnTo>
                  <a:lnTo>
                    <a:pt x="81820" y="2145214"/>
                  </a:lnTo>
                  <a:cubicBezTo>
                    <a:pt x="9486" y="2109892"/>
                    <a:pt x="-20510" y="2022607"/>
                    <a:pt x="14825" y="1950287"/>
                  </a:cubicBezTo>
                  <a:lnTo>
                    <a:pt x="685621" y="524476"/>
                  </a:lnTo>
                  <a:lnTo>
                    <a:pt x="685032" y="0"/>
                  </a:lnTo>
                  <a:close/>
                </a:path>
              </a:pathLst>
            </a:custGeom>
            <a:solidFill>
              <a:srgbClr val="FF0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0B0004020202020204"/>
                <a:ea typeface="+mn-ea"/>
                <a:cs typeface="+mn-cs"/>
              </a:endParaRPr>
            </a:p>
          </p:txBody>
        </p:sp>
        <p:sp>
          <p:nvSpPr>
            <p:cNvPr id="29" name="Free-form: Shape 28">
              <a:extLst>
                <a:ext uri="{FF2B5EF4-FFF2-40B4-BE49-F238E27FC236}">
                  <a16:creationId xmlns:a16="http://schemas.microsoft.com/office/drawing/2014/main" id="{57BF9633-5C29-D8D2-C62B-C906361DB850}"/>
                </a:ext>
              </a:extLst>
            </p:cNvPr>
            <p:cNvSpPr/>
            <p:nvPr/>
          </p:nvSpPr>
          <p:spPr>
            <a:xfrm>
              <a:off x="1752597" y="2171695"/>
              <a:ext cx="4317809" cy="2160005"/>
            </a:xfrm>
            <a:custGeom>
              <a:avLst/>
              <a:gdLst>
                <a:gd name="connsiteX0" fmla="*/ 152459 w 4317809"/>
                <a:gd name="connsiteY0" fmla="*/ 149 h 2160005"/>
                <a:gd name="connsiteX1" fmla="*/ 208594 w 4317809"/>
                <a:gd name="connsiteY1" fmla="*/ 14267 h 2160005"/>
                <a:gd name="connsiteX2" fmla="*/ 4236942 w 4317809"/>
                <a:gd name="connsiteY2" fmla="*/ 2033129 h 2160005"/>
                <a:gd name="connsiteX3" fmla="*/ 4273185 w 4317809"/>
                <a:gd name="connsiteY3" fmla="*/ 2058503 h 2160005"/>
                <a:gd name="connsiteX4" fmla="*/ 4306038 w 4317809"/>
                <a:gd name="connsiteY4" fmla="*/ 2105749 h 2160005"/>
                <a:gd name="connsiteX5" fmla="*/ 4317809 w 4317809"/>
                <a:gd name="connsiteY5" fmla="*/ 2160005 h 2160005"/>
                <a:gd name="connsiteX6" fmla="*/ 686214 w 4317809"/>
                <a:gd name="connsiteY6" fmla="*/ 2160005 h 2160005"/>
                <a:gd name="connsiteX7" fmla="*/ 685625 w 4317809"/>
                <a:gd name="connsiteY7" fmla="*/ 1636182 h 2160005"/>
                <a:gd name="connsiteX8" fmla="*/ 14240 w 4317809"/>
                <a:gd name="connsiteY8" fmla="*/ 208618 h 2160005"/>
                <a:gd name="connsiteX9" fmla="*/ 14240 w 4317809"/>
                <a:gd name="connsiteY9" fmla="*/ 82951 h 2160005"/>
                <a:gd name="connsiteX10" fmla="*/ 97187 w 4317809"/>
                <a:gd name="connsiteY10" fmla="*/ 8365 h 2160005"/>
                <a:gd name="connsiteX11" fmla="*/ 152459 w 4317809"/>
                <a:gd name="connsiteY11" fmla="*/ 149 h 21600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317809" h="2160005">
                  <a:moveTo>
                    <a:pt x="152459" y="149"/>
                  </a:moveTo>
                  <a:cubicBezTo>
                    <a:pt x="171375" y="1010"/>
                    <a:pt x="190434" y="5593"/>
                    <a:pt x="208594" y="14267"/>
                  </a:cubicBezTo>
                  <a:lnTo>
                    <a:pt x="4236942" y="2033129"/>
                  </a:lnTo>
                  <a:cubicBezTo>
                    <a:pt x="4250256" y="2039671"/>
                    <a:pt x="4262470" y="2048235"/>
                    <a:pt x="4273185" y="2058503"/>
                  </a:cubicBezTo>
                  <a:cubicBezTo>
                    <a:pt x="4287633" y="2072345"/>
                    <a:pt x="4298592" y="2088460"/>
                    <a:pt x="4306038" y="2105749"/>
                  </a:cubicBezTo>
                  <a:lnTo>
                    <a:pt x="4317809" y="2160005"/>
                  </a:lnTo>
                  <a:lnTo>
                    <a:pt x="686214" y="2160005"/>
                  </a:lnTo>
                  <a:lnTo>
                    <a:pt x="685625" y="1636182"/>
                  </a:lnTo>
                  <a:lnTo>
                    <a:pt x="14240" y="208618"/>
                  </a:lnTo>
                  <a:cubicBezTo>
                    <a:pt x="-4746" y="168879"/>
                    <a:pt x="-4746" y="122689"/>
                    <a:pt x="14240" y="82951"/>
                  </a:cubicBezTo>
                  <a:cubicBezTo>
                    <a:pt x="31588" y="46631"/>
                    <a:pt x="62019" y="20783"/>
                    <a:pt x="97187" y="8365"/>
                  </a:cubicBezTo>
                  <a:cubicBezTo>
                    <a:pt x="114772" y="2149"/>
                    <a:pt x="133543" y="-712"/>
                    <a:pt x="152459" y="149"/>
                  </a:cubicBezTo>
                  <a:close/>
                </a:path>
              </a:pathLst>
            </a:custGeom>
            <a:noFill/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0B0004020202020204"/>
                <a:ea typeface="+mn-ea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5408885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B3054620-BCBD-E234-DF33-7167D10D1C20}"/>
              </a:ext>
            </a:extLst>
          </p:cNvPr>
          <p:cNvSpPr txBox="1"/>
          <p:nvPr/>
        </p:nvSpPr>
        <p:spPr>
          <a:xfrm>
            <a:off x="149902" y="216505"/>
            <a:ext cx="11872209" cy="66325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3000"/>
              </a:lnSpc>
              <a:spcAft>
                <a:spcPts val="800"/>
              </a:spcAft>
              <a:buNone/>
            </a:pPr>
            <a:r>
              <a:rPr lang="en-GB" sz="32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From your progress test, one issue stood out: in transformation exercises (rewriting text using a given word), many of you kept all the original words instead of replacing them with the given word.</a:t>
            </a:r>
          </a:p>
          <a:p>
            <a:pPr>
              <a:lnSpc>
                <a:spcPts val="3000"/>
              </a:lnSpc>
              <a:spcAft>
                <a:spcPts val="800"/>
              </a:spcAft>
              <a:buNone/>
            </a:pPr>
            <a:endParaRPr lang="en-GB" sz="3200" kern="100" dirty="0"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ts val="3000"/>
              </a:lnSpc>
              <a:spcAft>
                <a:spcPts val="800"/>
              </a:spcAft>
              <a:buNone/>
            </a:pPr>
            <a:r>
              <a:rPr lang="en-GB" sz="32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To do exercises like this you need to identify:</a:t>
            </a:r>
          </a:p>
          <a:p>
            <a:pPr marL="457200" indent="-457200">
              <a:lnSpc>
                <a:spcPts val="3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GB" sz="32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what remains unchanged, (grey)</a:t>
            </a:r>
          </a:p>
          <a:p>
            <a:pPr marL="457200" indent="-457200">
              <a:lnSpc>
                <a:spcPts val="3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GB" sz="32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what will be replaced by the given word, and</a:t>
            </a:r>
          </a:p>
          <a:p>
            <a:pPr marL="457200" indent="-457200">
              <a:lnSpc>
                <a:spcPts val="3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GB" sz="32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the phrase that you need to use with the given word.</a:t>
            </a:r>
          </a:p>
          <a:p>
            <a:pPr marL="457200" indent="-457200">
              <a:lnSpc>
                <a:spcPts val="3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endParaRPr lang="en-GB" sz="32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ts val="3000"/>
              </a:lnSpc>
              <a:spcAft>
                <a:spcPts val="800"/>
              </a:spcAft>
            </a:pPr>
            <a:r>
              <a:rPr lang="en-GB" sz="32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e.g. </a:t>
            </a:r>
            <a:r>
              <a:rPr lang="en-GB" sz="3200" kern="100" dirty="0">
                <a:solidFill>
                  <a:schemeClr val="bg1">
                    <a:lumMod val="50000"/>
                  </a:schemeClr>
                </a:solidFill>
                <a:latin typeface="Tw Cen MT Condensed Extra Bold" panose="020B0803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I cannot find my notes. </a:t>
            </a:r>
            <a:r>
              <a:rPr lang="en-GB" sz="3200" kern="100" dirty="0">
                <a:solidFill>
                  <a:srgbClr val="0070C0"/>
                </a:solidFill>
                <a:latin typeface="Tw Cen MT Condensed Extra Bold" panose="020B0803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I</a:t>
            </a:r>
            <a:r>
              <a:rPr lang="en-GB" sz="3200" kern="100" dirty="0">
                <a:solidFill>
                  <a:srgbClr val="FF0000"/>
                </a:solidFill>
                <a:latin typeface="Tw Cen MT Condensed Extra Bold" panose="020B0803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am sure I</a:t>
            </a:r>
            <a:r>
              <a:rPr lang="en-GB" sz="3200" kern="100" dirty="0">
                <a:solidFill>
                  <a:srgbClr val="0070C0"/>
                </a:solidFill>
                <a:latin typeface="Tw Cen MT Condensed Extra Bold" panose="020B0803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left them </a:t>
            </a:r>
            <a:r>
              <a:rPr lang="en-GB" sz="3200" kern="100" dirty="0">
                <a:solidFill>
                  <a:schemeClr val="bg1">
                    <a:lumMod val="50000"/>
                  </a:schemeClr>
                </a:solidFill>
                <a:latin typeface="Tw Cen MT Condensed Extra Bold" panose="020B0803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on the desk.</a:t>
            </a:r>
            <a:r>
              <a:rPr lang="en-GB" sz="3200" kern="100" dirty="0">
                <a:latin typeface="Tw Cen MT Condensed Extra Bold" panose="020B0803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(</a:t>
            </a:r>
            <a:r>
              <a:rPr lang="en-GB" sz="3200" i="1" kern="100" dirty="0">
                <a:latin typeface="Tw Cen MT Condensed Extra Bold" panose="020B0803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must)</a:t>
            </a:r>
          </a:p>
          <a:p>
            <a:pPr>
              <a:lnSpc>
                <a:spcPts val="3000"/>
              </a:lnSpc>
              <a:spcAft>
                <a:spcPts val="800"/>
              </a:spcAft>
            </a:pPr>
            <a:r>
              <a:rPr lang="en-GB" sz="3200" kern="100" dirty="0">
                <a:effectLst/>
                <a:latin typeface="Tw Cen MT Condensed Extra Bold" panose="020B0803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→ </a:t>
            </a:r>
            <a:r>
              <a:rPr lang="en-GB" sz="3200" kern="100" dirty="0">
                <a:solidFill>
                  <a:schemeClr val="bg1">
                    <a:lumMod val="50000"/>
                  </a:schemeClr>
                </a:solidFill>
                <a:effectLst/>
                <a:latin typeface="Tw Cen MT Condensed Extra Bold" panose="020B0803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I cannot </a:t>
            </a:r>
            <a:r>
              <a:rPr lang="en-GB" sz="3200" kern="100" dirty="0">
                <a:solidFill>
                  <a:schemeClr val="bg1">
                    <a:lumMod val="50000"/>
                  </a:schemeClr>
                </a:solidFill>
                <a:latin typeface="Tw Cen MT Condensed Extra Bold" panose="020B0803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find my notes. </a:t>
            </a:r>
            <a:r>
              <a:rPr lang="en-GB" sz="3200" kern="100" dirty="0">
                <a:solidFill>
                  <a:srgbClr val="0070C0"/>
                </a:solidFill>
                <a:latin typeface="Tw Cen MT Condensed Extra Bold" panose="020B0803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I </a:t>
            </a:r>
            <a:r>
              <a:rPr lang="en-GB" sz="3200" kern="100" dirty="0">
                <a:solidFill>
                  <a:srgbClr val="FF0000"/>
                </a:solidFill>
                <a:latin typeface="Tw Cen MT Condensed Extra Bold" panose="020B0803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must have </a:t>
            </a:r>
            <a:r>
              <a:rPr lang="en-GB" sz="3200" kern="100" dirty="0">
                <a:solidFill>
                  <a:srgbClr val="0070C0"/>
                </a:solidFill>
                <a:latin typeface="Tw Cen MT Condensed Extra Bold" panose="020B0803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left them </a:t>
            </a:r>
            <a:r>
              <a:rPr lang="en-GB" sz="3200" kern="100" dirty="0">
                <a:solidFill>
                  <a:schemeClr val="bg1">
                    <a:lumMod val="50000"/>
                  </a:schemeClr>
                </a:solidFill>
                <a:latin typeface="Tw Cen MT Condensed Extra Bold" panose="020B0803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on the desk.</a:t>
            </a:r>
          </a:p>
          <a:p>
            <a:pPr>
              <a:lnSpc>
                <a:spcPts val="3000"/>
              </a:lnSpc>
              <a:spcAft>
                <a:spcPts val="800"/>
              </a:spcAft>
            </a:pPr>
            <a:r>
              <a:rPr lang="en-GB" sz="3200" kern="100" dirty="0">
                <a:effectLst/>
                <a:latin typeface="Tw Cen MT Condensed Extra Bold" panose="020B0803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I lot of you wrote something like:</a:t>
            </a:r>
          </a:p>
          <a:p>
            <a:pPr>
              <a:lnSpc>
                <a:spcPts val="3000"/>
              </a:lnSpc>
              <a:spcAft>
                <a:spcPts val="800"/>
              </a:spcAft>
            </a:pPr>
            <a:r>
              <a:rPr lang="en-GB" sz="3200" strike="sngStrike" kern="100" dirty="0">
                <a:latin typeface="Tw Cen MT Condensed Extra Bold" panose="020B0803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I cannot find my notes. I am sure I must have left them on the desk.</a:t>
            </a:r>
          </a:p>
          <a:p>
            <a:pPr>
              <a:lnSpc>
                <a:spcPts val="3200"/>
              </a:lnSpc>
              <a:spcAft>
                <a:spcPts val="800"/>
              </a:spcAft>
            </a:pPr>
            <a:r>
              <a:rPr lang="en-GB" sz="3200" kern="100" dirty="0">
                <a:effectLst/>
                <a:latin typeface="Tw Cen MT Condensed Extra Bold" panose="020B0803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Some also joined these sentences when there was no good reason to do so.</a:t>
            </a:r>
          </a:p>
        </p:txBody>
      </p:sp>
    </p:spTree>
    <p:extLst>
      <p:ext uri="{BB962C8B-B14F-4D97-AF65-F5344CB8AC3E}">
        <p14:creationId xmlns:p14="http://schemas.microsoft.com/office/powerpoint/2010/main" val="329533268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5936B12-9758-1EC9-15FD-01B8A1488387}"/>
              </a:ext>
            </a:extLst>
          </p:cNvPr>
          <p:cNvSpPr txBox="1"/>
          <p:nvPr/>
        </p:nvSpPr>
        <p:spPr>
          <a:xfrm>
            <a:off x="1491703" y="1843950"/>
            <a:ext cx="9208593" cy="31700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0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 Cen MT Condensed Extra Bold" panose="020B0803020202020204" pitchFamily="34" charset="0"/>
                <a:ea typeface="+mn-ea"/>
                <a:cs typeface="+mn-cs"/>
              </a:rPr>
              <a:t>Reading &amp; Writing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0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 Cen MT Condensed Extra Bold" panose="020B0803020202020204" pitchFamily="34" charset="0"/>
                <a:ea typeface="+mn-ea"/>
                <a:cs typeface="+mn-cs"/>
              </a:rPr>
              <a:t>17:45 – 20:45</a:t>
            </a:r>
          </a:p>
        </p:txBody>
      </p:sp>
    </p:spTree>
    <p:extLst>
      <p:ext uri="{BB962C8B-B14F-4D97-AF65-F5344CB8AC3E}">
        <p14:creationId xmlns:p14="http://schemas.microsoft.com/office/powerpoint/2010/main" val="74854051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000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B499146-E6DB-C053-E88B-05D10EF5D2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3291680-9B74-8648-9B46-823E54DA941C}"/>
              </a:ext>
            </a:extLst>
          </p:cNvPr>
          <p:cNvSpPr txBox="1"/>
          <p:nvPr/>
        </p:nvSpPr>
        <p:spPr>
          <a:xfrm>
            <a:off x="361695" y="1382286"/>
            <a:ext cx="11468610" cy="40934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3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w Cen MT Condensed Extra Bold" panose="020B0803020202020204" pitchFamily="34" charset="0"/>
                <a:ea typeface="+mn-ea"/>
                <a:cs typeface="+mn-cs"/>
              </a:rPr>
              <a:t>Check-out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3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w Cen MT Condensed Extra Bold" panose="020B0803020202020204" pitchFamily="34" charset="0"/>
                <a:ea typeface="+mn-ea"/>
                <a:cs typeface="+mn-cs"/>
              </a:rPr>
              <a:t>Thu </a:t>
            </a:r>
            <a:r>
              <a:rPr lang="en-GB" sz="13000" dirty="0">
                <a:solidFill>
                  <a:prstClr val="white"/>
                </a:solidFill>
                <a:latin typeface="Tw Cen MT Condensed Extra Bold" panose="020B0803020202020204" pitchFamily="34" charset="0"/>
              </a:rPr>
              <a:t>4 June</a:t>
            </a:r>
            <a:r>
              <a:rPr kumimoji="0" lang="en-GB" sz="13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w Cen MT Condensed Extra Bold" panose="020B0803020202020204" pitchFamily="34" charset="0"/>
                <a:ea typeface="+mn-ea"/>
                <a:cs typeface="+mn-cs"/>
              </a:rPr>
              <a:t> 2026</a:t>
            </a:r>
          </a:p>
        </p:txBody>
      </p:sp>
    </p:spTree>
    <p:extLst>
      <p:ext uri="{BB962C8B-B14F-4D97-AF65-F5344CB8AC3E}">
        <p14:creationId xmlns:p14="http://schemas.microsoft.com/office/powerpoint/2010/main" val="28745630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4D1D90-86D9-9934-CE01-A56E88B5F3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96C2DFC7-94E2-877A-5429-E20141D0718D}"/>
              </a:ext>
            </a:extLst>
          </p:cNvPr>
          <p:cNvSpPr txBox="1"/>
          <p:nvPr/>
        </p:nvSpPr>
        <p:spPr>
          <a:xfrm>
            <a:off x="1254175" y="586719"/>
            <a:ext cx="10827895" cy="55092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0B0004020202020204"/>
                <a:ea typeface="+mn-ea"/>
                <a:cs typeface="+mn-cs"/>
              </a:rPr>
              <a:t>Work from Thu 21 May 2026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0B0004020202020204"/>
                <a:ea typeface="+mn-ea"/>
                <a:cs typeface="+mn-cs"/>
              </a:rPr>
              <a:t>We finished progress test 2. </a:t>
            </a:r>
            <a:r>
              <a:rPr kumimoji="0" lang="en-GB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0B0004020202020204"/>
                <a:ea typeface="+mn-ea"/>
                <a:cs typeface="+mn-cs"/>
                <a:hlinkClick r:id="rId2"/>
              </a:rPr>
              <a:t>Progress Test 2</a:t>
            </a:r>
            <a:endParaRPr kumimoji="0" lang="en-GB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0B0004020202020204"/>
                <a:ea typeface="+mn-ea"/>
                <a:cs typeface="+mn-cs"/>
              </a:rPr>
              <a:t>Using the reading booklet p. 28-29, we completed a 3.2 exercise while those who had not started completed the test.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0B0004020202020204"/>
                <a:ea typeface="+mn-ea"/>
                <a:cs typeface="+mn-cs"/>
              </a:rPr>
              <a:t>Using </a:t>
            </a:r>
            <a:r>
              <a:rPr kumimoji="0" lang="en-GB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0B0004020202020204"/>
                <a:ea typeface="+mn-ea"/>
                <a:cs typeface="+mn-cs"/>
                <a:hlinkClick r:id="rId3"/>
              </a:rPr>
              <a:t>Johns Crazy Socks.pptx</a:t>
            </a:r>
            <a:r>
              <a:rPr kumimoji="0" lang="en-GB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0B0004020202020204"/>
                <a:ea typeface="+mn-ea"/>
                <a:cs typeface="+mn-cs"/>
              </a:rPr>
              <a:t> and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0B0004020202020204"/>
                <a:ea typeface="+mn-ea"/>
                <a:cs typeface="+mn-cs"/>
                <a:hlinkClick r:id="rId4"/>
              </a:rPr>
              <a:t>identifying main points - John's socks.pdf</a:t>
            </a:r>
            <a:endParaRPr kumimoji="0" lang="en-GB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0B0004020202020204"/>
                <a:ea typeface="+mn-ea"/>
                <a:cs typeface="+mn-cs"/>
              </a:rPr>
              <a:t>We did a reading exercise that identified main points. 1.1.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32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0B0004020202020204"/>
                <a:ea typeface="+mn-ea"/>
                <a:cs typeface="+mn-cs"/>
              </a:rPr>
              <a:t>Homework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arenR"/>
              <a:tabLst/>
              <a:defRPr/>
            </a:pPr>
            <a:r>
              <a:rPr kumimoji="0" lang="en-GB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0B0004020202020204"/>
                <a:ea typeface="+mn-ea"/>
                <a:cs typeface="+mn-cs"/>
              </a:rPr>
              <a:t>Those who haven’t done so, complete using the reading booklet p. 28-29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arenR"/>
              <a:tabLst/>
              <a:defRPr/>
            </a:pPr>
            <a:r>
              <a:rPr kumimoji="0" lang="en-GB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0B0004020202020204"/>
                <a:ea typeface="+mn-ea"/>
                <a:cs typeface="+mn-cs"/>
              </a:rPr>
              <a:t>Complete the writing task from </a:t>
            </a:r>
            <a:r>
              <a:rPr kumimoji="0" lang="en-GB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0B0004020202020204"/>
                <a:ea typeface="+mn-ea"/>
                <a:cs typeface="+mn-cs"/>
                <a:hlinkClick r:id="rId3"/>
              </a:rPr>
              <a:t>Johns Crazy Socks.pptx</a:t>
            </a:r>
            <a:endParaRPr kumimoji="0" lang="en-GB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/>
              <a:ea typeface="+mn-ea"/>
              <a:cs typeface="+mn-cs"/>
            </a:endParaRP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91D664E6-8D90-4FA0-1624-588FDA2A860A}"/>
              </a:ext>
            </a:extLst>
          </p:cNvPr>
          <p:cNvGrpSpPr>
            <a:grpSpLocks noChangeAspect="1"/>
          </p:cNvGrpSpPr>
          <p:nvPr/>
        </p:nvGrpSpPr>
        <p:grpSpPr>
          <a:xfrm>
            <a:off x="858377" y="645348"/>
            <a:ext cx="395804" cy="396000"/>
            <a:chOff x="1752597" y="2171695"/>
            <a:chExt cx="4317849" cy="4320005"/>
          </a:xfrm>
        </p:grpSpPr>
        <p:sp>
          <p:nvSpPr>
            <p:cNvPr id="4" name="Free-form: Shape 3">
              <a:extLst>
                <a:ext uri="{FF2B5EF4-FFF2-40B4-BE49-F238E27FC236}">
                  <a16:creationId xmlns:a16="http://schemas.microsoft.com/office/drawing/2014/main" id="{9BCD7B24-BC74-D0F7-271F-06307F8DDCF6}"/>
                </a:ext>
              </a:extLst>
            </p:cNvPr>
            <p:cNvSpPr/>
            <p:nvPr/>
          </p:nvSpPr>
          <p:spPr>
            <a:xfrm>
              <a:off x="1753779" y="4331700"/>
              <a:ext cx="4316667" cy="2160000"/>
            </a:xfrm>
            <a:custGeom>
              <a:avLst/>
              <a:gdLst>
                <a:gd name="connsiteX0" fmla="*/ 685032 w 4316667"/>
                <a:gd name="connsiteY0" fmla="*/ 0 h 2160000"/>
                <a:gd name="connsiteX1" fmla="*/ 4316627 w 4316667"/>
                <a:gd name="connsiteY1" fmla="*/ 0 h 2160000"/>
                <a:gd name="connsiteX2" fmla="*/ 4316634 w 4316667"/>
                <a:gd name="connsiteY2" fmla="*/ 35 h 2160000"/>
                <a:gd name="connsiteX3" fmla="*/ 4276395 w 4316667"/>
                <a:gd name="connsiteY3" fmla="*/ 103397 h 2160000"/>
                <a:gd name="connsiteX4" fmla="*/ 4237526 w 4316667"/>
                <a:gd name="connsiteY4" fmla="*/ 131665 h 2160000"/>
                <a:gd name="connsiteX5" fmla="*/ 209768 w 4316667"/>
                <a:gd name="connsiteY5" fmla="*/ 2145214 h 2160000"/>
                <a:gd name="connsiteX6" fmla="*/ 145837 w 4316667"/>
                <a:gd name="connsiteY6" fmla="*/ 2160000 h 2160000"/>
                <a:gd name="connsiteX7" fmla="*/ 145751 w 4316667"/>
                <a:gd name="connsiteY7" fmla="*/ 2160000 h 2160000"/>
                <a:gd name="connsiteX8" fmla="*/ 81820 w 4316667"/>
                <a:gd name="connsiteY8" fmla="*/ 2145214 h 2160000"/>
                <a:gd name="connsiteX9" fmla="*/ 14825 w 4316667"/>
                <a:gd name="connsiteY9" fmla="*/ 1950287 h 2160000"/>
                <a:gd name="connsiteX10" fmla="*/ 685621 w 4316667"/>
                <a:gd name="connsiteY10" fmla="*/ 524476 h 2160000"/>
                <a:gd name="connsiteX11" fmla="*/ 685032 w 4316667"/>
                <a:gd name="connsiteY11" fmla="*/ 0 h 2160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316667" h="2160000">
                  <a:moveTo>
                    <a:pt x="685032" y="0"/>
                  </a:moveTo>
                  <a:lnTo>
                    <a:pt x="4316627" y="0"/>
                  </a:lnTo>
                  <a:lnTo>
                    <a:pt x="4316634" y="35"/>
                  </a:lnTo>
                  <a:cubicBezTo>
                    <a:pt x="4317430" y="37114"/>
                    <a:pt x="4304080" y="74496"/>
                    <a:pt x="4276395" y="103397"/>
                  </a:cubicBezTo>
                  <a:cubicBezTo>
                    <a:pt x="4265052" y="114855"/>
                    <a:pt x="4251929" y="124406"/>
                    <a:pt x="4237526" y="131665"/>
                  </a:cubicBezTo>
                  <a:lnTo>
                    <a:pt x="209768" y="2145214"/>
                  </a:lnTo>
                  <a:lnTo>
                    <a:pt x="145837" y="2160000"/>
                  </a:lnTo>
                  <a:lnTo>
                    <a:pt x="145751" y="2160000"/>
                  </a:lnTo>
                  <a:lnTo>
                    <a:pt x="81820" y="2145214"/>
                  </a:lnTo>
                  <a:cubicBezTo>
                    <a:pt x="9486" y="2109892"/>
                    <a:pt x="-20510" y="2022607"/>
                    <a:pt x="14825" y="1950287"/>
                  </a:cubicBezTo>
                  <a:lnTo>
                    <a:pt x="685621" y="524476"/>
                  </a:lnTo>
                  <a:lnTo>
                    <a:pt x="685032" y="0"/>
                  </a:lnTo>
                  <a:close/>
                </a:path>
              </a:pathLst>
            </a:custGeom>
            <a:solidFill>
              <a:srgbClr val="FF0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0B0004020202020204"/>
                <a:ea typeface="+mn-ea"/>
                <a:cs typeface="+mn-cs"/>
              </a:endParaRPr>
            </a:p>
          </p:txBody>
        </p:sp>
        <p:sp>
          <p:nvSpPr>
            <p:cNvPr id="5" name="Free-form: Shape 4">
              <a:extLst>
                <a:ext uri="{FF2B5EF4-FFF2-40B4-BE49-F238E27FC236}">
                  <a16:creationId xmlns:a16="http://schemas.microsoft.com/office/drawing/2014/main" id="{4069DCEA-DD88-684F-AF9C-147F1C47F452}"/>
                </a:ext>
              </a:extLst>
            </p:cNvPr>
            <p:cNvSpPr/>
            <p:nvPr/>
          </p:nvSpPr>
          <p:spPr>
            <a:xfrm>
              <a:off x="1752597" y="2171695"/>
              <a:ext cx="4317809" cy="2160005"/>
            </a:xfrm>
            <a:custGeom>
              <a:avLst/>
              <a:gdLst>
                <a:gd name="connsiteX0" fmla="*/ 152459 w 4317809"/>
                <a:gd name="connsiteY0" fmla="*/ 149 h 2160005"/>
                <a:gd name="connsiteX1" fmla="*/ 208594 w 4317809"/>
                <a:gd name="connsiteY1" fmla="*/ 14267 h 2160005"/>
                <a:gd name="connsiteX2" fmla="*/ 4236942 w 4317809"/>
                <a:gd name="connsiteY2" fmla="*/ 2033129 h 2160005"/>
                <a:gd name="connsiteX3" fmla="*/ 4273185 w 4317809"/>
                <a:gd name="connsiteY3" fmla="*/ 2058503 h 2160005"/>
                <a:gd name="connsiteX4" fmla="*/ 4306038 w 4317809"/>
                <a:gd name="connsiteY4" fmla="*/ 2105749 h 2160005"/>
                <a:gd name="connsiteX5" fmla="*/ 4317809 w 4317809"/>
                <a:gd name="connsiteY5" fmla="*/ 2160005 h 2160005"/>
                <a:gd name="connsiteX6" fmla="*/ 686214 w 4317809"/>
                <a:gd name="connsiteY6" fmla="*/ 2160005 h 2160005"/>
                <a:gd name="connsiteX7" fmla="*/ 685625 w 4317809"/>
                <a:gd name="connsiteY7" fmla="*/ 1636182 h 2160005"/>
                <a:gd name="connsiteX8" fmla="*/ 14240 w 4317809"/>
                <a:gd name="connsiteY8" fmla="*/ 208618 h 2160005"/>
                <a:gd name="connsiteX9" fmla="*/ 14240 w 4317809"/>
                <a:gd name="connsiteY9" fmla="*/ 82951 h 2160005"/>
                <a:gd name="connsiteX10" fmla="*/ 97187 w 4317809"/>
                <a:gd name="connsiteY10" fmla="*/ 8365 h 2160005"/>
                <a:gd name="connsiteX11" fmla="*/ 152459 w 4317809"/>
                <a:gd name="connsiteY11" fmla="*/ 149 h 21600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317809" h="2160005">
                  <a:moveTo>
                    <a:pt x="152459" y="149"/>
                  </a:moveTo>
                  <a:cubicBezTo>
                    <a:pt x="171375" y="1010"/>
                    <a:pt x="190434" y="5593"/>
                    <a:pt x="208594" y="14267"/>
                  </a:cubicBezTo>
                  <a:lnTo>
                    <a:pt x="4236942" y="2033129"/>
                  </a:lnTo>
                  <a:cubicBezTo>
                    <a:pt x="4250256" y="2039671"/>
                    <a:pt x="4262470" y="2048235"/>
                    <a:pt x="4273185" y="2058503"/>
                  </a:cubicBezTo>
                  <a:cubicBezTo>
                    <a:pt x="4287633" y="2072345"/>
                    <a:pt x="4298592" y="2088460"/>
                    <a:pt x="4306038" y="2105749"/>
                  </a:cubicBezTo>
                  <a:lnTo>
                    <a:pt x="4317809" y="2160005"/>
                  </a:lnTo>
                  <a:lnTo>
                    <a:pt x="686214" y="2160005"/>
                  </a:lnTo>
                  <a:lnTo>
                    <a:pt x="685625" y="1636182"/>
                  </a:lnTo>
                  <a:lnTo>
                    <a:pt x="14240" y="208618"/>
                  </a:lnTo>
                  <a:cubicBezTo>
                    <a:pt x="-4746" y="168879"/>
                    <a:pt x="-4746" y="122689"/>
                    <a:pt x="14240" y="82951"/>
                  </a:cubicBezTo>
                  <a:cubicBezTo>
                    <a:pt x="31588" y="46631"/>
                    <a:pt x="62019" y="20783"/>
                    <a:pt x="97187" y="8365"/>
                  </a:cubicBezTo>
                  <a:cubicBezTo>
                    <a:pt x="114772" y="2149"/>
                    <a:pt x="133543" y="-712"/>
                    <a:pt x="152459" y="149"/>
                  </a:cubicBezTo>
                  <a:close/>
                </a:path>
              </a:pathLst>
            </a:custGeom>
            <a:noFill/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0B0004020202020204"/>
                <a:ea typeface="+mn-ea"/>
                <a:cs typeface="+mn-cs"/>
              </a:endParaRPr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337A73F1-FB51-6EE8-0C98-8A195B2C92B5}"/>
              </a:ext>
            </a:extLst>
          </p:cNvPr>
          <p:cNvGrpSpPr>
            <a:grpSpLocks noChangeAspect="1"/>
          </p:cNvGrpSpPr>
          <p:nvPr/>
        </p:nvGrpSpPr>
        <p:grpSpPr>
          <a:xfrm>
            <a:off x="858377" y="1132721"/>
            <a:ext cx="395804" cy="396000"/>
            <a:chOff x="1752597" y="2171695"/>
            <a:chExt cx="4317849" cy="4320005"/>
          </a:xfrm>
        </p:grpSpPr>
        <p:sp>
          <p:nvSpPr>
            <p:cNvPr id="7" name="Free-form: Shape 6">
              <a:extLst>
                <a:ext uri="{FF2B5EF4-FFF2-40B4-BE49-F238E27FC236}">
                  <a16:creationId xmlns:a16="http://schemas.microsoft.com/office/drawing/2014/main" id="{C9814F30-C618-8F33-4F8E-996B56B71699}"/>
                </a:ext>
              </a:extLst>
            </p:cNvPr>
            <p:cNvSpPr/>
            <p:nvPr/>
          </p:nvSpPr>
          <p:spPr>
            <a:xfrm>
              <a:off x="1753779" y="4331700"/>
              <a:ext cx="4316667" cy="2160000"/>
            </a:xfrm>
            <a:custGeom>
              <a:avLst/>
              <a:gdLst>
                <a:gd name="connsiteX0" fmla="*/ 685032 w 4316667"/>
                <a:gd name="connsiteY0" fmla="*/ 0 h 2160000"/>
                <a:gd name="connsiteX1" fmla="*/ 4316627 w 4316667"/>
                <a:gd name="connsiteY1" fmla="*/ 0 h 2160000"/>
                <a:gd name="connsiteX2" fmla="*/ 4316634 w 4316667"/>
                <a:gd name="connsiteY2" fmla="*/ 35 h 2160000"/>
                <a:gd name="connsiteX3" fmla="*/ 4276395 w 4316667"/>
                <a:gd name="connsiteY3" fmla="*/ 103397 h 2160000"/>
                <a:gd name="connsiteX4" fmla="*/ 4237526 w 4316667"/>
                <a:gd name="connsiteY4" fmla="*/ 131665 h 2160000"/>
                <a:gd name="connsiteX5" fmla="*/ 209768 w 4316667"/>
                <a:gd name="connsiteY5" fmla="*/ 2145214 h 2160000"/>
                <a:gd name="connsiteX6" fmla="*/ 145837 w 4316667"/>
                <a:gd name="connsiteY6" fmla="*/ 2160000 h 2160000"/>
                <a:gd name="connsiteX7" fmla="*/ 145751 w 4316667"/>
                <a:gd name="connsiteY7" fmla="*/ 2160000 h 2160000"/>
                <a:gd name="connsiteX8" fmla="*/ 81820 w 4316667"/>
                <a:gd name="connsiteY8" fmla="*/ 2145214 h 2160000"/>
                <a:gd name="connsiteX9" fmla="*/ 14825 w 4316667"/>
                <a:gd name="connsiteY9" fmla="*/ 1950287 h 2160000"/>
                <a:gd name="connsiteX10" fmla="*/ 685621 w 4316667"/>
                <a:gd name="connsiteY10" fmla="*/ 524476 h 2160000"/>
                <a:gd name="connsiteX11" fmla="*/ 685032 w 4316667"/>
                <a:gd name="connsiteY11" fmla="*/ 0 h 2160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316667" h="2160000">
                  <a:moveTo>
                    <a:pt x="685032" y="0"/>
                  </a:moveTo>
                  <a:lnTo>
                    <a:pt x="4316627" y="0"/>
                  </a:lnTo>
                  <a:lnTo>
                    <a:pt x="4316634" y="35"/>
                  </a:lnTo>
                  <a:cubicBezTo>
                    <a:pt x="4317430" y="37114"/>
                    <a:pt x="4304080" y="74496"/>
                    <a:pt x="4276395" y="103397"/>
                  </a:cubicBezTo>
                  <a:cubicBezTo>
                    <a:pt x="4265052" y="114855"/>
                    <a:pt x="4251929" y="124406"/>
                    <a:pt x="4237526" y="131665"/>
                  </a:cubicBezTo>
                  <a:lnTo>
                    <a:pt x="209768" y="2145214"/>
                  </a:lnTo>
                  <a:lnTo>
                    <a:pt x="145837" y="2160000"/>
                  </a:lnTo>
                  <a:lnTo>
                    <a:pt x="145751" y="2160000"/>
                  </a:lnTo>
                  <a:lnTo>
                    <a:pt x="81820" y="2145214"/>
                  </a:lnTo>
                  <a:cubicBezTo>
                    <a:pt x="9486" y="2109892"/>
                    <a:pt x="-20510" y="2022607"/>
                    <a:pt x="14825" y="1950287"/>
                  </a:cubicBezTo>
                  <a:lnTo>
                    <a:pt x="685621" y="524476"/>
                  </a:lnTo>
                  <a:lnTo>
                    <a:pt x="685032" y="0"/>
                  </a:lnTo>
                  <a:close/>
                </a:path>
              </a:pathLst>
            </a:custGeom>
            <a:solidFill>
              <a:srgbClr val="FF0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0B0004020202020204"/>
                <a:ea typeface="+mn-ea"/>
                <a:cs typeface="+mn-cs"/>
              </a:endParaRPr>
            </a:p>
          </p:txBody>
        </p:sp>
        <p:sp>
          <p:nvSpPr>
            <p:cNvPr id="8" name="Free-form: Shape 7">
              <a:extLst>
                <a:ext uri="{FF2B5EF4-FFF2-40B4-BE49-F238E27FC236}">
                  <a16:creationId xmlns:a16="http://schemas.microsoft.com/office/drawing/2014/main" id="{BC2F6EBF-78D4-716F-B06A-B86ACDE0F3AD}"/>
                </a:ext>
              </a:extLst>
            </p:cNvPr>
            <p:cNvSpPr/>
            <p:nvPr/>
          </p:nvSpPr>
          <p:spPr>
            <a:xfrm>
              <a:off x="1752597" y="2171695"/>
              <a:ext cx="4317809" cy="2160005"/>
            </a:xfrm>
            <a:custGeom>
              <a:avLst/>
              <a:gdLst>
                <a:gd name="connsiteX0" fmla="*/ 152459 w 4317809"/>
                <a:gd name="connsiteY0" fmla="*/ 149 h 2160005"/>
                <a:gd name="connsiteX1" fmla="*/ 208594 w 4317809"/>
                <a:gd name="connsiteY1" fmla="*/ 14267 h 2160005"/>
                <a:gd name="connsiteX2" fmla="*/ 4236942 w 4317809"/>
                <a:gd name="connsiteY2" fmla="*/ 2033129 h 2160005"/>
                <a:gd name="connsiteX3" fmla="*/ 4273185 w 4317809"/>
                <a:gd name="connsiteY3" fmla="*/ 2058503 h 2160005"/>
                <a:gd name="connsiteX4" fmla="*/ 4306038 w 4317809"/>
                <a:gd name="connsiteY4" fmla="*/ 2105749 h 2160005"/>
                <a:gd name="connsiteX5" fmla="*/ 4317809 w 4317809"/>
                <a:gd name="connsiteY5" fmla="*/ 2160005 h 2160005"/>
                <a:gd name="connsiteX6" fmla="*/ 686214 w 4317809"/>
                <a:gd name="connsiteY6" fmla="*/ 2160005 h 2160005"/>
                <a:gd name="connsiteX7" fmla="*/ 685625 w 4317809"/>
                <a:gd name="connsiteY7" fmla="*/ 1636182 h 2160005"/>
                <a:gd name="connsiteX8" fmla="*/ 14240 w 4317809"/>
                <a:gd name="connsiteY8" fmla="*/ 208618 h 2160005"/>
                <a:gd name="connsiteX9" fmla="*/ 14240 w 4317809"/>
                <a:gd name="connsiteY9" fmla="*/ 82951 h 2160005"/>
                <a:gd name="connsiteX10" fmla="*/ 97187 w 4317809"/>
                <a:gd name="connsiteY10" fmla="*/ 8365 h 2160005"/>
                <a:gd name="connsiteX11" fmla="*/ 152459 w 4317809"/>
                <a:gd name="connsiteY11" fmla="*/ 149 h 21600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317809" h="2160005">
                  <a:moveTo>
                    <a:pt x="152459" y="149"/>
                  </a:moveTo>
                  <a:cubicBezTo>
                    <a:pt x="171375" y="1010"/>
                    <a:pt x="190434" y="5593"/>
                    <a:pt x="208594" y="14267"/>
                  </a:cubicBezTo>
                  <a:lnTo>
                    <a:pt x="4236942" y="2033129"/>
                  </a:lnTo>
                  <a:cubicBezTo>
                    <a:pt x="4250256" y="2039671"/>
                    <a:pt x="4262470" y="2048235"/>
                    <a:pt x="4273185" y="2058503"/>
                  </a:cubicBezTo>
                  <a:cubicBezTo>
                    <a:pt x="4287633" y="2072345"/>
                    <a:pt x="4298592" y="2088460"/>
                    <a:pt x="4306038" y="2105749"/>
                  </a:cubicBezTo>
                  <a:lnTo>
                    <a:pt x="4317809" y="2160005"/>
                  </a:lnTo>
                  <a:lnTo>
                    <a:pt x="686214" y="2160005"/>
                  </a:lnTo>
                  <a:lnTo>
                    <a:pt x="685625" y="1636182"/>
                  </a:lnTo>
                  <a:lnTo>
                    <a:pt x="14240" y="208618"/>
                  </a:lnTo>
                  <a:cubicBezTo>
                    <a:pt x="-4746" y="168879"/>
                    <a:pt x="-4746" y="122689"/>
                    <a:pt x="14240" y="82951"/>
                  </a:cubicBezTo>
                  <a:cubicBezTo>
                    <a:pt x="31588" y="46631"/>
                    <a:pt x="62019" y="20783"/>
                    <a:pt x="97187" y="8365"/>
                  </a:cubicBezTo>
                  <a:cubicBezTo>
                    <a:pt x="114772" y="2149"/>
                    <a:pt x="133543" y="-712"/>
                    <a:pt x="152459" y="149"/>
                  </a:cubicBezTo>
                  <a:close/>
                </a:path>
              </a:pathLst>
            </a:custGeom>
            <a:noFill/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0B0004020202020204"/>
                <a:ea typeface="+mn-ea"/>
                <a:cs typeface="+mn-cs"/>
              </a:endParaRPr>
            </a:p>
          </p:txBody>
        </p:sp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9E83FFFA-0CB4-8EE9-9916-1A68BD9241FB}"/>
              </a:ext>
            </a:extLst>
          </p:cNvPr>
          <p:cNvGrpSpPr>
            <a:grpSpLocks noChangeAspect="1"/>
          </p:cNvGrpSpPr>
          <p:nvPr/>
        </p:nvGrpSpPr>
        <p:grpSpPr>
          <a:xfrm>
            <a:off x="858375" y="1642088"/>
            <a:ext cx="395804" cy="396000"/>
            <a:chOff x="1752597" y="2171695"/>
            <a:chExt cx="4317849" cy="4320005"/>
          </a:xfrm>
        </p:grpSpPr>
        <p:sp>
          <p:nvSpPr>
            <p:cNvPr id="10" name="Free-form: Shape 9">
              <a:extLst>
                <a:ext uri="{FF2B5EF4-FFF2-40B4-BE49-F238E27FC236}">
                  <a16:creationId xmlns:a16="http://schemas.microsoft.com/office/drawing/2014/main" id="{BE8A788E-5D34-4A69-8BC1-6EA48C897529}"/>
                </a:ext>
              </a:extLst>
            </p:cNvPr>
            <p:cNvSpPr/>
            <p:nvPr/>
          </p:nvSpPr>
          <p:spPr>
            <a:xfrm>
              <a:off x="1753779" y="4331700"/>
              <a:ext cx="4316667" cy="2160000"/>
            </a:xfrm>
            <a:custGeom>
              <a:avLst/>
              <a:gdLst>
                <a:gd name="connsiteX0" fmla="*/ 685032 w 4316667"/>
                <a:gd name="connsiteY0" fmla="*/ 0 h 2160000"/>
                <a:gd name="connsiteX1" fmla="*/ 4316627 w 4316667"/>
                <a:gd name="connsiteY1" fmla="*/ 0 h 2160000"/>
                <a:gd name="connsiteX2" fmla="*/ 4316634 w 4316667"/>
                <a:gd name="connsiteY2" fmla="*/ 35 h 2160000"/>
                <a:gd name="connsiteX3" fmla="*/ 4276395 w 4316667"/>
                <a:gd name="connsiteY3" fmla="*/ 103397 h 2160000"/>
                <a:gd name="connsiteX4" fmla="*/ 4237526 w 4316667"/>
                <a:gd name="connsiteY4" fmla="*/ 131665 h 2160000"/>
                <a:gd name="connsiteX5" fmla="*/ 209768 w 4316667"/>
                <a:gd name="connsiteY5" fmla="*/ 2145214 h 2160000"/>
                <a:gd name="connsiteX6" fmla="*/ 145837 w 4316667"/>
                <a:gd name="connsiteY6" fmla="*/ 2160000 h 2160000"/>
                <a:gd name="connsiteX7" fmla="*/ 145751 w 4316667"/>
                <a:gd name="connsiteY7" fmla="*/ 2160000 h 2160000"/>
                <a:gd name="connsiteX8" fmla="*/ 81820 w 4316667"/>
                <a:gd name="connsiteY8" fmla="*/ 2145214 h 2160000"/>
                <a:gd name="connsiteX9" fmla="*/ 14825 w 4316667"/>
                <a:gd name="connsiteY9" fmla="*/ 1950287 h 2160000"/>
                <a:gd name="connsiteX10" fmla="*/ 685621 w 4316667"/>
                <a:gd name="connsiteY10" fmla="*/ 524476 h 2160000"/>
                <a:gd name="connsiteX11" fmla="*/ 685032 w 4316667"/>
                <a:gd name="connsiteY11" fmla="*/ 0 h 2160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316667" h="2160000">
                  <a:moveTo>
                    <a:pt x="685032" y="0"/>
                  </a:moveTo>
                  <a:lnTo>
                    <a:pt x="4316627" y="0"/>
                  </a:lnTo>
                  <a:lnTo>
                    <a:pt x="4316634" y="35"/>
                  </a:lnTo>
                  <a:cubicBezTo>
                    <a:pt x="4317430" y="37114"/>
                    <a:pt x="4304080" y="74496"/>
                    <a:pt x="4276395" y="103397"/>
                  </a:cubicBezTo>
                  <a:cubicBezTo>
                    <a:pt x="4265052" y="114855"/>
                    <a:pt x="4251929" y="124406"/>
                    <a:pt x="4237526" y="131665"/>
                  </a:cubicBezTo>
                  <a:lnTo>
                    <a:pt x="209768" y="2145214"/>
                  </a:lnTo>
                  <a:lnTo>
                    <a:pt x="145837" y="2160000"/>
                  </a:lnTo>
                  <a:lnTo>
                    <a:pt x="145751" y="2160000"/>
                  </a:lnTo>
                  <a:lnTo>
                    <a:pt x="81820" y="2145214"/>
                  </a:lnTo>
                  <a:cubicBezTo>
                    <a:pt x="9486" y="2109892"/>
                    <a:pt x="-20510" y="2022607"/>
                    <a:pt x="14825" y="1950287"/>
                  </a:cubicBezTo>
                  <a:lnTo>
                    <a:pt x="685621" y="524476"/>
                  </a:lnTo>
                  <a:lnTo>
                    <a:pt x="685032" y="0"/>
                  </a:lnTo>
                  <a:close/>
                </a:path>
              </a:pathLst>
            </a:custGeom>
            <a:solidFill>
              <a:srgbClr val="FF0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0B0004020202020204"/>
                <a:ea typeface="+mn-ea"/>
                <a:cs typeface="+mn-cs"/>
              </a:endParaRPr>
            </a:p>
          </p:txBody>
        </p:sp>
        <p:sp>
          <p:nvSpPr>
            <p:cNvPr id="11" name="Free-form: Shape 10">
              <a:extLst>
                <a:ext uri="{FF2B5EF4-FFF2-40B4-BE49-F238E27FC236}">
                  <a16:creationId xmlns:a16="http://schemas.microsoft.com/office/drawing/2014/main" id="{7FE778B9-C42F-23EE-69D9-9C396371700D}"/>
                </a:ext>
              </a:extLst>
            </p:cNvPr>
            <p:cNvSpPr/>
            <p:nvPr/>
          </p:nvSpPr>
          <p:spPr>
            <a:xfrm>
              <a:off x="1752597" y="2171695"/>
              <a:ext cx="4317805" cy="2160003"/>
            </a:xfrm>
            <a:custGeom>
              <a:avLst/>
              <a:gdLst>
                <a:gd name="connsiteX0" fmla="*/ 152459 w 4317809"/>
                <a:gd name="connsiteY0" fmla="*/ 149 h 2160005"/>
                <a:gd name="connsiteX1" fmla="*/ 208594 w 4317809"/>
                <a:gd name="connsiteY1" fmla="*/ 14267 h 2160005"/>
                <a:gd name="connsiteX2" fmla="*/ 4236942 w 4317809"/>
                <a:gd name="connsiteY2" fmla="*/ 2033129 h 2160005"/>
                <a:gd name="connsiteX3" fmla="*/ 4273185 w 4317809"/>
                <a:gd name="connsiteY3" fmla="*/ 2058503 h 2160005"/>
                <a:gd name="connsiteX4" fmla="*/ 4306038 w 4317809"/>
                <a:gd name="connsiteY4" fmla="*/ 2105749 h 2160005"/>
                <a:gd name="connsiteX5" fmla="*/ 4317809 w 4317809"/>
                <a:gd name="connsiteY5" fmla="*/ 2160005 h 2160005"/>
                <a:gd name="connsiteX6" fmla="*/ 686214 w 4317809"/>
                <a:gd name="connsiteY6" fmla="*/ 2160005 h 2160005"/>
                <a:gd name="connsiteX7" fmla="*/ 685625 w 4317809"/>
                <a:gd name="connsiteY7" fmla="*/ 1636182 h 2160005"/>
                <a:gd name="connsiteX8" fmla="*/ 14240 w 4317809"/>
                <a:gd name="connsiteY8" fmla="*/ 208618 h 2160005"/>
                <a:gd name="connsiteX9" fmla="*/ 14240 w 4317809"/>
                <a:gd name="connsiteY9" fmla="*/ 82951 h 2160005"/>
                <a:gd name="connsiteX10" fmla="*/ 97187 w 4317809"/>
                <a:gd name="connsiteY10" fmla="*/ 8365 h 2160005"/>
                <a:gd name="connsiteX11" fmla="*/ 152459 w 4317809"/>
                <a:gd name="connsiteY11" fmla="*/ 149 h 21600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317809" h="2160005">
                  <a:moveTo>
                    <a:pt x="152459" y="149"/>
                  </a:moveTo>
                  <a:cubicBezTo>
                    <a:pt x="171375" y="1010"/>
                    <a:pt x="190434" y="5593"/>
                    <a:pt x="208594" y="14267"/>
                  </a:cubicBezTo>
                  <a:lnTo>
                    <a:pt x="4236942" y="2033129"/>
                  </a:lnTo>
                  <a:cubicBezTo>
                    <a:pt x="4250256" y="2039671"/>
                    <a:pt x="4262470" y="2048235"/>
                    <a:pt x="4273185" y="2058503"/>
                  </a:cubicBezTo>
                  <a:cubicBezTo>
                    <a:pt x="4287633" y="2072345"/>
                    <a:pt x="4298592" y="2088460"/>
                    <a:pt x="4306038" y="2105749"/>
                  </a:cubicBezTo>
                  <a:lnTo>
                    <a:pt x="4317809" y="2160005"/>
                  </a:lnTo>
                  <a:lnTo>
                    <a:pt x="686214" y="2160005"/>
                  </a:lnTo>
                  <a:lnTo>
                    <a:pt x="685625" y="1636182"/>
                  </a:lnTo>
                  <a:lnTo>
                    <a:pt x="14240" y="208618"/>
                  </a:lnTo>
                  <a:cubicBezTo>
                    <a:pt x="-4746" y="168879"/>
                    <a:pt x="-4746" y="122689"/>
                    <a:pt x="14240" y="82951"/>
                  </a:cubicBezTo>
                  <a:cubicBezTo>
                    <a:pt x="31588" y="46631"/>
                    <a:pt x="62019" y="20783"/>
                    <a:pt x="97187" y="8365"/>
                  </a:cubicBezTo>
                  <a:cubicBezTo>
                    <a:pt x="114772" y="2149"/>
                    <a:pt x="133543" y="-712"/>
                    <a:pt x="152459" y="149"/>
                  </a:cubicBezTo>
                  <a:close/>
                </a:path>
              </a:pathLst>
            </a:custGeom>
            <a:noFill/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0B0004020202020204"/>
                <a:ea typeface="+mn-ea"/>
                <a:cs typeface="+mn-cs"/>
              </a:endParaRPr>
            </a:p>
          </p:txBody>
        </p:sp>
      </p:grpSp>
      <p:grpSp>
        <p:nvGrpSpPr>
          <p:cNvPr id="12" name="Group 11">
            <a:extLst>
              <a:ext uri="{FF2B5EF4-FFF2-40B4-BE49-F238E27FC236}">
                <a16:creationId xmlns:a16="http://schemas.microsoft.com/office/drawing/2014/main" id="{53EBB9F0-563B-9478-A703-BEA4B26E7AB4}"/>
              </a:ext>
            </a:extLst>
          </p:cNvPr>
          <p:cNvGrpSpPr>
            <a:grpSpLocks noChangeAspect="1"/>
          </p:cNvGrpSpPr>
          <p:nvPr/>
        </p:nvGrpSpPr>
        <p:grpSpPr>
          <a:xfrm>
            <a:off x="858375" y="2603678"/>
            <a:ext cx="395804" cy="396000"/>
            <a:chOff x="1752601" y="2171698"/>
            <a:chExt cx="4317847" cy="4320004"/>
          </a:xfrm>
        </p:grpSpPr>
        <p:sp>
          <p:nvSpPr>
            <p:cNvPr id="13" name="Free-form: Shape 12">
              <a:extLst>
                <a:ext uri="{FF2B5EF4-FFF2-40B4-BE49-F238E27FC236}">
                  <a16:creationId xmlns:a16="http://schemas.microsoft.com/office/drawing/2014/main" id="{76874D4B-882B-7780-C69D-19C04C54C352}"/>
                </a:ext>
              </a:extLst>
            </p:cNvPr>
            <p:cNvSpPr/>
            <p:nvPr/>
          </p:nvSpPr>
          <p:spPr>
            <a:xfrm>
              <a:off x="1753779" y="4331700"/>
              <a:ext cx="4316669" cy="2160002"/>
            </a:xfrm>
            <a:custGeom>
              <a:avLst/>
              <a:gdLst>
                <a:gd name="connsiteX0" fmla="*/ 685032 w 4316667"/>
                <a:gd name="connsiteY0" fmla="*/ 0 h 2160000"/>
                <a:gd name="connsiteX1" fmla="*/ 4316627 w 4316667"/>
                <a:gd name="connsiteY1" fmla="*/ 0 h 2160000"/>
                <a:gd name="connsiteX2" fmla="*/ 4316634 w 4316667"/>
                <a:gd name="connsiteY2" fmla="*/ 35 h 2160000"/>
                <a:gd name="connsiteX3" fmla="*/ 4276395 w 4316667"/>
                <a:gd name="connsiteY3" fmla="*/ 103397 h 2160000"/>
                <a:gd name="connsiteX4" fmla="*/ 4237526 w 4316667"/>
                <a:gd name="connsiteY4" fmla="*/ 131665 h 2160000"/>
                <a:gd name="connsiteX5" fmla="*/ 209768 w 4316667"/>
                <a:gd name="connsiteY5" fmla="*/ 2145214 h 2160000"/>
                <a:gd name="connsiteX6" fmla="*/ 145837 w 4316667"/>
                <a:gd name="connsiteY6" fmla="*/ 2160000 h 2160000"/>
                <a:gd name="connsiteX7" fmla="*/ 145751 w 4316667"/>
                <a:gd name="connsiteY7" fmla="*/ 2160000 h 2160000"/>
                <a:gd name="connsiteX8" fmla="*/ 81820 w 4316667"/>
                <a:gd name="connsiteY8" fmla="*/ 2145214 h 2160000"/>
                <a:gd name="connsiteX9" fmla="*/ 14825 w 4316667"/>
                <a:gd name="connsiteY9" fmla="*/ 1950287 h 2160000"/>
                <a:gd name="connsiteX10" fmla="*/ 685621 w 4316667"/>
                <a:gd name="connsiteY10" fmla="*/ 524476 h 2160000"/>
                <a:gd name="connsiteX11" fmla="*/ 685032 w 4316667"/>
                <a:gd name="connsiteY11" fmla="*/ 0 h 2160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316667" h="2160000">
                  <a:moveTo>
                    <a:pt x="685032" y="0"/>
                  </a:moveTo>
                  <a:lnTo>
                    <a:pt x="4316627" y="0"/>
                  </a:lnTo>
                  <a:lnTo>
                    <a:pt x="4316634" y="35"/>
                  </a:lnTo>
                  <a:cubicBezTo>
                    <a:pt x="4317430" y="37114"/>
                    <a:pt x="4304080" y="74496"/>
                    <a:pt x="4276395" y="103397"/>
                  </a:cubicBezTo>
                  <a:cubicBezTo>
                    <a:pt x="4265052" y="114855"/>
                    <a:pt x="4251929" y="124406"/>
                    <a:pt x="4237526" y="131665"/>
                  </a:cubicBezTo>
                  <a:lnTo>
                    <a:pt x="209768" y="2145214"/>
                  </a:lnTo>
                  <a:lnTo>
                    <a:pt x="145837" y="2160000"/>
                  </a:lnTo>
                  <a:lnTo>
                    <a:pt x="145751" y="2160000"/>
                  </a:lnTo>
                  <a:lnTo>
                    <a:pt x="81820" y="2145214"/>
                  </a:lnTo>
                  <a:cubicBezTo>
                    <a:pt x="9486" y="2109892"/>
                    <a:pt x="-20510" y="2022607"/>
                    <a:pt x="14825" y="1950287"/>
                  </a:cubicBezTo>
                  <a:lnTo>
                    <a:pt x="685621" y="524476"/>
                  </a:lnTo>
                  <a:lnTo>
                    <a:pt x="685032" y="0"/>
                  </a:lnTo>
                  <a:close/>
                </a:path>
              </a:pathLst>
            </a:custGeom>
            <a:solidFill>
              <a:srgbClr val="FF0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0B0004020202020204"/>
                <a:ea typeface="+mn-ea"/>
                <a:cs typeface="+mn-cs"/>
              </a:endParaRPr>
            </a:p>
          </p:txBody>
        </p:sp>
        <p:sp>
          <p:nvSpPr>
            <p:cNvPr id="14" name="Free-form: Shape 13">
              <a:extLst>
                <a:ext uri="{FF2B5EF4-FFF2-40B4-BE49-F238E27FC236}">
                  <a16:creationId xmlns:a16="http://schemas.microsoft.com/office/drawing/2014/main" id="{CEF739D0-AAE7-AA28-D47F-BA27B8D27E9B}"/>
                </a:ext>
              </a:extLst>
            </p:cNvPr>
            <p:cNvSpPr/>
            <p:nvPr/>
          </p:nvSpPr>
          <p:spPr>
            <a:xfrm>
              <a:off x="1752601" y="2171698"/>
              <a:ext cx="4317803" cy="2160002"/>
            </a:xfrm>
            <a:custGeom>
              <a:avLst/>
              <a:gdLst>
                <a:gd name="connsiteX0" fmla="*/ 152459 w 4317809"/>
                <a:gd name="connsiteY0" fmla="*/ 149 h 2160005"/>
                <a:gd name="connsiteX1" fmla="*/ 208594 w 4317809"/>
                <a:gd name="connsiteY1" fmla="*/ 14267 h 2160005"/>
                <a:gd name="connsiteX2" fmla="*/ 4236942 w 4317809"/>
                <a:gd name="connsiteY2" fmla="*/ 2033129 h 2160005"/>
                <a:gd name="connsiteX3" fmla="*/ 4273185 w 4317809"/>
                <a:gd name="connsiteY3" fmla="*/ 2058503 h 2160005"/>
                <a:gd name="connsiteX4" fmla="*/ 4306038 w 4317809"/>
                <a:gd name="connsiteY4" fmla="*/ 2105749 h 2160005"/>
                <a:gd name="connsiteX5" fmla="*/ 4317809 w 4317809"/>
                <a:gd name="connsiteY5" fmla="*/ 2160005 h 2160005"/>
                <a:gd name="connsiteX6" fmla="*/ 686214 w 4317809"/>
                <a:gd name="connsiteY6" fmla="*/ 2160005 h 2160005"/>
                <a:gd name="connsiteX7" fmla="*/ 685625 w 4317809"/>
                <a:gd name="connsiteY7" fmla="*/ 1636182 h 2160005"/>
                <a:gd name="connsiteX8" fmla="*/ 14240 w 4317809"/>
                <a:gd name="connsiteY8" fmla="*/ 208618 h 2160005"/>
                <a:gd name="connsiteX9" fmla="*/ 14240 w 4317809"/>
                <a:gd name="connsiteY9" fmla="*/ 82951 h 2160005"/>
                <a:gd name="connsiteX10" fmla="*/ 97187 w 4317809"/>
                <a:gd name="connsiteY10" fmla="*/ 8365 h 2160005"/>
                <a:gd name="connsiteX11" fmla="*/ 152459 w 4317809"/>
                <a:gd name="connsiteY11" fmla="*/ 149 h 21600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317809" h="2160005">
                  <a:moveTo>
                    <a:pt x="152459" y="149"/>
                  </a:moveTo>
                  <a:cubicBezTo>
                    <a:pt x="171375" y="1010"/>
                    <a:pt x="190434" y="5593"/>
                    <a:pt x="208594" y="14267"/>
                  </a:cubicBezTo>
                  <a:lnTo>
                    <a:pt x="4236942" y="2033129"/>
                  </a:lnTo>
                  <a:cubicBezTo>
                    <a:pt x="4250256" y="2039671"/>
                    <a:pt x="4262470" y="2048235"/>
                    <a:pt x="4273185" y="2058503"/>
                  </a:cubicBezTo>
                  <a:cubicBezTo>
                    <a:pt x="4287633" y="2072345"/>
                    <a:pt x="4298592" y="2088460"/>
                    <a:pt x="4306038" y="2105749"/>
                  </a:cubicBezTo>
                  <a:lnTo>
                    <a:pt x="4317809" y="2160005"/>
                  </a:lnTo>
                  <a:lnTo>
                    <a:pt x="686214" y="2160005"/>
                  </a:lnTo>
                  <a:lnTo>
                    <a:pt x="685625" y="1636182"/>
                  </a:lnTo>
                  <a:lnTo>
                    <a:pt x="14240" y="208618"/>
                  </a:lnTo>
                  <a:cubicBezTo>
                    <a:pt x="-4746" y="168879"/>
                    <a:pt x="-4746" y="122689"/>
                    <a:pt x="14240" y="82951"/>
                  </a:cubicBezTo>
                  <a:cubicBezTo>
                    <a:pt x="31588" y="46631"/>
                    <a:pt x="62019" y="20783"/>
                    <a:pt x="97187" y="8365"/>
                  </a:cubicBezTo>
                  <a:cubicBezTo>
                    <a:pt x="114772" y="2149"/>
                    <a:pt x="133543" y="-712"/>
                    <a:pt x="152459" y="149"/>
                  </a:cubicBezTo>
                  <a:close/>
                </a:path>
              </a:pathLst>
            </a:custGeom>
            <a:noFill/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0B0004020202020204"/>
                <a:ea typeface="+mn-ea"/>
                <a:cs typeface="+mn-cs"/>
              </a:endParaRPr>
            </a:p>
          </p:txBody>
        </p:sp>
      </p:grpSp>
      <p:grpSp>
        <p:nvGrpSpPr>
          <p:cNvPr id="15" name="Group 14">
            <a:extLst>
              <a:ext uri="{FF2B5EF4-FFF2-40B4-BE49-F238E27FC236}">
                <a16:creationId xmlns:a16="http://schemas.microsoft.com/office/drawing/2014/main" id="{D4B524C5-0DC2-14DD-934C-24E3A6C934BB}"/>
              </a:ext>
            </a:extLst>
          </p:cNvPr>
          <p:cNvGrpSpPr>
            <a:grpSpLocks noChangeAspect="1"/>
          </p:cNvGrpSpPr>
          <p:nvPr/>
        </p:nvGrpSpPr>
        <p:grpSpPr>
          <a:xfrm>
            <a:off x="858375" y="3107738"/>
            <a:ext cx="395804" cy="396000"/>
            <a:chOff x="1752597" y="2171695"/>
            <a:chExt cx="4317849" cy="4320005"/>
          </a:xfrm>
        </p:grpSpPr>
        <p:sp>
          <p:nvSpPr>
            <p:cNvPr id="16" name="Free-form: Shape 15">
              <a:extLst>
                <a:ext uri="{FF2B5EF4-FFF2-40B4-BE49-F238E27FC236}">
                  <a16:creationId xmlns:a16="http://schemas.microsoft.com/office/drawing/2014/main" id="{EBF3BC9D-C9F0-2A2A-612B-BB274D38E6B9}"/>
                </a:ext>
              </a:extLst>
            </p:cNvPr>
            <p:cNvSpPr/>
            <p:nvPr/>
          </p:nvSpPr>
          <p:spPr>
            <a:xfrm>
              <a:off x="1753779" y="4331700"/>
              <a:ext cx="4316667" cy="2160000"/>
            </a:xfrm>
            <a:custGeom>
              <a:avLst/>
              <a:gdLst>
                <a:gd name="connsiteX0" fmla="*/ 685032 w 4316667"/>
                <a:gd name="connsiteY0" fmla="*/ 0 h 2160000"/>
                <a:gd name="connsiteX1" fmla="*/ 4316627 w 4316667"/>
                <a:gd name="connsiteY1" fmla="*/ 0 h 2160000"/>
                <a:gd name="connsiteX2" fmla="*/ 4316634 w 4316667"/>
                <a:gd name="connsiteY2" fmla="*/ 35 h 2160000"/>
                <a:gd name="connsiteX3" fmla="*/ 4276395 w 4316667"/>
                <a:gd name="connsiteY3" fmla="*/ 103397 h 2160000"/>
                <a:gd name="connsiteX4" fmla="*/ 4237526 w 4316667"/>
                <a:gd name="connsiteY4" fmla="*/ 131665 h 2160000"/>
                <a:gd name="connsiteX5" fmla="*/ 209768 w 4316667"/>
                <a:gd name="connsiteY5" fmla="*/ 2145214 h 2160000"/>
                <a:gd name="connsiteX6" fmla="*/ 145837 w 4316667"/>
                <a:gd name="connsiteY6" fmla="*/ 2160000 h 2160000"/>
                <a:gd name="connsiteX7" fmla="*/ 145751 w 4316667"/>
                <a:gd name="connsiteY7" fmla="*/ 2160000 h 2160000"/>
                <a:gd name="connsiteX8" fmla="*/ 81820 w 4316667"/>
                <a:gd name="connsiteY8" fmla="*/ 2145214 h 2160000"/>
                <a:gd name="connsiteX9" fmla="*/ 14825 w 4316667"/>
                <a:gd name="connsiteY9" fmla="*/ 1950287 h 2160000"/>
                <a:gd name="connsiteX10" fmla="*/ 685621 w 4316667"/>
                <a:gd name="connsiteY10" fmla="*/ 524476 h 2160000"/>
                <a:gd name="connsiteX11" fmla="*/ 685032 w 4316667"/>
                <a:gd name="connsiteY11" fmla="*/ 0 h 2160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316667" h="2160000">
                  <a:moveTo>
                    <a:pt x="685032" y="0"/>
                  </a:moveTo>
                  <a:lnTo>
                    <a:pt x="4316627" y="0"/>
                  </a:lnTo>
                  <a:lnTo>
                    <a:pt x="4316634" y="35"/>
                  </a:lnTo>
                  <a:cubicBezTo>
                    <a:pt x="4317430" y="37114"/>
                    <a:pt x="4304080" y="74496"/>
                    <a:pt x="4276395" y="103397"/>
                  </a:cubicBezTo>
                  <a:cubicBezTo>
                    <a:pt x="4265052" y="114855"/>
                    <a:pt x="4251929" y="124406"/>
                    <a:pt x="4237526" y="131665"/>
                  </a:cubicBezTo>
                  <a:lnTo>
                    <a:pt x="209768" y="2145214"/>
                  </a:lnTo>
                  <a:lnTo>
                    <a:pt x="145837" y="2160000"/>
                  </a:lnTo>
                  <a:lnTo>
                    <a:pt x="145751" y="2160000"/>
                  </a:lnTo>
                  <a:lnTo>
                    <a:pt x="81820" y="2145214"/>
                  </a:lnTo>
                  <a:cubicBezTo>
                    <a:pt x="9486" y="2109892"/>
                    <a:pt x="-20510" y="2022607"/>
                    <a:pt x="14825" y="1950287"/>
                  </a:cubicBezTo>
                  <a:lnTo>
                    <a:pt x="685621" y="524476"/>
                  </a:lnTo>
                  <a:lnTo>
                    <a:pt x="685032" y="0"/>
                  </a:lnTo>
                  <a:close/>
                </a:path>
              </a:pathLst>
            </a:custGeom>
            <a:solidFill>
              <a:srgbClr val="FF0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0B0004020202020204"/>
                <a:ea typeface="+mn-ea"/>
                <a:cs typeface="+mn-cs"/>
              </a:endParaRPr>
            </a:p>
          </p:txBody>
        </p:sp>
        <p:sp>
          <p:nvSpPr>
            <p:cNvPr id="17" name="Free-form: Shape 16">
              <a:extLst>
                <a:ext uri="{FF2B5EF4-FFF2-40B4-BE49-F238E27FC236}">
                  <a16:creationId xmlns:a16="http://schemas.microsoft.com/office/drawing/2014/main" id="{5B109005-38E2-3545-62F3-871A419B99D9}"/>
                </a:ext>
              </a:extLst>
            </p:cNvPr>
            <p:cNvSpPr/>
            <p:nvPr/>
          </p:nvSpPr>
          <p:spPr>
            <a:xfrm>
              <a:off x="1752597" y="2171695"/>
              <a:ext cx="4317809" cy="2160005"/>
            </a:xfrm>
            <a:custGeom>
              <a:avLst/>
              <a:gdLst>
                <a:gd name="connsiteX0" fmla="*/ 152459 w 4317809"/>
                <a:gd name="connsiteY0" fmla="*/ 149 h 2160005"/>
                <a:gd name="connsiteX1" fmla="*/ 208594 w 4317809"/>
                <a:gd name="connsiteY1" fmla="*/ 14267 h 2160005"/>
                <a:gd name="connsiteX2" fmla="*/ 4236942 w 4317809"/>
                <a:gd name="connsiteY2" fmla="*/ 2033129 h 2160005"/>
                <a:gd name="connsiteX3" fmla="*/ 4273185 w 4317809"/>
                <a:gd name="connsiteY3" fmla="*/ 2058503 h 2160005"/>
                <a:gd name="connsiteX4" fmla="*/ 4306038 w 4317809"/>
                <a:gd name="connsiteY4" fmla="*/ 2105749 h 2160005"/>
                <a:gd name="connsiteX5" fmla="*/ 4317809 w 4317809"/>
                <a:gd name="connsiteY5" fmla="*/ 2160005 h 2160005"/>
                <a:gd name="connsiteX6" fmla="*/ 686214 w 4317809"/>
                <a:gd name="connsiteY6" fmla="*/ 2160005 h 2160005"/>
                <a:gd name="connsiteX7" fmla="*/ 685625 w 4317809"/>
                <a:gd name="connsiteY7" fmla="*/ 1636182 h 2160005"/>
                <a:gd name="connsiteX8" fmla="*/ 14240 w 4317809"/>
                <a:gd name="connsiteY8" fmla="*/ 208618 h 2160005"/>
                <a:gd name="connsiteX9" fmla="*/ 14240 w 4317809"/>
                <a:gd name="connsiteY9" fmla="*/ 82951 h 2160005"/>
                <a:gd name="connsiteX10" fmla="*/ 97187 w 4317809"/>
                <a:gd name="connsiteY10" fmla="*/ 8365 h 2160005"/>
                <a:gd name="connsiteX11" fmla="*/ 152459 w 4317809"/>
                <a:gd name="connsiteY11" fmla="*/ 149 h 21600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317809" h="2160005">
                  <a:moveTo>
                    <a:pt x="152459" y="149"/>
                  </a:moveTo>
                  <a:cubicBezTo>
                    <a:pt x="171375" y="1010"/>
                    <a:pt x="190434" y="5593"/>
                    <a:pt x="208594" y="14267"/>
                  </a:cubicBezTo>
                  <a:lnTo>
                    <a:pt x="4236942" y="2033129"/>
                  </a:lnTo>
                  <a:cubicBezTo>
                    <a:pt x="4250256" y="2039671"/>
                    <a:pt x="4262470" y="2048235"/>
                    <a:pt x="4273185" y="2058503"/>
                  </a:cubicBezTo>
                  <a:cubicBezTo>
                    <a:pt x="4287633" y="2072345"/>
                    <a:pt x="4298592" y="2088460"/>
                    <a:pt x="4306038" y="2105749"/>
                  </a:cubicBezTo>
                  <a:lnTo>
                    <a:pt x="4317809" y="2160005"/>
                  </a:lnTo>
                  <a:lnTo>
                    <a:pt x="686214" y="2160005"/>
                  </a:lnTo>
                  <a:lnTo>
                    <a:pt x="685625" y="1636182"/>
                  </a:lnTo>
                  <a:lnTo>
                    <a:pt x="14240" y="208618"/>
                  </a:lnTo>
                  <a:cubicBezTo>
                    <a:pt x="-4746" y="168879"/>
                    <a:pt x="-4746" y="122689"/>
                    <a:pt x="14240" y="82951"/>
                  </a:cubicBezTo>
                  <a:cubicBezTo>
                    <a:pt x="31588" y="46631"/>
                    <a:pt x="62019" y="20783"/>
                    <a:pt x="97187" y="8365"/>
                  </a:cubicBezTo>
                  <a:cubicBezTo>
                    <a:pt x="114772" y="2149"/>
                    <a:pt x="133543" y="-712"/>
                    <a:pt x="152459" y="149"/>
                  </a:cubicBezTo>
                  <a:close/>
                </a:path>
              </a:pathLst>
            </a:custGeom>
            <a:noFill/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0B0004020202020204"/>
                <a:ea typeface="+mn-ea"/>
                <a:cs typeface="+mn-cs"/>
              </a:endParaRPr>
            </a:p>
          </p:txBody>
        </p:sp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85DCA090-0D80-122D-8591-BE10D12A06CB}"/>
              </a:ext>
            </a:extLst>
          </p:cNvPr>
          <p:cNvGrpSpPr>
            <a:grpSpLocks noChangeAspect="1"/>
          </p:cNvGrpSpPr>
          <p:nvPr/>
        </p:nvGrpSpPr>
        <p:grpSpPr>
          <a:xfrm>
            <a:off x="858375" y="3559942"/>
            <a:ext cx="395804" cy="396000"/>
            <a:chOff x="1752597" y="2171695"/>
            <a:chExt cx="4317849" cy="4320005"/>
          </a:xfrm>
        </p:grpSpPr>
        <p:sp>
          <p:nvSpPr>
            <p:cNvPr id="19" name="Free-form: Shape 18">
              <a:extLst>
                <a:ext uri="{FF2B5EF4-FFF2-40B4-BE49-F238E27FC236}">
                  <a16:creationId xmlns:a16="http://schemas.microsoft.com/office/drawing/2014/main" id="{06B853D9-7F94-F149-A569-C3FC69D8EA80}"/>
                </a:ext>
              </a:extLst>
            </p:cNvPr>
            <p:cNvSpPr/>
            <p:nvPr/>
          </p:nvSpPr>
          <p:spPr>
            <a:xfrm>
              <a:off x="1753779" y="4331700"/>
              <a:ext cx="4316667" cy="2160000"/>
            </a:xfrm>
            <a:custGeom>
              <a:avLst/>
              <a:gdLst>
                <a:gd name="connsiteX0" fmla="*/ 685032 w 4316667"/>
                <a:gd name="connsiteY0" fmla="*/ 0 h 2160000"/>
                <a:gd name="connsiteX1" fmla="*/ 4316627 w 4316667"/>
                <a:gd name="connsiteY1" fmla="*/ 0 h 2160000"/>
                <a:gd name="connsiteX2" fmla="*/ 4316634 w 4316667"/>
                <a:gd name="connsiteY2" fmla="*/ 35 h 2160000"/>
                <a:gd name="connsiteX3" fmla="*/ 4276395 w 4316667"/>
                <a:gd name="connsiteY3" fmla="*/ 103397 h 2160000"/>
                <a:gd name="connsiteX4" fmla="*/ 4237526 w 4316667"/>
                <a:gd name="connsiteY4" fmla="*/ 131665 h 2160000"/>
                <a:gd name="connsiteX5" fmla="*/ 209768 w 4316667"/>
                <a:gd name="connsiteY5" fmla="*/ 2145214 h 2160000"/>
                <a:gd name="connsiteX6" fmla="*/ 145837 w 4316667"/>
                <a:gd name="connsiteY6" fmla="*/ 2160000 h 2160000"/>
                <a:gd name="connsiteX7" fmla="*/ 145751 w 4316667"/>
                <a:gd name="connsiteY7" fmla="*/ 2160000 h 2160000"/>
                <a:gd name="connsiteX8" fmla="*/ 81820 w 4316667"/>
                <a:gd name="connsiteY8" fmla="*/ 2145214 h 2160000"/>
                <a:gd name="connsiteX9" fmla="*/ 14825 w 4316667"/>
                <a:gd name="connsiteY9" fmla="*/ 1950287 h 2160000"/>
                <a:gd name="connsiteX10" fmla="*/ 685621 w 4316667"/>
                <a:gd name="connsiteY10" fmla="*/ 524476 h 2160000"/>
                <a:gd name="connsiteX11" fmla="*/ 685032 w 4316667"/>
                <a:gd name="connsiteY11" fmla="*/ 0 h 2160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316667" h="2160000">
                  <a:moveTo>
                    <a:pt x="685032" y="0"/>
                  </a:moveTo>
                  <a:lnTo>
                    <a:pt x="4316627" y="0"/>
                  </a:lnTo>
                  <a:lnTo>
                    <a:pt x="4316634" y="35"/>
                  </a:lnTo>
                  <a:cubicBezTo>
                    <a:pt x="4317430" y="37114"/>
                    <a:pt x="4304080" y="74496"/>
                    <a:pt x="4276395" y="103397"/>
                  </a:cubicBezTo>
                  <a:cubicBezTo>
                    <a:pt x="4265052" y="114855"/>
                    <a:pt x="4251929" y="124406"/>
                    <a:pt x="4237526" y="131665"/>
                  </a:cubicBezTo>
                  <a:lnTo>
                    <a:pt x="209768" y="2145214"/>
                  </a:lnTo>
                  <a:lnTo>
                    <a:pt x="145837" y="2160000"/>
                  </a:lnTo>
                  <a:lnTo>
                    <a:pt x="145751" y="2160000"/>
                  </a:lnTo>
                  <a:lnTo>
                    <a:pt x="81820" y="2145214"/>
                  </a:lnTo>
                  <a:cubicBezTo>
                    <a:pt x="9486" y="2109892"/>
                    <a:pt x="-20510" y="2022607"/>
                    <a:pt x="14825" y="1950287"/>
                  </a:cubicBezTo>
                  <a:lnTo>
                    <a:pt x="685621" y="524476"/>
                  </a:lnTo>
                  <a:lnTo>
                    <a:pt x="685032" y="0"/>
                  </a:lnTo>
                  <a:close/>
                </a:path>
              </a:pathLst>
            </a:custGeom>
            <a:solidFill>
              <a:srgbClr val="FF0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0B0004020202020204"/>
                <a:ea typeface="+mn-ea"/>
                <a:cs typeface="+mn-cs"/>
              </a:endParaRPr>
            </a:p>
          </p:txBody>
        </p:sp>
        <p:sp>
          <p:nvSpPr>
            <p:cNvPr id="20" name="Free-form: Shape 19">
              <a:extLst>
                <a:ext uri="{FF2B5EF4-FFF2-40B4-BE49-F238E27FC236}">
                  <a16:creationId xmlns:a16="http://schemas.microsoft.com/office/drawing/2014/main" id="{2B4CBA5C-F739-94FE-B317-DACBD37B9E9F}"/>
                </a:ext>
              </a:extLst>
            </p:cNvPr>
            <p:cNvSpPr/>
            <p:nvPr/>
          </p:nvSpPr>
          <p:spPr>
            <a:xfrm>
              <a:off x="1752597" y="2171695"/>
              <a:ext cx="4317809" cy="2160005"/>
            </a:xfrm>
            <a:custGeom>
              <a:avLst/>
              <a:gdLst>
                <a:gd name="connsiteX0" fmla="*/ 152459 w 4317809"/>
                <a:gd name="connsiteY0" fmla="*/ 149 h 2160005"/>
                <a:gd name="connsiteX1" fmla="*/ 208594 w 4317809"/>
                <a:gd name="connsiteY1" fmla="*/ 14267 h 2160005"/>
                <a:gd name="connsiteX2" fmla="*/ 4236942 w 4317809"/>
                <a:gd name="connsiteY2" fmla="*/ 2033129 h 2160005"/>
                <a:gd name="connsiteX3" fmla="*/ 4273185 w 4317809"/>
                <a:gd name="connsiteY3" fmla="*/ 2058503 h 2160005"/>
                <a:gd name="connsiteX4" fmla="*/ 4306038 w 4317809"/>
                <a:gd name="connsiteY4" fmla="*/ 2105749 h 2160005"/>
                <a:gd name="connsiteX5" fmla="*/ 4317809 w 4317809"/>
                <a:gd name="connsiteY5" fmla="*/ 2160005 h 2160005"/>
                <a:gd name="connsiteX6" fmla="*/ 686214 w 4317809"/>
                <a:gd name="connsiteY6" fmla="*/ 2160005 h 2160005"/>
                <a:gd name="connsiteX7" fmla="*/ 685625 w 4317809"/>
                <a:gd name="connsiteY7" fmla="*/ 1636182 h 2160005"/>
                <a:gd name="connsiteX8" fmla="*/ 14240 w 4317809"/>
                <a:gd name="connsiteY8" fmla="*/ 208618 h 2160005"/>
                <a:gd name="connsiteX9" fmla="*/ 14240 w 4317809"/>
                <a:gd name="connsiteY9" fmla="*/ 82951 h 2160005"/>
                <a:gd name="connsiteX10" fmla="*/ 97187 w 4317809"/>
                <a:gd name="connsiteY10" fmla="*/ 8365 h 2160005"/>
                <a:gd name="connsiteX11" fmla="*/ 152459 w 4317809"/>
                <a:gd name="connsiteY11" fmla="*/ 149 h 21600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317809" h="2160005">
                  <a:moveTo>
                    <a:pt x="152459" y="149"/>
                  </a:moveTo>
                  <a:cubicBezTo>
                    <a:pt x="171375" y="1010"/>
                    <a:pt x="190434" y="5593"/>
                    <a:pt x="208594" y="14267"/>
                  </a:cubicBezTo>
                  <a:lnTo>
                    <a:pt x="4236942" y="2033129"/>
                  </a:lnTo>
                  <a:cubicBezTo>
                    <a:pt x="4250256" y="2039671"/>
                    <a:pt x="4262470" y="2048235"/>
                    <a:pt x="4273185" y="2058503"/>
                  </a:cubicBezTo>
                  <a:cubicBezTo>
                    <a:pt x="4287633" y="2072345"/>
                    <a:pt x="4298592" y="2088460"/>
                    <a:pt x="4306038" y="2105749"/>
                  </a:cubicBezTo>
                  <a:lnTo>
                    <a:pt x="4317809" y="2160005"/>
                  </a:lnTo>
                  <a:lnTo>
                    <a:pt x="686214" y="2160005"/>
                  </a:lnTo>
                  <a:lnTo>
                    <a:pt x="685625" y="1636182"/>
                  </a:lnTo>
                  <a:lnTo>
                    <a:pt x="14240" y="208618"/>
                  </a:lnTo>
                  <a:cubicBezTo>
                    <a:pt x="-4746" y="168879"/>
                    <a:pt x="-4746" y="122689"/>
                    <a:pt x="14240" y="82951"/>
                  </a:cubicBezTo>
                  <a:cubicBezTo>
                    <a:pt x="31588" y="46631"/>
                    <a:pt x="62019" y="20783"/>
                    <a:pt x="97187" y="8365"/>
                  </a:cubicBezTo>
                  <a:cubicBezTo>
                    <a:pt x="114772" y="2149"/>
                    <a:pt x="133543" y="-712"/>
                    <a:pt x="152459" y="149"/>
                  </a:cubicBezTo>
                  <a:close/>
                </a:path>
              </a:pathLst>
            </a:custGeom>
            <a:noFill/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0B0004020202020204"/>
                <a:ea typeface="+mn-ea"/>
                <a:cs typeface="+mn-cs"/>
              </a:endParaRPr>
            </a:p>
          </p:txBody>
        </p:sp>
      </p:grpSp>
      <p:grpSp>
        <p:nvGrpSpPr>
          <p:cNvPr id="21" name="Group 20">
            <a:extLst>
              <a:ext uri="{FF2B5EF4-FFF2-40B4-BE49-F238E27FC236}">
                <a16:creationId xmlns:a16="http://schemas.microsoft.com/office/drawing/2014/main" id="{5795BCF8-EF89-3619-84ED-79A71C120BF5}"/>
              </a:ext>
            </a:extLst>
          </p:cNvPr>
          <p:cNvGrpSpPr>
            <a:grpSpLocks noChangeAspect="1"/>
          </p:cNvGrpSpPr>
          <p:nvPr/>
        </p:nvGrpSpPr>
        <p:grpSpPr>
          <a:xfrm>
            <a:off x="860875" y="4102082"/>
            <a:ext cx="395804" cy="396000"/>
            <a:chOff x="1752597" y="2171695"/>
            <a:chExt cx="4317849" cy="4320005"/>
          </a:xfrm>
        </p:grpSpPr>
        <p:sp>
          <p:nvSpPr>
            <p:cNvPr id="22" name="Free-form: Shape 21">
              <a:extLst>
                <a:ext uri="{FF2B5EF4-FFF2-40B4-BE49-F238E27FC236}">
                  <a16:creationId xmlns:a16="http://schemas.microsoft.com/office/drawing/2014/main" id="{A92238D0-5607-2BF1-ADDC-BAD817F019B9}"/>
                </a:ext>
              </a:extLst>
            </p:cNvPr>
            <p:cNvSpPr/>
            <p:nvPr/>
          </p:nvSpPr>
          <p:spPr>
            <a:xfrm>
              <a:off x="1753779" y="4331700"/>
              <a:ext cx="4316667" cy="2160000"/>
            </a:xfrm>
            <a:custGeom>
              <a:avLst/>
              <a:gdLst>
                <a:gd name="connsiteX0" fmla="*/ 685032 w 4316667"/>
                <a:gd name="connsiteY0" fmla="*/ 0 h 2160000"/>
                <a:gd name="connsiteX1" fmla="*/ 4316627 w 4316667"/>
                <a:gd name="connsiteY1" fmla="*/ 0 h 2160000"/>
                <a:gd name="connsiteX2" fmla="*/ 4316634 w 4316667"/>
                <a:gd name="connsiteY2" fmla="*/ 35 h 2160000"/>
                <a:gd name="connsiteX3" fmla="*/ 4276395 w 4316667"/>
                <a:gd name="connsiteY3" fmla="*/ 103397 h 2160000"/>
                <a:gd name="connsiteX4" fmla="*/ 4237526 w 4316667"/>
                <a:gd name="connsiteY4" fmla="*/ 131665 h 2160000"/>
                <a:gd name="connsiteX5" fmla="*/ 209768 w 4316667"/>
                <a:gd name="connsiteY5" fmla="*/ 2145214 h 2160000"/>
                <a:gd name="connsiteX6" fmla="*/ 145837 w 4316667"/>
                <a:gd name="connsiteY6" fmla="*/ 2160000 h 2160000"/>
                <a:gd name="connsiteX7" fmla="*/ 145751 w 4316667"/>
                <a:gd name="connsiteY7" fmla="*/ 2160000 h 2160000"/>
                <a:gd name="connsiteX8" fmla="*/ 81820 w 4316667"/>
                <a:gd name="connsiteY8" fmla="*/ 2145214 h 2160000"/>
                <a:gd name="connsiteX9" fmla="*/ 14825 w 4316667"/>
                <a:gd name="connsiteY9" fmla="*/ 1950287 h 2160000"/>
                <a:gd name="connsiteX10" fmla="*/ 685621 w 4316667"/>
                <a:gd name="connsiteY10" fmla="*/ 524476 h 2160000"/>
                <a:gd name="connsiteX11" fmla="*/ 685032 w 4316667"/>
                <a:gd name="connsiteY11" fmla="*/ 0 h 2160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316667" h="2160000">
                  <a:moveTo>
                    <a:pt x="685032" y="0"/>
                  </a:moveTo>
                  <a:lnTo>
                    <a:pt x="4316627" y="0"/>
                  </a:lnTo>
                  <a:lnTo>
                    <a:pt x="4316634" y="35"/>
                  </a:lnTo>
                  <a:cubicBezTo>
                    <a:pt x="4317430" y="37114"/>
                    <a:pt x="4304080" y="74496"/>
                    <a:pt x="4276395" y="103397"/>
                  </a:cubicBezTo>
                  <a:cubicBezTo>
                    <a:pt x="4265052" y="114855"/>
                    <a:pt x="4251929" y="124406"/>
                    <a:pt x="4237526" y="131665"/>
                  </a:cubicBezTo>
                  <a:lnTo>
                    <a:pt x="209768" y="2145214"/>
                  </a:lnTo>
                  <a:lnTo>
                    <a:pt x="145837" y="2160000"/>
                  </a:lnTo>
                  <a:lnTo>
                    <a:pt x="145751" y="2160000"/>
                  </a:lnTo>
                  <a:lnTo>
                    <a:pt x="81820" y="2145214"/>
                  </a:lnTo>
                  <a:cubicBezTo>
                    <a:pt x="9486" y="2109892"/>
                    <a:pt x="-20510" y="2022607"/>
                    <a:pt x="14825" y="1950287"/>
                  </a:cubicBezTo>
                  <a:lnTo>
                    <a:pt x="685621" y="524476"/>
                  </a:lnTo>
                  <a:lnTo>
                    <a:pt x="685032" y="0"/>
                  </a:lnTo>
                  <a:close/>
                </a:path>
              </a:pathLst>
            </a:custGeom>
            <a:solidFill>
              <a:srgbClr val="FF0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0B0004020202020204"/>
                <a:ea typeface="+mn-ea"/>
                <a:cs typeface="+mn-cs"/>
              </a:endParaRPr>
            </a:p>
          </p:txBody>
        </p:sp>
        <p:sp>
          <p:nvSpPr>
            <p:cNvPr id="23" name="Free-form: Shape 22">
              <a:extLst>
                <a:ext uri="{FF2B5EF4-FFF2-40B4-BE49-F238E27FC236}">
                  <a16:creationId xmlns:a16="http://schemas.microsoft.com/office/drawing/2014/main" id="{02152D85-4C04-51E0-0625-92ABF2A369E3}"/>
                </a:ext>
              </a:extLst>
            </p:cNvPr>
            <p:cNvSpPr/>
            <p:nvPr/>
          </p:nvSpPr>
          <p:spPr>
            <a:xfrm>
              <a:off x="1752597" y="2171695"/>
              <a:ext cx="4317809" cy="2160005"/>
            </a:xfrm>
            <a:custGeom>
              <a:avLst/>
              <a:gdLst>
                <a:gd name="connsiteX0" fmla="*/ 152459 w 4317809"/>
                <a:gd name="connsiteY0" fmla="*/ 149 h 2160005"/>
                <a:gd name="connsiteX1" fmla="*/ 208594 w 4317809"/>
                <a:gd name="connsiteY1" fmla="*/ 14267 h 2160005"/>
                <a:gd name="connsiteX2" fmla="*/ 4236942 w 4317809"/>
                <a:gd name="connsiteY2" fmla="*/ 2033129 h 2160005"/>
                <a:gd name="connsiteX3" fmla="*/ 4273185 w 4317809"/>
                <a:gd name="connsiteY3" fmla="*/ 2058503 h 2160005"/>
                <a:gd name="connsiteX4" fmla="*/ 4306038 w 4317809"/>
                <a:gd name="connsiteY4" fmla="*/ 2105749 h 2160005"/>
                <a:gd name="connsiteX5" fmla="*/ 4317809 w 4317809"/>
                <a:gd name="connsiteY5" fmla="*/ 2160005 h 2160005"/>
                <a:gd name="connsiteX6" fmla="*/ 686214 w 4317809"/>
                <a:gd name="connsiteY6" fmla="*/ 2160005 h 2160005"/>
                <a:gd name="connsiteX7" fmla="*/ 685625 w 4317809"/>
                <a:gd name="connsiteY7" fmla="*/ 1636182 h 2160005"/>
                <a:gd name="connsiteX8" fmla="*/ 14240 w 4317809"/>
                <a:gd name="connsiteY8" fmla="*/ 208618 h 2160005"/>
                <a:gd name="connsiteX9" fmla="*/ 14240 w 4317809"/>
                <a:gd name="connsiteY9" fmla="*/ 82951 h 2160005"/>
                <a:gd name="connsiteX10" fmla="*/ 97187 w 4317809"/>
                <a:gd name="connsiteY10" fmla="*/ 8365 h 2160005"/>
                <a:gd name="connsiteX11" fmla="*/ 152459 w 4317809"/>
                <a:gd name="connsiteY11" fmla="*/ 149 h 21600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317809" h="2160005">
                  <a:moveTo>
                    <a:pt x="152459" y="149"/>
                  </a:moveTo>
                  <a:cubicBezTo>
                    <a:pt x="171375" y="1010"/>
                    <a:pt x="190434" y="5593"/>
                    <a:pt x="208594" y="14267"/>
                  </a:cubicBezTo>
                  <a:lnTo>
                    <a:pt x="4236942" y="2033129"/>
                  </a:lnTo>
                  <a:cubicBezTo>
                    <a:pt x="4250256" y="2039671"/>
                    <a:pt x="4262470" y="2048235"/>
                    <a:pt x="4273185" y="2058503"/>
                  </a:cubicBezTo>
                  <a:cubicBezTo>
                    <a:pt x="4287633" y="2072345"/>
                    <a:pt x="4298592" y="2088460"/>
                    <a:pt x="4306038" y="2105749"/>
                  </a:cubicBezTo>
                  <a:lnTo>
                    <a:pt x="4317809" y="2160005"/>
                  </a:lnTo>
                  <a:lnTo>
                    <a:pt x="686214" y="2160005"/>
                  </a:lnTo>
                  <a:lnTo>
                    <a:pt x="685625" y="1636182"/>
                  </a:lnTo>
                  <a:lnTo>
                    <a:pt x="14240" y="208618"/>
                  </a:lnTo>
                  <a:cubicBezTo>
                    <a:pt x="-4746" y="168879"/>
                    <a:pt x="-4746" y="122689"/>
                    <a:pt x="14240" y="82951"/>
                  </a:cubicBezTo>
                  <a:cubicBezTo>
                    <a:pt x="31588" y="46631"/>
                    <a:pt x="62019" y="20783"/>
                    <a:pt x="97187" y="8365"/>
                  </a:cubicBezTo>
                  <a:cubicBezTo>
                    <a:pt x="114772" y="2149"/>
                    <a:pt x="133543" y="-712"/>
                    <a:pt x="152459" y="149"/>
                  </a:cubicBezTo>
                  <a:close/>
                </a:path>
              </a:pathLst>
            </a:custGeom>
            <a:noFill/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0B0004020202020204"/>
                <a:ea typeface="+mn-ea"/>
                <a:cs typeface="+mn-cs"/>
              </a:endParaRPr>
            </a:p>
          </p:txBody>
        </p:sp>
      </p:grpSp>
      <p:grpSp>
        <p:nvGrpSpPr>
          <p:cNvPr id="24" name="Group 23">
            <a:extLst>
              <a:ext uri="{FF2B5EF4-FFF2-40B4-BE49-F238E27FC236}">
                <a16:creationId xmlns:a16="http://schemas.microsoft.com/office/drawing/2014/main" id="{199D6631-F6D9-D3FF-D4C0-C6C4ED7FB322}"/>
              </a:ext>
            </a:extLst>
          </p:cNvPr>
          <p:cNvGrpSpPr>
            <a:grpSpLocks noChangeAspect="1"/>
          </p:cNvGrpSpPr>
          <p:nvPr/>
        </p:nvGrpSpPr>
        <p:grpSpPr>
          <a:xfrm>
            <a:off x="858373" y="4554286"/>
            <a:ext cx="395804" cy="396000"/>
            <a:chOff x="1752597" y="2171695"/>
            <a:chExt cx="4317849" cy="4320005"/>
          </a:xfrm>
        </p:grpSpPr>
        <p:sp>
          <p:nvSpPr>
            <p:cNvPr id="25" name="Free-form: Shape 24">
              <a:extLst>
                <a:ext uri="{FF2B5EF4-FFF2-40B4-BE49-F238E27FC236}">
                  <a16:creationId xmlns:a16="http://schemas.microsoft.com/office/drawing/2014/main" id="{F53CC045-B0A4-DE91-C427-DEB2C6441EA7}"/>
                </a:ext>
              </a:extLst>
            </p:cNvPr>
            <p:cNvSpPr/>
            <p:nvPr/>
          </p:nvSpPr>
          <p:spPr>
            <a:xfrm>
              <a:off x="1753779" y="4331700"/>
              <a:ext cx="4316667" cy="2160000"/>
            </a:xfrm>
            <a:custGeom>
              <a:avLst/>
              <a:gdLst>
                <a:gd name="connsiteX0" fmla="*/ 685032 w 4316667"/>
                <a:gd name="connsiteY0" fmla="*/ 0 h 2160000"/>
                <a:gd name="connsiteX1" fmla="*/ 4316627 w 4316667"/>
                <a:gd name="connsiteY1" fmla="*/ 0 h 2160000"/>
                <a:gd name="connsiteX2" fmla="*/ 4316634 w 4316667"/>
                <a:gd name="connsiteY2" fmla="*/ 35 h 2160000"/>
                <a:gd name="connsiteX3" fmla="*/ 4276395 w 4316667"/>
                <a:gd name="connsiteY3" fmla="*/ 103397 h 2160000"/>
                <a:gd name="connsiteX4" fmla="*/ 4237526 w 4316667"/>
                <a:gd name="connsiteY4" fmla="*/ 131665 h 2160000"/>
                <a:gd name="connsiteX5" fmla="*/ 209768 w 4316667"/>
                <a:gd name="connsiteY5" fmla="*/ 2145214 h 2160000"/>
                <a:gd name="connsiteX6" fmla="*/ 145837 w 4316667"/>
                <a:gd name="connsiteY6" fmla="*/ 2160000 h 2160000"/>
                <a:gd name="connsiteX7" fmla="*/ 145751 w 4316667"/>
                <a:gd name="connsiteY7" fmla="*/ 2160000 h 2160000"/>
                <a:gd name="connsiteX8" fmla="*/ 81820 w 4316667"/>
                <a:gd name="connsiteY8" fmla="*/ 2145214 h 2160000"/>
                <a:gd name="connsiteX9" fmla="*/ 14825 w 4316667"/>
                <a:gd name="connsiteY9" fmla="*/ 1950287 h 2160000"/>
                <a:gd name="connsiteX10" fmla="*/ 685621 w 4316667"/>
                <a:gd name="connsiteY10" fmla="*/ 524476 h 2160000"/>
                <a:gd name="connsiteX11" fmla="*/ 685032 w 4316667"/>
                <a:gd name="connsiteY11" fmla="*/ 0 h 2160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316667" h="2160000">
                  <a:moveTo>
                    <a:pt x="685032" y="0"/>
                  </a:moveTo>
                  <a:lnTo>
                    <a:pt x="4316627" y="0"/>
                  </a:lnTo>
                  <a:lnTo>
                    <a:pt x="4316634" y="35"/>
                  </a:lnTo>
                  <a:cubicBezTo>
                    <a:pt x="4317430" y="37114"/>
                    <a:pt x="4304080" y="74496"/>
                    <a:pt x="4276395" y="103397"/>
                  </a:cubicBezTo>
                  <a:cubicBezTo>
                    <a:pt x="4265052" y="114855"/>
                    <a:pt x="4251929" y="124406"/>
                    <a:pt x="4237526" y="131665"/>
                  </a:cubicBezTo>
                  <a:lnTo>
                    <a:pt x="209768" y="2145214"/>
                  </a:lnTo>
                  <a:lnTo>
                    <a:pt x="145837" y="2160000"/>
                  </a:lnTo>
                  <a:lnTo>
                    <a:pt x="145751" y="2160000"/>
                  </a:lnTo>
                  <a:lnTo>
                    <a:pt x="81820" y="2145214"/>
                  </a:lnTo>
                  <a:cubicBezTo>
                    <a:pt x="9486" y="2109892"/>
                    <a:pt x="-20510" y="2022607"/>
                    <a:pt x="14825" y="1950287"/>
                  </a:cubicBezTo>
                  <a:lnTo>
                    <a:pt x="685621" y="524476"/>
                  </a:lnTo>
                  <a:lnTo>
                    <a:pt x="685032" y="0"/>
                  </a:lnTo>
                  <a:close/>
                </a:path>
              </a:pathLst>
            </a:custGeom>
            <a:solidFill>
              <a:srgbClr val="FF0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0B0004020202020204"/>
                <a:ea typeface="+mn-ea"/>
                <a:cs typeface="+mn-cs"/>
              </a:endParaRPr>
            </a:p>
          </p:txBody>
        </p:sp>
        <p:sp>
          <p:nvSpPr>
            <p:cNvPr id="26" name="Free-form: Shape 25">
              <a:extLst>
                <a:ext uri="{FF2B5EF4-FFF2-40B4-BE49-F238E27FC236}">
                  <a16:creationId xmlns:a16="http://schemas.microsoft.com/office/drawing/2014/main" id="{989B6017-2C87-0D62-D61F-43F7CE38DA8F}"/>
                </a:ext>
              </a:extLst>
            </p:cNvPr>
            <p:cNvSpPr/>
            <p:nvPr/>
          </p:nvSpPr>
          <p:spPr>
            <a:xfrm>
              <a:off x="1752597" y="2171695"/>
              <a:ext cx="4317809" cy="2160005"/>
            </a:xfrm>
            <a:custGeom>
              <a:avLst/>
              <a:gdLst>
                <a:gd name="connsiteX0" fmla="*/ 152459 w 4317809"/>
                <a:gd name="connsiteY0" fmla="*/ 149 h 2160005"/>
                <a:gd name="connsiteX1" fmla="*/ 208594 w 4317809"/>
                <a:gd name="connsiteY1" fmla="*/ 14267 h 2160005"/>
                <a:gd name="connsiteX2" fmla="*/ 4236942 w 4317809"/>
                <a:gd name="connsiteY2" fmla="*/ 2033129 h 2160005"/>
                <a:gd name="connsiteX3" fmla="*/ 4273185 w 4317809"/>
                <a:gd name="connsiteY3" fmla="*/ 2058503 h 2160005"/>
                <a:gd name="connsiteX4" fmla="*/ 4306038 w 4317809"/>
                <a:gd name="connsiteY4" fmla="*/ 2105749 h 2160005"/>
                <a:gd name="connsiteX5" fmla="*/ 4317809 w 4317809"/>
                <a:gd name="connsiteY5" fmla="*/ 2160005 h 2160005"/>
                <a:gd name="connsiteX6" fmla="*/ 686214 w 4317809"/>
                <a:gd name="connsiteY6" fmla="*/ 2160005 h 2160005"/>
                <a:gd name="connsiteX7" fmla="*/ 685625 w 4317809"/>
                <a:gd name="connsiteY7" fmla="*/ 1636182 h 2160005"/>
                <a:gd name="connsiteX8" fmla="*/ 14240 w 4317809"/>
                <a:gd name="connsiteY8" fmla="*/ 208618 h 2160005"/>
                <a:gd name="connsiteX9" fmla="*/ 14240 w 4317809"/>
                <a:gd name="connsiteY9" fmla="*/ 82951 h 2160005"/>
                <a:gd name="connsiteX10" fmla="*/ 97187 w 4317809"/>
                <a:gd name="connsiteY10" fmla="*/ 8365 h 2160005"/>
                <a:gd name="connsiteX11" fmla="*/ 152459 w 4317809"/>
                <a:gd name="connsiteY11" fmla="*/ 149 h 21600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317809" h="2160005">
                  <a:moveTo>
                    <a:pt x="152459" y="149"/>
                  </a:moveTo>
                  <a:cubicBezTo>
                    <a:pt x="171375" y="1010"/>
                    <a:pt x="190434" y="5593"/>
                    <a:pt x="208594" y="14267"/>
                  </a:cubicBezTo>
                  <a:lnTo>
                    <a:pt x="4236942" y="2033129"/>
                  </a:lnTo>
                  <a:cubicBezTo>
                    <a:pt x="4250256" y="2039671"/>
                    <a:pt x="4262470" y="2048235"/>
                    <a:pt x="4273185" y="2058503"/>
                  </a:cubicBezTo>
                  <a:cubicBezTo>
                    <a:pt x="4287633" y="2072345"/>
                    <a:pt x="4298592" y="2088460"/>
                    <a:pt x="4306038" y="2105749"/>
                  </a:cubicBezTo>
                  <a:lnTo>
                    <a:pt x="4317809" y="2160005"/>
                  </a:lnTo>
                  <a:lnTo>
                    <a:pt x="686214" y="2160005"/>
                  </a:lnTo>
                  <a:lnTo>
                    <a:pt x="685625" y="1636182"/>
                  </a:lnTo>
                  <a:lnTo>
                    <a:pt x="14240" y="208618"/>
                  </a:lnTo>
                  <a:cubicBezTo>
                    <a:pt x="-4746" y="168879"/>
                    <a:pt x="-4746" y="122689"/>
                    <a:pt x="14240" y="82951"/>
                  </a:cubicBezTo>
                  <a:cubicBezTo>
                    <a:pt x="31588" y="46631"/>
                    <a:pt x="62019" y="20783"/>
                    <a:pt x="97187" y="8365"/>
                  </a:cubicBezTo>
                  <a:cubicBezTo>
                    <a:pt x="114772" y="2149"/>
                    <a:pt x="133543" y="-712"/>
                    <a:pt x="152459" y="149"/>
                  </a:cubicBezTo>
                  <a:close/>
                </a:path>
              </a:pathLst>
            </a:custGeom>
            <a:noFill/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0B0004020202020204"/>
                <a:ea typeface="+mn-ea"/>
                <a:cs typeface="+mn-cs"/>
              </a:endParaRPr>
            </a:p>
          </p:txBody>
        </p:sp>
      </p:grpSp>
      <p:grpSp>
        <p:nvGrpSpPr>
          <p:cNvPr id="27" name="Group 26">
            <a:extLst>
              <a:ext uri="{FF2B5EF4-FFF2-40B4-BE49-F238E27FC236}">
                <a16:creationId xmlns:a16="http://schemas.microsoft.com/office/drawing/2014/main" id="{59BF1CD2-040C-4258-5BBA-D494420EF326}"/>
              </a:ext>
            </a:extLst>
          </p:cNvPr>
          <p:cNvGrpSpPr>
            <a:grpSpLocks noChangeAspect="1"/>
          </p:cNvGrpSpPr>
          <p:nvPr/>
        </p:nvGrpSpPr>
        <p:grpSpPr>
          <a:xfrm>
            <a:off x="858373" y="5528069"/>
            <a:ext cx="395804" cy="396000"/>
            <a:chOff x="1752597" y="2171695"/>
            <a:chExt cx="4317849" cy="4320005"/>
          </a:xfrm>
        </p:grpSpPr>
        <p:sp>
          <p:nvSpPr>
            <p:cNvPr id="28" name="Free-form: Shape 27">
              <a:extLst>
                <a:ext uri="{FF2B5EF4-FFF2-40B4-BE49-F238E27FC236}">
                  <a16:creationId xmlns:a16="http://schemas.microsoft.com/office/drawing/2014/main" id="{76887549-2533-1A2D-E92F-06459BEFFCD8}"/>
                </a:ext>
              </a:extLst>
            </p:cNvPr>
            <p:cNvSpPr/>
            <p:nvPr/>
          </p:nvSpPr>
          <p:spPr>
            <a:xfrm>
              <a:off x="1753779" y="4331700"/>
              <a:ext cx="4316667" cy="2160000"/>
            </a:xfrm>
            <a:custGeom>
              <a:avLst/>
              <a:gdLst>
                <a:gd name="connsiteX0" fmla="*/ 685032 w 4316667"/>
                <a:gd name="connsiteY0" fmla="*/ 0 h 2160000"/>
                <a:gd name="connsiteX1" fmla="*/ 4316627 w 4316667"/>
                <a:gd name="connsiteY1" fmla="*/ 0 h 2160000"/>
                <a:gd name="connsiteX2" fmla="*/ 4316634 w 4316667"/>
                <a:gd name="connsiteY2" fmla="*/ 35 h 2160000"/>
                <a:gd name="connsiteX3" fmla="*/ 4276395 w 4316667"/>
                <a:gd name="connsiteY3" fmla="*/ 103397 h 2160000"/>
                <a:gd name="connsiteX4" fmla="*/ 4237526 w 4316667"/>
                <a:gd name="connsiteY4" fmla="*/ 131665 h 2160000"/>
                <a:gd name="connsiteX5" fmla="*/ 209768 w 4316667"/>
                <a:gd name="connsiteY5" fmla="*/ 2145214 h 2160000"/>
                <a:gd name="connsiteX6" fmla="*/ 145837 w 4316667"/>
                <a:gd name="connsiteY6" fmla="*/ 2160000 h 2160000"/>
                <a:gd name="connsiteX7" fmla="*/ 145751 w 4316667"/>
                <a:gd name="connsiteY7" fmla="*/ 2160000 h 2160000"/>
                <a:gd name="connsiteX8" fmla="*/ 81820 w 4316667"/>
                <a:gd name="connsiteY8" fmla="*/ 2145214 h 2160000"/>
                <a:gd name="connsiteX9" fmla="*/ 14825 w 4316667"/>
                <a:gd name="connsiteY9" fmla="*/ 1950287 h 2160000"/>
                <a:gd name="connsiteX10" fmla="*/ 685621 w 4316667"/>
                <a:gd name="connsiteY10" fmla="*/ 524476 h 2160000"/>
                <a:gd name="connsiteX11" fmla="*/ 685032 w 4316667"/>
                <a:gd name="connsiteY11" fmla="*/ 0 h 2160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316667" h="2160000">
                  <a:moveTo>
                    <a:pt x="685032" y="0"/>
                  </a:moveTo>
                  <a:lnTo>
                    <a:pt x="4316627" y="0"/>
                  </a:lnTo>
                  <a:lnTo>
                    <a:pt x="4316634" y="35"/>
                  </a:lnTo>
                  <a:cubicBezTo>
                    <a:pt x="4317430" y="37114"/>
                    <a:pt x="4304080" y="74496"/>
                    <a:pt x="4276395" y="103397"/>
                  </a:cubicBezTo>
                  <a:cubicBezTo>
                    <a:pt x="4265052" y="114855"/>
                    <a:pt x="4251929" y="124406"/>
                    <a:pt x="4237526" y="131665"/>
                  </a:cubicBezTo>
                  <a:lnTo>
                    <a:pt x="209768" y="2145214"/>
                  </a:lnTo>
                  <a:lnTo>
                    <a:pt x="145837" y="2160000"/>
                  </a:lnTo>
                  <a:lnTo>
                    <a:pt x="145751" y="2160000"/>
                  </a:lnTo>
                  <a:lnTo>
                    <a:pt x="81820" y="2145214"/>
                  </a:lnTo>
                  <a:cubicBezTo>
                    <a:pt x="9486" y="2109892"/>
                    <a:pt x="-20510" y="2022607"/>
                    <a:pt x="14825" y="1950287"/>
                  </a:cubicBezTo>
                  <a:lnTo>
                    <a:pt x="685621" y="524476"/>
                  </a:lnTo>
                  <a:lnTo>
                    <a:pt x="685032" y="0"/>
                  </a:lnTo>
                  <a:close/>
                </a:path>
              </a:pathLst>
            </a:custGeom>
            <a:solidFill>
              <a:srgbClr val="FF0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0B0004020202020204"/>
                <a:ea typeface="+mn-ea"/>
                <a:cs typeface="+mn-cs"/>
              </a:endParaRPr>
            </a:p>
          </p:txBody>
        </p:sp>
        <p:sp>
          <p:nvSpPr>
            <p:cNvPr id="29" name="Free-form: Shape 28">
              <a:extLst>
                <a:ext uri="{FF2B5EF4-FFF2-40B4-BE49-F238E27FC236}">
                  <a16:creationId xmlns:a16="http://schemas.microsoft.com/office/drawing/2014/main" id="{80988506-1E33-0700-9C0D-675FF21552AF}"/>
                </a:ext>
              </a:extLst>
            </p:cNvPr>
            <p:cNvSpPr/>
            <p:nvPr/>
          </p:nvSpPr>
          <p:spPr>
            <a:xfrm>
              <a:off x="1752597" y="2171695"/>
              <a:ext cx="4317809" cy="2160005"/>
            </a:xfrm>
            <a:custGeom>
              <a:avLst/>
              <a:gdLst>
                <a:gd name="connsiteX0" fmla="*/ 152459 w 4317809"/>
                <a:gd name="connsiteY0" fmla="*/ 149 h 2160005"/>
                <a:gd name="connsiteX1" fmla="*/ 208594 w 4317809"/>
                <a:gd name="connsiteY1" fmla="*/ 14267 h 2160005"/>
                <a:gd name="connsiteX2" fmla="*/ 4236942 w 4317809"/>
                <a:gd name="connsiteY2" fmla="*/ 2033129 h 2160005"/>
                <a:gd name="connsiteX3" fmla="*/ 4273185 w 4317809"/>
                <a:gd name="connsiteY3" fmla="*/ 2058503 h 2160005"/>
                <a:gd name="connsiteX4" fmla="*/ 4306038 w 4317809"/>
                <a:gd name="connsiteY4" fmla="*/ 2105749 h 2160005"/>
                <a:gd name="connsiteX5" fmla="*/ 4317809 w 4317809"/>
                <a:gd name="connsiteY5" fmla="*/ 2160005 h 2160005"/>
                <a:gd name="connsiteX6" fmla="*/ 686214 w 4317809"/>
                <a:gd name="connsiteY6" fmla="*/ 2160005 h 2160005"/>
                <a:gd name="connsiteX7" fmla="*/ 685625 w 4317809"/>
                <a:gd name="connsiteY7" fmla="*/ 1636182 h 2160005"/>
                <a:gd name="connsiteX8" fmla="*/ 14240 w 4317809"/>
                <a:gd name="connsiteY8" fmla="*/ 208618 h 2160005"/>
                <a:gd name="connsiteX9" fmla="*/ 14240 w 4317809"/>
                <a:gd name="connsiteY9" fmla="*/ 82951 h 2160005"/>
                <a:gd name="connsiteX10" fmla="*/ 97187 w 4317809"/>
                <a:gd name="connsiteY10" fmla="*/ 8365 h 2160005"/>
                <a:gd name="connsiteX11" fmla="*/ 152459 w 4317809"/>
                <a:gd name="connsiteY11" fmla="*/ 149 h 21600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317809" h="2160005">
                  <a:moveTo>
                    <a:pt x="152459" y="149"/>
                  </a:moveTo>
                  <a:cubicBezTo>
                    <a:pt x="171375" y="1010"/>
                    <a:pt x="190434" y="5593"/>
                    <a:pt x="208594" y="14267"/>
                  </a:cubicBezTo>
                  <a:lnTo>
                    <a:pt x="4236942" y="2033129"/>
                  </a:lnTo>
                  <a:cubicBezTo>
                    <a:pt x="4250256" y="2039671"/>
                    <a:pt x="4262470" y="2048235"/>
                    <a:pt x="4273185" y="2058503"/>
                  </a:cubicBezTo>
                  <a:cubicBezTo>
                    <a:pt x="4287633" y="2072345"/>
                    <a:pt x="4298592" y="2088460"/>
                    <a:pt x="4306038" y="2105749"/>
                  </a:cubicBezTo>
                  <a:lnTo>
                    <a:pt x="4317809" y="2160005"/>
                  </a:lnTo>
                  <a:lnTo>
                    <a:pt x="686214" y="2160005"/>
                  </a:lnTo>
                  <a:lnTo>
                    <a:pt x="685625" y="1636182"/>
                  </a:lnTo>
                  <a:lnTo>
                    <a:pt x="14240" y="208618"/>
                  </a:lnTo>
                  <a:cubicBezTo>
                    <a:pt x="-4746" y="168879"/>
                    <a:pt x="-4746" y="122689"/>
                    <a:pt x="14240" y="82951"/>
                  </a:cubicBezTo>
                  <a:cubicBezTo>
                    <a:pt x="31588" y="46631"/>
                    <a:pt x="62019" y="20783"/>
                    <a:pt x="97187" y="8365"/>
                  </a:cubicBezTo>
                  <a:cubicBezTo>
                    <a:pt x="114772" y="2149"/>
                    <a:pt x="133543" y="-712"/>
                    <a:pt x="152459" y="149"/>
                  </a:cubicBezTo>
                  <a:close/>
                </a:path>
              </a:pathLst>
            </a:custGeom>
            <a:noFill/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0B0004020202020204"/>
                <a:ea typeface="+mn-ea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853231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23A6AA-3CCB-57AB-AE1A-CC679C19F9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1AB99550-9FEF-F1FA-3B06-63827F4BBBB3}"/>
              </a:ext>
            </a:extLst>
          </p:cNvPr>
          <p:cNvSpPr txBox="1"/>
          <p:nvPr/>
        </p:nvSpPr>
        <p:spPr>
          <a:xfrm>
            <a:off x="149902" y="216505"/>
            <a:ext cx="11872209" cy="66325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3000"/>
              </a:lnSpc>
              <a:spcAft>
                <a:spcPts val="800"/>
              </a:spcAft>
              <a:buNone/>
            </a:pPr>
            <a:r>
              <a:rPr lang="en-GB" sz="32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From your progress test, one issue stood out: in transformation exercises (rewriting text using a given word), many of you kept all the original words instead of replacing them with the given word.</a:t>
            </a:r>
          </a:p>
          <a:p>
            <a:pPr>
              <a:lnSpc>
                <a:spcPts val="3000"/>
              </a:lnSpc>
              <a:spcAft>
                <a:spcPts val="800"/>
              </a:spcAft>
              <a:buNone/>
            </a:pPr>
            <a:endParaRPr lang="en-GB" sz="3200" kern="100" dirty="0"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ts val="3000"/>
              </a:lnSpc>
              <a:spcAft>
                <a:spcPts val="800"/>
              </a:spcAft>
              <a:buNone/>
            </a:pPr>
            <a:r>
              <a:rPr lang="en-GB" sz="32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To do exercises like this you need to identify:</a:t>
            </a:r>
          </a:p>
          <a:p>
            <a:pPr marL="457200" indent="-457200">
              <a:lnSpc>
                <a:spcPts val="3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GB" sz="32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what remains unchanged, (grey)</a:t>
            </a:r>
          </a:p>
          <a:p>
            <a:pPr marL="457200" indent="-457200">
              <a:lnSpc>
                <a:spcPts val="3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GB" sz="32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what will be replaced by the given word, and</a:t>
            </a:r>
          </a:p>
          <a:p>
            <a:pPr marL="457200" indent="-457200">
              <a:lnSpc>
                <a:spcPts val="3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GB" sz="32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the phrase that you need to use with the given word.</a:t>
            </a:r>
          </a:p>
          <a:p>
            <a:pPr marL="457200" indent="-457200">
              <a:lnSpc>
                <a:spcPts val="3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endParaRPr lang="en-GB" sz="32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ts val="3000"/>
              </a:lnSpc>
              <a:spcAft>
                <a:spcPts val="800"/>
              </a:spcAft>
            </a:pPr>
            <a:r>
              <a:rPr lang="en-GB" sz="320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e.g. </a:t>
            </a:r>
            <a:r>
              <a:rPr lang="en-GB" sz="3200" kern="100" dirty="0">
                <a:solidFill>
                  <a:schemeClr val="bg1">
                    <a:lumMod val="50000"/>
                  </a:schemeClr>
                </a:solidFill>
                <a:latin typeface="Tw Cen MT Condensed Extra Bold" panose="020B0803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I cannot find my notes. </a:t>
            </a:r>
            <a:r>
              <a:rPr lang="en-GB" sz="3200" kern="100" dirty="0">
                <a:solidFill>
                  <a:srgbClr val="0070C0"/>
                </a:solidFill>
                <a:latin typeface="Tw Cen MT Condensed Extra Bold" panose="020B0803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I</a:t>
            </a:r>
            <a:r>
              <a:rPr lang="en-GB" sz="3200" kern="100" dirty="0">
                <a:solidFill>
                  <a:srgbClr val="FF0000"/>
                </a:solidFill>
                <a:latin typeface="Tw Cen MT Condensed Extra Bold" panose="020B0803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am sure I</a:t>
            </a:r>
            <a:r>
              <a:rPr lang="en-GB" sz="3200" kern="100" dirty="0">
                <a:solidFill>
                  <a:srgbClr val="0070C0"/>
                </a:solidFill>
                <a:latin typeface="Tw Cen MT Condensed Extra Bold" panose="020B0803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left them </a:t>
            </a:r>
            <a:r>
              <a:rPr lang="en-GB" sz="3200" kern="100" dirty="0">
                <a:solidFill>
                  <a:schemeClr val="bg1">
                    <a:lumMod val="50000"/>
                  </a:schemeClr>
                </a:solidFill>
                <a:latin typeface="Tw Cen MT Condensed Extra Bold" panose="020B0803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on the desk.</a:t>
            </a:r>
            <a:r>
              <a:rPr lang="en-GB" sz="3200" kern="100" dirty="0">
                <a:latin typeface="Tw Cen MT Condensed Extra Bold" panose="020B0803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(</a:t>
            </a:r>
            <a:r>
              <a:rPr lang="en-GB" sz="3200" i="1" kern="100" dirty="0">
                <a:latin typeface="Tw Cen MT Condensed Extra Bold" panose="020B0803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must)</a:t>
            </a:r>
          </a:p>
          <a:p>
            <a:pPr>
              <a:lnSpc>
                <a:spcPts val="3000"/>
              </a:lnSpc>
              <a:spcAft>
                <a:spcPts val="800"/>
              </a:spcAft>
            </a:pPr>
            <a:r>
              <a:rPr lang="en-GB" sz="3200" kern="100" dirty="0">
                <a:effectLst/>
                <a:latin typeface="Tw Cen MT Condensed Extra Bold" panose="020B0803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→ </a:t>
            </a:r>
            <a:r>
              <a:rPr lang="en-GB" sz="3200" kern="100" dirty="0">
                <a:solidFill>
                  <a:schemeClr val="bg1">
                    <a:lumMod val="50000"/>
                  </a:schemeClr>
                </a:solidFill>
                <a:effectLst/>
                <a:latin typeface="Tw Cen MT Condensed Extra Bold" panose="020B0803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I cannot </a:t>
            </a:r>
            <a:r>
              <a:rPr lang="en-GB" sz="3200" kern="100" dirty="0">
                <a:solidFill>
                  <a:schemeClr val="bg1">
                    <a:lumMod val="50000"/>
                  </a:schemeClr>
                </a:solidFill>
                <a:latin typeface="Tw Cen MT Condensed Extra Bold" panose="020B0803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find my notes. </a:t>
            </a:r>
            <a:r>
              <a:rPr lang="en-GB" sz="3200" kern="100" dirty="0">
                <a:solidFill>
                  <a:srgbClr val="0070C0"/>
                </a:solidFill>
                <a:latin typeface="Tw Cen MT Condensed Extra Bold" panose="020B0803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I </a:t>
            </a:r>
            <a:r>
              <a:rPr lang="en-GB" sz="3200" kern="100" dirty="0">
                <a:solidFill>
                  <a:srgbClr val="FF0000"/>
                </a:solidFill>
                <a:latin typeface="Tw Cen MT Condensed Extra Bold" panose="020B0803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must have </a:t>
            </a:r>
            <a:r>
              <a:rPr lang="en-GB" sz="3200" kern="100" dirty="0">
                <a:solidFill>
                  <a:srgbClr val="0070C0"/>
                </a:solidFill>
                <a:latin typeface="Tw Cen MT Condensed Extra Bold" panose="020B0803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left them </a:t>
            </a:r>
            <a:r>
              <a:rPr lang="en-GB" sz="3200" kern="100" dirty="0">
                <a:solidFill>
                  <a:schemeClr val="bg1">
                    <a:lumMod val="50000"/>
                  </a:schemeClr>
                </a:solidFill>
                <a:latin typeface="Tw Cen MT Condensed Extra Bold" panose="020B0803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on the desk.</a:t>
            </a:r>
          </a:p>
          <a:p>
            <a:pPr>
              <a:lnSpc>
                <a:spcPts val="3000"/>
              </a:lnSpc>
              <a:spcAft>
                <a:spcPts val="800"/>
              </a:spcAft>
            </a:pPr>
            <a:r>
              <a:rPr lang="en-GB" sz="3200" kern="100" dirty="0">
                <a:effectLst/>
                <a:latin typeface="Tw Cen MT Condensed Extra Bold" panose="020B0803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I lot of you wrote something like:</a:t>
            </a:r>
          </a:p>
          <a:p>
            <a:pPr>
              <a:lnSpc>
                <a:spcPts val="3000"/>
              </a:lnSpc>
              <a:spcAft>
                <a:spcPts val="800"/>
              </a:spcAft>
            </a:pPr>
            <a:r>
              <a:rPr lang="en-GB" sz="3200" strike="sngStrike" kern="100" dirty="0">
                <a:latin typeface="Tw Cen MT Condensed Extra Bold" panose="020B0803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I cannot find my notes. I am sure I must have left them on the desk.</a:t>
            </a:r>
          </a:p>
          <a:p>
            <a:pPr>
              <a:lnSpc>
                <a:spcPts val="3200"/>
              </a:lnSpc>
              <a:spcAft>
                <a:spcPts val="800"/>
              </a:spcAft>
            </a:pPr>
            <a:r>
              <a:rPr lang="en-GB" sz="3200" kern="100" dirty="0">
                <a:effectLst/>
                <a:latin typeface="Tw Cen MT Condensed Extra Bold" panose="020B0803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Some also joined these sentences when there was no good reason to do so.</a:t>
            </a:r>
          </a:p>
        </p:txBody>
      </p:sp>
    </p:spTree>
    <p:extLst>
      <p:ext uri="{BB962C8B-B14F-4D97-AF65-F5344CB8AC3E}">
        <p14:creationId xmlns:p14="http://schemas.microsoft.com/office/powerpoint/2010/main" val="417121125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 panose="020B00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 panose="020B00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6794325352E032448D621CCF83E7CDF4" ma:contentTypeVersion="7" ma:contentTypeDescription="Create a new document." ma:contentTypeScope="" ma:versionID="ba3f5d81746a1d17f477876d09e42da9">
  <xsd:schema xmlns:xsd="http://www.w3.org/2001/XMLSchema" xmlns:xs="http://www.w3.org/2001/XMLSchema" xmlns:p="http://schemas.microsoft.com/office/2006/metadata/properties" xmlns:ns2="31635c7e-3a11-4128-b6ca-f17fd774e46d" targetNamespace="http://schemas.microsoft.com/office/2006/metadata/properties" ma:root="true" ma:fieldsID="53fdc2f79366fcea6d46fcbf154b677f" ns2:_="">
    <xsd:import namespace="31635c7e-3a11-4128-b6ca-f17fd774e46d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1635c7e-3a11-4128-b6ca-f17fd774e46d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4" nillable="true" ma:displayName="MediaLengthInSeconds" ma:hidden="true" ma:internalName="MediaLengthInSeconds" ma:readOnly="true">
      <xsd:simpleType>
        <xsd:restriction base="dms:Unknow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8C0EC1E2-2E3D-42FA-80B9-0E3538F6BFAA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31635c7e-3a11-4128-b6ca-f17fd774e46d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CFADD120-1023-48AE-9DDD-B3F8DB0A52FB}">
  <ds:schemaRefs>
    <ds:schemaRef ds:uri="http://www.w3.org/XML/1998/namespace"/>
    <ds:schemaRef ds:uri="http://purl.org/dc/terms/"/>
    <ds:schemaRef ds:uri="http://purl.org/dc/elements/1.1/"/>
    <ds:schemaRef ds:uri="http://purl.org/dc/dcmitype/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31635c7e-3a11-4128-b6ca-f17fd774e46d"/>
    <ds:schemaRef ds:uri="http://schemas.microsoft.com/office/2006/metadata/properties"/>
  </ds:schemaRefs>
</ds:datastoreItem>
</file>

<file path=customXml/itemProps3.xml><?xml version="1.0" encoding="utf-8"?>
<ds:datastoreItem xmlns:ds="http://schemas.openxmlformats.org/officeDocument/2006/customXml" ds:itemID="{F24B8D1E-1245-4903-8D47-CB55902203FB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93</TotalTime>
  <Words>518</Words>
  <Application>Microsoft Office PowerPoint</Application>
  <PresentationFormat>Widescreen</PresentationFormat>
  <Paragraphs>49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8</vt:i4>
      </vt:variant>
    </vt:vector>
  </HeadingPairs>
  <TitlesOfParts>
    <vt:vector size="14" baseType="lpstr">
      <vt:lpstr>Aptos</vt:lpstr>
      <vt:lpstr>Aptos Display</vt:lpstr>
      <vt:lpstr>Arial</vt:lpstr>
      <vt:lpstr>Tw Cen MT Condensed Extra Bold</vt:lpstr>
      <vt:lpstr>office theme</vt:lpstr>
      <vt:lpstr>1_office theme</vt:lpstr>
      <vt:lpstr>12) ESCCCP24 2025-2026  4 June 2026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Andrew Patterson</cp:lastModifiedBy>
  <cp:revision>1</cp:revision>
  <dcterms:created xsi:type="dcterms:W3CDTF">2026-06-04T10:49:32Z</dcterms:created>
  <dcterms:modified xsi:type="dcterms:W3CDTF">2026-06-11T09:10:45Z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0x0101006794325352E032448D621CCF83E7CDF4</vt:lpwstr>
  </property>
</Properties>
</file>