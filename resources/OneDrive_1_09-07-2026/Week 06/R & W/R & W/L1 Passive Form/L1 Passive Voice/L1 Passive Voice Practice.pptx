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8" r:id="rId5"/>
    <p:sldId id="257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22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49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13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56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74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3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99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0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52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04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A6856-DC18-4A78-B590-9980FBFF0E4F}" type="datetimeFigureOut">
              <a:rPr lang="en-GB" smtClean="0"/>
              <a:t>02/05/2017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7E22C-4330-44CC-A57E-CA8E84CED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16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0638" y="494269"/>
            <a:ext cx="11664778" cy="61907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 smtClean="0"/>
              <a:t>				</a:t>
            </a:r>
            <a:r>
              <a:rPr lang="en-GB" dirty="0" smtClean="0">
                <a:solidFill>
                  <a:schemeClr val="accent1"/>
                </a:solidFill>
              </a:rPr>
              <a:t>Active				Passive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Infinitive			To wash			To be washed</a:t>
            </a:r>
          </a:p>
          <a:p>
            <a:pPr marL="0" indent="0">
              <a:buNone/>
            </a:pPr>
            <a:r>
              <a:rPr lang="en-GB" dirty="0" smtClean="0"/>
              <a:t>Imperative			Wash it.			It is to be washed.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Present Simple		She washes it.			It is washed.</a:t>
            </a:r>
          </a:p>
          <a:p>
            <a:pPr marL="0" indent="0">
              <a:buNone/>
            </a:pPr>
            <a:r>
              <a:rPr lang="en-GB" dirty="0" smtClean="0"/>
              <a:t>Present Continuous		She is washing it.		It is being washed.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Future Simple			She will wash it.		It will be washed.</a:t>
            </a:r>
          </a:p>
          <a:p>
            <a:pPr marL="0" indent="0">
              <a:buNone/>
            </a:pPr>
            <a:r>
              <a:rPr lang="en-GB" dirty="0" smtClean="0"/>
              <a:t>Conditional			She would wash it.		It would be washed.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Past Simple			She washed it.			It was washed.</a:t>
            </a:r>
          </a:p>
          <a:p>
            <a:pPr marL="0" indent="0">
              <a:buNone/>
            </a:pPr>
            <a:r>
              <a:rPr lang="en-GB" dirty="0" smtClean="0"/>
              <a:t>Past Continuous		She was washing it.		It was being washed.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Present Perfect		She has washed it.		It has been washed.</a:t>
            </a:r>
          </a:p>
          <a:p>
            <a:pPr marL="0" indent="0">
              <a:buNone/>
            </a:pPr>
            <a:r>
              <a:rPr lang="en-GB" dirty="0" smtClean="0"/>
              <a:t>Past Perfect			She had washed it.		It had been washed.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Past Future			She will have washed it.	It will have been washed.</a:t>
            </a:r>
          </a:p>
          <a:p>
            <a:pPr marL="0" indent="0">
              <a:buNone/>
            </a:pPr>
            <a:r>
              <a:rPr lang="en-GB" dirty="0" smtClean="0"/>
              <a:t>Past Conditional		She would have washed it.	It would have been washed.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Modals			She might wash it.		It might be washed.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			She could wash it.		It could be washed.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			She should wash it.		It should be washed…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56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0638" y="494269"/>
            <a:ext cx="11664778" cy="61907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 smtClean="0"/>
              <a:t>				</a:t>
            </a:r>
            <a:r>
              <a:rPr lang="en-GB" dirty="0" smtClean="0">
                <a:solidFill>
                  <a:schemeClr val="accent1"/>
                </a:solidFill>
              </a:rPr>
              <a:t>			Passive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Infinitive						To be delayed</a:t>
            </a:r>
          </a:p>
          <a:p>
            <a:pPr marL="0" indent="0">
              <a:buNone/>
            </a:pPr>
            <a:r>
              <a:rPr lang="en-GB" dirty="0" smtClean="0"/>
              <a:t>Imperative						They are to be delayed.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Present Simple					The trains are delayed.</a:t>
            </a:r>
          </a:p>
          <a:p>
            <a:pPr marL="0" indent="0">
              <a:buNone/>
            </a:pPr>
            <a:r>
              <a:rPr lang="en-GB" dirty="0" smtClean="0"/>
              <a:t>Present Continuous					The trains are being delayed.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Future Simple				</a:t>
            </a:r>
            <a:r>
              <a:rPr lang="en-GB" smtClean="0">
                <a:solidFill>
                  <a:schemeClr val="accent6">
                    <a:lumMod val="75000"/>
                  </a:schemeClr>
                </a:solidFill>
              </a:rPr>
              <a:t>		They 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will be delayed.</a:t>
            </a:r>
          </a:p>
          <a:p>
            <a:pPr marL="0" indent="0">
              <a:buNone/>
            </a:pPr>
            <a:r>
              <a:rPr lang="en-GB" dirty="0" smtClean="0"/>
              <a:t>Conditional						They would be delayed.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Past Simple						They were delayed.</a:t>
            </a:r>
          </a:p>
          <a:p>
            <a:pPr marL="0" indent="0">
              <a:buNone/>
            </a:pPr>
            <a:r>
              <a:rPr lang="en-GB" dirty="0" smtClean="0"/>
              <a:t>Past Continuous					They were being delayed.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Present Perfect					They have been delayed.</a:t>
            </a:r>
          </a:p>
          <a:p>
            <a:pPr marL="0" indent="0">
              <a:buNone/>
            </a:pPr>
            <a:r>
              <a:rPr lang="en-GB" dirty="0" smtClean="0"/>
              <a:t>Past Perfect						They had been delayed.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Past Future						They will have been delayed.</a:t>
            </a:r>
          </a:p>
          <a:p>
            <a:pPr marL="0" indent="0">
              <a:buNone/>
            </a:pPr>
            <a:r>
              <a:rPr lang="en-GB" dirty="0" smtClean="0"/>
              <a:t>Past Conditional					They would have been delayed.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Modals						They might be delayed.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						They could be delayed.	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						They should be delayed.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24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0588"/>
            <a:ext cx="10515600" cy="549275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GB" b="1" dirty="0" smtClean="0"/>
              <a:t>Passive Voice: </a:t>
            </a:r>
            <a:r>
              <a:rPr lang="en-GB" sz="2200" b="1" dirty="0" smtClean="0"/>
              <a:t>Change these sentences from active to passive.</a:t>
            </a:r>
            <a:endParaRPr lang="en-GB" sz="2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830179"/>
            <a:ext cx="10515600" cy="58232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GB" dirty="0" smtClean="0"/>
              <a:t>Many people begin new projects in January.</a:t>
            </a:r>
          </a:p>
          <a:p>
            <a:r>
              <a:rPr lang="en-GB" dirty="0" smtClean="0"/>
              <a:t>You must wash that shirt for tonight’s party.</a:t>
            </a:r>
          </a:p>
          <a:p>
            <a:r>
              <a:rPr lang="en-GB" dirty="0" smtClean="0"/>
              <a:t>Mum is going to prepare the food.</a:t>
            </a:r>
          </a:p>
          <a:p>
            <a:r>
              <a:rPr lang="en-GB" dirty="0" smtClean="0"/>
              <a:t>They make shoes in that factory.</a:t>
            </a:r>
          </a:p>
          <a:p>
            <a:r>
              <a:rPr lang="en-GB" dirty="0" smtClean="0"/>
              <a:t>We will have to examine you again.</a:t>
            </a:r>
          </a:p>
          <a:p>
            <a:r>
              <a:rPr lang="en-GB" dirty="0" smtClean="0"/>
              <a:t>They had finished preparations by the time the guests arrived.</a:t>
            </a:r>
          </a:p>
          <a:p>
            <a:r>
              <a:rPr lang="en-GB" dirty="0" smtClean="0"/>
              <a:t>The delegation will meet the visitors at the airport.</a:t>
            </a:r>
          </a:p>
          <a:p>
            <a:r>
              <a:rPr lang="en-GB" dirty="0" smtClean="0"/>
              <a:t>We have produced skis here since 1964.</a:t>
            </a:r>
          </a:p>
          <a:p>
            <a:r>
              <a:rPr lang="en-GB" dirty="0" smtClean="0"/>
              <a:t>All workers will read the memo.</a:t>
            </a:r>
          </a:p>
          <a:p>
            <a:r>
              <a:rPr lang="en-GB" dirty="0" smtClean="0"/>
              <a:t>Nobody can beat Tiger Woods at golf.</a:t>
            </a:r>
          </a:p>
          <a:p>
            <a:r>
              <a:rPr lang="en-GB" dirty="0" smtClean="0"/>
              <a:t>They also speak Germany at EU meetings.</a:t>
            </a:r>
          </a:p>
          <a:p>
            <a:r>
              <a:rPr lang="en-GB" dirty="0" smtClean="0"/>
              <a:t>We must look into the question.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314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0588"/>
            <a:ext cx="10515600" cy="549275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GB" b="1" dirty="0" smtClean="0"/>
              <a:t>Passive Voice: </a:t>
            </a:r>
            <a:r>
              <a:rPr lang="en-GB" sz="2200" b="1" dirty="0" smtClean="0"/>
              <a:t>Answers</a:t>
            </a:r>
            <a:endParaRPr lang="en-GB" sz="2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830179"/>
            <a:ext cx="10515600" cy="58232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GB" dirty="0"/>
              <a:t>N</a:t>
            </a:r>
            <a:r>
              <a:rPr lang="en-GB" dirty="0" smtClean="0"/>
              <a:t>ew projects are begun in January.</a:t>
            </a:r>
          </a:p>
          <a:p>
            <a:r>
              <a:rPr lang="en-GB" dirty="0" smtClean="0"/>
              <a:t>That shirt must be washed for tonight’s party.</a:t>
            </a:r>
          </a:p>
          <a:p>
            <a:r>
              <a:rPr lang="en-GB" dirty="0" smtClean="0"/>
              <a:t>The food is going to be prepared by mum.</a:t>
            </a:r>
          </a:p>
          <a:p>
            <a:r>
              <a:rPr lang="en-GB" dirty="0" smtClean="0"/>
              <a:t>Shoes are made in that factory.</a:t>
            </a:r>
          </a:p>
          <a:p>
            <a:r>
              <a:rPr lang="en-GB" dirty="0" smtClean="0"/>
              <a:t>You will have to be examined again.</a:t>
            </a:r>
          </a:p>
          <a:p>
            <a:r>
              <a:rPr lang="en-GB" dirty="0" smtClean="0"/>
              <a:t>Preparations had been finished by the time the guests arrived.</a:t>
            </a:r>
          </a:p>
          <a:p>
            <a:r>
              <a:rPr lang="en-GB" dirty="0" smtClean="0"/>
              <a:t>The visitors will be met at the airport by the delegation.</a:t>
            </a:r>
          </a:p>
          <a:p>
            <a:r>
              <a:rPr lang="en-GB" dirty="0" smtClean="0"/>
              <a:t>Skis have been produced here since 1964.</a:t>
            </a:r>
          </a:p>
          <a:p>
            <a:r>
              <a:rPr lang="en-GB" dirty="0" smtClean="0"/>
              <a:t>The memo will be read by all workers.</a:t>
            </a:r>
          </a:p>
          <a:p>
            <a:r>
              <a:rPr lang="en-GB" dirty="0" smtClean="0"/>
              <a:t>Tiger Woods cannot be beaten at golf.</a:t>
            </a:r>
          </a:p>
          <a:p>
            <a:r>
              <a:rPr lang="en-GB" dirty="0" smtClean="0"/>
              <a:t>German is also spoken at EU meetings.</a:t>
            </a:r>
          </a:p>
          <a:p>
            <a:r>
              <a:rPr lang="en-GB" dirty="0" smtClean="0"/>
              <a:t>The question must be looked into.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15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0588"/>
            <a:ext cx="10515600" cy="549275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GB" b="1" dirty="0" smtClean="0"/>
              <a:t>Passive Voice: </a:t>
            </a:r>
            <a:r>
              <a:rPr lang="en-GB" sz="2200" b="1" dirty="0" smtClean="0"/>
              <a:t>Change these sentences from active to passive.</a:t>
            </a:r>
            <a:endParaRPr lang="en-GB" sz="2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830179"/>
            <a:ext cx="10515600" cy="58232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GB" dirty="0" smtClean="0"/>
              <a:t>Someone reads the newspaper to him every day.</a:t>
            </a:r>
          </a:p>
          <a:p>
            <a:r>
              <a:rPr lang="en-GB" dirty="0" smtClean="0"/>
              <a:t>The Chinese discovered acupuncture thousands of years ago.</a:t>
            </a:r>
          </a:p>
          <a:p>
            <a:r>
              <a:rPr lang="en-GB" dirty="0" smtClean="0"/>
              <a:t>Has he given you back the book yet?</a:t>
            </a:r>
          </a:p>
          <a:p>
            <a:r>
              <a:rPr lang="en-GB" dirty="0" smtClean="0"/>
              <a:t>The police locked up the criminals.</a:t>
            </a:r>
          </a:p>
          <a:p>
            <a:r>
              <a:rPr lang="en-GB" dirty="0" smtClean="0"/>
              <a:t>They must have left the keys behind.</a:t>
            </a:r>
          </a:p>
          <a:p>
            <a:r>
              <a:rPr lang="en-GB" dirty="0" smtClean="0"/>
              <a:t>The robbers made up the story.</a:t>
            </a:r>
          </a:p>
          <a:p>
            <a:r>
              <a:rPr lang="en-GB" dirty="0" smtClean="0"/>
              <a:t>The boy is eating the cake.</a:t>
            </a:r>
          </a:p>
          <a:p>
            <a:r>
              <a:rPr lang="en-GB" dirty="0" smtClean="0"/>
              <a:t>Dad promised us a box of chocolates.</a:t>
            </a:r>
          </a:p>
          <a:p>
            <a:r>
              <a:rPr lang="en-GB" dirty="0" smtClean="0"/>
              <a:t>The spider scared her.</a:t>
            </a:r>
          </a:p>
          <a:p>
            <a:r>
              <a:rPr lang="en-GB" dirty="0" smtClean="0"/>
              <a:t>The guide will show us the National History Museum in the afternoon.</a:t>
            </a:r>
          </a:p>
          <a:p>
            <a:r>
              <a:rPr lang="en-GB" dirty="0" smtClean="0"/>
              <a:t>The dentist is cleaning the woman’s teeth.</a:t>
            </a:r>
          </a:p>
          <a:p>
            <a:r>
              <a:rPr lang="en-GB" dirty="0" smtClean="0"/>
              <a:t>She showed her relatives the new house.</a:t>
            </a:r>
          </a:p>
        </p:txBody>
      </p:sp>
    </p:spTree>
    <p:extLst>
      <p:ext uri="{BB962C8B-B14F-4D97-AF65-F5344CB8AC3E}">
        <p14:creationId xmlns:p14="http://schemas.microsoft.com/office/powerpoint/2010/main" val="175567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60588"/>
            <a:ext cx="10515600" cy="549275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GB" b="1" dirty="0" smtClean="0"/>
              <a:t>Passive Voice: </a:t>
            </a:r>
            <a:r>
              <a:rPr lang="en-GB" sz="2200" b="1" dirty="0" smtClean="0"/>
              <a:t>Answers</a:t>
            </a:r>
            <a:endParaRPr lang="en-GB" sz="2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830179"/>
            <a:ext cx="10515600" cy="582328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GB" dirty="0"/>
              <a:t>T</a:t>
            </a:r>
            <a:r>
              <a:rPr lang="en-GB" dirty="0" smtClean="0"/>
              <a:t>he newspaper is read to him every day.</a:t>
            </a:r>
          </a:p>
          <a:p>
            <a:r>
              <a:rPr lang="en-GB" dirty="0" smtClean="0"/>
              <a:t>Acupuncture was discovered by the Chinese thousands of years ago.</a:t>
            </a:r>
          </a:p>
          <a:p>
            <a:r>
              <a:rPr lang="en-GB" dirty="0" smtClean="0"/>
              <a:t>Have you been given back the book yet?</a:t>
            </a:r>
          </a:p>
          <a:p>
            <a:r>
              <a:rPr lang="en-GB" dirty="0" smtClean="0"/>
              <a:t>The criminals were locked up by the police.</a:t>
            </a:r>
          </a:p>
          <a:p>
            <a:r>
              <a:rPr lang="en-GB" dirty="0" smtClean="0"/>
              <a:t>The keys must have been left behind.</a:t>
            </a:r>
          </a:p>
          <a:p>
            <a:r>
              <a:rPr lang="en-GB" dirty="0" smtClean="0"/>
              <a:t>The story was made up by the robbers.</a:t>
            </a:r>
          </a:p>
          <a:p>
            <a:r>
              <a:rPr lang="en-GB" dirty="0" smtClean="0"/>
              <a:t>The cake is being eaten by the boy.</a:t>
            </a:r>
          </a:p>
          <a:p>
            <a:r>
              <a:rPr lang="en-GB" dirty="0" smtClean="0"/>
              <a:t>We were promised a box of chocolates.</a:t>
            </a:r>
          </a:p>
          <a:p>
            <a:r>
              <a:rPr lang="en-GB" dirty="0" smtClean="0"/>
              <a:t>She was scared by the spider.</a:t>
            </a:r>
          </a:p>
          <a:p>
            <a:r>
              <a:rPr lang="en-GB" dirty="0" smtClean="0"/>
              <a:t>We will be shown the Natural History Museum by the guide in the afternoon.</a:t>
            </a:r>
          </a:p>
          <a:p>
            <a:r>
              <a:rPr lang="en-GB" dirty="0" smtClean="0"/>
              <a:t>The woman’s teeth are being cleaned by the dentist.</a:t>
            </a:r>
          </a:p>
          <a:p>
            <a:r>
              <a:rPr lang="en-GB" dirty="0" smtClean="0"/>
              <a:t>Her relatives were shown the new house.</a:t>
            </a:r>
          </a:p>
        </p:txBody>
      </p:sp>
    </p:spTree>
    <p:extLst>
      <p:ext uri="{BB962C8B-B14F-4D97-AF65-F5344CB8AC3E}">
        <p14:creationId xmlns:p14="http://schemas.microsoft.com/office/powerpoint/2010/main" val="110194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85C381-9E40-4D36-8A63-104397850D22}"/>
</file>

<file path=customXml/itemProps2.xml><?xml version="1.0" encoding="utf-8"?>
<ds:datastoreItem xmlns:ds="http://schemas.openxmlformats.org/officeDocument/2006/customXml" ds:itemID="{089C7C4E-B209-4204-8A2C-D1559BD4375E}"/>
</file>

<file path=customXml/itemProps3.xml><?xml version="1.0" encoding="utf-8"?>
<ds:datastoreItem xmlns:ds="http://schemas.openxmlformats.org/officeDocument/2006/customXml" ds:itemID="{0F5B00D0-0E7B-486B-B300-4FC21AFD281B}"/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443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Passive Voice: Change these sentences from active to passive.</vt:lpstr>
      <vt:lpstr>Passive Voice: Answers</vt:lpstr>
      <vt:lpstr>Passive Voice: Change these sentences from active to passive.</vt:lpstr>
      <vt:lpstr>Passive Voice: Answers</vt:lpstr>
    </vt:vector>
  </TitlesOfParts>
  <Company>Cardiff and Vale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Passive Voice: Change these sentences from active to passive.</dc:title>
  <dc:creator>Rio Judson</dc:creator>
  <cp:lastModifiedBy>Rio Judson</cp:lastModifiedBy>
  <cp:revision>6</cp:revision>
  <dcterms:created xsi:type="dcterms:W3CDTF">2017-05-02T08:08:32Z</dcterms:created>
  <dcterms:modified xsi:type="dcterms:W3CDTF">2017-05-02T19:49:57Z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1058600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