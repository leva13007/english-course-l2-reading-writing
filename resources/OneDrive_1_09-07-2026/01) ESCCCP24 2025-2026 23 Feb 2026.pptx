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2" r:id="rId5"/>
  </p:sldMasterIdLst>
  <p:sldIdLst>
    <p:sldId id="256" r:id="rId6"/>
    <p:sldId id="257" r:id="rId7"/>
    <p:sldId id="259" r:id="rId8"/>
    <p:sldId id="286" r:id="rId9"/>
    <p:sldId id="264" r:id="rId10"/>
    <p:sldId id="279" r:id="rId11"/>
    <p:sldId id="302" r:id="rId12"/>
    <p:sldId id="303" r:id="rId13"/>
    <p:sldId id="280" r:id="rId14"/>
    <p:sldId id="281" r:id="rId15"/>
    <p:sldId id="287" r:id="rId16"/>
    <p:sldId id="288" r:id="rId17"/>
    <p:sldId id="289" r:id="rId18"/>
    <p:sldId id="290" r:id="rId19"/>
    <p:sldId id="292" r:id="rId20"/>
    <p:sldId id="293" r:id="rId21"/>
    <p:sldId id="291" r:id="rId22"/>
    <p:sldId id="294" r:id="rId23"/>
    <p:sldId id="296" r:id="rId24"/>
    <p:sldId id="295" r:id="rId25"/>
    <p:sldId id="297" r:id="rId26"/>
    <p:sldId id="298" r:id="rId27"/>
    <p:sldId id="299" r:id="rId28"/>
    <p:sldId id="300" r:id="rId29"/>
    <p:sldId id="301" r:id="rId30"/>
    <p:sldId id="265" r:id="rId31"/>
    <p:sldId id="276" r:id="rId32"/>
    <p:sldId id="277" r:id="rId33"/>
    <p:sldId id="278" r:id="rId34"/>
    <p:sldId id="275" r:id="rId35"/>
    <p:sldId id="285" r:id="rId36"/>
    <p:sldId id="305" r:id="rId37"/>
    <p:sldId id="304" r:id="rId38"/>
    <p:sldId id="306" r:id="rId39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362501-E9EE-4DCA-9321-ABF63628B2CE}" v="3" dt="2026-03-04T09:42:06.9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77" d="100"/>
          <a:sy n="77" d="100"/>
        </p:scale>
        <p:origin x="2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Patterson" userId="6c8ffccf-7c1b-4173-8b93-861005bd5f70" providerId="ADAL" clId="{1D6B84B5-0A7B-4BA1-B90E-F233C0CEE739}"/>
    <pc:docChg chg="addSld modSld">
      <pc:chgData name="Andrew Patterson" userId="6c8ffccf-7c1b-4173-8b93-861005bd5f70" providerId="ADAL" clId="{1D6B84B5-0A7B-4BA1-B90E-F233C0CEE739}" dt="2026-02-26T20:52:29.836" v="128" actId="14100"/>
      <pc:docMkLst>
        <pc:docMk/>
      </pc:docMkLst>
      <pc:sldChg chg="modSp mod">
        <pc:chgData name="Andrew Patterson" userId="6c8ffccf-7c1b-4173-8b93-861005bd5f70" providerId="ADAL" clId="{1D6B84B5-0A7B-4BA1-B90E-F233C0CEE739}" dt="2026-02-26T20:52:29.836" v="128" actId="14100"/>
        <pc:sldMkLst>
          <pc:docMk/>
          <pc:sldMk cId="183675013" sldId="285"/>
        </pc:sldMkLst>
        <pc:spChg chg="mod">
          <ac:chgData name="Andrew Patterson" userId="6c8ffccf-7c1b-4173-8b93-861005bd5f70" providerId="ADAL" clId="{1D6B84B5-0A7B-4BA1-B90E-F233C0CEE739}" dt="2026-02-26T20:52:13.803" v="125" actId="1076"/>
          <ac:spMkLst>
            <pc:docMk/>
            <pc:sldMk cId="183675013" sldId="285"/>
            <ac:spMk id="4" creationId="{845D9609-70CD-824A-1E57-6195622DAF12}"/>
          </ac:spMkLst>
        </pc:spChg>
        <pc:spChg chg="mod">
          <ac:chgData name="Andrew Patterson" userId="6c8ffccf-7c1b-4173-8b93-861005bd5f70" providerId="ADAL" clId="{1D6B84B5-0A7B-4BA1-B90E-F233C0CEE739}" dt="2026-02-26T20:52:29.836" v="128" actId="14100"/>
          <ac:spMkLst>
            <pc:docMk/>
            <pc:sldMk cId="183675013" sldId="285"/>
            <ac:spMk id="5" creationId="{B0CFD126-D76B-6480-D003-4C38E8B4AE9D}"/>
          </ac:spMkLst>
        </pc:spChg>
      </pc:sldChg>
      <pc:sldChg chg="addSp modSp new mod">
        <pc:chgData name="Andrew Patterson" userId="6c8ffccf-7c1b-4173-8b93-861005bd5f70" providerId="ADAL" clId="{1D6B84B5-0A7B-4BA1-B90E-F233C0CEE739}" dt="2026-02-26T20:49:21.347" v="112" actId="14100"/>
        <pc:sldMkLst>
          <pc:docMk/>
          <pc:sldMk cId="1736750799" sldId="305"/>
        </pc:sldMkLst>
        <pc:spChg chg="add mod">
          <ac:chgData name="Andrew Patterson" userId="6c8ffccf-7c1b-4173-8b93-861005bd5f70" providerId="ADAL" clId="{1D6B84B5-0A7B-4BA1-B90E-F233C0CEE739}" dt="2026-02-26T20:48:59.395" v="102" actId="14100"/>
          <ac:spMkLst>
            <pc:docMk/>
            <pc:sldMk cId="1736750799" sldId="305"/>
            <ac:spMk id="2" creationId="{3D396867-14B9-81AC-080F-BBD7B94642AE}"/>
          </ac:spMkLst>
        </pc:spChg>
        <pc:spChg chg="add mod">
          <ac:chgData name="Andrew Patterson" userId="6c8ffccf-7c1b-4173-8b93-861005bd5f70" providerId="ADAL" clId="{1D6B84B5-0A7B-4BA1-B90E-F233C0CEE739}" dt="2026-02-26T20:49:21.347" v="112" actId="14100"/>
          <ac:spMkLst>
            <pc:docMk/>
            <pc:sldMk cId="1736750799" sldId="305"/>
            <ac:spMk id="3" creationId="{C028F150-0B45-C513-196F-83070007E078}"/>
          </ac:spMkLst>
        </pc:spChg>
        <pc:picChg chg="add mod">
          <ac:chgData name="Andrew Patterson" userId="6c8ffccf-7c1b-4173-8b93-861005bd5f70" providerId="ADAL" clId="{1D6B84B5-0A7B-4BA1-B90E-F233C0CEE739}" dt="2026-02-26T20:48:18.466" v="89" actId="1076"/>
          <ac:picMkLst>
            <pc:docMk/>
            <pc:sldMk cId="1736750799" sldId="305"/>
            <ac:picMk id="1026" creationId="{D667A9CC-B2E4-D7AC-FA45-8CFA6AD6D484}"/>
          </ac:picMkLst>
        </pc:picChg>
      </pc:sldChg>
    </pc:docChg>
  </pc:docChgLst>
  <pc:docChgLst>
    <pc:chgData clId="Web-{BB17DCB7-F522-4950-968A-F75595CA05BD}"/>
    <pc:docChg chg="modSld">
      <pc:chgData name="" userId="" providerId="" clId="Web-{BB17DCB7-F522-4950-968A-F75595CA05BD}" dt="2026-02-13T15:11:23.695" v="0" actId="20577"/>
      <pc:docMkLst>
        <pc:docMk/>
      </pc:docMkLst>
      <pc:sldChg chg="modSp">
        <pc:chgData name="" userId="" providerId="" clId="Web-{BB17DCB7-F522-4950-968A-F75595CA05BD}" dt="2026-02-13T15:11:23.695" v="0" actId="20577"/>
        <pc:sldMkLst>
          <pc:docMk/>
          <pc:sldMk cId="109857222" sldId="256"/>
        </pc:sldMkLst>
        <pc:spChg chg="mod">
          <ac:chgData name="" userId="" providerId="" clId="Web-{BB17DCB7-F522-4950-968A-F75595CA05BD}" dt="2026-02-13T15:11:23.695" v="0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Andrew Patterson" userId="S::apatterson@cavc.ac.uk::6c8ffccf-7c1b-4173-8b93-861005bd5f70" providerId="AD" clId="Web-{BB17DCB7-F522-4950-968A-F75595CA05BD}"/>
    <pc:docChg chg="modSld">
      <pc:chgData name="Andrew Patterson" userId="S::apatterson@cavc.ac.uk::6c8ffccf-7c1b-4173-8b93-861005bd5f70" providerId="AD" clId="Web-{BB17DCB7-F522-4950-968A-F75595CA05BD}" dt="2026-02-13T15:11:47.992" v="11" actId="20577"/>
      <pc:docMkLst>
        <pc:docMk/>
      </pc:docMkLst>
      <pc:sldChg chg="modSp">
        <pc:chgData name="Andrew Patterson" userId="S::apatterson@cavc.ac.uk::6c8ffccf-7c1b-4173-8b93-861005bd5f70" providerId="AD" clId="Web-{BB17DCB7-F522-4950-968A-F75595CA05BD}" dt="2026-02-13T15:11:47.992" v="11" actId="20577"/>
        <pc:sldMkLst>
          <pc:docMk/>
          <pc:sldMk cId="109857222" sldId="256"/>
        </pc:sldMkLst>
        <pc:spChg chg="mod">
          <ac:chgData name="Andrew Patterson" userId="S::apatterson@cavc.ac.uk::6c8ffccf-7c1b-4173-8b93-861005bd5f70" providerId="AD" clId="Web-{BB17DCB7-F522-4950-968A-F75595CA05BD}" dt="2026-02-13T15:11:47.992" v="11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Andrew Patterson" userId="6c8ffccf-7c1b-4173-8b93-861005bd5f70" providerId="ADAL" clId="{340A04FB-801D-4D33-9372-268FA29A2369}"/>
    <pc:docChg chg="undo custSel addSld delSld modSld sldOrd">
      <pc:chgData name="Andrew Patterson" userId="6c8ffccf-7c1b-4173-8b93-861005bd5f70" providerId="ADAL" clId="{340A04FB-801D-4D33-9372-268FA29A2369}" dt="2026-03-04T09:43:43.428" v="1591" actId="1038"/>
      <pc:docMkLst>
        <pc:docMk/>
      </pc:docMkLst>
      <pc:sldChg chg="modSp add mod">
        <pc:chgData name="Andrew Patterson" userId="6c8ffccf-7c1b-4173-8b93-861005bd5f70" providerId="ADAL" clId="{340A04FB-801D-4D33-9372-268FA29A2369}" dt="2026-02-13T15:14:06.776" v="2" actId="20577"/>
        <pc:sldMkLst>
          <pc:docMk/>
          <pc:sldMk cId="3345573719" sldId="257"/>
        </pc:sldMkLst>
        <pc:spChg chg="mod">
          <ac:chgData name="Andrew Patterson" userId="6c8ffccf-7c1b-4173-8b93-861005bd5f70" providerId="ADAL" clId="{340A04FB-801D-4D33-9372-268FA29A2369}" dt="2026-02-13T15:14:06.776" v="2" actId="20577"/>
          <ac:spMkLst>
            <pc:docMk/>
            <pc:sldMk cId="3345573719" sldId="257"/>
            <ac:spMk id="2" creationId="{B46C6785-5287-802A-5CCB-9E287EB68794}"/>
          </ac:spMkLst>
        </pc:spChg>
      </pc:sldChg>
      <pc:sldChg chg="modSp add mod">
        <pc:chgData name="Andrew Patterson" userId="6c8ffccf-7c1b-4173-8b93-861005bd5f70" providerId="ADAL" clId="{340A04FB-801D-4D33-9372-268FA29A2369}" dt="2026-02-13T15:15:49.655" v="42" actId="1076"/>
        <pc:sldMkLst>
          <pc:docMk/>
          <pc:sldMk cId="1700952183" sldId="259"/>
        </pc:sldMkLst>
        <pc:spChg chg="mod">
          <ac:chgData name="Andrew Patterson" userId="6c8ffccf-7c1b-4173-8b93-861005bd5f70" providerId="ADAL" clId="{340A04FB-801D-4D33-9372-268FA29A2369}" dt="2026-02-13T15:15:49.655" v="42" actId="1076"/>
          <ac:spMkLst>
            <pc:docMk/>
            <pc:sldMk cId="1700952183" sldId="259"/>
            <ac:spMk id="2" creationId="{93B62880-872B-7C90-3DBE-A2E103D5CE40}"/>
          </ac:spMkLst>
        </pc:spChg>
      </pc:sldChg>
      <pc:sldChg chg="add">
        <pc:chgData name="Andrew Patterson" userId="6c8ffccf-7c1b-4173-8b93-861005bd5f70" providerId="ADAL" clId="{340A04FB-801D-4D33-9372-268FA29A2369}" dt="2026-02-13T15:14:47.839" v="3"/>
        <pc:sldMkLst>
          <pc:docMk/>
          <pc:sldMk cId="22289465" sldId="264"/>
        </pc:sldMkLst>
      </pc:sldChg>
      <pc:sldChg chg="add">
        <pc:chgData name="Andrew Patterson" userId="6c8ffccf-7c1b-4173-8b93-861005bd5f70" providerId="ADAL" clId="{340A04FB-801D-4D33-9372-268FA29A2369}" dt="2026-02-13T15:16:43.856" v="43"/>
        <pc:sldMkLst>
          <pc:docMk/>
          <pc:sldMk cId="3709069493" sldId="265"/>
        </pc:sldMkLst>
      </pc:sldChg>
      <pc:sldChg chg="modSp add mod">
        <pc:chgData name="Andrew Patterson" userId="6c8ffccf-7c1b-4173-8b93-861005bd5f70" providerId="ADAL" clId="{340A04FB-801D-4D33-9372-268FA29A2369}" dt="2026-02-13T15:31:55.373" v="117" actId="14100"/>
        <pc:sldMkLst>
          <pc:docMk/>
          <pc:sldMk cId="230313836" sldId="275"/>
        </pc:sldMkLst>
        <pc:spChg chg="mod">
          <ac:chgData name="Andrew Patterson" userId="6c8ffccf-7c1b-4173-8b93-861005bd5f70" providerId="ADAL" clId="{340A04FB-801D-4D33-9372-268FA29A2369}" dt="2026-02-13T15:31:48.489" v="116" actId="255"/>
          <ac:spMkLst>
            <pc:docMk/>
            <pc:sldMk cId="230313836" sldId="275"/>
            <ac:spMk id="3" creationId="{E278D716-12E9-0C69-477E-C84F15AFEC90}"/>
          </ac:spMkLst>
        </pc:spChg>
        <pc:spChg chg="mod">
          <ac:chgData name="Andrew Patterson" userId="6c8ffccf-7c1b-4173-8b93-861005bd5f70" providerId="ADAL" clId="{340A04FB-801D-4D33-9372-268FA29A2369}" dt="2026-02-13T15:31:55.373" v="117" actId="14100"/>
          <ac:spMkLst>
            <pc:docMk/>
            <pc:sldMk cId="230313836" sldId="275"/>
            <ac:spMk id="4" creationId="{58075476-7067-6E2C-479B-64F5693820B4}"/>
          </ac:spMkLst>
        </pc:spChg>
      </pc:sldChg>
      <pc:sldChg chg="addSp modSp new mod">
        <pc:chgData name="Andrew Patterson" userId="6c8ffccf-7c1b-4173-8b93-861005bd5f70" providerId="ADAL" clId="{340A04FB-801D-4D33-9372-268FA29A2369}" dt="2026-02-13T15:33:44.683" v="151" actId="27116"/>
        <pc:sldMkLst>
          <pc:docMk/>
          <pc:sldMk cId="3703733903" sldId="276"/>
        </pc:sldMkLst>
        <pc:graphicFrameChg chg="add mod modGraphic">
          <ac:chgData name="Andrew Patterson" userId="6c8ffccf-7c1b-4173-8b93-861005bd5f70" providerId="ADAL" clId="{340A04FB-801D-4D33-9372-268FA29A2369}" dt="2026-02-13T15:33:37.008" v="149" actId="27116"/>
          <ac:graphicFrameMkLst>
            <pc:docMk/>
            <pc:sldMk cId="3703733903" sldId="276"/>
            <ac:graphicFrameMk id="3" creationId="{A8E31531-8EA6-23D0-551C-52B5EA768488}"/>
          </ac:graphicFrameMkLst>
        </pc:graphicFrameChg>
        <pc:graphicFrameChg chg="add mod modGraphic">
          <ac:chgData name="Andrew Patterson" userId="6c8ffccf-7c1b-4173-8b93-861005bd5f70" providerId="ADAL" clId="{340A04FB-801D-4D33-9372-268FA29A2369}" dt="2026-02-13T15:33:42.003" v="150" actId="27116"/>
          <ac:graphicFrameMkLst>
            <pc:docMk/>
            <pc:sldMk cId="3703733903" sldId="276"/>
            <ac:graphicFrameMk id="5" creationId="{DD416D7D-E79C-D3D2-32F4-62614EDD7EAD}"/>
          </ac:graphicFrameMkLst>
        </pc:graphicFrameChg>
        <pc:graphicFrameChg chg="add mod modGraphic">
          <ac:chgData name="Andrew Patterson" userId="6c8ffccf-7c1b-4173-8b93-861005bd5f70" providerId="ADAL" clId="{340A04FB-801D-4D33-9372-268FA29A2369}" dt="2026-02-13T15:33:44.683" v="151" actId="27116"/>
          <ac:graphicFrameMkLst>
            <pc:docMk/>
            <pc:sldMk cId="3703733903" sldId="276"/>
            <ac:graphicFrameMk id="7" creationId="{93C30A41-00D3-D109-6602-6689DF6C97A4}"/>
          </ac:graphicFrameMkLst>
        </pc:graphicFrameChg>
      </pc:sldChg>
      <pc:sldChg chg="addSp modSp new mod modShow">
        <pc:chgData name="Andrew Patterson" userId="6c8ffccf-7c1b-4173-8b93-861005bd5f70" providerId="ADAL" clId="{340A04FB-801D-4D33-9372-268FA29A2369}" dt="2026-02-13T15:33:20.258" v="147" actId="729"/>
        <pc:sldMkLst>
          <pc:docMk/>
          <pc:sldMk cId="2646670806" sldId="277"/>
        </pc:sldMkLst>
        <pc:spChg chg="add mod">
          <ac:chgData name="Andrew Patterson" userId="6c8ffccf-7c1b-4173-8b93-861005bd5f70" providerId="ADAL" clId="{340A04FB-801D-4D33-9372-268FA29A2369}" dt="2026-02-13T15:28:24.739" v="99" actId="2711"/>
          <ac:spMkLst>
            <pc:docMk/>
            <pc:sldMk cId="2646670806" sldId="277"/>
            <ac:spMk id="3" creationId="{ECB4335F-95DB-B8E2-B26A-8EB3518E4D33}"/>
          </ac:spMkLst>
        </pc:spChg>
        <pc:spChg chg="add mod">
          <ac:chgData name="Andrew Patterson" userId="6c8ffccf-7c1b-4173-8b93-861005bd5f70" providerId="ADAL" clId="{340A04FB-801D-4D33-9372-268FA29A2369}" dt="2026-02-13T15:25:01.382" v="77" actId="1076"/>
          <ac:spMkLst>
            <pc:docMk/>
            <pc:sldMk cId="2646670806" sldId="277"/>
            <ac:spMk id="5" creationId="{44E7E9D9-FFDC-1EB1-32A5-35D5541A2DE3}"/>
          </ac:spMkLst>
        </pc:spChg>
        <pc:picChg chg="add mod">
          <ac:chgData name="Andrew Patterson" userId="6c8ffccf-7c1b-4173-8b93-861005bd5f70" providerId="ADAL" clId="{340A04FB-801D-4D33-9372-268FA29A2369}" dt="2026-02-13T15:21:03.998" v="60" actId="1076"/>
          <ac:picMkLst>
            <pc:docMk/>
            <pc:sldMk cId="2646670806" sldId="277"/>
            <ac:picMk id="1026" creationId="{C4EA6C48-DD19-196B-4011-FC4D9CC2C764}"/>
          </ac:picMkLst>
        </pc:picChg>
      </pc:sldChg>
      <pc:sldChg chg="addSp modSp new mod modShow">
        <pc:chgData name="Andrew Patterson" userId="6c8ffccf-7c1b-4173-8b93-861005bd5f70" providerId="ADAL" clId="{340A04FB-801D-4D33-9372-268FA29A2369}" dt="2026-02-13T15:33:24.774" v="148" actId="729"/>
        <pc:sldMkLst>
          <pc:docMk/>
          <pc:sldMk cId="2292653850" sldId="278"/>
        </pc:sldMkLst>
        <pc:spChg chg="add mod">
          <ac:chgData name="Andrew Patterson" userId="6c8ffccf-7c1b-4173-8b93-861005bd5f70" providerId="ADAL" clId="{340A04FB-801D-4D33-9372-268FA29A2369}" dt="2026-02-13T15:28:38.602" v="100" actId="1076"/>
          <ac:spMkLst>
            <pc:docMk/>
            <pc:sldMk cId="2292653850" sldId="278"/>
            <ac:spMk id="3" creationId="{E6D39AE4-5AAA-4BF2-7980-F2241F2B16FA}"/>
          </ac:spMkLst>
        </pc:spChg>
        <pc:spChg chg="add mod">
          <ac:chgData name="Andrew Patterson" userId="6c8ffccf-7c1b-4173-8b93-861005bd5f70" providerId="ADAL" clId="{340A04FB-801D-4D33-9372-268FA29A2369}" dt="2026-02-13T15:31:28.313" v="115" actId="1076"/>
          <ac:spMkLst>
            <pc:docMk/>
            <pc:sldMk cId="2292653850" sldId="278"/>
            <ac:spMk id="5" creationId="{07EA42AD-4F50-D794-0C4D-D1BFE017BA17}"/>
          </ac:spMkLst>
        </pc:spChg>
        <pc:picChg chg="add mod">
          <ac:chgData name="Andrew Patterson" userId="6c8ffccf-7c1b-4173-8b93-861005bd5f70" providerId="ADAL" clId="{340A04FB-801D-4D33-9372-268FA29A2369}" dt="2026-02-13T15:27:34.932" v="93" actId="552"/>
          <ac:picMkLst>
            <pc:docMk/>
            <pc:sldMk cId="2292653850" sldId="278"/>
            <ac:picMk id="2050" creationId="{41117A35-B16B-1EB0-5847-553DF538F17D}"/>
          </ac:picMkLst>
        </pc:picChg>
      </pc:sldChg>
      <pc:sldChg chg="addSp delSp modSp new mod">
        <pc:chgData name="Andrew Patterson" userId="6c8ffccf-7c1b-4173-8b93-861005bd5f70" providerId="ADAL" clId="{340A04FB-801D-4D33-9372-268FA29A2369}" dt="2026-02-25T11:07:03.342" v="1161" actId="27116"/>
        <pc:sldMkLst>
          <pc:docMk/>
          <pc:sldMk cId="4092902359" sldId="279"/>
        </pc:sldMkLst>
        <pc:graphicFrameChg chg="add mod modGraphic">
          <ac:chgData name="Andrew Patterson" userId="6c8ffccf-7c1b-4173-8b93-861005bd5f70" providerId="ADAL" clId="{340A04FB-801D-4D33-9372-268FA29A2369}" dt="2026-02-25T10:24:36.303" v="479" actId="1076"/>
          <ac:graphicFrameMkLst>
            <pc:docMk/>
            <pc:sldMk cId="4092902359" sldId="279"/>
            <ac:graphicFrameMk id="3" creationId="{8F73BDEA-05F3-E840-D674-5345EF792CA9}"/>
          </ac:graphicFrameMkLst>
        </pc:graphicFrameChg>
        <pc:graphicFrameChg chg="add mod modGraphic">
          <ac:chgData name="Andrew Patterson" userId="6c8ffccf-7c1b-4173-8b93-861005bd5f70" providerId="ADAL" clId="{340A04FB-801D-4D33-9372-268FA29A2369}" dt="2026-02-25T11:06:46.646" v="1158" actId="27116"/>
          <ac:graphicFrameMkLst>
            <pc:docMk/>
            <pc:sldMk cId="4092902359" sldId="279"/>
            <ac:graphicFrameMk id="4" creationId="{431CF97C-9D99-25CF-F34B-B1E07EAC8472}"/>
          </ac:graphicFrameMkLst>
        </pc:graphicFrameChg>
        <pc:graphicFrameChg chg="add mod modGraphic">
          <ac:chgData name="Andrew Patterson" userId="6c8ffccf-7c1b-4173-8b93-861005bd5f70" providerId="ADAL" clId="{340A04FB-801D-4D33-9372-268FA29A2369}" dt="2026-02-25T10:24:39.639" v="480" actId="1076"/>
          <ac:graphicFrameMkLst>
            <pc:docMk/>
            <pc:sldMk cId="4092902359" sldId="279"/>
            <ac:graphicFrameMk id="5" creationId="{B17D057D-20CB-414C-7925-678A9B47F8E2}"/>
          </ac:graphicFrameMkLst>
        </pc:graphicFrameChg>
        <pc:graphicFrameChg chg="add mod modGraphic">
          <ac:chgData name="Andrew Patterson" userId="6c8ffccf-7c1b-4173-8b93-861005bd5f70" providerId="ADAL" clId="{340A04FB-801D-4D33-9372-268FA29A2369}" dt="2026-02-25T11:06:52.491" v="1159" actId="27116"/>
          <ac:graphicFrameMkLst>
            <pc:docMk/>
            <pc:sldMk cId="4092902359" sldId="279"/>
            <ac:graphicFrameMk id="7" creationId="{9C6D07D0-ADD9-6AE3-6474-FD1C0670B402}"/>
          </ac:graphicFrameMkLst>
        </pc:graphicFrameChg>
        <pc:graphicFrameChg chg="add mod modGraphic">
          <ac:chgData name="Andrew Patterson" userId="6c8ffccf-7c1b-4173-8b93-861005bd5f70" providerId="ADAL" clId="{340A04FB-801D-4D33-9372-268FA29A2369}" dt="2026-02-25T11:06:58.162" v="1160" actId="27116"/>
          <ac:graphicFrameMkLst>
            <pc:docMk/>
            <pc:sldMk cId="4092902359" sldId="279"/>
            <ac:graphicFrameMk id="9" creationId="{C012E0DA-C0CF-1CB0-BE03-211A5D8B57FF}"/>
          </ac:graphicFrameMkLst>
        </pc:graphicFrameChg>
        <pc:graphicFrameChg chg="add mod modGraphic">
          <ac:chgData name="Andrew Patterson" userId="6c8ffccf-7c1b-4173-8b93-861005bd5f70" providerId="ADAL" clId="{340A04FB-801D-4D33-9372-268FA29A2369}" dt="2026-02-25T11:07:03.342" v="1161" actId="27116"/>
          <ac:graphicFrameMkLst>
            <pc:docMk/>
            <pc:sldMk cId="4092902359" sldId="279"/>
            <ac:graphicFrameMk id="11" creationId="{B47CAB71-1241-F18B-5371-B1177FA08A04}"/>
          </ac:graphicFrameMkLst>
        </pc:graphicFrameChg>
      </pc:sldChg>
      <pc:sldChg chg="addSp delSp modSp new mod modShow">
        <pc:chgData name="Andrew Patterson" userId="6c8ffccf-7c1b-4173-8b93-861005bd5f70" providerId="ADAL" clId="{340A04FB-801D-4D33-9372-268FA29A2369}" dt="2026-02-13T16:07:55.876" v="302" actId="729"/>
        <pc:sldMkLst>
          <pc:docMk/>
          <pc:sldMk cId="3871735042" sldId="280"/>
        </pc:sldMkLst>
        <pc:spChg chg="add mod">
          <ac:chgData name="Andrew Patterson" userId="6c8ffccf-7c1b-4173-8b93-861005bd5f70" providerId="ADAL" clId="{340A04FB-801D-4D33-9372-268FA29A2369}" dt="2026-02-13T16:03:36.359" v="258" actId="1076"/>
          <ac:spMkLst>
            <pc:docMk/>
            <pc:sldMk cId="3871735042" sldId="280"/>
            <ac:spMk id="6" creationId="{58A1A751-8BF3-37B0-E2EE-9588CD70A99C}"/>
          </ac:spMkLst>
        </pc:spChg>
        <pc:picChg chg="add mod">
          <ac:chgData name="Andrew Patterson" userId="6c8ffccf-7c1b-4173-8b93-861005bd5f70" providerId="ADAL" clId="{340A04FB-801D-4D33-9372-268FA29A2369}" dt="2026-02-13T15:59:23.550" v="240" actId="14100"/>
          <ac:picMkLst>
            <pc:docMk/>
            <pc:sldMk cId="3871735042" sldId="280"/>
            <ac:picMk id="3076" creationId="{93572FF6-C2AB-B897-B0E9-C40426D9F038}"/>
          </ac:picMkLst>
        </pc:picChg>
      </pc:sldChg>
      <pc:sldChg chg="addSp modSp new mod modShow">
        <pc:chgData name="Andrew Patterson" userId="6c8ffccf-7c1b-4173-8b93-861005bd5f70" providerId="ADAL" clId="{340A04FB-801D-4D33-9372-268FA29A2369}" dt="2026-02-13T16:08:00.093" v="303" actId="729"/>
        <pc:sldMkLst>
          <pc:docMk/>
          <pc:sldMk cId="1806699291" sldId="281"/>
        </pc:sldMkLst>
        <pc:spChg chg="add mod">
          <ac:chgData name="Andrew Patterson" userId="6c8ffccf-7c1b-4173-8b93-861005bd5f70" providerId="ADAL" clId="{340A04FB-801D-4D33-9372-268FA29A2369}" dt="2026-02-13T16:06:34.878" v="278" actId="1076"/>
          <ac:spMkLst>
            <pc:docMk/>
            <pc:sldMk cId="1806699291" sldId="281"/>
            <ac:spMk id="3" creationId="{CB2A9D04-A3ED-5E3D-4458-244721A98550}"/>
          </ac:spMkLst>
        </pc:spChg>
        <pc:picChg chg="add mod">
          <ac:chgData name="Andrew Patterson" userId="6c8ffccf-7c1b-4173-8b93-861005bd5f70" providerId="ADAL" clId="{340A04FB-801D-4D33-9372-268FA29A2369}" dt="2026-02-13T16:05:23.313" v="273" actId="14100"/>
          <ac:picMkLst>
            <pc:docMk/>
            <pc:sldMk cId="1806699291" sldId="281"/>
            <ac:picMk id="4098" creationId="{365242CC-1FCA-8659-33E0-FEF99133E3C3}"/>
          </ac:picMkLst>
        </pc:picChg>
      </pc:sldChg>
      <pc:sldChg chg="addSp delSp modSp new mod ord">
        <pc:chgData name="Andrew Patterson" userId="6c8ffccf-7c1b-4173-8b93-861005bd5f70" providerId="ADAL" clId="{340A04FB-801D-4D33-9372-268FA29A2369}" dt="2026-02-27T11:35:06.034" v="1229" actId="1076"/>
        <pc:sldMkLst>
          <pc:docMk/>
          <pc:sldMk cId="183675013" sldId="285"/>
        </pc:sldMkLst>
        <pc:spChg chg="add mod">
          <ac:chgData name="Andrew Patterson" userId="6c8ffccf-7c1b-4173-8b93-861005bd5f70" providerId="ADAL" clId="{340A04FB-801D-4D33-9372-268FA29A2369}" dt="2026-02-27T11:35:06.034" v="1229" actId="1076"/>
          <ac:spMkLst>
            <pc:docMk/>
            <pc:sldMk cId="183675013" sldId="285"/>
            <ac:spMk id="4" creationId="{845D9609-70CD-824A-1E57-6195622DAF12}"/>
          </ac:spMkLst>
        </pc:spChg>
        <pc:spChg chg="add mod">
          <ac:chgData name="Andrew Patterson" userId="6c8ffccf-7c1b-4173-8b93-861005bd5f70" providerId="ADAL" clId="{340A04FB-801D-4D33-9372-268FA29A2369}" dt="2026-02-27T11:34:59.516" v="1228" actId="1076"/>
          <ac:spMkLst>
            <pc:docMk/>
            <pc:sldMk cId="183675013" sldId="285"/>
            <ac:spMk id="5" creationId="{B0CFD126-D76B-6480-D003-4C38E8B4AE9D}"/>
          </ac:spMkLst>
        </pc:spChg>
      </pc:sldChg>
      <pc:sldChg chg="addSp modSp new mod">
        <pc:chgData name="Andrew Patterson" userId="6c8ffccf-7c1b-4173-8b93-861005bd5f70" providerId="ADAL" clId="{340A04FB-801D-4D33-9372-268FA29A2369}" dt="2026-02-23T10:36:26.613" v="452" actId="1076"/>
        <pc:sldMkLst>
          <pc:docMk/>
          <pc:sldMk cId="282697790" sldId="286"/>
        </pc:sldMkLst>
        <pc:spChg chg="add mod">
          <ac:chgData name="Andrew Patterson" userId="6c8ffccf-7c1b-4173-8b93-861005bd5f70" providerId="ADAL" clId="{340A04FB-801D-4D33-9372-268FA29A2369}" dt="2026-02-23T10:36:26.613" v="452" actId="1076"/>
          <ac:spMkLst>
            <pc:docMk/>
            <pc:sldMk cId="282697790" sldId="286"/>
            <ac:spMk id="5" creationId="{03EFA104-870B-0CD8-FC00-AE2959FEE0A7}"/>
          </ac:spMkLst>
        </pc:spChg>
        <pc:picChg chg="add mod">
          <ac:chgData name="Andrew Patterson" userId="6c8ffccf-7c1b-4173-8b93-861005bd5f70" providerId="ADAL" clId="{340A04FB-801D-4D33-9372-268FA29A2369}" dt="2026-02-23T10:35:39.390" v="438" actId="1076"/>
          <ac:picMkLst>
            <pc:docMk/>
            <pc:sldMk cId="282697790" sldId="286"/>
            <ac:picMk id="4" creationId="{1B084852-EF76-E081-B3C4-63EC61AF0C97}"/>
          </ac:picMkLst>
        </pc:picChg>
      </pc:sldChg>
      <pc:sldChg chg="addSp modSp new mod modShow">
        <pc:chgData name="Andrew Patterson" userId="6c8ffccf-7c1b-4173-8b93-861005bd5f70" providerId="ADAL" clId="{340A04FB-801D-4D33-9372-268FA29A2369}" dt="2026-02-25T11:08:33.250" v="1178" actId="729"/>
        <pc:sldMkLst>
          <pc:docMk/>
          <pc:sldMk cId="2411784202" sldId="287"/>
        </pc:sldMkLst>
        <pc:spChg chg="add mod">
          <ac:chgData name="Andrew Patterson" userId="6c8ffccf-7c1b-4173-8b93-861005bd5f70" providerId="ADAL" clId="{340A04FB-801D-4D33-9372-268FA29A2369}" dt="2026-02-25T10:51:30.501" v="998" actId="1076"/>
          <ac:spMkLst>
            <pc:docMk/>
            <pc:sldMk cId="2411784202" sldId="287"/>
            <ac:spMk id="5" creationId="{6AED857A-874B-FFB3-A47E-5FAF55B4C7A6}"/>
          </ac:spMkLst>
        </pc:spChg>
        <pc:picChg chg="add mod">
          <ac:chgData name="Andrew Patterson" userId="6c8ffccf-7c1b-4173-8b93-861005bd5f70" providerId="ADAL" clId="{340A04FB-801D-4D33-9372-268FA29A2369}" dt="2026-02-25T10:26:00.973" v="512" actId="14100"/>
          <ac:picMkLst>
            <pc:docMk/>
            <pc:sldMk cId="2411784202" sldId="287"/>
            <ac:picMk id="3" creationId="{5ACA89BA-4D05-2832-D2C6-5A0019EC5464}"/>
          </ac:picMkLst>
        </pc:picChg>
      </pc:sldChg>
      <pc:sldChg chg="addSp delSp modSp new mod modShow">
        <pc:chgData name="Andrew Patterson" userId="6c8ffccf-7c1b-4173-8b93-861005bd5f70" providerId="ADAL" clId="{340A04FB-801D-4D33-9372-268FA29A2369}" dt="2026-02-25T11:08:39.684" v="1179" actId="729"/>
        <pc:sldMkLst>
          <pc:docMk/>
          <pc:sldMk cId="3951931045" sldId="288"/>
        </pc:sldMkLst>
        <pc:spChg chg="add mod">
          <ac:chgData name="Andrew Patterson" userId="6c8ffccf-7c1b-4173-8b93-861005bd5f70" providerId="ADAL" clId="{340A04FB-801D-4D33-9372-268FA29A2369}" dt="2026-02-25T10:51:57.474" v="1001" actId="1076"/>
          <ac:spMkLst>
            <pc:docMk/>
            <pc:sldMk cId="3951931045" sldId="288"/>
            <ac:spMk id="6" creationId="{E9E0CDEA-F2A2-5052-B910-24D70C4B9D6A}"/>
          </ac:spMkLst>
        </pc:spChg>
        <pc:picChg chg="add mod">
          <ac:chgData name="Andrew Patterson" userId="6c8ffccf-7c1b-4173-8b93-861005bd5f70" providerId="ADAL" clId="{340A04FB-801D-4D33-9372-268FA29A2369}" dt="2026-02-25T10:29:52.561" v="546" actId="14100"/>
          <ac:picMkLst>
            <pc:docMk/>
            <pc:sldMk cId="3951931045" sldId="288"/>
            <ac:picMk id="3" creationId="{208A225F-F6DE-D0D2-F0CF-EA043FDBA7CB}"/>
          </ac:picMkLst>
        </pc:picChg>
      </pc:sldChg>
      <pc:sldChg chg="addSp modSp new mod modShow">
        <pc:chgData name="Andrew Patterson" userId="6c8ffccf-7c1b-4173-8b93-861005bd5f70" providerId="ADAL" clId="{340A04FB-801D-4D33-9372-268FA29A2369}" dt="2026-02-25T11:08:43.357" v="1180" actId="729"/>
        <pc:sldMkLst>
          <pc:docMk/>
          <pc:sldMk cId="4140255136" sldId="289"/>
        </pc:sldMkLst>
        <pc:spChg chg="add mod">
          <ac:chgData name="Andrew Patterson" userId="6c8ffccf-7c1b-4173-8b93-861005bd5f70" providerId="ADAL" clId="{340A04FB-801D-4D33-9372-268FA29A2369}" dt="2026-02-25T10:52:21.789" v="1007" actId="1076"/>
          <ac:spMkLst>
            <pc:docMk/>
            <pc:sldMk cId="4140255136" sldId="289"/>
            <ac:spMk id="4" creationId="{91D12089-4B6C-538F-A208-67FC80AB7BC3}"/>
          </ac:spMkLst>
        </pc:spChg>
        <pc:picChg chg="add mod">
          <ac:chgData name="Andrew Patterson" userId="6c8ffccf-7c1b-4173-8b93-861005bd5f70" providerId="ADAL" clId="{340A04FB-801D-4D33-9372-268FA29A2369}" dt="2026-02-25T10:43:07.789" v="653" actId="14100"/>
          <ac:picMkLst>
            <pc:docMk/>
            <pc:sldMk cId="4140255136" sldId="289"/>
            <ac:picMk id="2" creationId="{CCC0CA30-78E3-1B7E-3E45-B632AFBB5C23}"/>
          </ac:picMkLst>
        </pc:picChg>
      </pc:sldChg>
      <pc:sldChg chg="addSp modSp new mod modShow">
        <pc:chgData name="Andrew Patterson" userId="6c8ffccf-7c1b-4173-8b93-861005bd5f70" providerId="ADAL" clId="{340A04FB-801D-4D33-9372-268FA29A2369}" dt="2026-02-25T11:08:48.206" v="1181" actId="729"/>
        <pc:sldMkLst>
          <pc:docMk/>
          <pc:sldMk cId="2761745089" sldId="290"/>
        </pc:sldMkLst>
        <pc:spChg chg="add mod">
          <ac:chgData name="Andrew Patterson" userId="6c8ffccf-7c1b-4173-8b93-861005bd5f70" providerId="ADAL" clId="{340A04FB-801D-4D33-9372-268FA29A2369}" dt="2026-02-25T10:52:33.143" v="1009" actId="14100"/>
          <ac:spMkLst>
            <pc:docMk/>
            <pc:sldMk cId="2761745089" sldId="290"/>
            <ac:spMk id="4" creationId="{D4A76AE1-41C8-66E2-1C12-811DC07BB827}"/>
          </ac:spMkLst>
        </pc:spChg>
        <pc:picChg chg="add mod">
          <ac:chgData name="Andrew Patterson" userId="6c8ffccf-7c1b-4173-8b93-861005bd5f70" providerId="ADAL" clId="{340A04FB-801D-4D33-9372-268FA29A2369}" dt="2026-02-25T10:43:29.782" v="678" actId="14100"/>
          <ac:picMkLst>
            <pc:docMk/>
            <pc:sldMk cId="2761745089" sldId="290"/>
            <ac:picMk id="2" creationId="{7A58902E-312C-D13D-4B96-78C897D5D3FF}"/>
          </ac:picMkLst>
        </pc:picChg>
      </pc:sldChg>
      <pc:sldChg chg="addSp delSp modSp new mod ord modShow">
        <pc:chgData name="Andrew Patterson" userId="6c8ffccf-7c1b-4173-8b93-861005bd5f70" providerId="ADAL" clId="{340A04FB-801D-4D33-9372-268FA29A2369}" dt="2026-02-25T11:09:00.207" v="1184" actId="729"/>
        <pc:sldMkLst>
          <pc:docMk/>
          <pc:sldMk cId="3568452948" sldId="291"/>
        </pc:sldMkLst>
        <pc:spChg chg="add mod">
          <ac:chgData name="Andrew Patterson" userId="6c8ffccf-7c1b-4173-8b93-861005bd5f70" providerId="ADAL" clId="{340A04FB-801D-4D33-9372-268FA29A2369}" dt="2026-02-25T10:53:23.278" v="1019" actId="1076"/>
          <ac:spMkLst>
            <pc:docMk/>
            <pc:sldMk cId="3568452948" sldId="291"/>
            <ac:spMk id="7" creationId="{23777757-98D6-743B-7C6E-FE329095DA66}"/>
          </ac:spMkLst>
        </pc:spChg>
        <pc:picChg chg="add mod">
          <ac:chgData name="Andrew Patterson" userId="6c8ffccf-7c1b-4173-8b93-861005bd5f70" providerId="ADAL" clId="{340A04FB-801D-4D33-9372-268FA29A2369}" dt="2026-02-25T10:46:52.998" v="773" actId="14100"/>
          <ac:picMkLst>
            <pc:docMk/>
            <pc:sldMk cId="3568452948" sldId="291"/>
            <ac:picMk id="5" creationId="{EA53487F-8CC9-7EEE-534B-D7840B56DD7D}"/>
          </ac:picMkLst>
        </pc:picChg>
      </pc:sldChg>
      <pc:sldChg chg="addSp modSp new mod modShow">
        <pc:chgData name="Andrew Patterson" userId="6c8ffccf-7c1b-4173-8b93-861005bd5f70" providerId="ADAL" clId="{340A04FB-801D-4D33-9372-268FA29A2369}" dt="2026-02-25T11:08:51.679" v="1182" actId="729"/>
        <pc:sldMkLst>
          <pc:docMk/>
          <pc:sldMk cId="2718141770" sldId="292"/>
        </pc:sldMkLst>
        <pc:spChg chg="add mod">
          <ac:chgData name="Andrew Patterson" userId="6c8ffccf-7c1b-4173-8b93-861005bd5f70" providerId="ADAL" clId="{340A04FB-801D-4D33-9372-268FA29A2369}" dt="2026-02-25T10:52:50.138" v="1012" actId="1076"/>
          <ac:spMkLst>
            <pc:docMk/>
            <pc:sldMk cId="2718141770" sldId="292"/>
            <ac:spMk id="4" creationId="{868C0AB4-498E-F94C-E948-51A9D7951AE4}"/>
          </ac:spMkLst>
        </pc:spChg>
        <pc:picChg chg="add mod">
          <ac:chgData name="Andrew Patterson" userId="6c8ffccf-7c1b-4173-8b93-861005bd5f70" providerId="ADAL" clId="{340A04FB-801D-4D33-9372-268FA29A2369}" dt="2026-02-25T10:46:11.477" v="721" actId="14100"/>
          <ac:picMkLst>
            <pc:docMk/>
            <pc:sldMk cId="2718141770" sldId="292"/>
            <ac:picMk id="2" creationId="{2675346E-1B4B-E7A3-0DBA-21386FD228B3}"/>
          </ac:picMkLst>
        </pc:picChg>
      </pc:sldChg>
      <pc:sldChg chg="addSp modSp new mod modShow">
        <pc:chgData name="Andrew Patterson" userId="6c8ffccf-7c1b-4173-8b93-861005bd5f70" providerId="ADAL" clId="{340A04FB-801D-4D33-9372-268FA29A2369}" dt="2026-02-25T11:08:56.909" v="1183" actId="729"/>
        <pc:sldMkLst>
          <pc:docMk/>
          <pc:sldMk cId="3499298865" sldId="293"/>
        </pc:sldMkLst>
        <pc:spChg chg="add mod">
          <ac:chgData name="Andrew Patterson" userId="6c8ffccf-7c1b-4173-8b93-861005bd5f70" providerId="ADAL" clId="{340A04FB-801D-4D33-9372-268FA29A2369}" dt="2026-02-25T10:53:07.005" v="1016" actId="1076"/>
          <ac:spMkLst>
            <pc:docMk/>
            <pc:sldMk cId="3499298865" sldId="293"/>
            <ac:spMk id="4" creationId="{D21D8282-9092-9878-2308-453DE5189BCA}"/>
          </ac:spMkLst>
        </pc:spChg>
        <pc:picChg chg="add mod">
          <ac:chgData name="Andrew Patterson" userId="6c8ffccf-7c1b-4173-8b93-861005bd5f70" providerId="ADAL" clId="{340A04FB-801D-4D33-9372-268FA29A2369}" dt="2026-02-25T10:46:36.254" v="748" actId="14100"/>
          <ac:picMkLst>
            <pc:docMk/>
            <pc:sldMk cId="3499298865" sldId="293"/>
            <ac:picMk id="2" creationId="{F72A9551-705C-EA24-D601-B73A885A49D8}"/>
          </ac:picMkLst>
        </pc:picChg>
      </pc:sldChg>
      <pc:sldChg chg="addSp modSp new mod modShow">
        <pc:chgData name="Andrew Patterson" userId="6c8ffccf-7c1b-4173-8b93-861005bd5f70" providerId="ADAL" clId="{340A04FB-801D-4D33-9372-268FA29A2369}" dt="2026-02-25T11:09:04.558" v="1185" actId="729"/>
        <pc:sldMkLst>
          <pc:docMk/>
          <pc:sldMk cId="3984085595" sldId="294"/>
        </pc:sldMkLst>
        <pc:spChg chg="add mod">
          <ac:chgData name="Andrew Patterson" userId="6c8ffccf-7c1b-4173-8b93-861005bd5f70" providerId="ADAL" clId="{340A04FB-801D-4D33-9372-268FA29A2369}" dt="2026-02-25T10:53:57.962" v="1024" actId="1076"/>
          <ac:spMkLst>
            <pc:docMk/>
            <pc:sldMk cId="3984085595" sldId="294"/>
            <ac:spMk id="4" creationId="{6811AC2A-E7E9-BE91-7A55-536294E9BA9A}"/>
          </ac:spMkLst>
        </pc:spChg>
        <pc:picChg chg="add mod">
          <ac:chgData name="Andrew Patterson" userId="6c8ffccf-7c1b-4173-8b93-861005bd5f70" providerId="ADAL" clId="{340A04FB-801D-4D33-9372-268FA29A2369}" dt="2026-02-25T10:47:12.036" v="798" actId="14100"/>
          <ac:picMkLst>
            <pc:docMk/>
            <pc:sldMk cId="3984085595" sldId="294"/>
            <ac:picMk id="2" creationId="{8A3E0ACE-B856-ECB8-91AE-F2BA441D1919}"/>
          </ac:picMkLst>
        </pc:picChg>
      </pc:sldChg>
      <pc:sldChg chg="addSp modSp new mod modShow">
        <pc:chgData name="Andrew Patterson" userId="6c8ffccf-7c1b-4173-8b93-861005bd5f70" providerId="ADAL" clId="{340A04FB-801D-4D33-9372-268FA29A2369}" dt="2026-02-25T11:09:13.889" v="1187" actId="729"/>
        <pc:sldMkLst>
          <pc:docMk/>
          <pc:sldMk cId="1987700681" sldId="295"/>
        </pc:sldMkLst>
        <pc:spChg chg="add mod">
          <ac:chgData name="Andrew Patterson" userId="6c8ffccf-7c1b-4173-8b93-861005bd5f70" providerId="ADAL" clId="{340A04FB-801D-4D33-9372-268FA29A2369}" dt="2026-02-25T10:55:14.765" v="1035" actId="1076"/>
          <ac:spMkLst>
            <pc:docMk/>
            <pc:sldMk cId="1987700681" sldId="295"/>
            <ac:spMk id="4" creationId="{685805EC-A2E0-FCE6-50ED-3554BBFC7EE5}"/>
          </ac:spMkLst>
        </pc:spChg>
        <pc:picChg chg="add mod">
          <ac:chgData name="Andrew Patterson" userId="6c8ffccf-7c1b-4173-8b93-861005bd5f70" providerId="ADAL" clId="{340A04FB-801D-4D33-9372-268FA29A2369}" dt="2026-02-25T10:47:54.030" v="851" actId="1076"/>
          <ac:picMkLst>
            <pc:docMk/>
            <pc:sldMk cId="1987700681" sldId="295"/>
            <ac:picMk id="2" creationId="{06410941-8688-E50A-770D-F295655A344B}"/>
          </ac:picMkLst>
        </pc:picChg>
      </pc:sldChg>
      <pc:sldChg chg="addSp modSp new mod ord modShow">
        <pc:chgData name="Andrew Patterson" userId="6c8ffccf-7c1b-4173-8b93-861005bd5f70" providerId="ADAL" clId="{340A04FB-801D-4D33-9372-268FA29A2369}" dt="2026-02-25T11:09:08.505" v="1186" actId="729"/>
        <pc:sldMkLst>
          <pc:docMk/>
          <pc:sldMk cId="3201312695" sldId="296"/>
        </pc:sldMkLst>
        <pc:spChg chg="add mod">
          <ac:chgData name="Andrew Patterson" userId="6c8ffccf-7c1b-4173-8b93-861005bd5f70" providerId="ADAL" clId="{340A04FB-801D-4D33-9372-268FA29A2369}" dt="2026-02-25T10:54:19.445" v="1028" actId="14100"/>
          <ac:spMkLst>
            <pc:docMk/>
            <pc:sldMk cId="3201312695" sldId="296"/>
            <ac:spMk id="4" creationId="{04A5B4E7-D436-4ECE-1D07-C82EFB99C170}"/>
          </ac:spMkLst>
        </pc:spChg>
        <pc:picChg chg="add mod">
          <ac:chgData name="Andrew Patterson" userId="6c8ffccf-7c1b-4173-8b93-861005bd5f70" providerId="ADAL" clId="{340A04FB-801D-4D33-9372-268FA29A2369}" dt="2026-02-25T10:47:32.422" v="824" actId="14100"/>
          <ac:picMkLst>
            <pc:docMk/>
            <pc:sldMk cId="3201312695" sldId="296"/>
            <ac:picMk id="2" creationId="{CCCECEF9-0EA5-947D-6CEE-E285DECD8F20}"/>
          </ac:picMkLst>
        </pc:picChg>
      </pc:sldChg>
      <pc:sldChg chg="addSp modSp new mod modShow">
        <pc:chgData name="Andrew Patterson" userId="6c8ffccf-7c1b-4173-8b93-861005bd5f70" providerId="ADAL" clId="{340A04FB-801D-4D33-9372-268FA29A2369}" dt="2026-02-25T11:09:19.031" v="1188" actId="729"/>
        <pc:sldMkLst>
          <pc:docMk/>
          <pc:sldMk cId="256281729" sldId="297"/>
        </pc:sldMkLst>
        <pc:spChg chg="add mod">
          <ac:chgData name="Andrew Patterson" userId="6c8ffccf-7c1b-4173-8b93-861005bd5f70" providerId="ADAL" clId="{340A04FB-801D-4D33-9372-268FA29A2369}" dt="2026-02-25T10:55:31.014" v="1039" actId="1076"/>
          <ac:spMkLst>
            <pc:docMk/>
            <pc:sldMk cId="256281729" sldId="297"/>
            <ac:spMk id="4" creationId="{E78D9B01-3042-7072-1EBB-0FC6E12BCEAC}"/>
          </ac:spMkLst>
        </pc:spChg>
        <pc:picChg chg="add mod">
          <ac:chgData name="Andrew Patterson" userId="6c8ffccf-7c1b-4173-8b93-861005bd5f70" providerId="ADAL" clId="{340A04FB-801D-4D33-9372-268FA29A2369}" dt="2026-02-25T10:48:14.045" v="876" actId="14100"/>
          <ac:picMkLst>
            <pc:docMk/>
            <pc:sldMk cId="256281729" sldId="297"/>
            <ac:picMk id="2" creationId="{BD45C9DD-C2B2-5D22-4F71-91824D329A1A}"/>
          </ac:picMkLst>
        </pc:picChg>
      </pc:sldChg>
      <pc:sldChg chg="addSp modSp new mod modShow">
        <pc:chgData name="Andrew Patterson" userId="6c8ffccf-7c1b-4173-8b93-861005bd5f70" providerId="ADAL" clId="{340A04FB-801D-4D33-9372-268FA29A2369}" dt="2026-02-25T11:09:25.195" v="1189" actId="729"/>
        <pc:sldMkLst>
          <pc:docMk/>
          <pc:sldMk cId="1407419928" sldId="298"/>
        </pc:sldMkLst>
        <pc:spChg chg="add mod">
          <ac:chgData name="Andrew Patterson" userId="6c8ffccf-7c1b-4173-8b93-861005bd5f70" providerId="ADAL" clId="{340A04FB-801D-4D33-9372-268FA29A2369}" dt="2026-02-25T10:56:42.429" v="1047" actId="1076"/>
          <ac:spMkLst>
            <pc:docMk/>
            <pc:sldMk cId="1407419928" sldId="298"/>
            <ac:spMk id="4" creationId="{A4624C85-F47A-7E56-876B-6A317DFC096C}"/>
          </ac:spMkLst>
        </pc:spChg>
        <pc:picChg chg="add mod">
          <ac:chgData name="Andrew Patterson" userId="6c8ffccf-7c1b-4173-8b93-861005bd5f70" providerId="ADAL" clId="{340A04FB-801D-4D33-9372-268FA29A2369}" dt="2026-02-25T10:48:31.222" v="901" actId="14100"/>
          <ac:picMkLst>
            <pc:docMk/>
            <pc:sldMk cId="1407419928" sldId="298"/>
            <ac:picMk id="2" creationId="{DA3F09B3-6F8D-6C0E-7EDF-F1B54750719A}"/>
          </ac:picMkLst>
        </pc:picChg>
      </pc:sldChg>
      <pc:sldChg chg="addSp modSp new mod modShow">
        <pc:chgData name="Andrew Patterson" userId="6c8ffccf-7c1b-4173-8b93-861005bd5f70" providerId="ADAL" clId="{340A04FB-801D-4D33-9372-268FA29A2369}" dt="2026-02-25T11:09:29.245" v="1190" actId="729"/>
        <pc:sldMkLst>
          <pc:docMk/>
          <pc:sldMk cId="1984953096" sldId="299"/>
        </pc:sldMkLst>
        <pc:spChg chg="add mod">
          <ac:chgData name="Andrew Patterson" userId="6c8ffccf-7c1b-4173-8b93-861005bd5f70" providerId="ADAL" clId="{340A04FB-801D-4D33-9372-268FA29A2369}" dt="2026-02-25T10:57:27.182" v="1053" actId="1076"/>
          <ac:spMkLst>
            <pc:docMk/>
            <pc:sldMk cId="1984953096" sldId="299"/>
            <ac:spMk id="4" creationId="{520E6110-175B-7A16-8DF5-D2CA1694E09E}"/>
          </ac:spMkLst>
        </pc:spChg>
        <pc:picChg chg="add mod">
          <ac:chgData name="Andrew Patterson" userId="6c8ffccf-7c1b-4173-8b93-861005bd5f70" providerId="ADAL" clId="{340A04FB-801D-4D33-9372-268FA29A2369}" dt="2026-02-25T10:48:52.173" v="927" actId="14100"/>
          <ac:picMkLst>
            <pc:docMk/>
            <pc:sldMk cId="1984953096" sldId="299"/>
            <ac:picMk id="2" creationId="{C4CFA538-0624-A7A4-E76C-39D001396676}"/>
          </ac:picMkLst>
        </pc:picChg>
      </pc:sldChg>
      <pc:sldChg chg="addSp modSp new mod modShow">
        <pc:chgData name="Andrew Patterson" userId="6c8ffccf-7c1b-4173-8b93-861005bd5f70" providerId="ADAL" clId="{340A04FB-801D-4D33-9372-268FA29A2369}" dt="2026-02-25T11:09:34.984" v="1191" actId="729"/>
        <pc:sldMkLst>
          <pc:docMk/>
          <pc:sldMk cId="1767365593" sldId="300"/>
        </pc:sldMkLst>
        <pc:spChg chg="add mod">
          <ac:chgData name="Andrew Patterson" userId="6c8ffccf-7c1b-4173-8b93-861005bd5f70" providerId="ADAL" clId="{340A04FB-801D-4D33-9372-268FA29A2369}" dt="2026-02-25T10:58:58.262" v="1063" actId="1076"/>
          <ac:spMkLst>
            <pc:docMk/>
            <pc:sldMk cId="1767365593" sldId="300"/>
            <ac:spMk id="4" creationId="{21E65A50-7B1F-D1B1-B385-D37579E69F16}"/>
          </ac:spMkLst>
        </pc:spChg>
        <pc:picChg chg="add mod">
          <ac:chgData name="Andrew Patterson" userId="6c8ffccf-7c1b-4173-8b93-861005bd5f70" providerId="ADAL" clId="{340A04FB-801D-4D33-9372-268FA29A2369}" dt="2026-02-25T10:49:07.107" v="952" actId="14100"/>
          <ac:picMkLst>
            <pc:docMk/>
            <pc:sldMk cId="1767365593" sldId="300"/>
            <ac:picMk id="2" creationId="{52A3FF32-D34E-09D6-2583-E376EDC8CFE3}"/>
          </ac:picMkLst>
        </pc:picChg>
      </pc:sldChg>
      <pc:sldChg chg="addSp modSp new mod modShow">
        <pc:chgData name="Andrew Patterson" userId="6c8ffccf-7c1b-4173-8b93-861005bd5f70" providerId="ADAL" clId="{340A04FB-801D-4D33-9372-268FA29A2369}" dt="2026-02-25T11:09:39.631" v="1192" actId="729"/>
        <pc:sldMkLst>
          <pc:docMk/>
          <pc:sldMk cId="2260125053" sldId="301"/>
        </pc:sldMkLst>
        <pc:spChg chg="add mod">
          <ac:chgData name="Andrew Patterson" userId="6c8ffccf-7c1b-4173-8b93-861005bd5f70" providerId="ADAL" clId="{340A04FB-801D-4D33-9372-268FA29A2369}" dt="2026-02-25T10:59:29.302" v="1069" actId="1076"/>
          <ac:spMkLst>
            <pc:docMk/>
            <pc:sldMk cId="2260125053" sldId="301"/>
            <ac:spMk id="4" creationId="{4939A2B1-B079-E60A-C1CE-D90AC8A868DE}"/>
          </ac:spMkLst>
        </pc:spChg>
        <pc:picChg chg="add mod">
          <ac:chgData name="Andrew Patterson" userId="6c8ffccf-7c1b-4173-8b93-861005bd5f70" providerId="ADAL" clId="{340A04FB-801D-4D33-9372-268FA29A2369}" dt="2026-02-25T10:49:21.686" v="977" actId="14100"/>
          <ac:picMkLst>
            <pc:docMk/>
            <pc:sldMk cId="2260125053" sldId="301"/>
            <ac:picMk id="2" creationId="{6CD6F6C9-C8D4-508E-9B10-88B451AF4004}"/>
          </ac:picMkLst>
        </pc:picChg>
      </pc:sldChg>
      <pc:sldChg chg="addSp modSp new mod">
        <pc:chgData name="Andrew Patterson" userId="6c8ffccf-7c1b-4173-8b93-861005bd5f70" providerId="ADAL" clId="{340A04FB-801D-4D33-9372-268FA29A2369}" dt="2026-02-25T11:07:44.355" v="1169" actId="27116"/>
        <pc:sldMkLst>
          <pc:docMk/>
          <pc:sldMk cId="2597488706" sldId="302"/>
        </pc:sldMkLst>
        <pc:graphicFrameChg chg="add mod modGraphic">
          <ac:chgData name="Andrew Patterson" userId="6c8ffccf-7c1b-4173-8b93-861005bd5f70" providerId="ADAL" clId="{340A04FB-801D-4D33-9372-268FA29A2369}" dt="2026-02-25T11:07:28.622" v="1166" actId="1037"/>
          <ac:graphicFrameMkLst>
            <pc:docMk/>
            <pc:sldMk cId="2597488706" sldId="302"/>
            <ac:graphicFrameMk id="3" creationId="{2CA36361-910C-DF92-5C3A-BE46EE0A1AA9}"/>
          </ac:graphicFrameMkLst>
        </pc:graphicFrameChg>
        <pc:graphicFrameChg chg="add mod modGraphic">
          <ac:chgData name="Andrew Patterson" userId="6c8ffccf-7c1b-4173-8b93-861005bd5f70" providerId="ADAL" clId="{340A04FB-801D-4D33-9372-268FA29A2369}" dt="2026-02-25T11:07:15.277" v="1163" actId="27116"/>
          <ac:graphicFrameMkLst>
            <pc:docMk/>
            <pc:sldMk cId="2597488706" sldId="302"/>
            <ac:graphicFrameMk id="5" creationId="{BD37E620-3CE0-2048-DDD5-9FF0359F197F}"/>
          </ac:graphicFrameMkLst>
        </pc:graphicFrameChg>
        <pc:graphicFrameChg chg="add mod modGraphic">
          <ac:chgData name="Andrew Patterson" userId="6c8ffccf-7c1b-4173-8b93-861005bd5f70" providerId="ADAL" clId="{340A04FB-801D-4D33-9372-268FA29A2369}" dt="2026-02-25T11:07:20.869" v="1164" actId="27116"/>
          <ac:graphicFrameMkLst>
            <pc:docMk/>
            <pc:sldMk cId="2597488706" sldId="302"/>
            <ac:graphicFrameMk id="7" creationId="{98E25511-FBB9-D95D-FD6B-6DA69B649D4B}"/>
          </ac:graphicFrameMkLst>
        </pc:graphicFrameChg>
        <pc:graphicFrameChg chg="add mod modGraphic">
          <ac:chgData name="Andrew Patterson" userId="6c8ffccf-7c1b-4173-8b93-861005bd5f70" providerId="ADAL" clId="{340A04FB-801D-4D33-9372-268FA29A2369}" dt="2026-02-25T11:07:32.966" v="1167" actId="27116"/>
          <ac:graphicFrameMkLst>
            <pc:docMk/>
            <pc:sldMk cId="2597488706" sldId="302"/>
            <ac:graphicFrameMk id="9" creationId="{5A3DD2BB-D802-ED41-4D3B-4FD535A67BDB}"/>
          </ac:graphicFrameMkLst>
        </pc:graphicFrameChg>
        <pc:graphicFrameChg chg="add mod modGraphic">
          <ac:chgData name="Andrew Patterson" userId="6c8ffccf-7c1b-4173-8b93-861005bd5f70" providerId="ADAL" clId="{340A04FB-801D-4D33-9372-268FA29A2369}" dt="2026-02-25T11:07:38.269" v="1168" actId="27116"/>
          <ac:graphicFrameMkLst>
            <pc:docMk/>
            <pc:sldMk cId="2597488706" sldId="302"/>
            <ac:graphicFrameMk id="11" creationId="{D9CFE4D0-FC1C-10B5-D703-06A1A37C5906}"/>
          </ac:graphicFrameMkLst>
        </pc:graphicFrameChg>
        <pc:graphicFrameChg chg="add mod modGraphic">
          <ac:chgData name="Andrew Patterson" userId="6c8ffccf-7c1b-4173-8b93-861005bd5f70" providerId="ADAL" clId="{340A04FB-801D-4D33-9372-268FA29A2369}" dt="2026-02-25T11:07:44.355" v="1169" actId="27116"/>
          <ac:graphicFrameMkLst>
            <pc:docMk/>
            <pc:sldMk cId="2597488706" sldId="302"/>
            <ac:graphicFrameMk id="13" creationId="{3F342D24-DAB0-F3C4-6E95-81A42FEDF15C}"/>
          </ac:graphicFrameMkLst>
        </pc:graphicFrameChg>
      </pc:sldChg>
      <pc:sldChg chg="addSp modSp new mod">
        <pc:chgData name="Andrew Patterson" userId="6c8ffccf-7c1b-4173-8b93-861005bd5f70" providerId="ADAL" clId="{340A04FB-801D-4D33-9372-268FA29A2369}" dt="2026-02-25T11:08:21.957" v="1177" actId="27116"/>
        <pc:sldMkLst>
          <pc:docMk/>
          <pc:sldMk cId="580157513" sldId="303"/>
        </pc:sldMkLst>
        <pc:graphicFrameChg chg="add mod modGraphic">
          <ac:chgData name="Andrew Patterson" userId="6c8ffccf-7c1b-4173-8b93-861005bd5f70" providerId="ADAL" clId="{340A04FB-801D-4D33-9372-268FA29A2369}" dt="2026-02-25T11:07:52.883" v="1170" actId="27116"/>
          <ac:graphicFrameMkLst>
            <pc:docMk/>
            <pc:sldMk cId="580157513" sldId="303"/>
            <ac:graphicFrameMk id="3" creationId="{6F2968B4-EB02-EE17-6735-D276BBA02521}"/>
          </ac:graphicFrameMkLst>
        </pc:graphicFrameChg>
        <pc:graphicFrameChg chg="add mod modGraphic">
          <ac:chgData name="Andrew Patterson" userId="6c8ffccf-7c1b-4173-8b93-861005bd5f70" providerId="ADAL" clId="{340A04FB-801D-4D33-9372-268FA29A2369}" dt="2026-02-25T11:07:58.775" v="1171" actId="27116"/>
          <ac:graphicFrameMkLst>
            <pc:docMk/>
            <pc:sldMk cId="580157513" sldId="303"/>
            <ac:graphicFrameMk id="5" creationId="{B2CA4C43-5270-A555-CC12-144CB9FBD029}"/>
          </ac:graphicFrameMkLst>
        </pc:graphicFrameChg>
        <pc:graphicFrameChg chg="add mod modGraphic">
          <ac:chgData name="Andrew Patterson" userId="6c8ffccf-7c1b-4173-8b93-861005bd5f70" providerId="ADAL" clId="{340A04FB-801D-4D33-9372-268FA29A2369}" dt="2026-02-25T11:08:08.771" v="1174" actId="1037"/>
          <ac:graphicFrameMkLst>
            <pc:docMk/>
            <pc:sldMk cId="580157513" sldId="303"/>
            <ac:graphicFrameMk id="7" creationId="{01B85613-12BB-D6EC-F04F-BB8F358A8FBE}"/>
          </ac:graphicFrameMkLst>
        </pc:graphicFrameChg>
        <pc:graphicFrameChg chg="add mod modGraphic">
          <ac:chgData name="Andrew Patterson" userId="6c8ffccf-7c1b-4173-8b93-861005bd5f70" providerId="ADAL" clId="{340A04FB-801D-4D33-9372-268FA29A2369}" dt="2026-02-25T11:08:15.902" v="1176" actId="27116"/>
          <ac:graphicFrameMkLst>
            <pc:docMk/>
            <pc:sldMk cId="580157513" sldId="303"/>
            <ac:graphicFrameMk id="9" creationId="{1C57EC4D-5FD4-2FC0-AC7A-095C0DDA940E}"/>
          </ac:graphicFrameMkLst>
        </pc:graphicFrameChg>
        <pc:graphicFrameChg chg="add mod modGraphic">
          <ac:chgData name="Andrew Patterson" userId="6c8ffccf-7c1b-4173-8b93-861005bd5f70" providerId="ADAL" clId="{340A04FB-801D-4D33-9372-268FA29A2369}" dt="2026-02-25T11:08:21.957" v="1177" actId="27116"/>
          <ac:graphicFrameMkLst>
            <pc:docMk/>
            <pc:sldMk cId="580157513" sldId="303"/>
            <ac:graphicFrameMk id="11" creationId="{17ABDD07-256C-3C6F-6AA0-7EC138572452}"/>
          </ac:graphicFrameMkLst>
        </pc:graphicFrameChg>
      </pc:sldChg>
      <pc:sldChg chg="modSp add mod ord setBg">
        <pc:chgData name="Andrew Patterson" userId="6c8ffccf-7c1b-4173-8b93-861005bd5f70" providerId="ADAL" clId="{340A04FB-801D-4D33-9372-268FA29A2369}" dt="2026-02-25T11:10:41.817" v="1201"/>
        <pc:sldMkLst>
          <pc:docMk/>
          <pc:sldMk cId="2448340053" sldId="304"/>
        </pc:sldMkLst>
        <pc:spChg chg="mod">
          <ac:chgData name="Andrew Patterson" userId="6c8ffccf-7c1b-4173-8b93-861005bd5f70" providerId="ADAL" clId="{340A04FB-801D-4D33-9372-268FA29A2369}" dt="2026-02-25T11:10:27.702" v="1200" actId="20577"/>
          <ac:spMkLst>
            <pc:docMk/>
            <pc:sldMk cId="2448340053" sldId="304"/>
            <ac:spMk id="2" creationId="{B6D3E1E0-5008-11DC-7284-1707E751029A}"/>
          </ac:spMkLst>
        </pc:spChg>
      </pc:sldChg>
      <pc:sldChg chg="ord">
        <pc:chgData name="Andrew Patterson" userId="6c8ffccf-7c1b-4173-8b93-861005bd5f70" providerId="ADAL" clId="{340A04FB-801D-4D33-9372-268FA29A2369}" dt="2026-02-27T11:40:32.341" v="1406"/>
        <pc:sldMkLst>
          <pc:docMk/>
          <pc:sldMk cId="1736750799" sldId="305"/>
        </pc:sldMkLst>
      </pc:sldChg>
      <pc:sldChg chg="addSp delSp modSp add mod ord delAnim modAnim">
        <pc:chgData name="Andrew Patterson" userId="6c8ffccf-7c1b-4173-8b93-861005bd5f70" providerId="ADAL" clId="{340A04FB-801D-4D33-9372-268FA29A2369}" dt="2026-03-04T09:43:43.428" v="1591" actId="1038"/>
        <pc:sldMkLst>
          <pc:docMk/>
          <pc:sldMk cId="3621358244" sldId="306"/>
        </pc:sldMkLst>
        <pc:spChg chg="mod">
          <ac:chgData name="Andrew Patterson" userId="6c8ffccf-7c1b-4173-8b93-861005bd5f70" providerId="ADAL" clId="{340A04FB-801D-4D33-9372-268FA29A2369}" dt="2026-03-04T09:43:10.317" v="1555" actId="20577"/>
          <ac:spMkLst>
            <pc:docMk/>
            <pc:sldMk cId="3621358244" sldId="306"/>
            <ac:spMk id="5" creationId="{BADAE94B-F3EF-F1A5-7797-60FD12A73586}"/>
          </ac:spMkLst>
        </pc:spChg>
        <pc:spChg chg="mod">
          <ac:chgData name="Andrew Patterson" userId="6c8ffccf-7c1b-4173-8b93-861005bd5f70" providerId="ADAL" clId="{340A04FB-801D-4D33-9372-268FA29A2369}" dt="2026-03-04T09:40:59.730" v="1517"/>
          <ac:spMkLst>
            <pc:docMk/>
            <pc:sldMk cId="3621358244" sldId="306"/>
            <ac:spMk id="11" creationId="{18FC4701-6695-8C28-BBDE-E1836C929D96}"/>
          </ac:spMkLst>
        </pc:spChg>
        <pc:spChg chg="mod">
          <ac:chgData name="Andrew Patterson" userId="6c8ffccf-7c1b-4173-8b93-861005bd5f70" providerId="ADAL" clId="{340A04FB-801D-4D33-9372-268FA29A2369}" dt="2026-03-04T09:40:59.730" v="1517"/>
          <ac:spMkLst>
            <pc:docMk/>
            <pc:sldMk cId="3621358244" sldId="306"/>
            <ac:spMk id="20" creationId="{0EC7E1D1-0E81-C284-E5BE-D2D9F6667699}"/>
          </ac:spMkLst>
        </pc:spChg>
        <pc:spChg chg="mod">
          <ac:chgData name="Andrew Patterson" userId="6c8ffccf-7c1b-4173-8b93-861005bd5f70" providerId="ADAL" clId="{340A04FB-801D-4D33-9372-268FA29A2369}" dt="2026-03-04T09:40:59.730" v="1517"/>
          <ac:spMkLst>
            <pc:docMk/>
            <pc:sldMk cId="3621358244" sldId="306"/>
            <ac:spMk id="22" creationId="{D9F0A74F-B8C5-370C-0E18-46A15F2CCA08}"/>
          </ac:spMkLst>
        </pc:spChg>
        <pc:spChg chg="mod">
          <ac:chgData name="Andrew Patterson" userId="6c8ffccf-7c1b-4173-8b93-861005bd5f70" providerId="ADAL" clId="{340A04FB-801D-4D33-9372-268FA29A2369}" dt="2026-03-04T09:40:59.730" v="1517"/>
          <ac:spMkLst>
            <pc:docMk/>
            <pc:sldMk cId="3621358244" sldId="306"/>
            <ac:spMk id="25" creationId="{A8FDABF2-9A85-2D18-DC54-08C6D5FC0FE2}"/>
          </ac:spMkLst>
        </pc:spChg>
        <pc:spChg chg="mod">
          <ac:chgData name="Andrew Patterson" userId="6c8ffccf-7c1b-4173-8b93-861005bd5f70" providerId="ADAL" clId="{340A04FB-801D-4D33-9372-268FA29A2369}" dt="2026-03-04T09:40:59.730" v="1517"/>
          <ac:spMkLst>
            <pc:docMk/>
            <pc:sldMk cId="3621358244" sldId="306"/>
            <ac:spMk id="31" creationId="{C3CE45EB-C01B-650B-0181-D08416A36C52}"/>
          </ac:spMkLst>
        </pc:spChg>
        <pc:spChg chg="mod">
          <ac:chgData name="Andrew Patterson" userId="6c8ffccf-7c1b-4173-8b93-861005bd5f70" providerId="ADAL" clId="{340A04FB-801D-4D33-9372-268FA29A2369}" dt="2026-03-04T09:40:59.730" v="1517"/>
          <ac:spMkLst>
            <pc:docMk/>
            <pc:sldMk cId="3621358244" sldId="306"/>
            <ac:spMk id="35" creationId="{9C234247-CAA4-879E-2C9E-10DE1205288D}"/>
          </ac:spMkLst>
        </pc:spChg>
        <pc:spChg chg="mod">
          <ac:chgData name="Andrew Patterson" userId="6c8ffccf-7c1b-4173-8b93-861005bd5f70" providerId="ADAL" clId="{340A04FB-801D-4D33-9372-268FA29A2369}" dt="2026-03-04T09:40:59.730" v="1517"/>
          <ac:spMkLst>
            <pc:docMk/>
            <pc:sldMk cId="3621358244" sldId="306"/>
            <ac:spMk id="38" creationId="{003D4629-9C73-9460-96BF-19B3E63E2E55}"/>
          </ac:spMkLst>
        </pc:spChg>
        <pc:spChg chg="mod">
          <ac:chgData name="Andrew Patterson" userId="6c8ffccf-7c1b-4173-8b93-861005bd5f70" providerId="ADAL" clId="{340A04FB-801D-4D33-9372-268FA29A2369}" dt="2026-03-04T09:40:59.730" v="1517"/>
          <ac:spMkLst>
            <pc:docMk/>
            <pc:sldMk cId="3621358244" sldId="306"/>
            <ac:spMk id="41" creationId="{3F1285BF-0A30-2260-5521-42C03A755C7A}"/>
          </ac:spMkLst>
        </pc:spChg>
        <pc:spChg chg="mod">
          <ac:chgData name="Andrew Patterson" userId="6c8ffccf-7c1b-4173-8b93-861005bd5f70" providerId="ADAL" clId="{340A04FB-801D-4D33-9372-268FA29A2369}" dt="2026-03-04T09:40:59.730" v="1517"/>
          <ac:spMkLst>
            <pc:docMk/>
            <pc:sldMk cId="3621358244" sldId="306"/>
            <ac:spMk id="46" creationId="{5B3BB656-47D9-AEC0-4B8B-EC6374F8FD5F}"/>
          </ac:spMkLst>
        </pc:spChg>
        <pc:spChg chg="mod">
          <ac:chgData name="Andrew Patterson" userId="6c8ffccf-7c1b-4173-8b93-861005bd5f70" providerId="ADAL" clId="{340A04FB-801D-4D33-9372-268FA29A2369}" dt="2026-03-04T09:40:59.730" v="1517"/>
          <ac:spMkLst>
            <pc:docMk/>
            <pc:sldMk cId="3621358244" sldId="306"/>
            <ac:spMk id="49" creationId="{A92FC390-7928-17D8-2325-15134400813E}"/>
          </ac:spMkLst>
        </pc:spChg>
        <pc:grpChg chg="mod">
          <ac:chgData name="Andrew Patterson" userId="6c8ffccf-7c1b-4173-8b93-861005bd5f70" providerId="ADAL" clId="{340A04FB-801D-4D33-9372-268FA29A2369}" dt="2026-03-04T09:43:43.428" v="1591" actId="1038"/>
          <ac:grpSpMkLst>
            <pc:docMk/>
            <pc:sldMk cId="3621358244" sldId="306"/>
            <ac:grpSpMk id="2" creationId="{D50F3EE4-6C86-16DF-E71C-05C3D568FDFF}"/>
          </ac:grpSpMkLst>
        </pc:grpChg>
        <pc:grpChg chg="mod">
          <ac:chgData name="Andrew Patterson" userId="6c8ffccf-7c1b-4173-8b93-861005bd5f70" providerId="ADAL" clId="{340A04FB-801D-4D33-9372-268FA29A2369}" dt="2026-03-04T09:43:43.428" v="1591" actId="1038"/>
          <ac:grpSpMkLst>
            <pc:docMk/>
            <pc:sldMk cId="3621358244" sldId="306"/>
            <ac:grpSpMk id="6" creationId="{4E9B22CB-B12B-F47F-D026-24013907A9AC}"/>
          </ac:grpSpMkLst>
        </pc:grpChg>
        <pc:grpChg chg="mod">
          <ac:chgData name="Andrew Patterson" userId="6c8ffccf-7c1b-4173-8b93-861005bd5f70" providerId="ADAL" clId="{340A04FB-801D-4D33-9372-268FA29A2369}" dt="2026-03-04T09:43:43.428" v="1591" actId="1038"/>
          <ac:grpSpMkLst>
            <pc:docMk/>
            <pc:sldMk cId="3621358244" sldId="306"/>
            <ac:grpSpMk id="9" creationId="{0EC00E69-46E8-0E71-2C7E-C981AE86C44A}"/>
          </ac:grpSpMkLst>
        </pc:grpChg>
        <pc:grpChg chg="mod">
          <ac:chgData name="Andrew Patterson" userId="6c8ffccf-7c1b-4173-8b93-861005bd5f70" providerId="ADAL" clId="{340A04FB-801D-4D33-9372-268FA29A2369}" dt="2026-03-04T09:43:43.428" v="1591" actId="1038"/>
          <ac:grpSpMkLst>
            <pc:docMk/>
            <pc:sldMk cId="3621358244" sldId="306"/>
            <ac:grpSpMk id="12" creationId="{D62C8141-CC04-0E61-C927-A9D76EFDE6B6}"/>
          </ac:grpSpMkLst>
        </pc:grpChg>
        <pc:grpChg chg="mod">
          <ac:chgData name="Andrew Patterson" userId="6c8ffccf-7c1b-4173-8b93-861005bd5f70" providerId="ADAL" clId="{340A04FB-801D-4D33-9372-268FA29A2369}" dt="2026-03-04T09:43:43.428" v="1591" actId="1038"/>
          <ac:grpSpMkLst>
            <pc:docMk/>
            <pc:sldMk cId="3621358244" sldId="306"/>
            <ac:grpSpMk id="15" creationId="{F5B843C9-3120-7A0B-606C-8D7D9C2CDC38}"/>
          </ac:grpSpMkLst>
        </pc:grpChg>
        <pc:grpChg chg="mod">
          <ac:chgData name="Andrew Patterson" userId="6c8ffccf-7c1b-4173-8b93-861005bd5f70" providerId="ADAL" clId="{340A04FB-801D-4D33-9372-268FA29A2369}" dt="2026-03-04T09:41:28.578" v="1530" actId="1035"/>
          <ac:grpSpMkLst>
            <pc:docMk/>
            <pc:sldMk cId="3621358244" sldId="306"/>
            <ac:grpSpMk id="18" creationId="{404DE8DE-34F7-9A63-970C-27CF29452F6B}"/>
          </ac:grpSpMkLst>
        </pc:grpChg>
        <pc:grpChg chg="mod">
          <ac:chgData name="Andrew Patterson" userId="6c8ffccf-7c1b-4173-8b93-861005bd5f70" providerId="ADAL" clId="{340A04FB-801D-4D33-9372-268FA29A2369}" dt="2026-03-04T09:43:43.428" v="1591" actId="1038"/>
          <ac:grpSpMkLst>
            <pc:docMk/>
            <pc:sldMk cId="3621358244" sldId="306"/>
            <ac:grpSpMk id="21" creationId="{37A9D9DD-D11D-85C6-5B11-9AF6D8E2E496}"/>
          </ac:grpSpMkLst>
        </pc:grpChg>
        <pc:grpChg chg="mod">
          <ac:chgData name="Andrew Patterson" userId="6c8ffccf-7c1b-4173-8b93-861005bd5f70" providerId="ADAL" clId="{340A04FB-801D-4D33-9372-268FA29A2369}" dt="2026-03-04T09:41:35.356" v="1535" actId="1035"/>
          <ac:grpSpMkLst>
            <pc:docMk/>
            <pc:sldMk cId="3621358244" sldId="306"/>
            <ac:grpSpMk id="24" creationId="{122C9297-9EB0-76E9-D991-FEA77B29753D}"/>
          </ac:grpSpMkLst>
        </pc:grpChg>
        <pc:grpChg chg="mod">
          <ac:chgData name="Andrew Patterson" userId="6c8ffccf-7c1b-4173-8b93-861005bd5f70" providerId="ADAL" clId="{340A04FB-801D-4D33-9372-268FA29A2369}" dt="2026-03-04T09:43:43.428" v="1591" actId="1038"/>
          <ac:grpSpMkLst>
            <pc:docMk/>
            <pc:sldMk cId="3621358244" sldId="306"/>
            <ac:grpSpMk id="27" creationId="{A8AF1A63-FE48-555A-A336-0A91E44DE589}"/>
          </ac:grpSpMkLst>
        </pc:grpChg>
        <pc:grpChg chg="mod">
          <ac:chgData name="Andrew Patterson" userId="6c8ffccf-7c1b-4173-8b93-861005bd5f70" providerId="ADAL" clId="{340A04FB-801D-4D33-9372-268FA29A2369}" dt="2026-03-04T09:43:43.428" v="1591" actId="1038"/>
          <ac:grpSpMkLst>
            <pc:docMk/>
            <pc:sldMk cId="3621358244" sldId="306"/>
            <ac:grpSpMk id="30" creationId="{CD6A22B4-478D-B22D-C8E4-3E469117A6A2}"/>
          </ac:grpSpMkLst>
        </pc:grpChg>
        <pc:grpChg chg="mod">
          <ac:chgData name="Andrew Patterson" userId="6c8ffccf-7c1b-4173-8b93-861005bd5f70" providerId="ADAL" clId="{340A04FB-801D-4D33-9372-268FA29A2369}" dt="2026-03-04T09:43:43.428" v="1591" actId="1038"/>
          <ac:grpSpMkLst>
            <pc:docMk/>
            <pc:sldMk cId="3621358244" sldId="306"/>
            <ac:grpSpMk id="33" creationId="{53DC75E2-E59A-1499-EB5D-FBF7BC31860C}"/>
          </ac:grpSpMkLst>
        </pc:grpChg>
        <pc:grpChg chg="mod">
          <ac:chgData name="Andrew Patterson" userId="6c8ffccf-7c1b-4173-8b93-861005bd5f70" providerId="ADAL" clId="{340A04FB-801D-4D33-9372-268FA29A2369}" dt="2026-03-04T09:43:43.428" v="1591" actId="1038"/>
          <ac:grpSpMkLst>
            <pc:docMk/>
            <pc:sldMk cId="3621358244" sldId="306"/>
            <ac:grpSpMk id="36" creationId="{E456AE7D-741C-AE4E-537A-E9517F38EDEE}"/>
          </ac:grpSpMkLst>
        </pc:grpChg>
        <pc:grpChg chg="del">
          <ac:chgData name="Andrew Patterson" userId="6c8ffccf-7c1b-4173-8b93-861005bd5f70" providerId="ADAL" clId="{340A04FB-801D-4D33-9372-268FA29A2369}" dt="2026-03-04T09:43:28.386" v="1562" actId="478"/>
          <ac:grpSpMkLst>
            <pc:docMk/>
            <pc:sldMk cId="3621358244" sldId="306"/>
            <ac:grpSpMk id="39" creationId="{EE758AA1-8FEA-9296-A0FA-24378BF50759}"/>
          </ac:grpSpMkLst>
        </pc:grpChg>
        <pc:grpChg chg="del">
          <ac:chgData name="Andrew Patterson" userId="6c8ffccf-7c1b-4173-8b93-861005bd5f70" providerId="ADAL" clId="{340A04FB-801D-4D33-9372-268FA29A2369}" dt="2026-03-04T09:43:26.353" v="1561" actId="478"/>
          <ac:grpSpMkLst>
            <pc:docMk/>
            <pc:sldMk cId="3621358244" sldId="306"/>
            <ac:grpSpMk id="42" creationId="{9A0CDEEE-CF0D-9242-EE38-82D928375CD9}"/>
          </ac:grpSpMkLst>
        </pc:grpChg>
        <pc:grpChg chg="del mod">
          <ac:chgData name="Andrew Patterson" userId="6c8ffccf-7c1b-4173-8b93-861005bd5f70" providerId="ADAL" clId="{340A04FB-801D-4D33-9372-268FA29A2369}" dt="2026-03-04T09:43:24.985" v="1560" actId="478"/>
          <ac:grpSpMkLst>
            <pc:docMk/>
            <pc:sldMk cId="3621358244" sldId="306"/>
            <ac:grpSpMk id="45" creationId="{F8BC7AB4-2633-C6E5-76A8-1AAD4888F5BD}"/>
          </ac:grpSpMkLst>
        </pc:grpChg>
        <pc:grpChg chg="del">
          <ac:chgData name="Andrew Patterson" userId="6c8ffccf-7c1b-4173-8b93-861005bd5f70" providerId="ADAL" clId="{340A04FB-801D-4D33-9372-268FA29A2369}" dt="2026-03-04T09:43:23.662" v="1559" actId="478"/>
          <ac:grpSpMkLst>
            <pc:docMk/>
            <pc:sldMk cId="3621358244" sldId="306"/>
            <ac:grpSpMk id="48" creationId="{2F226E2B-50A5-C95A-ED23-B78B705A46D6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56912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10974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20167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61233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21349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39638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51019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98817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41308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32578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8924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5584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71.png"/><Relationship Id="rId3" Type="http://schemas.openxmlformats.org/officeDocument/2006/relationships/image" Target="../media/image20.png"/><Relationship Id="rId7" Type="http://schemas.openxmlformats.org/officeDocument/2006/relationships/image" Target="../media/image40.png"/><Relationship Id="rId12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.png"/><Relationship Id="rId11" Type="http://schemas.openxmlformats.org/officeDocument/2006/relationships/image" Target="../media/image61.png"/><Relationship Id="rId5" Type="http://schemas.openxmlformats.org/officeDocument/2006/relationships/image" Target="../media/image30.png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5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30.png"/><Relationship Id="rId3" Type="http://schemas.openxmlformats.org/officeDocument/2006/relationships/image" Target="../media/image80.png"/><Relationship Id="rId7" Type="http://schemas.openxmlformats.org/officeDocument/2006/relationships/image" Target="../media/image100.png"/><Relationship Id="rId12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0.png"/><Relationship Id="rId11" Type="http://schemas.openxmlformats.org/officeDocument/2006/relationships/image" Target="../media/image120.png"/><Relationship Id="rId5" Type="http://schemas.openxmlformats.org/officeDocument/2006/relationships/image" Target="../media/image90.png"/><Relationship Id="rId10" Type="http://schemas.openxmlformats.org/officeDocument/2006/relationships/image" Target="../media/image12.png"/><Relationship Id="rId4" Type="http://schemas.openxmlformats.org/officeDocument/2006/relationships/image" Target="../media/image9.png"/><Relationship Id="rId9" Type="http://schemas.openxmlformats.org/officeDocument/2006/relationships/image" Target="../media/image1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0.png"/><Relationship Id="rId7" Type="http://schemas.openxmlformats.org/officeDocument/2006/relationships/image" Target="../media/image16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6.png"/><Relationship Id="rId11" Type="http://schemas.openxmlformats.org/officeDocument/2006/relationships/image" Target="../media/image180.png"/><Relationship Id="rId5" Type="http://schemas.openxmlformats.org/officeDocument/2006/relationships/image" Target="../media/image150.png"/><Relationship Id="rId10" Type="http://schemas.openxmlformats.org/officeDocument/2006/relationships/image" Target="../media/image18.png"/><Relationship Id="rId4" Type="http://schemas.openxmlformats.org/officeDocument/2006/relationships/image" Target="../media/image15.png"/><Relationship Id="rId9" Type="http://schemas.openxmlformats.org/officeDocument/2006/relationships/image" Target="../media/image17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7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8.png"/><Relationship Id="rId5" Type="http://schemas.openxmlformats.org/officeDocument/2006/relationships/image" Target="../media/image60.png"/><Relationship Id="rId4" Type="http://schemas.openxmlformats.org/officeDocument/2006/relationships/image" Target="../media/image3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mailto:GErdogan@cavc.ac.uk" TargetMode="External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mailto:JLecun@cavc.ac.uk" TargetMode="External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mailto:apatterson@cavc.ac.uk" TargetMode="Externa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thecardiffandvalecollege.sharepoint.com/:p:/s/Section_ESCCCP24_2025_2026/IQDi2TX0qeXvTJxWAgrEUxCdAUf90_4DbfbNCrZJ38T98kM?e=RiKB7S" TargetMode="External"/><Relationship Id="rId2" Type="http://schemas.openxmlformats.org/officeDocument/2006/relationships/hyperlink" Target="https://thecardiffandvalecollege.sharepoint.com/:f:/s/Section_ESCCCP24_2025_2026/IgBYNgwfZjQOTbYkM8KBUoGVAWFFXPEgUkoUlXXvqi5Xt6Q?e=tOcGbm" TargetMode="External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thecardiffandvalecollege.sharepoint.com/:f:/s/Section_ESCCCP24_2025_2026/IgBYNgwfZjQOTbYkM8KBUoGVAWFFXPEgUkoUlXXvqi5Xt6Q?e=tOcGbm" TargetMode="External"/><Relationship Id="rId2" Type="http://schemas.openxmlformats.org/officeDocument/2006/relationships/hyperlink" Target="https://thecardiffandvalecollege.sharepoint.com/:p:/s/Section_ESCCCP24_2025_2026/IQDi2TX0qeXvTJxWAgrEUxCdAUf90_4DbfbNCrZJ38T98kM?e=RiKB7S" TargetMode="Externa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ESCCCP24 2025-2026</a:t>
            </a:r>
            <a:br>
              <a:rPr lang="en-GB" dirty="0"/>
            </a:br>
            <a:r>
              <a:rPr lang="en-GB" dirty="0"/>
              <a:t>23 Feb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6C6785-5287-802A-5CCB-9E287EB68794}"/>
              </a:ext>
            </a:extLst>
          </p:cNvPr>
          <p:cNvSpPr txBox="1"/>
          <p:nvPr/>
        </p:nvSpPr>
        <p:spPr>
          <a:xfrm>
            <a:off x="557134" y="1074509"/>
            <a:ext cx="11077731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Check-in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 26 Feb 2026</a:t>
            </a:r>
          </a:p>
        </p:txBody>
      </p:sp>
    </p:spTree>
    <p:extLst>
      <p:ext uri="{BB962C8B-B14F-4D97-AF65-F5344CB8AC3E}">
        <p14:creationId xmlns:p14="http://schemas.microsoft.com/office/powerpoint/2010/main" val="3345573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B62880-872B-7C90-3DBE-A2E103D5CE40}"/>
              </a:ext>
            </a:extLst>
          </p:cNvPr>
          <p:cNvSpPr txBox="1"/>
          <p:nvPr/>
        </p:nvSpPr>
        <p:spPr>
          <a:xfrm>
            <a:off x="1891145" y="1843950"/>
            <a:ext cx="840970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Reading/</a:t>
            </a:r>
            <a:r>
              <a:rPr lang="en-GB" sz="10000" dirty="0">
                <a:solidFill>
                  <a:prstClr val="black"/>
                </a:solidFill>
                <a:latin typeface="Tw Cen MT Condensed Extra Bold" panose="020B0803020202020204" pitchFamily="34" charset="0"/>
              </a:rPr>
              <a:t>Writ</a:t>
            </a:r>
            <a:r>
              <a:rPr kumimoji="0" lang="en-GB" sz="10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ing</a:t>
            </a:r>
            <a:endParaRPr kumimoji="0" lang="en-GB" sz="10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 Condensed Extra Bold" panose="020B0803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0" dirty="0">
                <a:solidFill>
                  <a:prstClr val="black"/>
                </a:solidFill>
                <a:latin typeface="Tw Cen MT Condensed Extra Bold" panose="020B0803020202020204" pitchFamily="34" charset="0"/>
              </a:rPr>
              <a:t>17:45</a:t>
            </a:r>
            <a:r>
              <a:rPr kumimoji="0" lang="en-GB" sz="10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-20:45</a:t>
            </a:r>
          </a:p>
        </p:txBody>
      </p:sp>
    </p:spTree>
    <p:extLst>
      <p:ext uri="{BB962C8B-B14F-4D97-AF65-F5344CB8AC3E}">
        <p14:creationId xmlns:p14="http://schemas.microsoft.com/office/powerpoint/2010/main" val="1700952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1B084852-EF76-E081-B3C4-63EC61AF0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31" y="1863969"/>
            <a:ext cx="11935538" cy="31300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EFA104-870B-0CD8-FC00-AE2959FEE0A7}"/>
              </a:ext>
            </a:extLst>
          </p:cNvPr>
          <p:cNvSpPr txBox="1"/>
          <p:nvPr/>
        </p:nvSpPr>
        <p:spPr>
          <a:xfrm>
            <a:off x="128231" y="1279194"/>
            <a:ext cx="22508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Timetable</a:t>
            </a:r>
          </a:p>
        </p:txBody>
      </p:sp>
    </p:spTree>
    <p:extLst>
      <p:ext uri="{BB962C8B-B14F-4D97-AF65-F5344CB8AC3E}">
        <p14:creationId xmlns:p14="http://schemas.microsoft.com/office/powerpoint/2010/main" val="282697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6C4576-7045-AF3A-2B3C-422E88F2ACC1}"/>
              </a:ext>
            </a:extLst>
          </p:cNvPr>
          <p:cNvSpPr txBox="1"/>
          <p:nvPr/>
        </p:nvSpPr>
        <p:spPr>
          <a:xfrm>
            <a:off x="1989221" y="2644170"/>
            <a:ext cx="91760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Meet the class…</a:t>
            </a:r>
          </a:p>
        </p:txBody>
      </p:sp>
    </p:spTree>
    <p:extLst>
      <p:ext uri="{BB962C8B-B14F-4D97-AF65-F5344CB8AC3E}">
        <p14:creationId xmlns:p14="http://schemas.microsoft.com/office/powerpoint/2010/main" val="22289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" name="Slide Zoom 2">
                <a:extLst>
                  <a:ext uri="{FF2B5EF4-FFF2-40B4-BE49-F238E27FC236}">
                    <a16:creationId xmlns:a16="http://schemas.microsoft.com/office/drawing/2014/main" id="{8F73BDEA-05F3-E840-D674-5345EF792CA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09648451"/>
                  </p:ext>
                </p:extLst>
              </p:nvPr>
            </p:nvGraphicFramePr>
            <p:xfrm>
              <a:off x="0" y="1255100"/>
              <a:ext cx="4056888" cy="2282000"/>
            </p:xfrm>
            <a:graphic>
              <a:graphicData uri="http://schemas.microsoft.com/office/powerpoint/2016/slidezoom">
                <pslz:sldZm>
                  <pslz:sldZmObj sldId="280" cId="3871735042">
                    <pslz:zmPr id="{AC3B14B0-1438-4674-B14F-D9308D1A5049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056888" cy="22820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" name="Slide Zoom 2">
                <a:extLst>
                  <a:ext uri="{FF2B5EF4-FFF2-40B4-BE49-F238E27FC236}">
                    <a16:creationId xmlns:a16="http://schemas.microsoft.com/office/drawing/2014/main" id="{8F73BDEA-05F3-E840-D674-5345EF792CA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1255100"/>
                <a:ext cx="4056888" cy="22820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Slide Zoom 4">
                <a:extLst>
                  <a:ext uri="{FF2B5EF4-FFF2-40B4-BE49-F238E27FC236}">
                    <a16:creationId xmlns:a16="http://schemas.microsoft.com/office/drawing/2014/main" id="{B17D057D-20CB-414C-7925-678A9B47F8E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09704850"/>
                  </p:ext>
                </p:extLst>
              </p:nvPr>
            </p:nvGraphicFramePr>
            <p:xfrm>
              <a:off x="4078226" y="1255100"/>
              <a:ext cx="4056888" cy="2282000"/>
            </p:xfrm>
            <a:graphic>
              <a:graphicData uri="http://schemas.microsoft.com/office/powerpoint/2016/slidezoom">
                <pslz:sldZm>
                  <pslz:sldZmObj sldId="281" cId="1806699291">
                    <pslz:zmPr id="{521979D0-B962-40D3-9D01-73437179185F}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056888" cy="22820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Slide Zoom 4">
                <a:extLst>
                  <a:ext uri="{FF2B5EF4-FFF2-40B4-BE49-F238E27FC236}">
                    <a16:creationId xmlns:a16="http://schemas.microsoft.com/office/drawing/2014/main" id="{B17D057D-20CB-414C-7925-678A9B47F8E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78226" y="1255100"/>
                <a:ext cx="4056888" cy="22820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" name="Slide Zoom 3">
                <a:extLst>
                  <a:ext uri="{FF2B5EF4-FFF2-40B4-BE49-F238E27FC236}">
                    <a16:creationId xmlns:a16="http://schemas.microsoft.com/office/drawing/2014/main" id="{431CF97C-9D99-25CF-F34B-B1E07EAC847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29545811"/>
                  </p:ext>
                </p:extLst>
              </p:nvPr>
            </p:nvGraphicFramePr>
            <p:xfrm>
              <a:off x="8135112" y="1255100"/>
              <a:ext cx="4056888" cy="2282000"/>
            </p:xfrm>
            <a:graphic>
              <a:graphicData uri="http://schemas.microsoft.com/office/powerpoint/2016/slidezoom">
                <pslz:sldZm>
                  <pslz:sldZmObj sldId="287" cId="2411784202">
                    <pslz:zmPr id="{F3258D60-9A36-40B1-A2AD-41089A41E40C}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056888" cy="22820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" name="Slide Zoom 3">
                <a:extLst>
                  <a:ext uri="{FF2B5EF4-FFF2-40B4-BE49-F238E27FC236}">
                    <a16:creationId xmlns:a16="http://schemas.microsoft.com/office/drawing/2014/main" id="{431CF97C-9D99-25CF-F34B-B1E07EAC847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35112" y="1255100"/>
                <a:ext cx="4056888" cy="22820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Slide Zoom 6">
                <a:extLst>
                  <a:ext uri="{FF2B5EF4-FFF2-40B4-BE49-F238E27FC236}">
                    <a16:creationId xmlns:a16="http://schemas.microsoft.com/office/drawing/2014/main" id="{9C6D07D0-ADD9-6AE3-6474-FD1C0670B40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76896718"/>
                  </p:ext>
                </p:extLst>
              </p:nvPr>
            </p:nvGraphicFramePr>
            <p:xfrm>
              <a:off x="0" y="3537100"/>
              <a:ext cx="4056888" cy="2282000"/>
            </p:xfrm>
            <a:graphic>
              <a:graphicData uri="http://schemas.microsoft.com/office/powerpoint/2016/slidezoom">
                <pslz:sldZm>
                  <pslz:sldZmObj sldId="288" cId="3951931045">
                    <pslz:zmPr id="{9B5C3B0D-3F16-46AF-B1AC-9F8743865F5F}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056888" cy="22820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Slide Zoom 6">
                <a:extLst>
                  <a:ext uri="{FF2B5EF4-FFF2-40B4-BE49-F238E27FC236}">
                    <a16:creationId xmlns:a16="http://schemas.microsoft.com/office/drawing/2014/main" id="{9C6D07D0-ADD9-6AE3-6474-FD1C0670B40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0" y="3537100"/>
                <a:ext cx="4056888" cy="22820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9" name="Slide Zoom 8">
                <a:extLst>
                  <a:ext uri="{FF2B5EF4-FFF2-40B4-BE49-F238E27FC236}">
                    <a16:creationId xmlns:a16="http://schemas.microsoft.com/office/drawing/2014/main" id="{C012E0DA-C0CF-1CB0-BE03-211A5D8B57F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79405772"/>
                  </p:ext>
                </p:extLst>
              </p:nvPr>
            </p:nvGraphicFramePr>
            <p:xfrm>
              <a:off x="4078226" y="3537100"/>
              <a:ext cx="4056888" cy="2282000"/>
            </p:xfrm>
            <a:graphic>
              <a:graphicData uri="http://schemas.microsoft.com/office/powerpoint/2016/slidezoom">
                <pslz:sldZm>
                  <pslz:sldZmObj sldId="289" cId="4140255136">
                    <pslz:zmPr id="{DE6B1B1E-B484-4929-A4D4-CAC3EEAA6BA5}" transitionDur="1000">
                      <p166:blipFill xmlns:p166="http://schemas.microsoft.com/office/powerpoint/2016/6/main">
                        <a:blip r:embed="rId1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056888" cy="22820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9" name="Slide Zoom 8">
                <a:extLst>
                  <a:ext uri="{FF2B5EF4-FFF2-40B4-BE49-F238E27FC236}">
                    <a16:creationId xmlns:a16="http://schemas.microsoft.com/office/drawing/2014/main" id="{C012E0DA-C0CF-1CB0-BE03-211A5D8B57F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078226" y="3537100"/>
                <a:ext cx="4056888" cy="22820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1" name="Slide Zoom 10">
                <a:extLst>
                  <a:ext uri="{FF2B5EF4-FFF2-40B4-BE49-F238E27FC236}">
                    <a16:creationId xmlns:a16="http://schemas.microsoft.com/office/drawing/2014/main" id="{B47CAB71-1241-F18B-5371-B1177FA08A0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43336112"/>
                  </p:ext>
                </p:extLst>
              </p:nvPr>
            </p:nvGraphicFramePr>
            <p:xfrm>
              <a:off x="8156452" y="3537100"/>
              <a:ext cx="4056888" cy="2282000"/>
            </p:xfrm>
            <a:graphic>
              <a:graphicData uri="http://schemas.microsoft.com/office/powerpoint/2016/slidezoom">
                <pslz:sldZm>
                  <pslz:sldZmObj sldId="290" cId="2761745089">
                    <pslz:zmPr id="{1F148CD9-5A59-4A68-BAB8-9794660D2EFF}" transitionDur="1000">
                      <p166:blipFill xmlns:p166="http://schemas.microsoft.com/office/powerpoint/2016/6/main">
                        <a:blip r:embed="rId1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056888" cy="22820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1" name="Slide Zoom 10">
                <a:extLst>
                  <a:ext uri="{FF2B5EF4-FFF2-40B4-BE49-F238E27FC236}">
                    <a16:creationId xmlns:a16="http://schemas.microsoft.com/office/drawing/2014/main" id="{B47CAB71-1241-F18B-5371-B1177FA08A0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156452" y="3537100"/>
                <a:ext cx="4056888" cy="22820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92902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" name="Slide Zoom 2">
                <a:extLst>
                  <a:ext uri="{FF2B5EF4-FFF2-40B4-BE49-F238E27FC236}">
                    <a16:creationId xmlns:a16="http://schemas.microsoft.com/office/drawing/2014/main" id="{2CA36361-910C-DF92-5C3A-BE46EE0A1AA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75078711"/>
                  </p:ext>
                </p:extLst>
              </p:nvPr>
            </p:nvGraphicFramePr>
            <p:xfrm>
              <a:off x="8558" y="980877"/>
              <a:ext cx="4056888" cy="2282000"/>
            </p:xfrm>
            <a:graphic>
              <a:graphicData uri="http://schemas.microsoft.com/office/powerpoint/2016/slidezoom">
                <pslz:sldZm>
                  <pslz:sldZmObj sldId="292" cId="2718141770">
                    <pslz:zmPr id="{DEDEE66E-7F26-495D-A494-A604D6B8912B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056888" cy="22820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" name="Slide Zoom 2">
                <a:extLst>
                  <a:ext uri="{FF2B5EF4-FFF2-40B4-BE49-F238E27FC236}">
                    <a16:creationId xmlns:a16="http://schemas.microsoft.com/office/drawing/2014/main" id="{2CA36361-910C-DF92-5C3A-BE46EE0A1AA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58" y="980877"/>
                <a:ext cx="4056888" cy="22820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Slide Zoom 4">
                <a:extLst>
                  <a:ext uri="{FF2B5EF4-FFF2-40B4-BE49-F238E27FC236}">
                    <a16:creationId xmlns:a16="http://schemas.microsoft.com/office/drawing/2014/main" id="{BD37E620-3CE0-2048-DDD5-9FF0359F197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70260002"/>
                  </p:ext>
                </p:extLst>
              </p:nvPr>
            </p:nvGraphicFramePr>
            <p:xfrm>
              <a:off x="4088892" y="980877"/>
              <a:ext cx="4056888" cy="2282000"/>
            </p:xfrm>
            <a:graphic>
              <a:graphicData uri="http://schemas.microsoft.com/office/powerpoint/2016/slidezoom">
                <pslz:sldZm>
                  <pslz:sldZmObj sldId="293" cId="3499298865">
                    <pslz:zmPr id="{794F56B2-5BB7-420A-B79B-50D386EE3DFC}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056888" cy="22820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Slide Zoom 4">
                <a:extLst>
                  <a:ext uri="{FF2B5EF4-FFF2-40B4-BE49-F238E27FC236}">
                    <a16:creationId xmlns:a16="http://schemas.microsoft.com/office/drawing/2014/main" id="{BD37E620-3CE0-2048-DDD5-9FF0359F197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88892" y="980877"/>
                <a:ext cx="4056888" cy="22820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Slide Zoom 6">
                <a:extLst>
                  <a:ext uri="{FF2B5EF4-FFF2-40B4-BE49-F238E27FC236}">
                    <a16:creationId xmlns:a16="http://schemas.microsoft.com/office/drawing/2014/main" id="{98E25511-FBB9-D95D-FD6B-6DA69B649D4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24554395"/>
                  </p:ext>
                </p:extLst>
              </p:nvPr>
            </p:nvGraphicFramePr>
            <p:xfrm>
              <a:off x="8156448" y="980877"/>
              <a:ext cx="4056888" cy="2282000"/>
            </p:xfrm>
            <a:graphic>
              <a:graphicData uri="http://schemas.microsoft.com/office/powerpoint/2016/slidezoom">
                <pslz:sldZm>
                  <pslz:sldZmObj sldId="291" cId="3568452948">
                    <pslz:zmPr id="{443EEF24-699E-4978-8245-3336B2715D2A}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056888" cy="22820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Slide Zoom 6">
                <a:extLst>
                  <a:ext uri="{FF2B5EF4-FFF2-40B4-BE49-F238E27FC236}">
                    <a16:creationId xmlns:a16="http://schemas.microsoft.com/office/drawing/2014/main" id="{98E25511-FBB9-D95D-FD6B-6DA69B649D4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56448" y="980877"/>
                <a:ext cx="4056888" cy="22820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9" name="Slide Zoom 8">
                <a:extLst>
                  <a:ext uri="{FF2B5EF4-FFF2-40B4-BE49-F238E27FC236}">
                    <a16:creationId xmlns:a16="http://schemas.microsoft.com/office/drawing/2014/main" id="{5A3DD2BB-D802-ED41-4D3B-4FD535A67BD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45034235"/>
                  </p:ext>
                </p:extLst>
              </p:nvPr>
            </p:nvGraphicFramePr>
            <p:xfrm>
              <a:off x="0" y="3262877"/>
              <a:ext cx="4056888" cy="2282000"/>
            </p:xfrm>
            <a:graphic>
              <a:graphicData uri="http://schemas.microsoft.com/office/powerpoint/2016/slidezoom">
                <pslz:sldZm>
                  <pslz:sldZmObj sldId="294" cId="3984085595">
                    <pslz:zmPr id="{DCAF7B31-B3CF-4C89-9616-2472C03AE572}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056888" cy="22820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9" name="Slide Zoom 8">
                <a:extLst>
                  <a:ext uri="{FF2B5EF4-FFF2-40B4-BE49-F238E27FC236}">
                    <a16:creationId xmlns:a16="http://schemas.microsoft.com/office/drawing/2014/main" id="{5A3DD2BB-D802-ED41-4D3B-4FD535A67BD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0" y="3262877"/>
                <a:ext cx="4056888" cy="22820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1" name="Slide Zoom 10">
                <a:extLst>
                  <a:ext uri="{FF2B5EF4-FFF2-40B4-BE49-F238E27FC236}">
                    <a16:creationId xmlns:a16="http://schemas.microsoft.com/office/drawing/2014/main" id="{D9CFE4D0-FC1C-10B5-D703-06A1A37C590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92695970"/>
                  </p:ext>
                </p:extLst>
              </p:nvPr>
            </p:nvGraphicFramePr>
            <p:xfrm>
              <a:off x="4078224" y="3262877"/>
              <a:ext cx="4056888" cy="2282000"/>
            </p:xfrm>
            <a:graphic>
              <a:graphicData uri="http://schemas.microsoft.com/office/powerpoint/2016/slidezoom">
                <pslz:sldZm>
                  <pslz:sldZmObj sldId="296" cId="3201312695">
                    <pslz:zmPr id="{59271878-DB06-4286-AD29-A4AC0D480ED3}" transitionDur="1000">
                      <p166:blipFill xmlns:p166="http://schemas.microsoft.com/office/powerpoint/2016/6/main">
                        <a:blip r:embed="rId1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056888" cy="22820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1" name="Slide Zoom 10">
                <a:extLst>
                  <a:ext uri="{FF2B5EF4-FFF2-40B4-BE49-F238E27FC236}">
                    <a16:creationId xmlns:a16="http://schemas.microsoft.com/office/drawing/2014/main" id="{D9CFE4D0-FC1C-10B5-D703-06A1A37C590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078224" y="3262877"/>
                <a:ext cx="4056888" cy="22820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3" name="Slide Zoom 12">
                <a:extLst>
                  <a:ext uri="{FF2B5EF4-FFF2-40B4-BE49-F238E27FC236}">
                    <a16:creationId xmlns:a16="http://schemas.microsoft.com/office/drawing/2014/main" id="{3F342D24-DAB0-F3C4-6E95-81A42FEDF15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18684839"/>
                  </p:ext>
                </p:extLst>
              </p:nvPr>
            </p:nvGraphicFramePr>
            <p:xfrm>
              <a:off x="8135112" y="3262877"/>
              <a:ext cx="4056888" cy="2282000"/>
            </p:xfrm>
            <a:graphic>
              <a:graphicData uri="http://schemas.microsoft.com/office/powerpoint/2016/slidezoom">
                <pslz:sldZm>
                  <pslz:sldZmObj sldId="295" cId="1987700681">
                    <pslz:zmPr id="{90625A83-FE0C-4E63-AD82-5BE4D4553DE3}" transitionDur="1000">
                      <p166:blipFill xmlns:p166="http://schemas.microsoft.com/office/powerpoint/2016/6/main">
                        <a:blip r:embed="rId1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056888" cy="22820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3" name="Slide Zoom 12">
                <a:extLst>
                  <a:ext uri="{FF2B5EF4-FFF2-40B4-BE49-F238E27FC236}">
                    <a16:creationId xmlns:a16="http://schemas.microsoft.com/office/drawing/2014/main" id="{3F342D24-DAB0-F3C4-6E95-81A42FEDF15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135112" y="3262877"/>
                <a:ext cx="4056888" cy="22820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97488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" name="Slide Zoom 2">
                <a:extLst>
                  <a:ext uri="{FF2B5EF4-FFF2-40B4-BE49-F238E27FC236}">
                    <a16:creationId xmlns:a16="http://schemas.microsoft.com/office/drawing/2014/main" id="{6F2968B4-EB02-EE17-6735-D276BBA0252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26474613"/>
                  </p:ext>
                </p:extLst>
              </p:nvPr>
            </p:nvGraphicFramePr>
            <p:xfrm>
              <a:off x="0" y="957431"/>
              <a:ext cx="4056888" cy="2282000"/>
            </p:xfrm>
            <a:graphic>
              <a:graphicData uri="http://schemas.microsoft.com/office/powerpoint/2016/slidezoom">
                <pslz:sldZm>
                  <pslz:sldZmObj sldId="297" cId="256281729">
                    <pslz:zmPr id="{B52C6476-B8D4-450E-9D72-69697DDFD864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056888" cy="22820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" name="Slide Zoom 2">
                <a:extLst>
                  <a:ext uri="{FF2B5EF4-FFF2-40B4-BE49-F238E27FC236}">
                    <a16:creationId xmlns:a16="http://schemas.microsoft.com/office/drawing/2014/main" id="{6F2968B4-EB02-EE17-6735-D276BBA0252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957431"/>
                <a:ext cx="4056888" cy="22820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Slide Zoom 4">
                <a:extLst>
                  <a:ext uri="{FF2B5EF4-FFF2-40B4-BE49-F238E27FC236}">
                    <a16:creationId xmlns:a16="http://schemas.microsoft.com/office/drawing/2014/main" id="{B2CA4C43-5270-A555-CC12-144CB9FBD02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80161143"/>
                  </p:ext>
                </p:extLst>
              </p:nvPr>
            </p:nvGraphicFramePr>
            <p:xfrm>
              <a:off x="4056887" y="957431"/>
              <a:ext cx="4056888" cy="2282000"/>
            </p:xfrm>
            <a:graphic>
              <a:graphicData uri="http://schemas.microsoft.com/office/powerpoint/2016/slidezoom">
                <pslz:sldZm>
                  <pslz:sldZmObj sldId="298" cId="1407419928">
                    <pslz:zmPr id="{937F29B2-EDFB-4DEB-B401-A068C9846619}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056888" cy="22820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Slide Zoom 4">
                <a:extLst>
                  <a:ext uri="{FF2B5EF4-FFF2-40B4-BE49-F238E27FC236}">
                    <a16:creationId xmlns:a16="http://schemas.microsoft.com/office/drawing/2014/main" id="{B2CA4C43-5270-A555-CC12-144CB9FBD02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56887" y="957431"/>
                <a:ext cx="4056888" cy="22820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Slide Zoom 6">
                <a:extLst>
                  <a:ext uri="{FF2B5EF4-FFF2-40B4-BE49-F238E27FC236}">
                    <a16:creationId xmlns:a16="http://schemas.microsoft.com/office/drawing/2014/main" id="{01B85613-12BB-D6EC-F04F-BB8F358A8FB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95140820"/>
                  </p:ext>
                </p:extLst>
              </p:nvPr>
            </p:nvGraphicFramePr>
            <p:xfrm>
              <a:off x="8111668" y="957431"/>
              <a:ext cx="4056888" cy="2282000"/>
            </p:xfrm>
            <a:graphic>
              <a:graphicData uri="http://schemas.microsoft.com/office/powerpoint/2016/slidezoom">
                <pslz:sldZm>
                  <pslz:sldZmObj sldId="299" cId="1984953096">
                    <pslz:zmPr id="{0FDF0936-C2F7-48CF-8441-A5F174021324}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056888" cy="22820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Slide Zoom 6">
                <a:extLst>
                  <a:ext uri="{FF2B5EF4-FFF2-40B4-BE49-F238E27FC236}">
                    <a16:creationId xmlns:a16="http://schemas.microsoft.com/office/drawing/2014/main" id="{01B85613-12BB-D6EC-F04F-BB8F358A8FB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11668" y="957431"/>
                <a:ext cx="4056888" cy="22820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9" name="Slide Zoom 8">
                <a:extLst>
                  <a:ext uri="{FF2B5EF4-FFF2-40B4-BE49-F238E27FC236}">
                    <a16:creationId xmlns:a16="http://schemas.microsoft.com/office/drawing/2014/main" id="{1C57EC4D-5FD4-2FC0-AC7A-095C0DDA940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64172416"/>
                  </p:ext>
                </p:extLst>
              </p:nvPr>
            </p:nvGraphicFramePr>
            <p:xfrm>
              <a:off x="9616" y="3239431"/>
              <a:ext cx="4056888" cy="2282000"/>
            </p:xfrm>
            <a:graphic>
              <a:graphicData uri="http://schemas.microsoft.com/office/powerpoint/2016/slidezoom">
                <pslz:sldZm>
                  <pslz:sldZmObj sldId="300" cId="1767365593">
                    <pslz:zmPr id="{C1FA03C0-8E53-448A-BEF3-A5F3ECDF8855}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056888" cy="22820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9" name="Slide Zoom 8">
                <a:extLst>
                  <a:ext uri="{FF2B5EF4-FFF2-40B4-BE49-F238E27FC236}">
                    <a16:creationId xmlns:a16="http://schemas.microsoft.com/office/drawing/2014/main" id="{1C57EC4D-5FD4-2FC0-AC7A-095C0DDA940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616" y="3239431"/>
                <a:ext cx="4056888" cy="22820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1" name="Slide Zoom 10">
                <a:extLst>
                  <a:ext uri="{FF2B5EF4-FFF2-40B4-BE49-F238E27FC236}">
                    <a16:creationId xmlns:a16="http://schemas.microsoft.com/office/drawing/2014/main" id="{17ABDD07-256C-3C6F-6AA0-7EC13857245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6271413"/>
                  </p:ext>
                </p:extLst>
              </p:nvPr>
            </p:nvGraphicFramePr>
            <p:xfrm>
              <a:off x="4056887" y="3258877"/>
              <a:ext cx="4056888" cy="2282000"/>
            </p:xfrm>
            <a:graphic>
              <a:graphicData uri="http://schemas.microsoft.com/office/powerpoint/2016/slidezoom">
                <pslz:sldZm>
                  <pslz:sldZmObj sldId="301" cId="2260125053">
                    <pslz:zmPr id="{681DD06E-2A33-4271-8B6D-845E718AF4F2}" transitionDur="1000">
                      <p166:blipFill xmlns:p166="http://schemas.microsoft.com/office/powerpoint/2016/6/main">
                        <a:blip r:embed="rId1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056888" cy="22820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1" name="Slide Zoom 10">
                <a:extLst>
                  <a:ext uri="{FF2B5EF4-FFF2-40B4-BE49-F238E27FC236}">
                    <a16:creationId xmlns:a16="http://schemas.microsoft.com/office/drawing/2014/main" id="{17ABDD07-256C-3C6F-6AA0-7EC13857245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056887" y="3258877"/>
                <a:ext cx="4056888" cy="22820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80157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PHOTO_URL">
            <a:extLst>
              <a:ext uri="{FF2B5EF4-FFF2-40B4-BE49-F238E27FC236}">
                <a16:creationId xmlns:a16="http://schemas.microsoft.com/office/drawing/2014/main" id="{93572FF6-C2AB-B897-B0E9-C40426D9F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793984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A1A751-8BF3-37B0-E2EE-9588CD70A99C}"/>
              </a:ext>
            </a:extLst>
          </p:cNvPr>
          <p:cNvSpPr txBox="1"/>
          <p:nvPr/>
        </p:nvSpPr>
        <p:spPr>
          <a:xfrm>
            <a:off x="6968836" y="1536174"/>
            <a:ext cx="522316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sz="8000" b="0" i="0" dirty="0">
                <a:solidFill>
                  <a:srgbClr val="1D1D1D"/>
                </a:solidFill>
                <a:effectLst/>
                <a:latin typeface="Tw Cen MT Condensed Extra Bold" panose="020B0803020202020204" pitchFamily="34" charset="0"/>
              </a:rPr>
              <a:t>Jessica Fernandes De Carvalho </a:t>
            </a:r>
          </a:p>
        </p:txBody>
      </p:sp>
    </p:spTree>
    <p:extLst>
      <p:ext uri="{BB962C8B-B14F-4D97-AF65-F5344CB8AC3E}">
        <p14:creationId xmlns:p14="http://schemas.microsoft.com/office/powerpoint/2010/main" val="3871735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PHOTO_URL">
            <a:extLst>
              <a:ext uri="{FF2B5EF4-FFF2-40B4-BE49-F238E27FC236}">
                <a16:creationId xmlns:a16="http://schemas.microsoft.com/office/drawing/2014/main" id="{365242CC-1FCA-8659-33E0-FEF99133E3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793984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2A9D04-A3ED-5E3D-4458-244721A98550}"/>
              </a:ext>
            </a:extLst>
          </p:cNvPr>
          <p:cNvSpPr txBox="1"/>
          <p:nvPr/>
        </p:nvSpPr>
        <p:spPr>
          <a:xfrm>
            <a:off x="7121237" y="1905506"/>
            <a:ext cx="484909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sz="9600" b="0" i="0" dirty="0">
                <a:solidFill>
                  <a:srgbClr val="1D1D1D"/>
                </a:solidFill>
                <a:effectLst/>
                <a:latin typeface="Tw Cen MT Condensed Extra Bold" panose="020B0803020202020204" pitchFamily="34" charset="0"/>
              </a:rPr>
              <a:t>Oleh Levchenko</a:t>
            </a:r>
          </a:p>
        </p:txBody>
      </p:sp>
    </p:spTree>
    <p:extLst>
      <p:ext uri="{BB962C8B-B14F-4D97-AF65-F5344CB8AC3E}">
        <p14:creationId xmlns:p14="http://schemas.microsoft.com/office/powerpoint/2010/main" val="1806699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g4.jpg">
            <a:extLst>
              <a:ext uri="{FF2B5EF4-FFF2-40B4-BE49-F238E27FC236}">
                <a16:creationId xmlns:a16="http://schemas.microsoft.com/office/drawing/2014/main" id="{5ACA89BA-4D05-2832-D2C6-5A0019EC546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1" y="0"/>
            <a:ext cx="7171667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AED857A-874B-FFB3-A47E-5FAF55B4C7A6}"/>
              </a:ext>
            </a:extLst>
          </p:cNvPr>
          <p:cNvSpPr txBox="1"/>
          <p:nvPr/>
        </p:nvSpPr>
        <p:spPr>
          <a:xfrm>
            <a:off x="7611377" y="1781439"/>
            <a:ext cx="458062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GB"/>
            </a:defPPr>
            <a:lvl1pPr>
              <a:buNone/>
              <a:defRPr sz="9600" b="0" i="0">
                <a:solidFill>
                  <a:srgbClr val="1D1D1D"/>
                </a:solidFill>
                <a:effectLst/>
                <a:latin typeface="Tw Cen MT Condensed Extra Bold" panose="020B0803020202020204" pitchFamily="34" charset="0"/>
              </a:defRPr>
            </a:lvl1pPr>
          </a:lstStyle>
          <a:p>
            <a:r>
              <a:rPr lang="en-GB" dirty="0"/>
              <a:t>Idrees Abdullah</a:t>
            </a:r>
          </a:p>
        </p:txBody>
      </p:sp>
    </p:spTree>
    <p:extLst>
      <p:ext uri="{BB962C8B-B14F-4D97-AF65-F5344CB8AC3E}">
        <p14:creationId xmlns:p14="http://schemas.microsoft.com/office/powerpoint/2010/main" val="24117842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g5.jpg">
            <a:extLst>
              <a:ext uri="{FF2B5EF4-FFF2-40B4-BE49-F238E27FC236}">
                <a16:creationId xmlns:a16="http://schemas.microsoft.com/office/drawing/2014/main" id="{208A225F-F6DE-D0D2-F0CF-EA043FDBA7C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1" y="0"/>
            <a:ext cx="7171667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E0CDEA-F2A2-5052-B910-24D70C4B9D6A}"/>
              </a:ext>
            </a:extLst>
          </p:cNvPr>
          <p:cNvSpPr txBox="1"/>
          <p:nvPr/>
        </p:nvSpPr>
        <p:spPr>
          <a:xfrm>
            <a:off x="4567003" y="3811012"/>
            <a:ext cx="7466349" cy="30469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en-GB"/>
            </a:defPPr>
            <a:lvl1pPr>
              <a:buNone/>
              <a:defRPr sz="9600" b="0" i="0">
                <a:solidFill>
                  <a:srgbClr val="1D1D1D"/>
                </a:solidFill>
                <a:effectLst/>
                <a:latin typeface="Tw Cen MT Condensed Extra Bold" panose="020B0803020202020204" pitchFamily="34" charset="0"/>
              </a:defRPr>
            </a:lvl1pPr>
          </a:lstStyle>
          <a:p>
            <a:r>
              <a:rPr lang="en-GB" dirty="0"/>
              <a:t>Anna </a:t>
            </a:r>
            <a:r>
              <a:rPr lang="en-GB" dirty="0" err="1"/>
              <a:t>Aleksandrenko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519310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g6.jpg">
            <a:extLst>
              <a:ext uri="{FF2B5EF4-FFF2-40B4-BE49-F238E27FC236}">
                <a16:creationId xmlns:a16="http://schemas.microsoft.com/office/drawing/2014/main" id="{CCC0CA30-78E3-1B7E-3E45-B632AFBB5C2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388308" y="0"/>
            <a:ext cx="7148872" cy="6836202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1D12089-4B6C-538F-A208-67FC80AB7BC3}"/>
              </a:ext>
            </a:extLst>
          </p:cNvPr>
          <p:cNvSpPr txBox="1"/>
          <p:nvPr/>
        </p:nvSpPr>
        <p:spPr>
          <a:xfrm>
            <a:off x="7420130" y="1905506"/>
            <a:ext cx="395740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GB"/>
            </a:defPPr>
            <a:lvl1pPr>
              <a:buNone/>
              <a:defRPr sz="9600" b="0" i="0">
                <a:solidFill>
                  <a:srgbClr val="1D1D1D"/>
                </a:solidFill>
                <a:effectLst/>
                <a:latin typeface="Tw Cen MT Condensed Extra Bold" panose="020B0803020202020204" pitchFamily="34" charset="0"/>
              </a:defRPr>
            </a:lvl1pPr>
          </a:lstStyle>
          <a:p>
            <a:r>
              <a:rPr lang="en-GB" dirty="0"/>
              <a:t>Naaima Emshiri</a:t>
            </a:r>
          </a:p>
        </p:txBody>
      </p:sp>
    </p:spTree>
    <p:extLst>
      <p:ext uri="{BB962C8B-B14F-4D97-AF65-F5344CB8AC3E}">
        <p14:creationId xmlns:p14="http://schemas.microsoft.com/office/powerpoint/2010/main" val="41402551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g7.jpg">
            <a:extLst>
              <a:ext uri="{FF2B5EF4-FFF2-40B4-BE49-F238E27FC236}">
                <a16:creationId xmlns:a16="http://schemas.microsoft.com/office/drawing/2014/main" id="{7A58902E-312C-D13D-4B96-78C897D5D3F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1" y="0"/>
            <a:ext cx="7171667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4A76AE1-41C8-66E2-1C12-811DC07BB827}"/>
              </a:ext>
            </a:extLst>
          </p:cNvPr>
          <p:cNvSpPr txBox="1"/>
          <p:nvPr/>
        </p:nvSpPr>
        <p:spPr>
          <a:xfrm>
            <a:off x="7603761" y="2146304"/>
            <a:ext cx="407357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GB"/>
            </a:defPPr>
            <a:lvl1pPr>
              <a:buNone/>
              <a:defRPr sz="9600" b="0" i="0">
                <a:solidFill>
                  <a:srgbClr val="1D1D1D"/>
                </a:solidFill>
                <a:effectLst/>
                <a:latin typeface="Tw Cen MT Condensed Extra Bold" panose="020B0803020202020204" pitchFamily="34" charset="0"/>
              </a:defRPr>
            </a:lvl1pPr>
          </a:lstStyle>
          <a:p>
            <a:r>
              <a:rPr lang="en-GB" dirty="0"/>
              <a:t>Monera Esmail</a:t>
            </a:r>
          </a:p>
        </p:txBody>
      </p:sp>
    </p:spTree>
    <p:extLst>
      <p:ext uri="{BB962C8B-B14F-4D97-AF65-F5344CB8AC3E}">
        <p14:creationId xmlns:p14="http://schemas.microsoft.com/office/powerpoint/2010/main" val="27617450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g9.jpg">
            <a:extLst>
              <a:ext uri="{FF2B5EF4-FFF2-40B4-BE49-F238E27FC236}">
                <a16:creationId xmlns:a16="http://schemas.microsoft.com/office/drawing/2014/main" id="{2675346E-1B4B-E7A3-0DBA-21386FD228B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1" y="0"/>
            <a:ext cx="7171667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68C0AB4-498E-F94C-E948-51A9D7951AE4}"/>
              </a:ext>
            </a:extLst>
          </p:cNvPr>
          <p:cNvSpPr txBox="1"/>
          <p:nvPr/>
        </p:nvSpPr>
        <p:spPr>
          <a:xfrm>
            <a:off x="7873584" y="1905506"/>
            <a:ext cx="366884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GB"/>
            </a:defPPr>
            <a:lvl1pPr>
              <a:buNone/>
              <a:defRPr sz="9600" b="0" i="0">
                <a:solidFill>
                  <a:srgbClr val="1D1D1D"/>
                </a:solidFill>
                <a:effectLst/>
                <a:latin typeface="Tw Cen MT Condensed Extra Bold" panose="020B0803020202020204" pitchFamily="34" charset="0"/>
              </a:defRPr>
            </a:lvl1pPr>
          </a:lstStyle>
          <a:p>
            <a:r>
              <a:rPr lang="en-GB" dirty="0" err="1"/>
              <a:t>Adunia</a:t>
            </a:r>
            <a:r>
              <a:rPr lang="en-GB" dirty="0"/>
              <a:t> Gebru</a:t>
            </a:r>
          </a:p>
        </p:txBody>
      </p:sp>
    </p:spTree>
    <p:extLst>
      <p:ext uri="{BB962C8B-B14F-4D97-AF65-F5344CB8AC3E}">
        <p14:creationId xmlns:p14="http://schemas.microsoft.com/office/powerpoint/2010/main" val="27181417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g10.jpg">
            <a:extLst>
              <a:ext uri="{FF2B5EF4-FFF2-40B4-BE49-F238E27FC236}">
                <a16:creationId xmlns:a16="http://schemas.microsoft.com/office/drawing/2014/main" id="{F72A9551-705C-EA24-D601-B73A885A49D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171667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21D8282-9092-9878-2308-453DE5189BCA}"/>
              </a:ext>
            </a:extLst>
          </p:cNvPr>
          <p:cNvSpPr txBox="1"/>
          <p:nvPr/>
        </p:nvSpPr>
        <p:spPr>
          <a:xfrm>
            <a:off x="7371536" y="1905506"/>
            <a:ext cx="482046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GB"/>
            </a:defPPr>
            <a:lvl1pPr>
              <a:buNone/>
              <a:defRPr sz="9600" b="0" i="0">
                <a:solidFill>
                  <a:srgbClr val="1D1D1D"/>
                </a:solidFill>
                <a:effectLst/>
                <a:latin typeface="Tw Cen MT Condensed Extra Bold" panose="020B0803020202020204" pitchFamily="34" charset="0"/>
              </a:defRPr>
            </a:lvl1pPr>
          </a:lstStyle>
          <a:p>
            <a:r>
              <a:rPr lang="en-GB" dirty="0"/>
              <a:t> Kateryna Hozhenko</a:t>
            </a:r>
          </a:p>
        </p:txBody>
      </p:sp>
    </p:spTree>
    <p:extLst>
      <p:ext uri="{BB962C8B-B14F-4D97-AF65-F5344CB8AC3E}">
        <p14:creationId xmlns:p14="http://schemas.microsoft.com/office/powerpoint/2010/main" val="3499298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g12.jpg">
            <a:extLst>
              <a:ext uri="{FF2B5EF4-FFF2-40B4-BE49-F238E27FC236}">
                <a16:creationId xmlns:a16="http://schemas.microsoft.com/office/drawing/2014/main" id="{EA53487F-8CC9-7EEE-534B-D7840B56DD7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1" y="0"/>
            <a:ext cx="7171667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3777757-98D6-743B-7C6E-FE329095DA66}"/>
              </a:ext>
            </a:extLst>
          </p:cNvPr>
          <p:cNvSpPr txBox="1"/>
          <p:nvPr/>
        </p:nvSpPr>
        <p:spPr>
          <a:xfrm>
            <a:off x="7783643" y="2085308"/>
            <a:ext cx="363886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GB"/>
            </a:defPPr>
            <a:lvl1pPr>
              <a:buNone/>
              <a:defRPr sz="9600" b="0" i="0">
                <a:solidFill>
                  <a:srgbClr val="1D1D1D"/>
                </a:solidFill>
                <a:effectLst/>
                <a:latin typeface="Tw Cen MT Condensed Extra Bold" panose="020B0803020202020204" pitchFamily="34" charset="0"/>
              </a:defRPr>
            </a:lvl1pPr>
          </a:lstStyle>
          <a:p>
            <a:r>
              <a:rPr lang="en-GB" dirty="0"/>
              <a:t>Vali Manafi</a:t>
            </a:r>
          </a:p>
        </p:txBody>
      </p:sp>
    </p:spTree>
    <p:extLst>
      <p:ext uri="{BB962C8B-B14F-4D97-AF65-F5344CB8AC3E}">
        <p14:creationId xmlns:p14="http://schemas.microsoft.com/office/powerpoint/2010/main" val="35684529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g13.jpg">
            <a:extLst>
              <a:ext uri="{FF2B5EF4-FFF2-40B4-BE49-F238E27FC236}">
                <a16:creationId xmlns:a16="http://schemas.microsoft.com/office/drawing/2014/main" id="{8A3E0ACE-B856-ECB8-91AE-F2BA441D191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118214" y="0"/>
            <a:ext cx="7171667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11AC2A-E7E9-BE91-7A55-536294E9BA9A}"/>
              </a:ext>
            </a:extLst>
          </p:cNvPr>
          <p:cNvSpPr txBox="1"/>
          <p:nvPr/>
        </p:nvSpPr>
        <p:spPr>
          <a:xfrm>
            <a:off x="7203887" y="2151727"/>
            <a:ext cx="482322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GB"/>
            </a:defPPr>
            <a:lvl1pPr>
              <a:buNone/>
              <a:defRPr sz="9600" b="0" i="0">
                <a:solidFill>
                  <a:srgbClr val="1D1D1D"/>
                </a:solidFill>
                <a:effectLst/>
                <a:latin typeface="Tw Cen MT Condensed Extra Bold" panose="020B0803020202020204" pitchFamily="34" charset="0"/>
              </a:defRPr>
            </a:lvl1pPr>
          </a:lstStyle>
          <a:p>
            <a:r>
              <a:rPr lang="en-GB" sz="8000" dirty="0"/>
              <a:t>Serhii </a:t>
            </a:r>
            <a:r>
              <a:rPr lang="en-GB" sz="8000" dirty="0" err="1"/>
              <a:t>Masliievych</a:t>
            </a:r>
            <a:endParaRPr lang="en-GB" sz="8000" dirty="0"/>
          </a:p>
        </p:txBody>
      </p:sp>
    </p:spTree>
    <p:extLst>
      <p:ext uri="{BB962C8B-B14F-4D97-AF65-F5344CB8AC3E}">
        <p14:creationId xmlns:p14="http://schemas.microsoft.com/office/powerpoint/2010/main" val="39840855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g14.jpg">
            <a:extLst>
              <a:ext uri="{FF2B5EF4-FFF2-40B4-BE49-F238E27FC236}">
                <a16:creationId xmlns:a16="http://schemas.microsoft.com/office/drawing/2014/main" id="{CCCECEF9-0EA5-947D-6CEE-E285DECD8F2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-89722"/>
            <a:ext cx="7270230" cy="695225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4A5B4E7-D436-4ECE-1D07-C82EFB99C170}"/>
              </a:ext>
            </a:extLst>
          </p:cNvPr>
          <p:cNvSpPr txBox="1"/>
          <p:nvPr/>
        </p:nvSpPr>
        <p:spPr>
          <a:xfrm>
            <a:off x="7270230" y="2060111"/>
            <a:ext cx="476687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GB"/>
            </a:defPPr>
            <a:lvl1pPr>
              <a:buNone/>
              <a:defRPr sz="9600" b="0" i="0">
                <a:solidFill>
                  <a:srgbClr val="1D1D1D"/>
                </a:solidFill>
                <a:effectLst/>
                <a:latin typeface="Tw Cen MT Condensed Extra Bold" panose="020B0803020202020204" pitchFamily="34" charset="0"/>
              </a:defRPr>
            </a:lvl1pPr>
          </a:lstStyle>
          <a:p>
            <a:r>
              <a:rPr lang="en-GB" dirty="0"/>
              <a:t>Sergii </a:t>
            </a:r>
            <a:r>
              <a:rPr lang="en-GB" dirty="0" err="1"/>
              <a:t>Mozgovyi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13126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g15.jpg">
            <a:extLst>
              <a:ext uri="{FF2B5EF4-FFF2-40B4-BE49-F238E27FC236}">
                <a16:creationId xmlns:a16="http://schemas.microsoft.com/office/drawing/2014/main" id="{06410941-8688-E50A-770D-F295655A344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21537"/>
            <a:ext cx="7149145" cy="683646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5805EC-A2E0-FCE6-50ED-3554BBFC7EE5}"/>
              </a:ext>
            </a:extLst>
          </p:cNvPr>
          <p:cNvSpPr txBox="1"/>
          <p:nvPr/>
        </p:nvSpPr>
        <p:spPr>
          <a:xfrm>
            <a:off x="7468936" y="2449855"/>
            <a:ext cx="446323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GB"/>
            </a:defPPr>
            <a:lvl1pPr>
              <a:buNone/>
              <a:defRPr sz="9600" b="0" i="0">
                <a:solidFill>
                  <a:srgbClr val="1D1D1D"/>
                </a:solidFill>
                <a:effectLst/>
                <a:latin typeface="Tw Cen MT Condensed Extra Bold" panose="020B0803020202020204" pitchFamily="34" charset="0"/>
              </a:defRPr>
            </a:lvl1pPr>
          </a:lstStyle>
          <a:p>
            <a:r>
              <a:rPr lang="en-GB" sz="8000" dirty="0"/>
              <a:t>Selamawit Petros</a:t>
            </a:r>
          </a:p>
        </p:txBody>
      </p:sp>
    </p:spTree>
    <p:extLst>
      <p:ext uri="{BB962C8B-B14F-4D97-AF65-F5344CB8AC3E}">
        <p14:creationId xmlns:p14="http://schemas.microsoft.com/office/powerpoint/2010/main" val="19877006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g16.jpg">
            <a:extLst>
              <a:ext uri="{FF2B5EF4-FFF2-40B4-BE49-F238E27FC236}">
                <a16:creationId xmlns:a16="http://schemas.microsoft.com/office/drawing/2014/main" id="{BD45C9DD-C2B2-5D22-4F71-91824D329A1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165298" cy="68519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8D9B01-3042-7072-1EBB-0FC6E12BCEAC}"/>
              </a:ext>
            </a:extLst>
          </p:cNvPr>
          <p:cNvSpPr txBox="1"/>
          <p:nvPr/>
        </p:nvSpPr>
        <p:spPr>
          <a:xfrm>
            <a:off x="7704943" y="1905506"/>
            <a:ext cx="500296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GB"/>
            </a:defPPr>
            <a:lvl1pPr>
              <a:buNone/>
              <a:defRPr sz="9600" b="0" i="0">
                <a:solidFill>
                  <a:srgbClr val="1D1D1D"/>
                </a:solidFill>
                <a:effectLst/>
                <a:latin typeface="Tw Cen MT Condensed Extra Bold" panose="020B0803020202020204" pitchFamily="34" charset="0"/>
              </a:defRPr>
            </a:lvl1pPr>
          </a:lstStyle>
          <a:p>
            <a:r>
              <a:rPr lang="en-GB" dirty="0"/>
              <a:t>Hassan </a:t>
            </a:r>
            <a:r>
              <a:rPr lang="en-GB" dirty="0" err="1"/>
              <a:t>Merdadi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62817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g17.jpg">
            <a:extLst>
              <a:ext uri="{FF2B5EF4-FFF2-40B4-BE49-F238E27FC236}">
                <a16:creationId xmlns:a16="http://schemas.microsoft.com/office/drawing/2014/main" id="{DA3F09B3-6F8D-6C0E-7EDF-F1B54750719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1" y="-1"/>
            <a:ext cx="7180289" cy="68662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624C85-F47A-7E56-876B-6A317DFC096C}"/>
              </a:ext>
            </a:extLst>
          </p:cNvPr>
          <p:cNvSpPr txBox="1"/>
          <p:nvPr/>
        </p:nvSpPr>
        <p:spPr>
          <a:xfrm>
            <a:off x="7854846" y="1080966"/>
            <a:ext cx="36576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GB"/>
            </a:defPPr>
            <a:lvl1pPr>
              <a:buNone/>
              <a:defRPr sz="9600" b="0" i="0">
                <a:solidFill>
                  <a:srgbClr val="1D1D1D"/>
                </a:solidFill>
                <a:effectLst/>
                <a:latin typeface="Tw Cen MT Condensed Extra Bold" panose="020B0803020202020204" pitchFamily="34" charset="0"/>
              </a:defRPr>
            </a:lvl1pPr>
          </a:lstStyle>
          <a:p>
            <a:r>
              <a:rPr lang="en-GB" sz="8000" dirty="0"/>
              <a:t>Erika </a:t>
            </a:r>
            <a:r>
              <a:rPr lang="en-GB" sz="8000" dirty="0" err="1"/>
              <a:t>Rossibel</a:t>
            </a:r>
            <a:r>
              <a:rPr lang="en-GB" sz="8000" dirty="0"/>
              <a:t> Rivas Perez</a:t>
            </a:r>
          </a:p>
        </p:txBody>
      </p:sp>
    </p:spTree>
    <p:extLst>
      <p:ext uri="{BB962C8B-B14F-4D97-AF65-F5344CB8AC3E}">
        <p14:creationId xmlns:p14="http://schemas.microsoft.com/office/powerpoint/2010/main" val="14074199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g18.jpg">
            <a:extLst>
              <a:ext uri="{FF2B5EF4-FFF2-40B4-BE49-F238E27FC236}">
                <a16:creationId xmlns:a16="http://schemas.microsoft.com/office/drawing/2014/main" id="{C4CFA538-0624-A7A4-E76C-39D00139667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1" y="0"/>
            <a:ext cx="7171667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20E6110-175B-7A16-8DF5-D2CA1694E09E}"/>
              </a:ext>
            </a:extLst>
          </p:cNvPr>
          <p:cNvSpPr txBox="1"/>
          <p:nvPr/>
        </p:nvSpPr>
        <p:spPr>
          <a:xfrm>
            <a:off x="7171666" y="1166842"/>
            <a:ext cx="502170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GB"/>
            </a:defPPr>
            <a:lvl1pPr>
              <a:buNone/>
              <a:defRPr sz="9600" b="0" i="0">
                <a:solidFill>
                  <a:srgbClr val="1D1D1D"/>
                </a:solidFill>
                <a:effectLst/>
                <a:latin typeface="Tw Cen MT Condensed Extra Bold" panose="020B0803020202020204" pitchFamily="34" charset="0"/>
              </a:defRPr>
            </a:lvl1pPr>
          </a:lstStyle>
          <a:p>
            <a:r>
              <a:rPr lang="en-GB" dirty="0"/>
              <a:t>Stefano Luca Santagati</a:t>
            </a:r>
          </a:p>
        </p:txBody>
      </p:sp>
    </p:spTree>
    <p:extLst>
      <p:ext uri="{BB962C8B-B14F-4D97-AF65-F5344CB8AC3E}">
        <p14:creationId xmlns:p14="http://schemas.microsoft.com/office/powerpoint/2010/main" val="19849530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g19.jpg">
            <a:extLst>
              <a:ext uri="{FF2B5EF4-FFF2-40B4-BE49-F238E27FC236}">
                <a16:creationId xmlns:a16="http://schemas.microsoft.com/office/drawing/2014/main" id="{52A3FF32-D34E-09D6-2583-E376EDC8CFE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1" y="-1"/>
            <a:ext cx="7195279" cy="68805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1E65A50-7B1F-D1B1-B385-D37579E69F16}"/>
              </a:ext>
            </a:extLst>
          </p:cNvPr>
          <p:cNvSpPr txBox="1"/>
          <p:nvPr/>
        </p:nvSpPr>
        <p:spPr>
          <a:xfrm>
            <a:off x="6091003" y="4303455"/>
            <a:ext cx="6100997" cy="255454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en-GB"/>
            </a:defPPr>
            <a:lvl1pPr>
              <a:buNone/>
              <a:defRPr sz="9600" b="0" i="0">
                <a:solidFill>
                  <a:srgbClr val="1D1D1D"/>
                </a:solidFill>
                <a:effectLst/>
                <a:latin typeface="Tw Cen MT Condensed Extra Bold" panose="020B0803020202020204" pitchFamily="34" charset="0"/>
              </a:defRPr>
            </a:lvl1pPr>
          </a:lstStyle>
          <a:p>
            <a:r>
              <a:rPr lang="en-GB" sz="8000" dirty="0"/>
              <a:t>Abed </a:t>
            </a:r>
            <a:r>
              <a:rPr lang="en-GB" sz="8000" dirty="0" err="1"/>
              <a:t>Teweldebrhan</a:t>
            </a:r>
            <a:endParaRPr lang="en-GB" sz="8000" dirty="0"/>
          </a:p>
        </p:txBody>
      </p:sp>
    </p:spTree>
    <p:extLst>
      <p:ext uri="{BB962C8B-B14F-4D97-AF65-F5344CB8AC3E}">
        <p14:creationId xmlns:p14="http://schemas.microsoft.com/office/powerpoint/2010/main" val="17673655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g20.jpg">
            <a:extLst>
              <a:ext uri="{FF2B5EF4-FFF2-40B4-BE49-F238E27FC236}">
                <a16:creationId xmlns:a16="http://schemas.microsoft.com/office/drawing/2014/main" id="{6CD6F6C9-C8D4-508E-9B10-88B451AF400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94944"/>
            <a:ext cx="7072380" cy="67630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939A2B1-B079-E60A-C1CE-D90AC8A868DE}"/>
              </a:ext>
            </a:extLst>
          </p:cNvPr>
          <p:cNvSpPr txBox="1"/>
          <p:nvPr/>
        </p:nvSpPr>
        <p:spPr>
          <a:xfrm>
            <a:off x="7995330" y="2210306"/>
            <a:ext cx="352268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GB"/>
            </a:defPPr>
            <a:lvl1pPr>
              <a:buNone/>
              <a:defRPr sz="9600" b="0" i="0">
                <a:solidFill>
                  <a:srgbClr val="1D1D1D"/>
                </a:solidFill>
                <a:effectLst/>
                <a:latin typeface="Tw Cen MT Condensed Extra Bold" panose="020B0803020202020204" pitchFamily="34" charset="0"/>
              </a:defRPr>
            </a:lvl1pPr>
          </a:lstStyle>
          <a:p>
            <a:r>
              <a:rPr lang="en-GB" dirty="0"/>
              <a:t>Siham Wadi</a:t>
            </a:r>
          </a:p>
        </p:txBody>
      </p:sp>
    </p:spTree>
    <p:extLst>
      <p:ext uri="{BB962C8B-B14F-4D97-AF65-F5344CB8AC3E}">
        <p14:creationId xmlns:p14="http://schemas.microsoft.com/office/powerpoint/2010/main" val="22601250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64B94-9EB1-D147-46BF-667FC9815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28D117-7DA2-9065-03D0-D8C579E28BA0}"/>
              </a:ext>
            </a:extLst>
          </p:cNvPr>
          <p:cNvSpPr txBox="1"/>
          <p:nvPr/>
        </p:nvSpPr>
        <p:spPr>
          <a:xfrm>
            <a:off x="1187115" y="2644170"/>
            <a:ext cx="981776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… and the teachers</a:t>
            </a:r>
          </a:p>
        </p:txBody>
      </p:sp>
    </p:spTree>
    <p:extLst>
      <p:ext uri="{BB962C8B-B14F-4D97-AF65-F5344CB8AC3E}">
        <p14:creationId xmlns:p14="http://schemas.microsoft.com/office/powerpoint/2010/main" val="37090694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" name="Slide Zoom 2">
                <a:extLst>
                  <a:ext uri="{FF2B5EF4-FFF2-40B4-BE49-F238E27FC236}">
                    <a16:creationId xmlns:a16="http://schemas.microsoft.com/office/drawing/2014/main" id="{A8E31531-8EA6-23D0-551C-52B5EA76848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60481330"/>
                  </p:ext>
                </p:extLst>
              </p:nvPr>
            </p:nvGraphicFramePr>
            <p:xfrm>
              <a:off x="0" y="0"/>
              <a:ext cx="5939691" cy="3341076"/>
            </p:xfrm>
            <a:graphic>
              <a:graphicData uri="http://schemas.microsoft.com/office/powerpoint/2016/slidezoom">
                <pslz:sldZm>
                  <pslz:sldZmObj sldId="277" cId="2646670806">
                    <pslz:zmPr id="{C326D674-032B-4114-AAFC-55900A29A162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939691" cy="3341076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" name="Slide Zoom 2">
                <a:extLst>
                  <a:ext uri="{FF2B5EF4-FFF2-40B4-BE49-F238E27FC236}">
                    <a16:creationId xmlns:a16="http://schemas.microsoft.com/office/drawing/2014/main" id="{A8E31531-8EA6-23D0-551C-52B5EA76848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5939691" cy="3341076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Slide Zoom 4">
                <a:extLst>
                  <a:ext uri="{FF2B5EF4-FFF2-40B4-BE49-F238E27FC236}">
                    <a16:creationId xmlns:a16="http://schemas.microsoft.com/office/drawing/2014/main" id="{DD416D7D-E79C-D3D2-32F4-62614EDD7EA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94520046"/>
                  </p:ext>
                </p:extLst>
              </p:nvPr>
            </p:nvGraphicFramePr>
            <p:xfrm>
              <a:off x="6252309" y="0"/>
              <a:ext cx="5939691" cy="3341076"/>
            </p:xfrm>
            <a:graphic>
              <a:graphicData uri="http://schemas.microsoft.com/office/powerpoint/2016/slidezoom">
                <pslz:sldZm>
                  <pslz:sldZmObj sldId="278" cId="2292653850">
                    <pslz:zmPr id="{09CCF33A-8C59-4479-AE73-1B77E7D2B630}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939691" cy="3341076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Slide Zoom 4">
                <a:extLst>
                  <a:ext uri="{FF2B5EF4-FFF2-40B4-BE49-F238E27FC236}">
                    <a16:creationId xmlns:a16="http://schemas.microsoft.com/office/drawing/2014/main" id="{DD416D7D-E79C-D3D2-32F4-62614EDD7EA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52309" y="0"/>
                <a:ext cx="5939691" cy="3341076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Slide Zoom 6">
                <a:extLst>
                  <a:ext uri="{FF2B5EF4-FFF2-40B4-BE49-F238E27FC236}">
                    <a16:creationId xmlns:a16="http://schemas.microsoft.com/office/drawing/2014/main" id="{93C30A41-00D3-D109-6602-6689DF6C97A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39661489"/>
                  </p:ext>
                </p:extLst>
              </p:nvPr>
            </p:nvGraphicFramePr>
            <p:xfrm>
              <a:off x="0" y="3516924"/>
              <a:ext cx="5939691" cy="3341076"/>
            </p:xfrm>
            <a:graphic>
              <a:graphicData uri="http://schemas.microsoft.com/office/powerpoint/2016/slidezoom">
                <pslz:sldZm>
                  <pslz:sldZmObj sldId="275" cId="230313836">
                    <pslz:zmPr id="{193928A9-A100-4B66-8AB9-82C7764BB1A2}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939691" cy="3341076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Slide Zoom 6">
                <a:extLst>
                  <a:ext uri="{FF2B5EF4-FFF2-40B4-BE49-F238E27FC236}">
                    <a16:creationId xmlns:a16="http://schemas.microsoft.com/office/drawing/2014/main" id="{93C30A41-00D3-D109-6602-6689DF6C97A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0" y="3516924"/>
                <a:ext cx="5939691" cy="3341076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037339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HOTO_URL">
            <a:extLst>
              <a:ext uri="{FF2B5EF4-FFF2-40B4-BE49-F238E27FC236}">
                <a16:creationId xmlns:a16="http://schemas.microsoft.com/office/drawing/2014/main" id="{C4EA6C48-DD19-196B-4011-FC4D9CC2C7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016"/>
            <a:ext cx="6793984" cy="6793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CB4335F-95DB-B8E2-B26A-8EB3518E4D33}"/>
              </a:ext>
            </a:extLst>
          </p:cNvPr>
          <p:cNvSpPr txBox="1"/>
          <p:nvPr/>
        </p:nvSpPr>
        <p:spPr>
          <a:xfrm>
            <a:off x="7121236" y="1905506"/>
            <a:ext cx="455814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600" dirty="0">
                <a:effectLst/>
                <a:latin typeface="Tw Cen MT Condensed Extra Bold" panose="020B0803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Gözde Erdogan</a:t>
            </a:r>
            <a:endParaRPr lang="en-GB" sz="9600" dirty="0">
              <a:latin typeface="Tw Cen MT Condensed Extra Bold" panose="020B0803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E7E9D9-FFDC-1EB1-32A5-35D5541A2DE3}"/>
              </a:ext>
            </a:extLst>
          </p:cNvPr>
          <p:cNvSpPr txBox="1"/>
          <p:nvPr/>
        </p:nvSpPr>
        <p:spPr>
          <a:xfrm>
            <a:off x="5558301" y="5063330"/>
            <a:ext cx="679398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0" b="0" i="0" dirty="0">
                <a:solidFill>
                  <a:srgbClr val="1D1D1D"/>
                </a:solidFill>
                <a:effectLst/>
                <a:latin typeface="Tw Cen MT Condensed Extra Bold" panose="020B0803020202020204" pitchFamily="34" charset="0"/>
                <a:hlinkClick r:id="rId3"/>
              </a:rPr>
              <a:t>GErdogan@cavc.ac.uk</a:t>
            </a:r>
            <a:endParaRPr lang="en-GB" sz="6000" dirty="0">
              <a:latin typeface="Tw Cen MT Condensed Extra Bold" panose="020B08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66708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HOTO_URL">
            <a:extLst>
              <a:ext uri="{FF2B5EF4-FFF2-40B4-BE49-F238E27FC236}">
                <a16:creationId xmlns:a16="http://schemas.microsoft.com/office/drawing/2014/main" id="{41117A35-B16B-1EB0-5847-553DF538F1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2008"/>
            <a:ext cx="6793984" cy="6793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6D39AE4-5AAA-4BF2-7980-F2241F2B16FA}"/>
              </a:ext>
            </a:extLst>
          </p:cNvPr>
          <p:cNvSpPr txBox="1"/>
          <p:nvPr/>
        </p:nvSpPr>
        <p:spPr>
          <a:xfrm>
            <a:off x="7259782" y="1905506"/>
            <a:ext cx="451658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600" dirty="0">
                <a:effectLst/>
                <a:latin typeface="Tw Cen MT Condensed Extra Bold" panose="020B0803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Jonathan </a:t>
            </a:r>
            <a:r>
              <a:rPr lang="en-US" sz="9600" dirty="0" err="1">
                <a:effectLst/>
                <a:latin typeface="Tw Cen MT Condensed Extra Bold" panose="020B0803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Lecun</a:t>
            </a:r>
            <a:endParaRPr lang="en-GB" sz="9600" dirty="0">
              <a:latin typeface="Tw Cen MT Condensed Extra Bold" panose="020B0803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EA42AD-4F50-D794-0C4D-D1BFE017BA17}"/>
              </a:ext>
            </a:extLst>
          </p:cNvPr>
          <p:cNvSpPr txBox="1"/>
          <p:nvPr/>
        </p:nvSpPr>
        <p:spPr>
          <a:xfrm>
            <a:off x="6921660" y="4661548"/>
            <a:ext cx="51928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GB" dirty="0"/>
            </a:br>
            <a:r>
              <a:rPr lang="en-GB" sz="5400" b="0" i="0" dirty="0">
                <a:solidFill>
                  <a:srgbClr val="1D1D1D"/>
                </a:solidFill>
                <a:effectLst/>
                <a:latin typeface="Tw Cen MT Condensed Extra Bold" panose="020B0803020202020204" pitchFamily="34" charset="0"/>
                <a:hlinkClick r:id="rId3"/>
              </a:rPr>
              <a:t>JLecun@cavc.ac.uk</a:t>
            </a:r>
            <a:endParaRPr lang="en-GB" sz="5400" dirty="0">
              <a:latin typeface="Tw Cen MT Condensed Extra Bold" panose="020B08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6538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6483C18-AC52-3E53-E45D-CF47F1272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038478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8075476-7067-6E2C-479B-64F5693820B4}"/>
              </a:ext>
            </a:extLst>
          </p:cNvPr>
          <p:cNvSpPr/>
          <p:nvPr/>
        </p:nvSpPr>
        <p:spPr>
          <a:xfrm>
            <a:off x="5389917" y="5331855"/>
            <a:ext cx="6199389" cy="8749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78D716-12E9-0C69-477E-C84F15AFEC90}"/>
              </a:ext>
            </a:extLst>
          </p:cNvPr>
          <p:cNvSpPr/>
          <p:nvPr/>
        </p:nvSpPr>
        <p:spPr>
          <a:xfrm>
            <a:off x="5389918" y="2623862"/>
            <a:ext cx="6199389" cy="33855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Andrew 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Patterson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4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  <a:hlinkClick r:id="rId3"/>
              </a:rPr>
              <a:t>apatterson@cavc.ac.uk</a:t>
            </a:r>
            <a:endParaRPr kumimoji="0" lang="en-GB" sz="5400" b="0" i="0" u="none" strike="noStrike" kern="1200" cap="none" spc="0" normalizeH="0" baseline="0" noProof="0" dirty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Tw Cen MT Condensed Extra Bold" panose="020B0803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3138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845D9609-70CD-824A-1E57-6195622DAF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406" y="797169"/>
            <a:ext cx="339383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w Cen MT Condensed Extra Bold" panose="020B0803020202020204" pitchFamily="34" charset="0"/>
                <a:hlinkClick r:id="rId2"/>
              </a:rPr>
              <a:t>0) Writing Booklet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w Cen MT Condensed Extra Bold" panose="020B0803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0CFD126-D76B-6480-D003-4C38E8B4AE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406" y="1530319"/>
            <a:ext cx="114691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w Cen MT Condensed Extra Bold" panose="020B0803020202020204" pitchFamily="34" charset="0"/>
                <a:hlinkClick r:id="rId3"/>
              </a:rPr>
              <a:t>Writing Booklet Task 1 p. 6-17.pptx</a:t>
            </a:r>
          </a:p>
        </p:txBody>
      </p:sp>
    </p:spTree>
    <p:extLst>
      <p:ext uri="{BB962C8B-B14F-4D97-AF65-F5344CB8AC3E}">
        <p14:creationId xmlns:p14="http://schemas.microsoft.com/office/powerpoint/2010/main" val="1836750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lat Holm and Steep Holm | As seen from the Cardiff Bay Barr… | Flickr">
            <a:extLst>
              <a:ext uri="{FF2B5EF4-FFF2-40B4-BE49-F238E27FC236}">
                <a16:creationId xmlns:a16="http://schemas.microsoft.com/office/drawing/2014/main" id="{D667A9CC-B2E4-D7AC-FA45-8CFA6AD6D4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" t="15767" r="-127" b="-225"/>
          <a:stretch/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D396867-14B9-81AC-080F-BBD7B94642AE}"/>
              </a:ext>
            </a:extLst>
          </p:cNvPr>
          <p:cNvSpPr txBox="1"/>
          <p:nvPr/>
        </p:nvSpPr>
        <p:spPr>
          <a:xfrm>
            <a:off x="1972492" y="783772"/>
            <a:ext cx="20247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 err="1">
                <a:solidFill>
                  <a:srgbClr val="FF0000"/>
                </a:solidFill>
              </a:rPr>
              <a:t>Flatholm</a:t>
            </a:r>
            <a:endParaRPr lang="en-GB" sz="32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28F150-0B45-C513-196F-83070007E078}"/>
              </a:ext>
            </a:extLst>
          </p:cNvPr>
          <p:cNvSpPr txBox="1"/>
          <p:nvPr/>
        </p:nvSpPr>
        <p:spPr>
          <a:xfrm>
            <a:off x="7624355" y="779418"/>
            <a:ext cx="21989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 err="1">
                <a:solidFill>
                  <a:srgbClr val="FF0000"/>
                </a:solidFill>
              </a:rPr>
              <a:t>Steepholm</a:t>
            </a:r>
            <a:endParaRPr lang="en-GB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67507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34688B-F75D-ADA8-E29C-3FF689834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D3E1E0-5008-11DC-7284-1707E751029A}"/>
              </a:ext>
            </a:extLst>
          </p:cNvPr>
          <p:cNvSpPr txBox="1"/>
          <p:nvPr/>
        </p:nvSpPr>
        <p:spPr>
          <a:xfrm>
            <a:off x="557134" y="1074509"/>
            <a:ext cx="11077731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Check-</a:t>
            </a:r>
            <a:r>
              <a:rPr lang="en-GB" sz="15000" dirty="0">
                <a:solidFill>
                  <a:prstClr val="white"/>
                </a:solidFill>
                <a:latin typeface="Tw Cen MT Condensed Extra Bold" panose="020B0803020202020204" pitchFamily="34" charset="0"/>
              </a:rPr>
              <a:t>out</a:t>
            </a:r>
            <a:endParaRPr kumimoji="0" lang="en-GB" sz="15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 Condensed Extra Bold" panose="020B0803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 26 Feb 2026</a:t>
            </a:r>
          </a:p>
        </p:txBody>
      </p:sp>
    </p:spTree>
    <p:extLst>
      <p:ext uri="{BB962C8B-B14F-4D97-AF65-F5344CB8AC3E}">
        <p14:creationId xmlns:p14="http://schemas.microsoft.com/office/powerpoint/2010/main" val="24483400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B7EAF-E4FC-345D-5CC7-DA28D2CE2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BADAE94B-F3EF-F1A5-7797-60FD12A735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297" y="340100"/>
            <a:ext cx="11469188" cy="5841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ts val="32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200" u="sng" dirty="0">
                <a:latin typeface="Abadi ExtraLight" panose="020B0204020104020204" pitchFamily="34" charset="0"/>
              </a:rPr>
              <a:t>Work from 26 Feb 2026</a:t>
            </a:r>
          </a:p>
          <a:p>
            <a:pPr eaLnBrk="0" fontAlgn="base" hangingPunct="0">
              <a:lnSpc>
                <a:spcPts val="32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200" dirty="0">
                <a:latin typeface="Abadi ExtraLight" panose="020B0204020104020204" pitchFamily="34" charset="0"/>
              </a:rPr>
              <a:t>Reading and Writing booklets were issued to those present. </a:t>
            </a:r>
          </a:p>
          <a:p>
            <a:pPr eaLnBrk="0" fontAlgn="base" hangingPunct="0">
              <a:lnSpc>
                <a:spcPts val="32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200" dirty="0">
                <a:latin typeface="Abadi ExtraLight" panose="020B0204020104020204" pitchFamily="34" charset="0"/>
              </a:rPr>
              <a:t>Using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w Cen MT Condensed Extra Bold" panose="020B0803020202020204" pitchFamily="34" charset="0"/>
                <a:hlinkClick r:id="rId2"/>
              </a:rPr>
              <a:t>Writing Booklet Task 1 p. 6-17.pptx </a:t>
            </a:r>
            <a:r>
              <a:rPr lang="en-US" altLang="en-US" sz="3200" dirty="0">
                <a:latin typeface="Abadi ExtraLight" panose="020B0204020104020204" pitchFamily="34" charset="0"/>
              </a:rPr>
              <a:t>made from </a:t>
            </a:r>
          </a:p>
          <a:p>
            <a:pPr eaLnBrk="0" fontAlgn="base" hangingPunct="0">
              <a:lnSpc>
                <a:spcPts val="32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200" dirty="0">
                <a:latin typeface="Tw Cen MT Condensed Extra Bold" panose="020B0803020202020204" pitchFamily="34" charset="0"/>
                <a:hlinkClick r:id="rId3"/>
              </a:rPr>
              <a:t>0) Writing Booklet</a:t>
            </a:r>
            <a:r>
              <a:rPr lang="en-US" altLang="en-US" sz="3200" dirty="0">
                <a:latin typeface="Abadi ExtraLight" panose="020B0204020104020204" pitchFamily="34" charset="0"/>
              </a:rPr>
              <a:t>, p. 6-9, we</a:t>
            </a:r>
            <a:endParaRPr lang="en-US" altLang="en-US" sz="3200" dirty="0">
              <a:latin typeface="Tw Cen MT Condensed Extra Bold" panose="020B0803020202020204" pitchFamily="34" charset="0"/>
            </a:endParaRPr>
          </a:p>
          <a:p>
            <a:pPr marL="457200" lvl="0" indent="-457200" eaLnBrk="0" fontAlgn="base" hangingPunct="0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Abadi ExtraLight" panose="020B0204020104020204" pitchFamily="34" charset="0"/>
              </a:rPr>
              <a:t>learnt how to fill in a form </a:t>
            </a:r>
            <a:r>
              <a:rPr lang="en-US" altLang="en-US" sz="3200" dirty="0" err="1">
                <a:latin typeface="Abadi ExtraLight" panose="020B0204020104020204" pitchFamily="34" charset="0"/>
              </a:rPr>
              <a:t>Ascentis</a:t>
            </a:r>
            <a:r>
              <a:rPr lang="en-US" altLang="en-US" sz="3200" dirty="0">
                <a:latin typeface="Abadi ExtraLight" panose="020B0204020104020204" pitchFamily="34" charset="0"/>
              </a:rPr>
              <a:t> writing Task 1.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w Cen MT Condensed Extra Bold" panose="020B0803020202020204" pitchFamily="34" charset="0"/>
              <a:hlinkClick r:id="rId2"/>
            </a:endParaRPr>
          </a:p>
          <a:p>
            <a:pPr marL="0" marR="0" lvl="0" indent="0" algn="l" defTabSz="914400" rtl="0" eaLnBrk="0" fontAlgn="base" latinLnBrk="0" hangingPunct="0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u="sng" dirty="0">
                <a:latin typeface="Abadi ExtraLight" panose="020B0204020104020204" pitchFamily="34" charset="0"/>
              </a:rPr>
              <a:t>Homework </a:t>
            </a:r>
          </a:p>
          <a:p>
            <a:pPr lvl="0" eaLnBrk="0" fontAlgn="base" hangingPunct="0">
              <a:lnSpc>
                <a:spcPts val="32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200" dirty="0">
                <a:latin typeface="Abadi ExtraLight" panose="020B0204020104020204" pitchFamily="34" charset="0"/>
              </a:rPr>
              <a:t>Form Practice 2 Task3 from the thin handout. </a:t>
            </a:r>
          </a:p>
          <a:p>
            <a:pPr lvl="0" eaLnBrk="0" fontAlgn="base" hangingPunct="0">
              <a:lnSpc>
                <a:spcPts val="32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200" dirty="0">
                <a:latin typeface="Tw Cen MT Condensed Extra Bold" panose="020B0803020202020204" pitchFamily="34" charset="0"/>
                <a:hlinkClick r:id="rId3"/>
              </a:rPr>
              <a:t>0) Writing Booklet </a:t>
            </a:r>
            <a:r>
              <a:rPr lang="en-US" altLang="en-US" sz="3200" dirty="0">
                <a:latin typeface="Abadi ExtraLight" panose="020B0204020104020204" pitchFamily="34" charset="0"/>
              </a:rPr>
              <a:t>p. 10-12. Bring next Thursday.</a:t>
            </a:r>
          </a:p>
          <a:p>
            <a:pPr>
              <a:lnSpc>
                <a:spcPts val="3200"/>
              </a:lnSpc>
            </a:pPr>
            <a:r>
              <a:rPr lang="en-GB" sz="3600" dirty="0"/>
              <a:t>Form Practice 2</a:t>
            </a:r>
          </a:p>
          <a:p>
            <a:pPr>
              <a:lnSpc>
                <a:spcPts val="3200"/>
              </a:lnSpc>
            </a:pPr>
            <a:r>
              <a:rPr lang="en-GB" sz="3200" dirty="0">
                <a:solidFill>
                  <a:srgbClr val="FF0000"/>
                </a:solidFill>
              </a:rPr>
              <a:t>Task 3: Complete the form below </a:t>
            </a:r>
          </a:p>
          <a:p>
            <a:pPr>
              <a:lnSpc>
                <a:spcPts val="3200"/>
              </a:lnSpc>
            </a:pPr>
            <a:r>
              <a:rPr lang="en-GB" sz="3200" dirty="0">
                <a:latin typeface="Abadi ExtraLight" panose="020B0204020104020204" pitchFamily="34" charset="0"/>
              </a:rPr>
              <a:t>• You are applying for a volunteer role with a charity that looks after wildlife in West Wales. </a:t>
            </a:r>
          </a:p>
          <a:p>
            <a:pPr>
              <a:lnSpc>
                <a:spcPts val="3200"/>
              </a:lnSpc>
            </a:pPr>
            <a:r>
              <a:rPr lang="en-GB" sz="3200" dirty="0">
                <a:latin typeface="Abadi ExtraLight" panose="020B0204020104020204" pitchFamily="34" charset="0"/>
              </a:rPr>
              <a:t>• In this position, you would live for four months on </a:t>
            </a:r>
            <a:r>
              <a:rPr lang="en-GB" sz="3200" dirty="0" err="1">
                <a:latin typeface="Abadi ExtraLight" panose="020B0204020104020204" pitchFamily="34" charset="0"/>
              </a:rPr>
              <a:t>Skokholm</a:t>
            </a:r>
            <a:r>
              <a:rPr lang="en-GB" sz="3200" dirty="0">
                <a:latin typeface="Abadi ExtraLight" panose="020B0204020104020204" pitchFamily="34" charset="0"/>
              </a:rPr>
              <a:t> Island helping the wardens manage the island and monitor the wild animals.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50F3EE4-6C86-16DF-E71C-05C3D568FDFF}"/>
              </a:ext>
            </a:extLst>
          </p:cNvPr>
          <p:cNvGrpSpPr>
            <a:grpSpLocks noChangeAspect="1"/>
          </p:cNvGrpSpPr>
          <p:nvPr/>
        </p:nvGrpSpPr>
        <p:grpSpPr>
          <a:xfrm>
            <a:off x="272590" y="430154"/>
            <a:ext cx="297374" cy="297521"/>
            <a:chOff x="1752597" y="2171695"/>
            <a:chExt cx="4317849" cy="4320005"/>
          </a:xfrm>
        </p:grpSpPr>
        <p:sp>
          <p:nvSpPr>
            <p:cNvPr id="3" name="Free-form: Shape 2">
              <a:extLst>
                <a:ext uri="{FF2B5EF4-FFF2-40B4-BE49-F238E27FC236}">
                  <a16:creationId xmlns:a16="http://schemas.microsoft.com/office/drawing/2014/main" id="{49B9E5D7-D441-D1E5-8C5D-C6B95E830F81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4" name="Free-form: Shape 3">
              <a:extLst>
                <a:ext uri="{FF2B5EF4-FFF2-40B4-BE49-F238E27FC236}">
                  <a16:creationId xmlns:a16="http://schemas.microsoft.com/office/drawing/2014/main" id="{ADDB9036-AE87-854E-8AD4-70EAF70505B5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E9B22CB-B12B-F47F-D026-24013907A9AC}"/>
              </a:ext>
            </a:extLst>
          </p:cNvPr>
          <p:cNvGrpSpPr>
            <a:grpSpLocks noChangeAspect="1"/>
          </p:cNvGrpSpPr>
          <p:nvPr/>
        </p:nvGrpSpPr>
        <p:grpSpPr>
          <a:xfrm>
            <a:off x="272590" y="858627"/>
            <a:ext cx="297374" cy="297521"/>
            <a:chOff x="1752597" y="2171695"/>
            <a:chExt cx="4317849" cy="4320005"/>
          </a:xfrm>
        </p:grpSpPr>
        <p:sp>
          <p:nvSpPr>
            <p:cNvPr id="7" name="Free-form: Shape 6">
              <a:extLst>
                <a:ext uri="{FF2B5EF4-FFF2-40B4-BE49-F238E27FC236}">
                  <a16:creationId xmlns:a16="http://schemas.microsoft.com/office/drawing/2014/main" id="{D2646BF9-45B5-3071-F8E4-4A60227A2EA0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8" name="Free-form: Shape 7">
              <a:extLst>
                <a:ext uri="{FF2B5EF4-FFF2-40B4-BE49-F238E27FC236}">
                  <a16:creationId xmlns:a16="http://schemas.microsoft.com/office/drawing/2014/main" id="{BC0DE15B-6CE2-3DDA-603E-3B086E10DB4C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EC00E69-46E8-0E71-2C7E-C981AE86C44A}"/>
              </a:ext>
            </a:extLst>
          </p:cNvPr>
          <p:cNvGrpSpPr>
            <a:grpSpLocks noChangeAspect="1"/>
          </p:cNvGrpSpPr>
          <p:nvPr/>
        </p:nvGrpSpPr>
        <p:grpSpPr>
          <a:xfrm>
            <a:off x="272590" y="1260187"/>
            <a:ext cx="297374" cy="297521"/>
            <a:chOff x="1752597" y="2171695"/>
            <a:chExt cx="4317849" cy="4320005"/>
          </a:xfrm>
        </p:grpSpPr>
        <p:sp>
          <p:nvSpPr>
            <p:cNvPr id="10" name="Free-form: Shape 9">
              <a:extLst>
                <a:ext uri="{FF2B5EF4-FFF2-40B4-BE49-F238E27FC236}">
                  <a16:creationId xmlns:a16="http://schemas.microsoft.com/office/drawing/2014/main" id="{C87F6CB2-A8CC-F0AF-B70D-DB66C962A556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1" name="Free-form: Shape 10">
              <a:extLst>
                <a:ext uri="{FF2B5EF4-FFF2-40B4-BE49-F238E27FC236}">
                  <a16:creationId xmlns:a16="http://schemas.microsoft.com/office/drawing/2014/main" id="{18FC4701-6695-8C28-BBDE-E1836C929D96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62C8141-CC04-0E61-C927-A9D76EFDE6B6}"/>
              </a:ext>
            </a:extLst>
          </p:cNvPr>
          <p:cNvGrpSpPr>
            <a:grpSpLocks noChangeAspect="1"/>
          </p:cNvGrpSpPr>
          <p:nvPr/>
        </p:nvGrpSpPr>
        <p:grpSpPr>
          <a:xfrm>
            <a:off x="272590" y="1637185"/>
            <a:ext cx="297374" cy="297521"/>
            <a:chOff x="1752597" y="2171695"/>
            <a:chExt cx="4317849" cy="4320005"/>
          </a:xfrm>
        </p:grpSpPr>
        <p:sp>
          <p:nvSpPr>
            <p:cNvPr id="13" name="Free-form: Shape 12">
              <a:extLst>
                <a:ext uri="{FF2B5EF4-FFF2-40B4-BE49-F238E27FC236}">
                  <a16:creationId xmlns:a16="http://schemas.microsoft.com/office/drawing/2014/main" id="{95593BAB-11A5-1F18-E7F0-0D60C85223FD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4" name="Free-form: Shape 13">
              <a:extLst>
                <a:ext uri="{FF2B5EF4-FFF2-40B4-BE49-F238E27FC236}">
                  <a16:creationId xmlns:a16="http://schemas.microsoft.com/office/drawing/2014/main" id="{A8FCF9ED-32E1-B8EA-F6A7-FF5F3B8DE34A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5B843C9-3120-7A0B-606C-8D7D9C2CDC38}"/>
              </a:ext>
            </a:extLst>
          </p:cNvPr>
          <p:cNvGrpSpPr>
            <a:grpSpLocks noChangeAspect="1"/>
          </p:cNvGrpSpPr>
          <p:nvPr/>
        </p:nvGrpSpPr>
        <p:grpSpPr>
          <a:xfrm>
            <a:off x="272590" y="2002986"/>
            <a:ext cx="297374" cy="297521"/>
            <a:chOff x="1752597" y="2171695"/>
            <a:chExt cx="4317849" cy="4320005"/>
          </a:xfrm>
        </p:grpSpPr>
        <p:sp>
          <p:nvSpPr>
            <p:cNvPr id="16" name="Free-form: Shape 15">
              <a:extLst>
                <a:ext uri="{FF2B5EF4-FFF2-40B4-BE49-F238E27FC236}">
                  <a16:creationId xmlns:a16="http://schemas.microsoft.com/office/drawing/2014/main" id="{831DE533-47F8-A6E6-B3F4-D16749B32570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7" name="Free-form: Shape 16">
              <a:extLst>
                <a:ext uri="{FF2B5EF4-FFF2-40B4-BE49-F238E27FC236}">
                  <a16:creationId xmlns:a16="http://schemas.microsoft.com/office/drawing/2014/main" id="{89559F93-6F68-F362-421A-652AE5B1DA44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04DE8DE-34F7-9A63-970C-27CF29452F6B}"/>
              </a:ext>
            </a:extLst>
          </p:cNvPr>
          <p:cNvGrpSpPr>
            <a:grpSpLocks noChangeAspect="1"/>
          </p:cNvGrpSpPr>
          <p:nvPr/>
        </p:nvGrpSpPr>
        <p:grpSpPr>
          <a:xfrm>
            <a:off x="272590" y="2430088"/>
            <a:ext cx="297374" cy="297521"/>
            <a:chOff x="1752597" y="2171695"/>
            <a:chExt cx="4317849" cy="4320005"/>
          </a:xfrm>
        </p:grpSpPr>
        <p:sp>
          <p:nvSpPr>
            <p:cNvPr id="19" name="Free-form: Shape 18">
              <a:extLst>
                <a:ext uri="{FF2B5EF4-FFF2-40B4-BE49-F238E27FC236}">
                  <a16:creationId xmlns:a16="http://schemas.microsoft.com/office/drawing/2014/main" id="{77A5AEBC-3ED6-54A3-888C-42EFCAE670FE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0" name="Free-form: Shape 19">
              <a:extLst>
                <a:ext uri="{FF2B5EF4-FFF2-40B4-BE49-F238E27FC236}">
                  <a16:creationId xmlns:a16="http://schemas.microsoft.com/office/drawing/2014/main" id="{0EC7E1D1-0E81-C284-E5BE-D2D9F6667699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7A9D9DD-D11D-85C6-5B11-9AF6D8E2E496}"/>
              </a:ext>
            </a:extLst>
          </p:cNvPr>
          <p:cNvGrpSpPr>
            <a:grpSpLocks noChangeAspect="1"/>
          </p:cNvGrpSpPr>
          <p:nvPr/>
        </p:nvGrpSpPr>
        <p:grpSpPr>
          <a:xfrm>
            <a:off x="272590" y="2857182"/>
            <a:ext cx="297374" cy="297521"/>
            <a:chOff x="1752597" y="2171695"/>
            <a:chExt cx="4317849" cy="4320005"/>
          </a:xfrm>
        </p:grpSpPr>
        <p:sp>
          <p:nvSpPr>
            <p:cNvPr id="22" name="Free-form: Shape 21">
              <a:extLst>
                <a:ext uri="{FF2B5EF4-FFF2-40B4-BE49-F238E27FC236}">
                  <a16:creationId xmlns:a16="http://schemas.microsoft.com/office/drawing/2014/main" id="{D9F0A74F-B8C5-370C-0E18-46A15F2CCA08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3" name="Free-form: Shape 22">
              <a:extLst>
                <a:ext uri="{FF2B5EF4-FFF2-40B4-BE49-F238E27FC236}">
                  <a16:creationId xmlns:a16="http://schemas.microsoft.com/office/drawing/2014/main" id="{78296E1D-C36C-8389-9A65-88598B27F1C9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22C9297-9EB0-76E9-D991-FEA77B29753D}"/>
              </a:ext>
            </a:extLst>
          </p:cNvPr>
          <p:cNvGrpSpPr>
            <a:grpSpLocks noChangeAspect="1"/>
          </p:cNvGrpSpPr>
          <p:nvPr/>
        </p:nvGrpSpPr>
        <p:grpSpPr>
          <a:xfrm>
            <a:off x="272590" y="3260932"/>
            <a:ext cx="297374" cy="297521"/>
            <a:chOff x="1752597" y="2171695"/>
            <a:chExt cx="4317849" cy="4320005"/>
          </a:xfrm>
        </p:grpSpPr>
        <p:sp>
          <p:nvSpPr>
            <p:cNvPr id="25" name="Free-form: Shape 24">
              <a:extLst>
                <a:ext uri="{FF2B5EF4-FFF2-40B4-BE49-F238E27FC236}">
                  <a16:creationId xmlns:a16="http://schemas.microsoft.com/office/drawing/2014/main" id="{A8FDABF2-9A85-2D18-DC54-08C6D5FC0FE2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6" name="Free-form: Shape 25">
              <a:extLst>
                <a:ext uri="{FF2B5EF4-FFF2-40B4-BE49-F238E27FC236}">
                  <a16:creationId xmlns:a16="http://schemas.microsoft.com/office/drawing/2014/main" id="{A728EDB4-F284-3D4D-B1F4-B9BE17875C1C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8AF1A63-FE48-555A-A336-0A91E44DE589}"/>
              </a:ext>
            </a:extLst>
          </p:cNvPr>
          <p:cNvGrpSpPr>
            <a:grpSpLocks noChangeAspect="1"/>
          </p:cNvGrpSpPr>
          <p:nvPr/>
        </p:nvGrpSpPr>
        <p:grpSpPr>
          <a:xfrm>
            <a:off x="272590" y="3675507"/>
            <a:ext cx="297374" cy="297521"/>
            <a:chOff x="1752597" y="2171695"/>
            <a:chExt cx="4317849" cy="4320005"/>
          </a:xfrm>
        </p:grpSpPr>
        <p:sp>
          <p:nvSpPr>
            <p:cNvPr id="28" name="Free-form: Shape 27">
              <a:extLst>
                <a:ext uri="{FF2B5EF4-FFF2-40B4-BE49-F238E27FC236}">
                  <a16:creationId xmlns:a16="http://schemas.microsoft.com/office/drawing/2014/main" id="{ECA36A8F-96DF-2CF9-DB6B-D80576E42B5A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9" name="Free-form: Shape 28">
              <a:extLst>
                <a:ext uri="{FF2B5EF4-FFF2-40B4-BE49-F238E27FC236}">
                  <a16:creationId xmlns:a16="http://schemas.microsoft.com/office/drawing/2014/main" id="{CD9DA5A0-EB5D-518A-32E6-BB31560123B2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D6A22B4-478D-B22D-C8E4-3E469117A6A2}"/>
              </a:ext>
            </a:extLst>
          </p:cNvPr>
          <p:cNvGrpSpPr>
            <a:grpSpLocks noChangeAspect="1"/>
          </p:cNvGrpSpPr>
          <p:nvPr/>
        </p:nvGrpSpPr>
        <p:grpSpPr>
          <a:xfrm>
            <a:off x="272590" y="4077556"/>
            <a:ext cx="297374" cy="297521"/>
            <a:chOff x="1752597" y="2171695"/>
            <a:chExt cx="4317849" cy="4320005"/>
          </a:xfrm>
        </p:grpSpPr>
        <p:sp>
          <p:nvSpPr>
            <p:cNvPr id="31" name="Free-form: Shape 30">
              <a:extLst>
                <a:ext uri="{FF2B5EF4-FFF2-40B4-BE49-F238E27FC236}">
                  <a16:creationId xmlns:a16="http://schemas.microsoft.com/office/drawing/2014/main" id="{C3CE45EB-C01B-650B-0181-D08416A36C52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32" name="Free-form: Shape 31">
              <a:extLst>
                <a:ext uri="{FF2B5EF4-FFF2-40B4-BE49-F238E27FC236}">
                  <a16:creationId xmlns:a16="http://schemas.microsoft.com/office/drawing/2014/main" id="{43A3EC5B-5C19-F835-42C4-F0F78E2FBE8F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3DC75E2-E59A-1499-EB5D-FBF7BC31860C}"/>
              </a:ext>
            </a:extLst>
          </p:cNvPr>
          <p:cNvGrpSpPr>
            <a:grpSpLocks noChangeAspect="1"/>
          </p:cNvGrpSpPr>
          <p:nvPr/>
        </p:nvGrpSpPr>
        <p:grpSpPr>
          <a:xfrm>
            <a:off x="272590" y="4504657"/>
            <a:ext cx="297374" cy="297521"/>
            <a:chOff x="1752597" y="2171695"/>
            <a:chExt cx="4317849" cy="4320005"/>
          </a:xfrm>
        </p:grpSpPr>
        <p:sp>
          <p:nvSpPr>
            <p:cNvPr id="34" name="Free-form: Shape 33">
              <a:extLst>
                <a:ext uri="{FF2B5EF4-FFF2-40B4-BE49-F238E27FC236}">
                  <a16:creationId xmlns:a16="http://schemas.microsoft.com/office/drawing/2014/main" id="{206279FC-F3B5-1D98-BA7F-D3CCDD207C75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35" name="Free-form: Shape 34">
              <a:extLst>
                <a:ext uri="{FF2B5EF4-FFF2-40B4-BE49-F238E27FC236}">
                  <a16:creationId xmlns:a16="http://schemas.microsoft.com/office/drawing/2014/main" id="{9C234247-CAA4-879E-2C9E-10DE1205288D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456AE7D-741C-AE4E-537A-E9517F38EDEE}"/>
              </a:ext>
            </a:extLst>
          </p:cNvPr>
          <p:cNvGrpSpPr>
            <a:grpSpLocks noChangeAspect="1"/>
          </p:cNvGrpSpPr>
          <p:nvPr/>
        </p:nvGrpSpPr>
        <p:grpSpPr>
          <a:xfrm>
            <a:off x="272590" y="5310196"/>
            <a:ext cx="297374" cy="297521"/>
            <a:chOff x="1752597" y="2171695"/>
            <a:chExt cx="4317849" cy="4320005"/>
          </a:xfrm>
        </p:grpSpPr>
        <p:sp>
          <p:nvSpPr>
            <p:cNvPr id="37" name="Free-form: Shape 36">
              <a:extLst>
                <a:ext uri="{FF2B5EF4-FFF2-40B4-BE49-F238E27FC236}">
                  <a16:creationId xmlns:a16="http://schemas.microsoft.com/office/drawing/2014/main" id="{1CC0F5A0-5414-1B3E-CA81-E2040742BC62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38" name="Free-form: Shape 37">
              <a:extLst>
                <a:ext uri="{FF2B5EF4-FFF2-40B4-BE49-F238E27FC236}">
                  <a16:creationId xmlns:a16="http://schemas.microsoft.com/office/drawing/2014/main" id="{003D4629-9C73-9460-96BF-19B3E63E2E55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21358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SCC1P05 2025-2026 Class PowerPoint Template" id="{F58FAF5F-5C02-4A36-BBBE-708991514D85}" vid="{06B0B8DE-CAF2-47FC-91F8-BBC73CB6C2F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5C54FA0-4D4D-40AC-B333-9606EF0DEB5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8C808E9-5540-4583-B5C4-2616989DE80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1635c7e-3a11-4128-b6ca-f17fd774e4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0BBABA1-E90C-4A1F-B9B6-C82F928BE9FC}">
  <ds:schemaRefs>
    <ds:schemaRef ds:uri="http://www.w3.org/XML/1998/namespace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schemas.microsoft.com/office/2006/metadata/properties"/>
    <ds:schemaRef ds:uri="31635c7e-3a11-4128-b6ca-f17fd774e46d"/>
    <ds:schemaRef ds:uri="http://schemas.microsoft.com/office/infopath/2007/PartnerControls"/>
    <ds:schemaRef ds:uri="http://purl.org/dc/terms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247</TotalTime>
  <Words>238</Words>
  <Application>Microsoft Office PowerPoint</Application>
  <PresentationFormat>Widescreen</PresentationFormat>
  <Paragraphs>50</Paragraphs>
  <Slides>34</Slides>
  <Notes>0</Notes>
  <HiddenSlides>20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Abadi ExtraLight</vt:lpstr>
      <vt:lpstr>ADLaM Display</vt:lpstr>
      <vt:lpstr>Aptos</vt:lpstr>
      <vt:lpstr>Aptos Display</vt:lpstr>
      <vt:lpstr>Arial</vt:lpstr>
      <vt:lpstr>Tw Cen MT Condensed Extra Bold</vt:lpstr>
      <vt:lpstr>office theme</vt:lpstr>
      <vt:lpstr>1_office theme</vt:lpstr>
      <vt:lpstr>ESCCCP24 2025-2026 23 Feb 2026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Andrew Patterson</cp:lastModifiedBy>
  <cp:revision>6</cp:revision>
  <dcterms:created xsi:type="dcterms:W3CDTF">2026-02-13T15:11:09Z</dcterms:created>
  <dcterms:modified xsi:type="dcterms:W3CDTF">2026-03-04T09:43:45Z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0x0101006794325352E032448D621CCF83E7CDF4</vt:lpwstr>
  </property>
</Properties>
</file>