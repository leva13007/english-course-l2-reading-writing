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5" r:id="rId17"/>
    <p:sldId id="267" r:id="rId18"/>
    <p:sldId id="268" r:id="rId19"/>
    <p:sldId id="305" r:id="rId20"/>
    <p:sldId id="269" r:id="rId21"/>
    <p:sldId id="270" r:id="rId22"/>
    <p:sldId id="272" r:id="rId23"/>
    <p:sldId id="273" r:id="rId24"/>
    <p:sldId id="274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2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377B8FC8-38EB-4CC2-96EF-CBF91DD8EE6E}"/>
    <pc:docChg chg="modSld">
      <pc:chgData name="" userId="" providerId="" clId="Web-{377B8FC8-38EB-4CC2-96EF-CBF91DD8EE6E}" dt="2026-02-26T16:08:05.677" v="4" actId="20577"/>
      <pc:docMkLst>
        <pc:docMk/>
      </pc:docMkLst>
      <pc:sldChg chg="modSp">
        <pc:chgData name="" userId="" providerId="" clId="Web-{377B8FC8-38EB-4CC2-96EF-CBF91DD8EE6E}" dt="2026-02-26T16:08:05.677" v="4" actId="20577"/>
        <pc:sldMkLst>
          <pc:docMk/>
          <pc:sldMk cId="109857222" sldId="256"/>
        </pc:sldMkLst>
        <pc:spChg chg="mod">
          <ac:chgData name="" userId="" providerId="" clId="Web-{377B8FC8-38EB-4CC2-96EF-CBF91DD8EE6E}" dt="2026-02-26T16:08:05.677" v="4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S::apatterson@cavc.ac.uk::6c8ffccf-7c1b-4173-8b93-861005bd5f70" providerId="AD" clId="Web-{377B8FC8-38EB-4CC2-96EF-CBF91DD8EE6E}"/>
    <pc:docChg chg="modSld">
      <pc:chgData name="Andrew Patterson" userId="S::apatterson@cavc.ac.uk::6c8ffccf-7c1b-4173-8b93-861005bd5f70" providerId="AD" clId="Web-{377B8FC8-38EB-4CC2-96EF-CBF91DD8EE6E}" dt="2026-02-26T16:08:30.521" v="17" actId="20577"/>
      <pc:docMkLst>
        <pc:docMk/>
      </pc:docMkLst>
      <pc:sldChg chg="modSp">
        <pc:chgData name="Andrew Patterson" userId="S::apatterson@cavc.ac.uk::6c8ffccf-7c1b-4173-8b93-861005bd5f70" providerId="AD" clId="Web-{377B8FC8-38EB-4CC2-96EF-CBF91DD8EE6E}" dt="2026-02-26T16:08:30.521" v="17" actId="20577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377B8FC8-38EB-4CC2-96EF-CBF91DD8EE6E}" dt="2026-02-26T16:08:30.521" v="17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custSel addSld delSld modSld">
      <pc:chgData name="Andrew Patterson" userId="6c8ffccf-7c1b-4173-8b93-861005bd5f70" providerId="ADAL" clId="{340A04FB-801D-4D33-9372-268FA29A2369}" dt="2026-03-04T11:47:00.455" v="1249" actId="47"/>
      <pc:docMkLst>
        <pc:docMk/>
      </pc:docMkLst>
      <pc:sldChg chg="addSp delSp modSp new mod">
        <pc:chgData name="Andrew Patterson" userId="6c8ffccf-7c1b-4173-8b93-861005bd5f70" providerId="ADAL" clId="{340A04FB-801D-4D33-9372-268FA29A2369}" dt="2026-02-26T16:15:27.521" v="26" actId="1076"/>
        <pc:sldMkLst>
          <pc:docMk/>
          <pc:sldMk cId="789088066" sldId="257"/>
        </pc:sldMkLst>
        <pc:picChg chg="add mod">
          <ac:chgData name="Andrew Patterson" userId="6c8ffccf-7c1b-4173-8b93-861005bd5f70" providerId="ADAL" clId="{340A04FB-801D-4D33-9372-268FA29A2369}" dt="2026-02-26T16:15:27.521" v="26" actId="1076"/>
          <ac:picMkLst>
            <pc:docMk/>
            <pc:sldMk cId="789088066" sldId="257"/>
            <ac:picMk id="9" creationId="{8E16E480-5CEE-C219-C1C6-2307F75E0E67}"/>
          </ac:picMkLst>
        </pc:picChg>
      </pc:sldChg>
      <pc:sldChg chg="addSp modSp new mod">
        <pc:chgData name="Andrew Patterson" userId="6c8ffccf-7c1b-4173-8b93-861005bd5f70" providerId="ADAL" clId="{340A04FB-801D-4D33-9372-268FA29A2369}" dt="2026-02-26T16:16:08.370" v="32" actId="14100"/>
        <pc:sldMkLst>
          <pc:docMk/>
          <pc:sldMk cId="316092587" sldId="258"/>
        </pc:sldMkLst>
        <pc:picChg chg="add mod">
          <ac:chgData name="Andrew Patterson" userId="6c8ffccf-7c1b-4173-8b93-861005bd5f70" providerId="ADAL" clId="{340A04FB-801D-4D33-9372-268FA29A2369}" dt="2026-02-26T16:16:08.370" v="32" actId="14100"/>
          <ac:picMkLst>
            <pc:docMk/>
            <pc:sldMk cId="316092587" sldId="258"/>
            <ac:picMk id="3" creationId="{CBC01093-26B0-45FC-25E5-1F4C06C65EBD}"/>
          </ac:picMkLst>
        </pc:picChg>
      </pc:sldChg>
      <pc:sldChg chg="addSp modSp new mod">
        <pc:chgData name="Andrew Patterson" userId="6c8ffccf-7c1b-4173-8b93-861005bd5f70" providerId="ADAL" clId="{340A04FB-801D-4D33-9372-268FA29A2369}" dt="2026-02-26T16:17:56.782" v="47" actId="14100"/>
        <pc:sldMkLst>
          <pc:docMk/>
          <pc:sldMk cId="3529387771" sldId="259"/>
        </pc:sldMkLst>
        <pc:picChg chg="add mod">
          <ac:chgData name="Andrew Patterson" userId="6c8ffccf-7c1b-4173-8b93-861005bd5f70" providerId="ADAL" clId="{340A04FB-801D-4D33-9372-268FA29A2369}" dt="2026-02-26T16:17:11.846" v="38" actId="14100"/>
          <ac:picMkLst>
            <pc:docMk/>
            <pc:sldMk cId="3529387771" sldId="259"/>
            <ac:picMk id="3" creationId="{3845A794-3EA9-8CED-9D6A-044E09CE29B5}"/>
          </ac:picMkLst>
        </pc:picChg>
        <pc:picChg chg="add mod">
          <ac:chgData name="Andrew Patterson" userId="6c8ffccf-7c1b-4173-8b93-861005bd5f70" providerId="ADAL" clId="{340A04FB-801D-4D33-9372-268FA29A2369}" dt="2026-02-26T16:17:56.782" v="47" actId="14100"/>
          <ac:picMkLst>
            <pc:docMk/>
            <pc:sldMk cId="3529387771" sldId="259"/>
            <ac:picMk id="5" creationId="{D55BF410-105B-6949-DECC-25AF5465C4F0}"/>
          </ac:picMkLst>
        </pc:picChg>
      </pc:sldChg>
      <pc:sldChg chg="addSp modSp new mod">
        <pc:chgData name="Andrew Patterson" userId="6c8ffccf-7c1b-4173-8b93-861005bd5f70" providerId="ADAL" clId="{340A04FB-801D-4D33-9372-268FA29A2369}" dt="2026-02-26T16:18:56.518" v="55" actId="1076"/>
        <pc:sldMkLst>
          <pc:docMk/>
          <pc:sldMk cId="74479722" sldId="260"/>
        </pc:sldMkLst>
        <pc:picChg chg="add mod">
          <ac:chgData name="Andrew Patterson" userId="6c8ffccf-7c1b-4173-8b93-861005bd5f70" providerId="ADAL" clId="{340A04FB-801D-4D33-9372-268FA29A2369}" dt="2026-02-26T16:18:56.518" v="55" actId="1076"/>
          <ac:picMkLst>
            <pc:docMk/>
            <pc:sldMk cId="74479722" sldId="260"/>
            <ac:picMk id="3" creationId="{3213760B-1877-0703-7B53-44D67C256BB5}"/>
          </ac:picMkLst>
        </pc:picChg>
      </pc:sldChg>
      <pc:sldChg chg="addSp delSp modSp new mod">
        <pc:chgData name="Andrew Patterson" userId="6c8ffccf-7c1b-4173-8b93-861005bd5f70" providerId="ADAL" clId="{340A04FB-801D-4D33-9372-268FA29A2369}" dt="2026-02-26T16:25:50.868" v="104" actId="1076"/>
        <pc:sldMkLst>
          <pc:docMk/>
          <pc:sldMk cId="3477818727" sldId="261"/>
        </pc:sldMkLst>
        <pc:spChg chg="add mod">
          <ac:chgData name="Andrew Patterson" userId="6c8ffccf-7c1b-4173-8b93-861005bd5f70" providerId="ADAL" clId="{340A04FB-801D-4D33-9372-268FA29A2369}" dt="2026-02-26T16:25:50.868" v="104" actId="1076"/>
          <ac:spMkLst>
            <pc:docMk/>
            <pc:sldMk cId="3477818727" sldId="261"/>
            <ac:spMk id="5" creationId="{095EC499-5395-54FC-B284-B652B74C9368}"/>
          </ac:spMkLst>
        </pc:spChg>
      </pc:sldChg>
      <pc:sldChg chg="addSp modSp new mod">
        <pc:chgData name="Andrew Patterson" userId="6c8ffccf-7c1b-4173-8b93-861005bd5f70" providerId="ADAL" clId="{340A04FB-801D-4D33-9372-268FA29A2369}" dt="2026-02-26T16:33:11.772" v="112" actId="14100"/>
        <pc:sldMkLst>
          <pc:docMk/>
          <pc:sldMk cId="1295840935" sldId="262"/>
        </pc:sldMkLst>
        <pc:spChg chg="add mod">
          <ac:chgData name="Andrew Patterson" userId="6c8ffccf-7c1b-4173-8b93-861005bd5f70" providerId="ADAL" clId="{340A04FB-801D-4D33-9372-268FA29A2369}" dt="2026-02-26T16:27:19.817" v="108" actId="14100"/>
          <ac:spMkLst>
            <pc:docMk/>
            <pc:sldMk cId="1295840935" sldId="262"/>
            <ac:spMk id="3" creationId="{FA2FE9ED-F30F-44D8-DEA4-DE7274618376}"/>
          </ac:spMkLst>
        </pc:spChg>
        <pc:picChg chg="add mod">
          <ac:chgData name="Andrew Patterson" userId="6c8ffccf-7c1b-4173-8b93-861005bd5f70" providerId="ADAL" clId="{340A04FB-801D-4D33-9372-268FA29A2369}" dt="2026-02-26T16:33:11.772" v="112" actId="14100"/>
          <ac:picMkLst>
            <pc:docMk/>
            <pc:sldMk cId="1295840935" sldId="262"/>
            <ac:picMk id="5" creationId="{31F6416B-C003-9498-C305-87A054AF3AA1}"/>
          </ac:picMkLst>
        </pc:picChg>
      </pc:sldChg>
      <pc:sldChg chg="addSp modSp new mod">
        <pc:chgData name="Andrew Patterson" userId="6c8ffccf-7c1b-4173-8b93-861005bd5f70" providerId="ADAL" clId="{340A04FB-801D-4D33-9372-268FA29A2369}" dt="2026-02-26T16:34:53.371" v="123" actId="1076"/>
        <pc:sldMkLst>
          <pc:docMk/>
          <pc:sldMk cId="3534786290" sldId="263"/>
        </pc:sldMkLst>
        <pc:picChg chg="add mod">
          <ac:chgData name="Andrew Patterson" userId="6c8ffccf-7c1b-4173-8b93-861005bd5f70" providerId="ADAL" clId="{340A04FB-801D-4D33-9372-268FA29A2369}" dt="2026-02-26T16:34:08.895" v="118" actId="1076"/>
          <ac:picMkLst>
            <pc:docMk/>
            <pc:sldMk cId="3534786290" sldId="263"/>
            <ac:picMk id="3" creationId="{C7FCC68A-0CBA-9B6B-4139-483D7497BA4F}"/>
          </ac:picMkLst>
        </pc:picChg>
        <pc:picChg chg="add mod">
          <ac:chgData name="Andrew Patterson" userId="6c8ffccf-7c1b-4173-8b93-861005bd5f70" providerId="ADAL" clId="{340A04FB-801D-4D33-9372-268FA29A2369}" dt="2026-02-26T16:34:53.371" v="123" actId="1076"/>
          <ac:picMkLst>
            <pc:docMk/>
            <pc:sldMk cId="3534786290" sldId="263"/>
            <ac:picMk id="5" creationId="{6FCBF5BD-6B32-031B-D5C2-A7497277972F}"/>
          </ac:picMkLst>
        </pc:picChg>
      </pc:sldChg>
      <pc:sldChg chg="addSp modSp new mod">
        <pc:chgData name="Andrew Patterson" userId="6c8ffccf-7c1b-4173-8b93-861005bd5f70" providerId="ADAL" clId="{340A04FB-801D-4D33-9372-268FA29A2369}" dt="2026-02-26T16:39:26.556" v="144" actId="20577"/>
        <pc:sldMkLst>
          <pc:docMk/>
          <pc:sldMk cId="540265432" sldId="264"/>
        </pc:sldMkLst>
        <pc:spChg chg="add mod">
          <ac:chgData name="Andrew Patterson" userId="6c8ffccf-7c1b-4173-8b93-861005bd5f70" providerId="ADAL" clId="{340A04FB-801D-4D33-9372-268FA29A2369}" dt="2026-02-26T16:39:26.556" v="144" actId="20577"/>
          <ac:spMkLst>
            <pc:docMk/>
            <pc:sldMk cId="540265432" sldId="264"/>
            <ac:spMk id="3" creationId="{9E37A0C1-0DE5-C186-234F-B3BD67DE301C}"/>
          </ac:spMkLst>
        </pc:spChg>
      </pc:sldChg>
      <pc:sldChg chg="addSp modSp new mod">
        <pc:chgData name="Andrew Patterson" userId="6c8ffccf-7c1b-4173-8b93-861005bd5f70" providerId="ADAL" clId="{340A04FB-801D-4D33-9372-268FA29A2369}" dt="2026-02-26T16:41:13.829" v="167" actId="1076"/>
        <pc:sldMkLst>
          <pc:docMk/>
          <pc:sldMk cId="101665310" sldId="265"/>
        </pc:sldMkLst>
        <pc:picChg chg="add mod">
          <ac:chgData name="Andrew Patterson" userId="6c8ffccf-7c1b-4173-8b93-861005bd5f70" providerId="ADAL" clId="{340A04FB-801D-4D33-9372-268FA29A2369}" dt="2026-02-26T16:40:39.306" v="157" actId="14100"/>
          <ac:picMkLst>
            <pc:docMk/>
            <pc:sldMk cId="101665310" sldId="265"/>
            <ac:picMk id="3" creationId="{DFD8222E-07F4-2663-4C68-EFDFE70C1ABD}"/>
          </ac:picMkLst>
        </pc:picChg>
        <pc:picChg chg="add mod">
          <ac:chgData name="Andrew Patterson" userId="6c8ffccf-7c1b-4173-8b93-861005bd5f70" providerId="ADAL" clId="{340A04FB-801D-4D33-9372-268FA29A2369}" dt="2026-02-26T16:41:13.829" v="167" actId="1076"/>
          <ac:picMkLst>
            <pc:docMk/>
            <pc:sldMk cId="101665310" sldId="265"/>
            <ac:picMk id="5" creationId="{29AE9AA4-118D-6DBB-6429-982E447F718B}"/>
          </ac:picMkLst>
        </pc:picChg>
      </pc:sldChg>
      <pc:sldChg chg="addSp modSp new mod">
        <pc:chgData name="Andrew Patterson" userId="6c8ffccf-7c1b-4173-8b93-861005bd5f70" providerId="ADAL" clId="{340A04FB-801D-4D33-9372-268FA29A2369}" dt="2026-02-26T16:41:56.287" v="173" actId="14100"/>
        <pc:sldMkLst>
          <pc:docMk/>
          <pc:sldMk cId="4057894344" sldId="266"/>
        </pc:sldMkLst>
        <pc:picChg chg="add mod">
          <ac:chgData name="Andrew Patterson" userId="6c8ffccf-7c1b-4173-8b93-861005bd5f70" providerId="ADAL" clId="{340A04FB-801D-4D33-9372-268FA29A2369}" dt="2026-02-26T16:41:56.287" v="173" actId="14100"/>
          <ac:picMkLst>
            <pc:docMk/>
            <pc:sldMk cId="4057894344" sldId="266"/>
            <ac:picMk id="3" creationId="{08FE2729-F021-ED76-0A7C-F71A7C54B268}"/>
          </ac:picMkLst>
        </pc:picChg>
      </pc:sldChg>
      <pc:sldChg chg="addSp modSp new mod">
        <pc:chgData name="Andrew Patterson" userId="6c8ffccf-7c1b-4173-8b93-861005bd5f70" providerId="ADAL" clId="{340A04FB-801D-4D33-9372-268FA29A2369}" dt="2026-02-26T16:43:30.107" v="189" actId="1076"/>
        <pc:sldMkLst>
          <pc:docMk/>
          <pc:sldMk cId="3137475452" sldId="267"/>
        </pc:sldMkLst>
        <pc:picChg chg="add mod">
          <ac:chgData name="Andrew Patterson" userId="6c8ffccf-7c1b-4173-8b93-861005bd5f70" providerId="ADAL" clId="{340A04FB-801D-4D33-9372-268FA29A2369}" dt="2026-02-26T16:42:52.090" v="179" actId="14100"/>
          <ac:picMkLst>
            <pc:docMk/>
            <pc:sldMk cId="3137475452" sldId="267"/>
            <ac:picMk id="3" creationId="{EEE0503F-7727-370E-E090-652AD2735E03}"/>
          </ac:picMkLst>
        </pc:picChg>
        <pc:picChg chg="add mod">
          <ac:chgData name="Andrew Patterson" userId="6c8ffccf-7c1b-4173-8b93-861005bd5f70" providerId="ADAL" clId="{340A04FB-801D-4D33-9372-268FA29A2369}" dt="2026-02-26T16:43:30.107" v="189" actId="1076"/>
          <ac:picMkLst>
            <pc:docMk/>
            <pc:sldMk cId="3137475452" sldId="267"/>
            <ac:picMk id="5" creationId="{8FC50D85-1E84-98A3-3329-364A89677A80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0:55:10.031" v="1121" actId="20577"/>
        <pc:sldMkLst>
          <pc:docMk/>
          <pc:sldMk cId="3672588485" sldId="268"/>
        </pc:sldMkLst>
        <pc:spChg chg="add mod">
          <ac:chgData name="Andrew Patterson" userId="6c8ffccf-7c1b-4173-8b93-861005bd5f70" providerId="ADAL" clId="{340A04FB-801D-4D33-9372-268FA29A2369}" dt="2026-03-04T10:55:10.031" v="1121" actId="20577"/>
          <ac:spMkLst>
            <pc:docMk/>
            <pc:sldMk cId="3672588485" sldId="268"/>
            <ac:spMk id="2" creationId="{9CF1A192-884E-95E0-64D1-23199EBA2DE9}"/>
          </ac:spMkLst>
        </pc:spChg>
        <pc:spChg chg="mod">
          <ac:chgData name="Andrew Patterson" userId="6c8ffccf-7c1b-4173-8b93-861005bd5f70" providerId="ADAL" clId="{340A04FB-801D-4D33-9372-268FA29A2369}" dt="2026-03-04T10:44:52.990" v="1118" actId="1076"/>
          <ac:spMkLst>
            <pc:docMk/>
            <pc:sldMk cId="3672588485" sldId="268"/>
            <ac:spMk id="3" creationId="{9C6CB02E-2910-6FBF-DBAC-48769BD355E1}"/>
          </ac:spMkLst>
        </pc:spChg>
        <pc:picChg chg="mod">
          <ac:chgData name="Andrew Patterson" userId="6c8ffccf-7c1b-4173-8b93-861005bd5f70" providerId="ADAL" clId="{340A04FB-801D-4D33-9372-268FA29A2369}" dt="2026-03-04T10:44:57.178" v="1119" actId="1076"/>
          <ac:picMkLst>
            <pc:docMk/>
            <pc:sldMk cId="3672588485" sldId="268"/>
            <ac:picMk id="5" creationId="{01F9CDFA-02AE-A156-3C1E-C27FE0D76BFD}"/>
          </ac:picMkLst>
        </pc:picChg>
      </pc:sldChg>
      <pc:sldChg chg="addSp modSp mod">
        <pc:chgData name="Andrew Patterson" userId="6c8ffccf-7c1b-4173-8b93-861005bd5f70" providerId="ADAL" clId="{340A04FB-801D-4D33-9372-268FA29A2369}" dt="2026-03-04T10:59:29.595" v="1125" actId="14100"/>
        <pc:sldMkLst>
          <pc:docMk/>
          <pc:sldMk cId="2312796503" sldId="272"/>
        </pc:sldMkLst>
        <pc:picChg chg="add mod">
          <ac:chgData name="Andrew Patterson" userId="6c8ffccf-7c1b-4173-8b93-861005bd5f70" providerId="ADAL" clId="{340A04FB-801D-4D33-9372-268FA29A2369}" dt="2026-03-04T10:59:29.595" v="1125" actId="14100"/>
          <ac:picMkLst>
            <pc:docMk/>
            <pc:sldMk cId="2312796503" sldId="272"/>
            <ac:picMk id="4" creationId="{D8C70A21-B313-9726-973B-55CCB2D17D38}"/>
          </ac:picMkLst>
        </pc:picChg>
      </pc:sldChg>
      <pc:sldChg chg="addSp modSp mod">
        <pc:chgData name="Andrew Patterson" userId="6c8ffccf-7c1b-4173-8b93-861005bd5f70" providerId="ADAL" clId="{340A04FB-801D-4D33-9372-268FA29A2369}" dt="2026-03-04T11:00:06.525" v="1127" actId="14100"/>
        <pc:sldMkLst>
          <pc:docMk/>
          <pc:sldMk cId="3533716722" sldId="273"/>
        </pc:sldMkLst>
        <pc:picChg chg="add mod">
          <ac:chgData name="Andrew Patterson" userId="6c8ffccf-7c1b-4173-8b93-861005bd5f70" providerId="ADAL" clId="{340A04FB-801D-4D33-9372-268FA29A2369}" dt="2026-03-04T11:00:06.525" v="1127" actId="14100"/>
          <ac:picMkLst>
            <pc:docMk/>
            <pc:sldMk cId="3533716722" sldId="273"/>
            <ac:picMk id="3" creationId="{B5833421-4184-B01F-4AA0-D657B399ED44}"/>
          </ac:picMkLst>
        </pc:picChg>
      </pc:sldChg>
      <pc:sldChg chg="addSp modSp mod">
        <pc:chgData name="Andrew Patterson" userId="6c8ffccf-7c1b-4173-8b93-861005bd5f70" providerId="ADAL" clId="{340A04FB-801D-4D33-9372-268FA29A2369}" dt="2026-03-04T11:00:41.055" v="1129" actId="14100"/>
        <pc:sldMkLst>
          <pc:docMk/>
          <pc:sldMk cId="2556746755" sldId="274"/>
        </pc:sldMkLst>
        <pc:picChg chg="add mod">
          <ac:chgData name="Andrew Patterson" userId="6c8ffccf-7c1b-4173-8b93-861005bd5f70" providerId="ADAL" clId="{340A04FB-801D-4D33-9372-268FA29A2369}" dt="2026-03-04T11:00:41.055" v="1129" actId="14100"/>
          <ac:picMkLst>
            <pc:docMk/>
            <pc:sldMk cId="2556746755" sldId="274"/>
            <ac:picMk id="3" creationId="{60318C54-170D-F928-6238-29092DD3B9C3}"/>
          </ac:picMkLst>
        </pc:picChg>
      </pc:sldChg>
      <pc:sldChg chg="new del">
        <pc:chgData name="Andrew Patterson" userId="6c8ffccf-7c1b-4173-8b93-861005bd5f70" providerId="ADAL" clId="{340A04FB-801D-4D33-9372-268FA29A2369}" dt="2026-03-04T10:09:58.842" v="192" actId="47"/>
        <pc:sldMkLst>
          <pc:docMk/>
          <pc:sldMk cId="2103907551" sldId="276"/>
        </pc:sldMkLst>
      </pc:sldChg>
      <pc:sldChg chg="add">
        <pc:chgData name="Andrew Patterson" userId="6c8ffccf-7c1b-4173-8b93-861005bd5f70" providerId="ADAL" clId="{340A04FB-801D-4D33-9372-268FA29A2369}" dt="2026-03-04T10:09:54.174" v="191"/>
        <pc:sldMkLst>
          <pc:docMk/>
          <pc:sldMk cId="1736750799" sldId="305"/>
        </pc:sldMkLst>
      </pc:sldChg>
      <pc:sldChg chg="addSp modSp new mod">
        <pc:chgData name="Andrew Patterson" userId="6c8ffccf-7c1b-4173-8b93-861005bd5f70" providerId="ADAL" clId="{340A04FB-801D-4D33-9372-268FA29A2369}" dt="2026-03-04T11:01:59.859" v="1140" actId="1076"/>
        <pc:sldMkLst>
          <pc:docMk/>
          <pc:sldMk cId="2275742793" sldId="306"/>
        </pc:sldMkLst>
        <pc:picChg chg="add mod">
          <ac:chgData name="Andrew Patterson" userId="6c8ffccf-7c1b-4173-8b93-861005bd5f70" providerId="ADAL" clId="{340A04FB-801D-4D33-9372-268FA29A2369}" dt="2026-03-04T11:01:25.042" v="1135" actId="1076"/>
          <ac:picMkLst>
            <pc:docMk/>
            <pc:sldMk cId="2275742793" sldId="306"/>
            <ac:picMk id="3" creationId="{615D0513-7693-96BC-4BFC-B3C2EDBDA097}"/>
          </ac:picMkLst>
        </pc:picChg>
        <pc:picChg chg="add mod">
          <ac:chgData name="Andrew Patterson" userId="6c8ffccf-7c1b-4173-8b93-861005bd5f70" providerId="ADAL" clId="{340A04FB-801D-4D33-9372-268FA29A2369}" dt="2026-03-04T11:01:59.859" v="1140" actId="1076"/>
          <ac:picMkLst>
            <pc:docMk/>
            <pc:sldMk cId="2275742793" sldId="306"/>
            <ac:picMk id="5" creationId="{15E3A817-4248-B001-7ADC-4AAD4FE5FAAA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1:02:55.468" v="1149" actId="14100"/>
        <pc:sldMkLst>
          <pc:docMk/>
          <pc:sldMk cId="3762865732" sldId="307"/>
        </pc:sldMkLst>
        <pc:picChg chg="add mod">
          <ac:chgData name="Andrew Patterson" userId="6c8ffccf-7c1b-4173-8b93-861005bd5f70" providerId="ADAL" clId="{340A04FB-801D-4D33-9372-268FA29A2369}" dt="2026-03-04T11:02:55.468" v="1149" actId="14100"/>
          <ac:picMkLst>
            <pc:docMk/>
            <pc:sldMk cId="3762865732" sldId="307"/>
            <ac:picMk id="3" creationId="{43372599-03C4-B5D5-E0A0-20A1E851CA9E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1:03:28.491" v="1152" actId="14100"/>
        <pc:sldMkLst>
          <pc:docMk/>
          <pc:sldMk cId="1026261545" sldId="308"/>
        </pc:sldMkLst>
        <pc:picChg chg="add mod">
          <ac:chgData name="Andrew Patterson" userId="6c8ffccf-7c1b-4173-8b93-861005bd5f70" providerId="ADAL" clId="{340A04FB-801D-4D33-9372-268FA29A2369}" dt="2026-03-04T11:03:28.491" v="1152" actId="14100"/>
          <ac:picMkLst>
            <pc:docMk/>
            <pc:sldMk cId="1026261545" sldId="308"/>
            <ac:picMk id="3" creationId="{CEE64EDE-8742-3C8B-5BB0-A544F5C88D4C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1:04:39.241" v="1162" actId="1076"/>
        <pc:sldMkLst>
          <pc:docMk/>
          <pc:sldMk cId="1625389285" sldId="309"/>
        </pc:sldMkLst>
        <pc:spChg chg="add mod">
          <ac:chgData name="Andrew Patterson" userId="6c8ffccf-7c1b-4173-8b93-861005bd5f70" providerId="ADAL" clId="{340A04FB-801D-4D33-9372-268FA29A2369}" dt="2026-03-04T11:04:39.241" v="1162" actId="1076"/>
          <ac:spMkLst>
            <pc:docMk/>
            <pc:sldMk cId="1625389285" sldId="309"/>
            <ac:spMk id="4" creationId="{C6A0FD44-5BDC-2A29-71DD-8DDDFE408474}"/>
          </ac:spMkLst>
        </pc:spChg>
        <pc:picChg chg="add mod">
          <ac:chgData name="Andrew Patterson" userId="6c8ffccf-7c1b-4173-8b93-861005bd5f70" providerId="ADAL" clId="{340A04FB-801D-4D33-9372-268FA29A2369}" dt="2026-03-04T11:04:07.132" v="1155" actId="14100"/>
          <ac:picMkLst>
            <pc:docMk/>
            <pc:sldMk cId="1625389285" sldId="309"/>
            <ac:picMk id="3" creationId="{5330E949-D735-43F2-0EDB-81F86578B09C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1:05:50.261" v="1166" actId="14100"/>
        <pc:sldMkLst>
          <pc:docMk/>
          <pc:sldMk cId="593838347" sldId="310"/>
        </pc:sldMkLst>
        <pc:picChg chg="add mod">
          <ac:chgData name="Andrew Patterson" userId="6c8ffccf-7c1b-4173-8b93-861005bd5f70" providerId="ADAL" clId="{340A04FB-801D-4D33-9372-268FA29A2369}" dt="2026-03-04T11:05:50.261" v="1166" actId="14100"/>
          <ac:picMkLst>
            <pc:docMk/>
            <pc:sldMk cId="593838347" sldId="310"/>
            <ac:picMk id="3" creationId="{5E808FD8-86B3-B135-A0EE-F39F4CA28155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1:06:44.944" v="1177" actId="20577"/>
        <pc:sldMkLst>
          <pc:docMk/>
          <pc:sldMk cId="2125575574" sldId="311"/>
        </pc:sldMkLst>
        <pc:spChg chg="add mod">
          <ac:chgData name="Andrew Patterson" userId="6c8ffccf-7c1b-4173-8b93-861005bd5f70" providerId="ADAL" clId="{340A04FB-801D-4D33-9372-268FA29A2369}" dt="2026-03-04T11:06:44.944" v="1177" actId="20577"/>
          <ac:spMkLst>
            <pc:docMk/>
            <pc:sldMk cId="2125575574" sldId="311"/>
            <ac:spMk id="4" creationId="{FD6FE595-0860-CF12-C30A-C52AD79E72E2}"/>
          </ac:spMkLst>
        </pc:spChg>
        <pc:picChg chg="add mod">
          <ac:chgData name="Andrew Patterson" userId="6c8ffccf-7c1b-4173-8b93-861005bd5f70" providerId="ADAL" clId="{340A04FB-801D-4D33-9372-268FA29A2369}" dt="2026-03-04T11:06:29.060" v="1174" actId="14100"/>
          <ac:picMkLst>
            <pc:docMk/>
            <pc:sldMk cId="2125575574" sldId="311"/>
            <ac:picMk id="3" creationId="{ED260414-A4AD-B0E7-9D42-4F4A55B32B9D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1:07:35.885" v="1187" actId="14100"/>
        <pc:sldMkLst>
          <pc:docMk/>
          <pc:sldMk cId="2888493912" sldId="312"/>
        </pc:sldMkLst>
        <pc:picChg chg="add mod">
          <ac:chgData name="Andrew Patterson" userId="6c8ffccf-7c1b-4173-8b93-861005bd5f70" providerId="ADAL" clId="{340A04FB-801D-4D33-9372-268FA29A2369}" dt="2026-03-04T11:07:35.885" v="1187" actId="14100"/>
          <ac:picMkLst>
            <pc:docMk/>
            <pc:sldMk cId="2888493912" sldId="312"/>
            <ac:picMk id="3" creationId="{31A6643D-3E40-E25F-F148-AE84601E81CF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1:08:15.091" v="1195" actId="14100"/>
        <pc:sldMkLst>
          <pc:docMk/>
          <pc:sldMk cId="3309720321" sldId="313"/>
        </pc:sldMkLst>
        <pc:picChg chg="add mod">
          <ac:chgData name="Andrew Patterson" userId="6c8ffccf-7c1b-4173-8b93-861005bd5f70" providerId="ADAL" clId="{340A04FB-801D-4D33-9372-268FA29A2369}" dt="2026-03-04T11:08:15.091" v="1195" actId="14100"/>
          <ac:picMkLst>
            <pc:docMk/>
            <pc:sldMk cId="3309720321" sldId="313"/>
            <ac:picMk id="3" creationId="{D12C1A5C-B714-62A4-3D7A-06F8AC9085A4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1:08:57.799" v="1203" actId="14100"/>
        <pc:sldMkLst>
          <pc:docMk/>
          <pc:sldMk cId="3076747984" sldId="314"/>
        </pc:sldMkLst>
        <pc:picChg chg="add mod">
          <ac:chgData name="Andrew Patterson" userId="6c8ffccf-7c1b-4173-8b93-861005bd5f70" providerId="ADAL" clId="{340A04FB-801D-4D33-9372-268FA29A2369}" dt="2026-03-04T11:08:57.799" v="1203" actId="14100"/>
          <ac:picMkLst>
            <pc:docMk/>
            <pc:sldMk cId="3076747984" sldId="314"/>
            <ac:picMk id="3" creationId="{028AD152-7CC7-F5C2-0504-E71D3032949D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1:09:44.744" v="1214" actId="14100"/>
        <pc:sldMkLst>
          <pc:docMk/>
          <pc:sldMk cId="2286692552" sldId="315"/>
        </pc:sldMkLst>
        <pc:picChg chg="add mod">
          <ac:chgData name="Andrew Patterson" userId="6c8ffccf-7c1b-4173-8b93-861005bd5f70" providerId="ADAL" clId="{340A04FB-801D-4D33-9372-268FA29A2369}" dt="2026-03-04T11:09:44.744" v="1214" actId="14100"/>
          <ac:picMkLst>
            <pc:docMk/>
            <pc:sldMk cId="2286692552" sldId="315"/>
            <ac:picMk id="3" creationId="{521031D7-FC6F-7B5D-C901-353342765F16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1:10:15.863" v="1221" actId="14100"/>
        <pc:sldMkLst>
          <pc:docMk/>
          <pc:sldMk cId="3508919270" sldId="316"/>
        </pc:sldMkLst>
        <pc:picChg chg="add mod">
          <ac:chgData name="Andrew Patterson" userId="6c8ffccf-7c1b-4173-8b93-861005bd5f70" providerId="ADAL" clId="{340A04FB-801D-4D33-9372-268FA29A2369}" dt="2026-03-04T11:10:15.863" v="1221" actId="14100"/>
          <ac:picMkLst>
            <pc:docMk/>
            <pc:sldMk cId="3508919270" sldId="316"/>
            <ac:picMk id="3" creationId="{E15D02E9-6296-A36C-7C18-9DC87AFBC01C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1:10:55.014" v="1227" actId="14100"/>
        <pc:sldMkLst>
          <pc:docMk/>
          <pc:sldMk cId="2467602625" sldId="317"/>
        </pc:sldMkLst>
        <pc:picChg chg="add mod">
          <ac:chgData name="Andrew Patterson" userId="6c8ffccf-7c1b-4173-8b93-861005bd5f70" providerId="ADAL" clId="{340A04FB-801D-4D33-9372-268FA29A2369}" dt="2026-03-04T11:10:55.014" v="1227" actId="14100"/>
          <ac:picMkLst>
            <pc:docMk/>
            <pc:sldMk cId="2467602625" sldId="317"/>
            <ac:picMk id="3" creationId="{A0D81BE1-4082-74A8-ABB8-EDE49911A2CF}"/>
          </ac:picMkLst>
        </pc:picChg>
      </pc:sldChg>
      <pc:sldChg chg="addSp modSp new mod">
        <pc:chgData name="Andrew Patterson" userId="6c8ffccf-7c1b-4173-8b93-861005bd5f70" providerId="ADAL" clId="{340A04FB-801D-4D33-9372-268FA29A2369}" dt="2026-03-04T11:46:53.594" v="1247" actId="1076"/>
        <pc:sldMkLst>
          <pc:docMk/>
          <pc:sldMk cId="3413656968" sldId="318"/>
        </pc:sldMkLst>
        <pc:spChg chg="add mod">
          <ac:chgData name="Andrew Patterson" userId="6c8ffccf-7c1b-4173-8b93-861005bd5f70" providerId="ADAL" clId="{340A04FB-801D-4D33-9372-268FA29A2369}" dt="2026-03-04T11:46:53.594" v="1247" actId="1076"/>
          <ac:spMkLst>
            <pc:docMk/>
            <pc:sldMk cId="3413656968" sldId="318"/>
            <ac:spMk id="6" creationId="{A01F8733-51B0-6351-5232-9688713E8836}"/>
          </ac:spMkLst>
        </pc:spChg>
        <pc:picChg chg="add mod">
          <ac:chgData name="Andrew Patterson" userId="6c8ffccf-7c1b-4173-8b93-861005bd5f70" providerId="ADAL" clId="{340A04FB-801D-4D33-9372-268FA29A2369}" dt="2026-03-04T11:44:48.573" v="1235" actId="1076"/>
          <ac:picMkLst>
            <pc:docMk/>
            <pc:sldMk cId="3413656968" sldId="318"/>
            <ac:picMk id="3" creationId="{E04B127C-40EB-56B3-7332-004AFD1AB49A}"/>
          </ac:picMkLst>
        </pc:picChg>
        <pc:picChg chg="add mod">
          <ac:chgData name="Andrew Patterson" userId="6c8ffccf-7c1b-4173-8b93-861005bd5f70" providerId="ADAL" clId="{340A04FB-801D-4D33-9372-268FA29A2369}" dt="2026-03-04T11:46:31.098" v="1241" actId="1076"/>
          <ac:picMkLst>
            <pc:docMk/>
            <pc:sldMk cId="3413656968" sldId="318"/>
            <ac:picMk id="5" creationId="{0B5B3879-B1D2-A889-AE2D-329DE645E25C}"/>
          </ac:picMkLst>
        </pc:picChg>
      </pc:sldChg>
      <pc:sldChg chg="new del">
        <pc:chgData name="Andrew Patterson" userId="6c8ffccf-7c1b-4173-8b93-861005bd5f70" providerId="ADAL" clId="{340A04FB-801D-4D33-9372-268FA29A2369}" dt="2026-03-04T11:46:59.472" v="1248" actId="47"/>
        <pc:sldMkLst>
          <pc:docMk/>
          <pc:sldMk cId="1228560895" sldId="319"/>
        </pc:sldMkLst>
      </pc:sldChg>
      <pc:sldChg chg="new del">
        <pc:chgData name="Andrew Patterson" userId="6c8ffccf-7c1b-4173-8b93-861005bd5f70" providerId="ADAL" clId="{340A04FB-801D-4D33-9372-268FA29A2369}" dt="2026-03-04T11:47:00.455" v="1249" actId="47"/>
        <pc:sldMkLst>
          <pc:docMk/>
          <pc:sldMk cId="3662853262" sldId="320"/>
        </pc:sldMkLst>
      </pc:sldChg>
    </pc:docChg>
  </pc:docChgLst>
  <pc:docChgLst>
    <pc:chgData name="Andrew Patterson" userId="6c8ffccf-7c1b-4173-8b93-861005bd5f70" providerId="ADAL" clId="{579A6D86-54E8-418B-A295-14D2D9F2D4D7}"/>
    <pc:docChg chg="custSel addSld delSld modSld">
      <pc:chgData name="Andrew Patterson" userId="6c8ffccf-7c1b-4173-8b93-861005bd5f70" providerId="ADAL" clId="{579A6D86-54E8-418B-A295-14D2D9F2D4D7}" dt="2026-03-05T18:03:47.200" v="692" actId="20577"/>
      <pc:docMkLst>
        <pc:docMk/>
      </pc:docMkLst>
      <pc:sldChg chg="addSp modSp mod">
        <pc:chgData name="Andrew Patterson" userId="6c8ffccf-7c1b-4173-8b93-861005bd5f70" providerId="ADAL" clId="{579A6D86-54E8-418B-A295-14D2D9F2D4D7}" dt="2026-03-05T18:03:47.200" v="692" actId="20577"/>
        <pc:sldMkLst>
          <pc:docMk/>
          <pc:sldMk cId="3672588485" sldId="268"/>
        </pc:sldMkLst>
        <pc:spChg chg="mod">
          <ac:chgData name="Andrew Patterson" userId="6c8ffccf-7c1b-4173-8b93-861005bd5f70" providerId="ADAL" clId="{579A6D86-54E8-418B-A295-14D2D9F2D4D7}" dt="2026-03-05T18:03:47.200" v="692" actId="20577"/>
          <ac:spMkLst>
            <pc:docMk/>
            <pc:sldMk cId="3672588485" sldId="268"/>
            <ac:spMk id="2" creationId="{9CF1A192-884E-95E0-64D1-23199EBA2DE9}"/>
          </ac:spMkLst>
        </pc:spChg>
        <pc:spChg chg="add mod">
          <ac:chgData name="Andrew Patterson" userId="6c8ffccf-7c1b-4173-8b93-861005bd5f70" providerId="ADAL" clId="{579A6D86-54E8-418B-A295-14D2D9F2D4D7}" dt="2026-02-26T17:32:04.458" v="29" actId="20577"/>
          <ac:spMkLst>
            <pc:docMk/>
            <pc:sldMk cId="3672588485" sldId="268"/>
            <ac:spMk id="3" creationId="{9C6CB02E-2910-6FBF-DBAC-48769BD355E1}"/>
          </ac:spMkLst>
        </pc:spChg>
        <pc:picChg chg="add mod">
          <ac:chgData name="Andrew Patterson" userId="6c8ffccf-7c1b-4173-8b93-861005bd5f70" providerId="ADAL" clId="{579A6D86-54E8-418B-A295-14D2D9F2D4D7}" dt="2026-02-26T17:31:28.995" v="27" actId="14100"/>
          <ac:picMkLst>
            <pc:docMk/>
            <pc:sldMk cId="3672588485" sldId="268"/>
            <ac:picMk id="5" creationId="{01F9CDFA-02AE-A156-3C1E-C27FE0D76BFD}"/>
          </ac:picMkLst>
        </pc:picChg>
      </pc:sldChg>
      <pc:sldChg chg="addSp modSp new mod">
        <pc:chgData name="Andrew Patterson" userId="6c8ffccf-7c1b-4173-8b93-861005bd5f70" providerId="ADAL" clId="{579A6D86-54E8-418B-A295-14D2D9F2D4D7}" dt="2026-02-26T17:34:07.593" v="51" actId="14100"/>
        <pc:sldMkLst>
          <pc:docMk/>
          <pc:sldMk cId="2060053687" sldId="269"/>
        </pc:sldMkLst>
        <pc:spChg chg="add mod">
          <ac:chgData name="Andrew Patterson" userId="6c8ffccf-7c1b-4173-8b93-861005bd5f70" providerId="ADAL" clId="{579A6D86-54E8-418B-A295-14D2D9F2D4D7}" dt="2026-02-26T17:33:26.736" v="40" actId="113"/>
          <ac:spMkLst>
            <pc:docMk/>
            <pc:sldMk cId="2060053687" sldId="269"/>
            <ac:spMk id="3" creationId="{08BE0926-FBC0-892F-ED38-1314D7CCF661}"/>
          </ac:spMkLst>
        </pc:spChg>
        <pc:picChg chg="add mod">
          <ac:chgData name="Andrew Patterson" userId="6c8ffccf-7c1b-4173-8b93-861005bd5f70" providerId="ADAL" clId="{579A6D86-54E8-418B-A295-14D2D9F2D4D7}" dt="2026-02-26T17:34:07.593" v="51" actId="14100"/>
          <ac:picMkLst>
            <pc:docMk/>
            <pc:sldMk cId="2060053687" sldId="269"/>
            <ac:picMk id="5" creationId="{E82E4E6E-6A59-74B8-19CD-11FE413EBEEF}"/>
          </ac:picMkLst>
        </pc:picChg>
      </pc:sldChg>
      <pc:sldChg chg="addSp modSp new mod">
        <pc:chgData name="Andrew Patterson" userId="6c8ffccf-7c1b-4173-8b93-861005bd5f70" providerId="ADAL" clId="{579A6D86-54E8-418B-A295-14D2D9F2D4D7}" dt="2026-02-26T17:38:11.426" v="113" actId="14100"/>
        <pc:sldMkLst>
          <pc:docMk/>
          <pc:sldMk cId="2717280482" sldId="270"/>
        </pc:sldMkLst>
        <pc:picChg chg="add mod">
          <ac:chgData name="Andrew Patterson" userId="6c8ffccf-7c1b-4173-8b93-861005bd5f70" providerId="ADAL" clId="{579A6D86-54E8-418B-A295-14D2D9F2D4D7}" dt="2026-02-26T17:38:11.426" v="113" actId="14100"/>
          <ac:picMkLst>
            <pc:docMk/>
            <pc:sldMk cId="2717280482" sldId="270"/>
            <ac:picMk id="3" creationId="{0E46F057-3E70-4052-F50F-8F41A560E624}"/>
          </ac:picMkLst>
        </pc:picChg>
        <pc:picChg chg="add mod">
          <ac:chgData name="Andrew Patterson" userId="6c8ffccf-7c1b-4173-8b93-861005bd5f70" providerId="ADAL" clId="{579A6D86-54E8-418B-A295-14D2D9F2D4D7}" dt="2026-02-26T17:35:23.056" v="70" actId="1076"/>
          <ac:picMkLst>
            <pc:docMk/>
            <pc:sldMk cId="2717280482" sldId="270"/>
            <ac:picMk id="5" creationId="{42FA57E8-1454-8431-0EF9-932ED8288FD1}"/>
          </ac:picMkLst>
        </pc:picChg>
        <pc:picChg chg="add mod">
          <ac:chgData name="Andrew Patterson" userId="6c8ffccf-7c1b-4173-8b93-861005bd5f70" providerId="ADAL" clId="{579A6D86-54E8-418B-A295-14D2D9F2D4D7}" dt="2026-02-26T17:38:06.504" v="112" actId="1076"/>
          <ac:picMkLst>
            <pc:docMk/>
            <pc:sldMk cId="2717280482" sldId="270"/>
            <ac:picMk id="7" creationId="{F9748FA6-D3A8-A877-C015-0B080D7EF622}"/>
          </ac:picMkLst>
        </pc:picChg>
        <pc:picChg chg="add mod">
          <ac:chgData name="Andrew Patterson" userId="6c8ffccf-7c1b-4173-8b93-861005bd5f70" providerId="ADAL" clId="{579A6D86-54E8-418B-A295-14D2D9F2D4D7}" dt="2026-02-26T17:37:11.260" v="99" actId="1076"/>
          <ac:picMkLst>
            <pc:docMk/>
            <pc:sldMk cId="2717280482" sldId="270"/>
            <ac:picMk id="9" creationId="{93F01356-37D0-7B3C-7075-DFAB83731DDE}"/>
          </ac:picMkLst>
        </pc:picChg>
        <pc:picChg chg="add mod">
          <ac:chgData name="Andrew Patterson" userId="6c8ffccf-7c1b-4173-8b93-861005bd5f70" providerId="ADAL" clId="{579A6D86-54E8-418B-A295-14D2D9F2D4D7}" dt="2026-02-26T17:37:44.795" v="109" actId="1076"/>
          <ac:picMkLst>
            <pc:docMk/>
            <pc:sldMk cId="2717280482" sldId="270"/>
            <ac:picMk id="11" creationId="{DB02E291-6F59-5384-8290-2F6509120F05}"/>
          </ac:picMkLst>
        </pc:picChg>
      </pc:sldChg>
      <pc:sldChg chg="addSp modSp new mod">
        <pc:chgData name="Andrew Patterson" userId="6c8ffccf-7c1b-4173-8b93-861005bd5f70" providerId="ADAL" clId="{579A6D86-54E8-418B-A295-14D2D9F2D4D7}" dt="2026-02-26T17:41:10.107" v="133" actId="255"/>
        <pc:sldMkLst>
          <pc:docMk/>
          <pc:sldMk cId="2312796503" sldId="272"/>
        </pc:sldMkLst>
        <pc:spChg chg="add mod">
          <ac:chgData name="Andrew Patterson" userId="6c8ffccf-7c1b-4173-8b93-861005bd5f70" providerId="ADAL" clId="{579A6D86-54E8-418B-A295-14D2D9F2D4D7}" dt="2026-02-26T17:41:10.107" v="133" actId="255"/>
          <ac:spMkLst>
            <pc:docMk/>
            <pc:sldMk cId="2312796503" sldId="272"/>
            <ac:spMk id="3" creationId="{B3719029-4F80-400A-AFD4-604631A563D0}"/>
          </ac:spMkLst>
        </pc:spChg>
      </pc:sldChg>
      <pc:sldChg chg="new">
        <pc:chgData name="Andrew Patterson" userId="6c8ffccf-7c1b-4173-8b93-861005bd5f70" providerId="ADAL" clId="{579A6D86-54E8-418B-A295-14D2D9F2D4D7}" dt="2026-02-26T17:39:10.063" v="116" actId="680"/>
        <pc:sldMkLst>
          <pc:docMk/>
          <pc:sldMk cId="3533716722" sldId="273"/>
        </pc:sldMkLst>
      </pc:sldChg>
      <pc:sldChg chg="new">
        <pc:chgData name="Andrew Patterson" userId="6c8ffccf-7c1b-4173-8b93-861005bd5f70" providerId="ADAL" clId="{579A6D86-54E8-418B-A295-14D2D9F2D4D7}" dt="2026-02-26T17:39:10.299" v="117" actId="680"/>
        <pc:sldMkLst>
          <pc:docMk/>
          <pc:sldMk cId="2556746755" sldId="274"/>
        </pc:sldMkLst>
      </pc:sldChg>
      <pc:sldChg chg="addSp modSp new mod">
        <pc:chgData name="Andrew Patterson" userId="6c8ffccf-7c1b-4173-8b93-861005bd5f70" providerId="ADAL" clId="{579A6D86-54E8-418B-A295-14D2D9F2D4D7}" dt="2026-02-26T20:27:52.968" v="688" actId="20577"/>
        <pc:sldMkLst>
          <pc:docMk/>
          <pc:sldMk cId="2696666386" sldId="275"/>
        </pc:sldMkLst>
        <pc:spChg chg="add mod">
          <ac:chgData name="Andrew Patterson" userId="6c8ffccf-7c1b-4173-8b93-861005bd5f70" providerId="ADAL" clId="{579A6D86-54E8-418B-A295-14D2D9F2D4D7}" dt="2026-02-26T20:27:52.968" v="688" actId="20577"/>
          <ac:spMkLst>
            <pc:docMk/>
            <pc:sldMk cId="2696666386" sldId="275"/>
            <ac:spMk id="2" creationId="{8183CD7E-F25B-F5BD-2FD9-1F19729290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704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482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53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067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15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769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032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23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8994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548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761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96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Level 2 Writing Booklet </a:t>
            </a:r>
            <a:br>
              <a:rPr lang="en-GB" dirty="0"/>
            </a:br>
            <a:r>
              <a:rPr lang="en-GB"/>
              <a:t>p. 6 -17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16E480-5CEE-C219-C1C6-2307F75E0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84" y="1441938"/>
            <a:ext cx="11815031" cy="397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88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C01093-26B0-45FC-25E5-1F4C06C65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1" y="351693"/>
            <a:ext cx="11804656" cy="596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45A794-3EA9-8CED-9D6A-044E09CE2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73" y="0"/>
            <a:ext cx="11653654" cy="1934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5BF410-105B-6949-DECC-25AF5465C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72" y="1934308"/>
            <a:ext cx="11442181" cy="464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87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13760B-1877-0703-7B53-44D67C256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99" y="1723292"/>
            <a:ext cx="11423002" cy="341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7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EC499-5395-54FC-B284-B652B74C9368}"/>
              </a:ext>
            </a:extLst>
          </p:cNvPr>
          <p:cNvSpPr txBox="1"/>
          <p:nvPr/>
        </p:nvSpPr>
        <p:spPr>
          <a:xfrm>
            <a:off x="323850" y="292677"/>
            <a:ext cx="11868150" cy="656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Tw Cen MT Condensed Extra Bold" panose="020B0803020202020204" pitchFamily="34" charset="0"/>
              </a:rPr>
              <a:t>Section 3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GB" sz="2800" b="0" i="0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Only those sentences that directly answer the question can be counted = </a:t>
            </a:r>
            <a:r>
              <a:rPr lang="en-GB" sz="2800" b="0" i="1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relevant</a:t>
            </a:r>
            <a:r>
              <a:rPr lang="en-GB" sz="2800" b="0" i="0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GB" sz="2800" b="0" i="0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The responses need to fit in relation to other sections (i.e., if you gave a restaurant review 5 out of 5 stars earlier, your sentences should be positive about the quality) = </a:t>
            </a:r>
            <a:r>
              <a:rPr lang="en-GB" sz="2800" b="0" i="1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coherent</a:t>
            </a:r>
            <a:r>
              <a:rPr lang="en-GB" sz="2800" b="0" i="0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GB" sz="2800" b="0" i="0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Sentences need to be grammatically </a:t>
            </a:r>
            <a:r>
              <a:rPr lang="en-GB" sz="2800" b="0" i="1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correct</a:t>
            </a:r>
            <a:r>
              <a:rPr lang="en-GB" sz="2800" b="0" i="0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. However, to improve your chances at success in this section, you are advised to use </a:t>
            </a:r>
            <a:r>
              <a:rPr lang="en-GB" sz="2800" b="1" i="0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simple </a:t>
            </a:r>
            <a:r>
              <a:rPr lang="en-GB" sz="2800" b="0" i="0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sentence structures. This will play it safe and count more sentences in total giving you better chances.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GB" sz="2800" b="0" i="0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Sentences should be Level 2 (upper-intermediate) in terms of level of vocabulary, verbs use, etc., even if using simple sentence structures.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GB" sz="2800" b="0" i="0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Remember, the context is key. Read the question carefully.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GB" sz="2800" b="0" i="0" u="none" strike="noStrike" spc="-50" dirty="0">
                <a:solidFill>
                  <a:srgbClr val="000000"/>
                </a:solidFill>
                <a:latin typeface="Aptos" panose="020B0004020202020204" pitchFamily="34" charset="0"/>
              </a:rPr>
              <a:t>If it is an application form, you can make up details that match the you are asked to apply to be a PE Teacher (physical education) but you don’t like sports, you can pretend to have competed in the National Championships winning a gold medal, led a volleyball team as captain, and/or earned a PGCE qualification in teaching sport if you like. That is ok. </a:t>
            </a:r>
          </a:p>
        </p:txBody>
      </p:sp>
    </p:spTree>
    <p:extLst>
      <p:ext uri="{BB962C8B-B14F-4D97-AF65-F5344CB8AC3E}">
        <p14:creationId xmlns:p14="http://schemas.microsoft.com/office/powerpoint/2010/main" val="3477818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2FE9ED-F30F-44D8-DEA4-DE7274618376}"/>
              </a:ext>
            </a:extLst>
          </p:cNvPr>
          <p:cNvSpPr txBox="1"/>
          <p:nvPr/>
        </p:nvSpPr>
        <p:spPr>
          <a:xfrm>
            <a:off x="265235" y="120134"/>
            <a:ext cx="5513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u="none" strike="noStrike" baseline="0" dirty="0">
                <a:solidFill>
                  <a:srgbClr val="FF0000"/>
                </a:solidFill>
                <a:latin typeface="Aptos" panose="020B0004020202020204" pitchFamily="34" charset="0"/>
              </a:rPr>
              <a:t>Task 1: Fill your personal details in the table below. 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6416B-C003-9498-C305-87A054AF3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35" y="489466"/>
            <a:ext cx="11661530" cy="595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40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CC68A-0CBA-9B6B-4139-483D7497B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97" y="211015"/>
            <a:ext cx="11503806" cy="1775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CBF5BD-6B32-031B-D5C2-A74972779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84" y="1986152"/>
            <a:ext cx="11815031" cy="371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86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A0C1-0DE5-C186-234F-B3BD67DE301C}"/>
              </a:ext>
            </a:extLst>
          </p:cNvPr>
          <p:cNvSpPr txBox="1"/>
          <p:nvPr/>
        </p:nvSpPr>
        <p:spPr>
          <a:xfrm>
            <a:off x="323117" y="674400"/>
            <a:ext cx="1154576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Which of the following shows did you see on your visit today? (</a:t>
            </a:r>
            <a:r>
              <a:rPr lang="en-GB" sz="3200" b="1" i="1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Tick one</a:t>
            </a:r>
            <a:r>
              <a:rPr lang="en-GB" sz="3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.) </a:t>
            </a:r>
            <a:endParaRPr lang="en-GB" sz="32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GB" sz="3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□ Branwen: </a:t>
            </a:r>
            <a:r>
              <a:rPr lang="en-GB" sz="3200" b="0" i="0" u="none" strike="noStrike" baseline="0" dirty="0" err="1">
                <a:solidFill>
                  <a:srgbClr val="000000"/>
                </a:solidFill>
                <a:latin typeface="Aptos" panose="020B0004020202020204" pitchFamily="34" charset="0"/>
              </a:rPr>
              <a:t>Dadeni</a:t>
            </a:r>
            <a:r>
              <a:rPr lang="en-GB" sz="3200" dirty="0">
                <a:solidFill>
                  <a:srgbClr val="000000"/>
                </a:solidFill>
                <a:latin typeface="Aptos" panose="020B0004020202020204" pitchFamily="34" charset="0"/>
              </a:rPr>
              <a:t>		</a:t>
            </a:r>
            <a:r>
              <a:rPr lang="en-GB" sz="3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□ Hamilton	□ Mamma Mia </a:t>
            </a:r>
          </a:p>
          <a:p>
            <a:r>
              <a:rPr lang="en-GB" sz="3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□ Cats 			□ Les </a:t>
            </a:r>
            <a:r>
              <a:rPr lang="en-GB" sz="3200" b="0" i="0" u="none" strike="noStrike" baseline="0" dirty="0" err="1">
                <a:solidFill>
                  <a:srgbClr val="000000"/>
                </a:solidFill>
                <a:latin typeface="Aptos" panose="020B0004020202020204" pitchFamily="34" charset="0"/>
              </a:rPr>
              <a:t>Miserables</a:t>
            </a:r>
            <a:r>
              <a:rPr lang="en-GB" sz="3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 	□ The Lion King </a:t>
            </a:r>
          </a:p>
          <a:p>
            <a:r>
              <a:rPr lang="en-GB" sz="3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Which performance did you watch? (</a:t>
            </a:r>
            <a:r>
              <a:rPr lang="en-GB" sz="3200" b="1" i="1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Please underline</a:t>
            </a:r>
            <a:r>
              <a:rPr lang="en-GB" sz="3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.) </a:t>
            </a:r>
            <a:endParaRPr lang="en-GB" sz="32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GB" sz="3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14:00 showing 20:00 showing </a:t>
            </a:r>
          </a:p>
          <a:p>
            <a:r>
              <a:rPr lang="en-GB" sz="3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How often do you attend the theatre? </a:t>
            </a:r>
            <a:r>
              <a:rPr lang="en-GB" sz="3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(</a:t>
            </a:r>
            <a:r>
              <a:rPr lang="en-GB" sz="3200" b="0" i="1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Delete as appropriate</a:t>
            </a:r>
            <a:r>
              <a:rPr lang="en-GB" sz="3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.) </a:t>
            </a:r>
          </a:p>
          <a:p>
            <a:r>
              <a:rPr lang="en-GB" sz="3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Never Rarely Sometimes Often Always </a:t>
            </a:r>
          </a:p>
          <a:p>
            <a:r>
              <a:rPr lang="en-GB" sz="3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On a scale of 1 (low) to 10 (high), how much did you enjoy today’s performance? (</a:t>
            </a:r>
            <a:r>
              <a:rPr lang="en-GB" sz="3200" b="1" i="1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Please circle</a:t>
            </a:r>
            <a:r>
              <a:rPr lang="en-GB" sz="3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.) </a:t>
            </a:r>
            <a:endParaRPr lang="en-GB" sz="32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GB" sz="3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1 … 2 … 3 … 4 … 5 … 6 … 7 … 8 … 9 … 10 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54026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D8222E-07F4-2663-4C68-EFDFE70C1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3" y="140677"/>
            <a:ext cx="12083137" cy="50819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AE9AA4-118D-6DBB-6429-982E447F7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3414" y="5438757"/>
            <a:ext cx="1041448" cy="93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65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FE2729-F021-ED76-0A7C-F71A7C54B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31" y="228600"/>
            <a:ext cx="11861137" cy="606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94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83CD7E-F25B-F5BD-2FD9-1F1972929050}"/>
              </a:ext>
            </a:extLst>
          </p:cNvPr>
          <p:cNvSpPr txBox="1"/>
          <p:nvPr/>
        </p:nvSpPr>
        <p:spPr>
          <a:xfrm>
            <a:off x="1201783" y="953589"/>
            <a:ext cx="103588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Use topic sentences and write to them.</a:t>
            </a:r>
          </a:p>
          <a:p>
            <a:r>
              <a:rPr lang="en-GB" sz="3200" dirty="0"/>
              <a:t>Useful language</a:t>
            </a:r>
          </a:p>
          <a:p>
            <a:r>
              <a:rPr lang="en-GB" sz="3200" dirty="0"/>
              <a:t>In keeping with</a:t>
            </a:r>
          </a:p>
          <a:p>
            <a:r>
              <a:rPr lang="en-GB" sz="3200" dirty="0"/>
              <a:t>It was shown in a slightly edited form, and I would preferred to have seen a version closer to the original Broadway production. Certainly, both the stage and auditorium are large enough to host such a production.</a:t>
            </a:r>
          </a:p>
          <a:p>
            <a:r>
              <a:rPr lang="en-GB" sz="3200" dirty="0"/>
              <a:t>The seats need to be replaced with more suitable ones in keeping with the quality expected of a </a:t>
            </a:r>
            <a:r>
              <a:rPr lang="en-GB" sz="3200"/>
              <a:t>modern venue.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696666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E0503F-7727-370E-E090-652AD2735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01" y="193431"/>
            <a:ext cx="11284796" cy="6013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C50D85-1E84-98A3-3329-364A89677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344" y="5717798"/>
            <a:ext cx="705438" cy="94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75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6CB02E-2910-6FBF-DBAC-48769BD355E1}"/>
              </a:ext>
            </a:extLst>
          </p:cNvPr>
          <p:cNvSpPr txBox="1"/>
          <p:nvPr/>
        </p:nvSpPr>
        <p:spPr>
          <a:xfrm>
            <a:off x="152400" y="160118"/>
            <a:ext cx="11887200" cy="1538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GB" sz="2800" dirty="0"/>
              <a:t>Form Practice 2 </a:t>
            </a:r>
            <a:r>
              <a:rPr lang="en-GB" sz="2800" dirty="0">
                <a:solidFill>
                  <a:srgbClr val="FF0000"/>
                </a:solidFill>
              </a:rPr>
              <a:t>Task 3: Complete the form below </a:t>
            </a:r>
          </a:p>
          <a:p>
            <a:pPr>
              <a:lnSpc>
                <a:spcPts val="2800"/>
              </a:lnSpc>
            </a:pPr>
            <a:r>
              <a:rPr lang="en-GB" sz="2800" dirty="0"/>
              <a:t>You are applying for a volunteer role with a charity that looks after wildlife in West Wales. In this position, you would live for four months on </a:t>
            </a:r>
            <a:r>
              <a:rPr lang="en-GB" sz="2800" dirty="0" err="1"/>
              <a:t>Skokholm</a:t>
            </a:r>
            <a:r>
              <a:rPr lang="en-GB" sz="2800" dirty="0"/>
              <a:t> Island helping the wardens manage the island and monitor the wild animals.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F9CDFA-02AE-A156-3C1E-C27FE0D76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34" y="1821626"/>
            <a:ext cx="9135612" cy="24966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F1A192-884E-95E0-64D1-23199EBA2DE9}"/>
              </a:ext>
            </a:extLst>
          </p:cNvPr>
          <p:cNvSpPr txBox="1"/>
          <p:nvPr/>
        </p:nvSpPr>
        <p:spPr>
          <a:xfrm>
            <a:off x="76200" y="4441430"/>
            <a:ext cx="12039600" cy="225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GB" sz="2800" dirty="0"/>
              <a:t>In the Bristol Channel, which is the area of sea you can see from Cardiff Bay, there are two islands called </a:t>
            </a:r>
            <a:r>
              <a:rPr lang="en-GB" sz="2800" dirty="0" err="1"/>
              <a:t>Flatholm</a:t>
            </a:r>
            <a:r>
              <a:rPr lang="en-GB" sz="2800" dirty="0"/>
              <a:t> and </a:t>
            </a:r>
            <a:r>
              <a:rPr lang="en-GB" sz="2800" dirty="0" err="1"/>
              <a:t>Steepholm</a:t>
            </a:r>
            <a:r>
              <a:rPr lang="en-GB" sz="2800" dirty="0"/>
              <a:t>. (See next slide). Anyone can visit </a:t>
            </a:r>
            <a:r>
              <a:rPr lang="en-GB" sz="2800" dirty="0" err="1"/>
              <a:t>Flatholm</a:t>
            </a:r>
            <a:r>
              <a:rPr lang="en-GB" sz="2800" dirty="0"/>
              <a:t> as a tourist, but the only way you can visit </a:t>
            </a:r>
            <a:r>
              <a:rPr lang="en-GB" sz="2800" dirty="0" err="1"/>
              <a:t>Steepholm</a:t>
            </a:r>
            <a:r>
              <a:rPr lang="en-GB" sz="2800" dirty="0"/>
              <a:t> legally is my doing exactly this type of job. This is fictional, so, you say you have been a wildlife warden on </a:t>
            </a:r>
            <a:r>
              <a:rPr lang="en-GB" sz="2800" dirty="0" err="1"/>
              <a:t>Steepholm</a:t>
            </a:r>
            <a:r>
              <a:rPr lang="en-GB" sz="2800" dirty="0"/>
              <a:t> in the appropriate place in your application. Just don’t lie on application forms in real life!!!</a:t>
            </a:r>
          </a:p>
        </p:txBody>
      </p:sp>
    </p:spTree>
    <p:extLst>
      <p:ext uri="{BB962C8B-B14F-4D97-AF65-F5344CB8AC3E}">
        <p14:creationId xmlns:p14="http://schemas.microsoft.com/office/powerpoint/2010/main" val="3672588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at Holm and Steep Holm | As seen from the Cardiff Bay Barr… | Flickr">
            <a:extLst>
              <a:ext uri="{FF2B5EF4-FFF2-40B4-BE49-F238E27FC236}">
                <a16:creationId xmlns:a16="http://schemas.microsoft.com/office/drawing/2014/main" id="{D667A9CC-B2E4-D7AC-FA45-8CFA6AD6D4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" t="15767" r="-127" b="-225"/>
          <a:stretch/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396867-14B9-81AC-080F-BBD7B94642AE}"/>
              </a:ext>
            </a:extLst>
          </p:cNvPr>
          <p:cNvSpPr txBox="1"/>
          <p:nvPr/>
        </p:nvSpPr>
        <p:spPr>
          <a:xfrm>
            <a:off x="1972492" y="783772"/>
            <a:ext cx="2024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Flatholm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8F150-0B45-C513-196F-83070007E078}"/>
              </a:ext>
            </a:extLst>
          </p:cNvPr>
          <p:cNvSpPr txBox="1"/>
          <p:nvPr/>
        </p:nvSpPr>
        <p:spPr>
          <a:xfrm>
            <a:off x="7624355" y="779418"/>
            <a:ext cx="2198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Steepholm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750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E0926-FBC0-892F-ED38-1314D7CCF661}"/>
              </a:ext>
            </a:extLst>
          </p:cNvPr>
          <p:cNvSpPr txBox="1"/>
          <p:nvPr/>
        </p:nvSpPr>
        <p:spPr>
          <a:xfrm>
            <a:off x="123281" y="0"/>
            <a:ext cx="1601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Tw Cen MT Condensed Extra Bold" panose="020B0803020202020204" pitchFamily="34" charset="0"/>
              </a:rPr>
              <a:t>Section 1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E4E6E-6A59-74B8-19CD-11FE413EB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1" y="790352"/>
            <a:ext cx="11652708" cy="488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53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46F057-3E70-4052-F50F-8F41A560E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5" y="153824"/>
            <a:ext cx="9583416" cy="26388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FA57E8-1454-8431-0EF9-932ED8288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2719" y="3598456"/>
            <a:ext cx="631182" cy="575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748FA6-D3A8-A877-C015-0B080D7EF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94" y="2978636"/>
            <a:ext cx="4556649" cy="17720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01356-37D0-7B3C-7075-DFAB83731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48" y="4738166"/>
            <a:ext cx="4522895" cy="16876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02E291-6F59-5384-8290-2F6509120F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1751" y="3523144"/>
            <a:ext cx="2287100" cy="243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80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719029-4F80-400A-AFD4-604631A563D0}"/>
              </a:ext>
            </a:extLst>
          </p:cNvPr>
          <p:cNvSpPr txBox="1"/>
          <p:nvPr/>
        </p:nvSpPr>
        <p:spPr>
          <a:xfrm>
            <a:off x="253910" y="0"/>
            <a:ext cx="11567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Tw Cen MT Condensed Extra Bold" panose="020B0803020202020204" pitchFamily="34" charset="0"/>
              </a:rPr>
              <a:t>Section 3 </a:t>
            </a:r>
            <a:r>
              <a:rPr lang="en-GB" sz="2800" dirty="0"/>
              <a:t>Why are you interested in volunteering with the Wildlife Trust?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70A21-B313-9726-973B-55CCB2D17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71" y="767343"/>
            <a:ext cx="11128658" cy="532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96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833421-4184-B01F-4AA0-D657B399E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19" y="1196981"/>
            <a:ext cx="11275363" cy="446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16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318C54-170D-F928-6238-29092DD3B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12" y="1495631"/>
            <a:ext cx="11170574" cy="386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46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5D0513-7693-96BC-4BFC-B3C2EDBDA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33" y="453570"/>
            <a:ext cx="11526858" cy="25820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E3A817-4248-B001-7ADC-4AAD4FE5F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33" y="3690404"/>
            <a:ext cx="10891729" cy="130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742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372599-03C4-B5D5-E0A0-20A1E851C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13" y="1452143"/>
            <a:ext cx="10846774" cy="395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65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E64EDE-8742-3C8B-5BB0-A544F5C88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23" y="697135"/>
            <a:ext cx="11353955" cy="546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61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30E949-D735-43F2-0EDB-81F86578B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51" y="933434"/>
            <a:ext cx="11457697" cy="49911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A0FD44-5BDC-2A29-71DD-8DDDFE408474}"/>
              </a:ext>
            </a:extLst>
          </p:cNvPr>
          <p:cNvSpPr txBox="1"/>
          <p:nvPr/>
        </p:nvSpPr>
        <p:spPr>
          <a:xfrm>
            <a:off x="11004884" y="6052901"/>
            <a:ext cx="657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25389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808FD8-86B3-B135-A0EE-F39F4CA28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089" y="18202"/>
            <a:ext cx="8355820" cy="682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38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260414-A4AD-B0E7-9D42-4F4A55B32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26" y="323728"/>
            <a:ext cx="11155349" cy="62105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6FE595-0860-CF12-C30A-C52AD79E72E2}"/>
              </a:ext>
            </a:extLst>
          </p:cNvPr>
          <p:cNvSpPr txBox="1"/>
          <p:nvPr/>
        </p:nvSpPr>
        <p:spPr>
          <a:xfrm>
            <a:off x="11004884" y="6052901"/>
            <a:ext cx="657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25575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A6643D-3E40-E25F-F148-AE84601E8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31" y="804709"/>
            <a:ext cx="11020337" cy="524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93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2C1A5C-B714-62A4-3D7A-06F8AC908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78" y="711887"/>
            <a:ext cx="11087844" cy="543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720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8AD152-7CC7-F5C2-0504-E71D30329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26" y="222468"/>
            <a:ext cx="11155349" cy="641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47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1031D7-FC6F-7B5D-C901-353342765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535" y="158310"/>
            <a:ext cx="9316930" cy="654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92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5D02E9-6296-A36C-7C18-9DC87AFBC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58" y="787830"/>
            <a:ext cx="11273485" cy="528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192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D81BE1-4082-74A8-ABB8-EDE49911A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16" y="828488"/>
            <a:ext cx="10954367" cy="520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02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4B127C-40EB-56B3-7332-004AFD1AB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2" y="205655"/>
            <a:ext cx="11982296" cy="928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5B3879-B1D2-A889-AE2D-329DE645E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92" y="861392"/>
            <a:ext cx="11259436" cy="51352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1F8733-51B0-6351-5232-9688713E8836}"/>
              </a:ext>
            </a:extLst>
          </p:cNvPr>
          <p:cNvSpPr txBox="1"/>
          <p:nvPr/>
        </p:nvSpPr>
        <p:spPr>
          <a:xfrm>
            <a:off x="10827359" y="6163059"/>
            <a:ext cx="673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413656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SCC1P05 2025-2026 Class PowerPoint Template" id="{F58FAF5F-5C02-4A36-BBBE-708991514D85}" vid="{06B0B8DE-CAF2-47FC-91F8-BBC73CB6C2F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58BDFA-A1A2-4F61-B2EC-A846840CB6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2BA088-B73B-48E8-A7B3-212D82D342E8}">
  <ds:schemaRefs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31635c7e-3a11-4128-b6ca-f17fd774e46d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7DD5C6C-E29B-4963-9C59-AF3B399253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</TotalTime>
  <Words>594</Words>
  <Application>Microsoft Office PowerPoint</Application>
  <PresentationFormat>Widescreen</PresentationFormat>
  <Paragraphs>33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Tw Cen MT Condensed Extra Bold</vt:lpstr>
      <vt:lpstr>office theme</vt:lpstr>
      <vt:lpstr>1_office theme</vt:lpstr>
      <vt:lpstr>Level 2 Writing Booklet  p. 6 -17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6</cp:revision>
  <dcterms:created xsi:type="dcterms:W3CDTF">2026-02-26T16:07:50Z</dcterms:created>
  <dcterms:modified xsi:type="dcterms:W3CDTF">2026-03-05T18:08:22Z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