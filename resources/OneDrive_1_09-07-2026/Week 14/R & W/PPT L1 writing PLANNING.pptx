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172D9-3C84-D302-9391-75DDA15B240D}" v="1" dt="2024-05-14T21:10:05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a Sgalia" userId="S::fsgalia@cavc.ac.uk::3cd75e82-ea77-4e0f-939a-7065caf2eccb" providerId="AD" clId="Web-{9E5172D9-3C84-D302-9391-75DDA15B240D}"/>
    <pc:docChg chg="modSld">
      <pc:chgData name="Francesca Sgalia" userId="S::fsgalia@cavc.ac.uk::3cd75e82-ea77-4e0f-939a-7065caf2eccb" providerId="AD" clId="Web-{9E5172D9-3C84-D302-9391-75DDA15B240D}" dt="2024-05-14T21:10:05.899" v="0" actId="20577"/>
      <pc:docMkLst>
        <pc:docMk/>
      </pc:docMkLst>
      <pc:sldChg chg="modSp">
        <pc:chgData name="Francesca Sgalia" userId="S::fsgalia@cavc.ac.uk::3cd75e82-ea77-4e0f-939a-7065caf2eccb" providerId="AD" clId="Web-{9E5172D9-3C84-D302-9391-75DDA15B240D}" dt="2024-05-14T21:10:05.899" v="0" actId="20577"/>
        <pc:sldMkLst>
          <pc:docMk/>
          <pc:sldMk cId="3079537199" sldId="259"/>
        </pc:sldMkLst>
        <pc:spChg chg="mod">
          <ac:chgData name="Francesca Sgalia" userId="S::fsgalia@cavc.ac.uk::3cd75e82-ea77-4e0f-939a-7065caf2eccb" providerId="AD" clId="Web-{9E5172D9-3C84-D302-9391-75DDA15B240D}" dt="2024-05-14T21:10:05.899" v="0" actId="20577"/>
          <ac:spMkLst>
            <pc:docMk/>
            <pc:sldMk cId="3079537199" sldId="259"/>
            <ac:spMk id="3" creationId="{DBD85B64-8FB9-CA96-462D-3035ED7B1AC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8C73C6-351B-4B71-BC58-8EDF39EA396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D77D0D-7C38-4C29-99CD-E698CE237867}">
      <dgm:prSet/>
      <dgm:spPr/>
      <dgm:t>
        <a:bodyPr/>
        <a:lstStyle/>
        <a:p>
          <a:r>
            <a:rPr lang="en-US" b="1"/>
            <a:t>The plan should show that you have thought about :</a:t>
          </a:r>
          <a:endParaRPr lang="en-US"/>
        </a:p>
      </dgm:t>
    </dgm:pt>
    <dgm:pt modelId="{0C19E9AE-F5C5-4FA7-8B85-CA891CF8063D}" type="parTrans" cxnId="{F579BA1A-998C-4F3A-AA05-F3AE3DE0DF42}">
      <dgm:prSet/>
      <dgm:spPr/>
      <dgm:t>
        <a:bodyPr/>
        <a:lstStyle/>
        <a:p>
          <a:endParaRPr lang="en-US"/>
        </a:p>
      </dgm:t>
    </dgm:pt>
    <dgm:pt modelId="{D6C031F6-0022-4DD1-A5E9-4AD7472274B1}" type="sibTrans" cxnId="{F579BA1A-998C-4F3A-AA05-F3AE3DE0DF42}">
      <dgm:prSet/>
      <dgm:spPr/>
      <dgm:t>
        <a:bodyPr/>
        <a:lstStyle/>
        <a:p>
          <a:endParaRPr lang="en-US"/>
        </a:p>
      </dgm:t>
    </dgm:pt>
    <dgm:pt modelId="{78F29B2E-4707-4D3B-B48D-8BBCD65F0F6F}">
      <dgm:prSet/>
      <dgm:spPr/>
      <dgm:t>
        <a:bodyPr/>
        <a:lstStyle/>
        <a:p>
          <a:r>
            <a:rPr lang="en-US"/>
            <a:t>The </a:t>
          </a:r>
          <a:r>
            <a:rPr lang="en-US" b="1"/>
            <a:t>topic</a:t>
          </a:r>
          <a:r>
            <a:rPr lang="en-US"/>
            <a:t> you have been given</a:t>
          </a:r>
        </a:p>
      </dgm:t>
    </dgm:pt>
    <dgm:pt modelId="{9C8ECD93-38E4-426E-BB40-47ED38032D65}" type="parTrans" cxnId="{A5C513D4-DCC4-47D5-A6C9-3487648E4FC7}">
      <dgm:prSet/>
      <dgm:spPr/>
      <dgm:t>
        <a:bodyPr/>
        <a:lstStyle/>
        <a:p>
          <a:endParaRPr lang="en-US"/>
        </a:p>
      </dgm:t>
    </dgm:pt>
    <dgm:pt modelId="{E56AFA9E-73BA-49EC-A4D3-BE84017FF42A}" type="sibTrans" cxnId="{A5C513D4-DCC4-47D5-A6C9-3487648E4FC7}">
      <dgm:prSet/>
      <dgm:spPr/>
      <dgm:t>
        <a:bodyPr/>
        <a:lstStyle/>
        <a:p>
          <a:endParaRPr lang="en-US"/>
        </a:p>
      </dgm:t>
    </dgm:pt>
    <dgm:pt modelId="{2876718D-F7AB-4E17-91BB-1F5DFE4B4287}">
      <dgm:prSet/>
      <dgm:spPr/>
      <dgm:t>
        <a:bodyPr/>
        <a:lstStyle/>
        <a:p>
          <a:r>
            <a:rPr lang="en-US"/>
            <a:t>How you will </a:t>
          </a:r>
          <a:r>
            <a:rPr lang="en-US" b="1"/>
            <a:t>organise your writing</a:t>
          </a:r>
          <a:endParaRPr lang="en-US"/>
        </a:p>
      </dgm:t>
    </dgm:pt>
    <dgm:pt modelId="{2F6A2243-CFD9-4671-9FF5-ACA8AAD31396}" type="parTrans" cxnId="{189B30A8-45A4-419C-B796-7193CC787DAF}">
      <dgm:prSet/>
      <dgm:spPr/>
      <dgm:t>
        <a:bodyPr/>
        <a:lstStyle/>
        <a:p>
          <a:endParaRPr lang="en-US"/>
        </a:p>
      </dgm:t>
    </dgm:pt>
    <dgm:pt modelId="{B5B8A40C-C598-4047-AD26-6148BA0212C2}" type="sibTrans" cxnId="{189B30A8-45A4-419C-B796-7193CC787DAF}">
      <dgm:prSet/>
      <dgm:spPr/>
      <dgm:t>
        <a:bodyPr/>
        <a:lstStyle/>
        <a:p>
          <a:endParaRPr lang="en-US"/>
        </a:p>
      </dgm:t>
    </dgm:pt>
    <dgm:pt modelId="{95CD892E-9044-47C6-B0FB-9E72A8D96EE5}">
      <dgm:prSet/>
      <dgm:spPr/>
      <dgm:t>
        <a:bodyPr/>
        <a:lstStyle/>
        <a:p>
          <a:r>
            <a:rPr lang="en-US" b="1"/>
            <a:t>What</a:t>
          </a:r>
          <a:r>
            <a:rPr lang="en-US"/>
            <a:t> you will </a:t>
          </a:r>
          <a:r>
            <a:rPr lang="en-US" b="1"/>
            <a:t>include, according to the topic</a:t>
          </a:r>
          <a:endParaRPr lang="en-US"/>
        </a:p>
      </dgm:t>
    </dgm:pt>
    <dgm:pt modelId="{D0CB7BD0-F90D-4895-B380-5FA94B4F268D}" type="parTrans" cxnId="{6FDA2A87-8BD3-45D8-AC3D-7ED22F20BE73}">
      <dgm:prSet/>
      <dgm:spPr/>
      <dgm:t>
        <a:bodyPr/>
        <a:lstStyle/>
        <a:p>
          <a:endParaRPr lang="en-US"/>
        </a:p>
      </dgm:t>
    </dgm:pt>
    <dgm:pt modelId="{C64E5A18-9E48-4769-A25D-ED519BE0C45E}" type="sibTrans" cxnId="{6FDA2A87-8BD3-45D8-AC3D-7ED22F20BE73}">
      <dgm:prSet/>
      <dgm:spPr/>
      <dgm:t>
        <a:bodyPr/>
        <a:lstStyle/>
        <a:p>
          <a:endParaRPr lang="en-US"/>
        </a:p>
      </dgm:t>
    </dgm:pt>
    <dgm:pt modelId="{34A82B7C-76BA-4A9A-9BA4-69AA2BC9509B}">
      <dgm:prSet/>
      <dgm:spPr/>
      <dgm:t>
        <a:bodyPr/>
        <a:lstStyle/>
        <a:p>
          <a:r>
            <a:rPr lang="en-US"/>
            <a:t>How you can present the ideas to suit the </a:t>
          </a:r>
          <a:r>
            <a:rPr lang="en-US" b="1"/>
            <a:t>style and format of a letter</a:t>
          </a:r>
          <a:endParaRPr lang="en-US"/>
        </a:p>
      </dgm:t>
    </dgm:pt>
    <dgm:pt modelId="{968CE37B-D770-49FC-9893-8389ED8CF1DA}" type="parTrans" cxnId="{0BF769E3-1736-4977-8DBD-73E81439DE2C}">
      <dgm:prSet/>
      <dgm:spPr/>
      <dgm:t>
        <a:bodyPr/>
        <a:lstStyle/>
        <a:p>
          <a:endParaRPr lang="en-US"/>
        </a:p>
      </dgm:t>
    </dgm:pt>
    <dgm:pt modelId="{3A40E59C-C512-4D77-9C93-1C7CB0E0F9CB}" type="sibTrans" cxnId="{0BF769E3-1736-4977-8DBD-73E81439DE2C}">
      <dgm:prSet/>
      <dgm:spPr/>
      <dgm:t>
        <a:bodyPr/>
        <a:lstStyle/>
        <a:p>
          <a:endParaRPr lang="en-US"/>
        </a:p>
      </dgm:t>
    </dgm:pt>
    <dgm:pt modelId="{9A047571-E4C8-48ED-A7F8-D5D7209E847E}">
      <dgm:prSet/>
      <dgm:spPr/>
      <dgm:t>
        <a:bodyPr/>
        <a:lstStyle/>
        <a:p>
          <a:r>
            <a:rPr lang="en-US"/>
            <a:t>How the ideas follow each other </a:t>
          </a:r>
          <a:r>
            <a:rPr lang="en-US" b="1"/>
            <a:t>in a logical way</a:t>
          </a:r>
          <a:endParaRPr lang="en-US"/>
        </a:p>
      </dgm:t>
    </dgm:pt>
    <dgm:pt modelId="{8A48E898-B70E-4544-BC66-3D71DCEA546A}" type="parTrans" cxnId="{FEEF586A-C29E-4BE2-9118-AF74DF44D47C}">
      <dgm:prSet/>
      <dgm:spPr/>
      <dgm:t>
        <a:bodyPr/>
        <a:lstStyle/>
        <a:p>
          <a:endParaRPr lang="en-US"/>
        </a:p>
      </dgm:t>
    </dgm:pt>
    <dgm:pt modelId="{C249FEBE-2966-44A4-8ABD-BA32E173FDEA}" type="sibTrans" cxnId="{FEEF586A-C29E-4BE2-9118-AF74DF44D47C}">
      <dgm:prSet/>
      <dgm:spPr/>
      <dgm:t>
        <a:bodyPr/>
        <a:lstStyle/>
        <a:p>
          <a:endParaRPr lang="en-US"/>
        </a:p>
      </dgm:t>
    </dgm:pt>
    <dgm:pt modelId="{AF7996CC-016B-485A-A52C-ABEA852E9EA2}" type="pres">
      <dgm:prSet presAssocID="{DC8C73C6-351B-4B71-BC58-8EDF39EA3961}" presName="linear" presStyleCnt="0">
        <dgm:presLayoutVars>
          <dgm:animLvl val="lvl"/>
          <dgm:resizeHandles val="exact"/>
        </dgm:presLayoutVars>
      </dgm:prSet>
      <dgm:spPr/>
    </dgm:pt>
    <dgm:pt modelId="{4A997F91-66AE-4D2D-8DC9-10557A3035F6}" type="pres">
      <dgm:prSet presAssocID="{A1D77D0D-7C38-4C29-99CD-E698CE23786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AD1697D-E00F-4DA7-8979-CE1DBB368685}" type="pres">
      <dgm:prSet presAssocID="{A1D77D0D-7C38-4C29-99CD-E698CE23786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8058806-C52B-4EB5-9212-A98A5582AC78}" type="presOf" srcId="{34A82B7C-76BA-4A9A-9BA4-69AA2BC9509B}" destId="{3AD1697D-E00F-4DA7-8979-CE1DBB368685}" srcOrd="0" destOrd="3" presId="urn:microsoft.com/office/officeart/2005/8/layout/vList2"/>
    <dgm:cxn modelId="{F579BA1A-998C-4F3A-AA05-F3AE3DE0DF42}" srcId="{DC8C73C6-351B-4B71-BC58-8EDF39EA3961}" destId="{A1D77D0D-7C38-4C29-99CD-E698CE237867}" srcOrd="0" destOrd="0" parTransId="{0C19E9AE-F5C5-4FA7-8B85-CA891CF8063D}" sibTransId="{D6C031F6-0022-4DD1-A5E9-4AD7472274B1}"/>
    <dgm:cxn modelId="{875E2B28-476E-4287-9A1F-B251495ACA06}" type="presOf" srcId="{A1D77D0D-7C38-4C29-99CD-E698CE237867}" destId="{4A997F91-66AE-4D2D-8DC9-10557A3035F6}" srcOrd="0" destOrd="0" presId="urn:microsoft.com/office/officeart/2005/8/layout/vList2"/>
    <dgm:cxn modelId="{8A62E468-A1D5-45BF-9963-46EA83C009C1}" type="presOf" srcId="{95CD892E-9044-47C6-B0FB-9E72A8D96EE5}" destId="{3AD1697D-E00F-4DA7-8979-CE1DBB368685}" srcOrd="0" destOrd="2" presId="urn:microsoft.com/office/officeart/2005/8/layout/vList2"/>
    <dgm:cxn modelId="{FEEF586A-C29E-4BE2-9118-AF74DF44D47C}" srcId="{A1D77D0D-7C38-4C29-99CD-E698CE237867}" destId="{9A047571-E4C8-48ED-A7F8-D5D7209E847E}" srcOrd="4" destOrd="0" parTransId="{8A48E898-B70E-4544-BC66-3D71DCEA546A}" sibTransId="{C249FEBE-2966-44A4-8ABD-BA32E173FDEA}"/>
    <dgm:cxn modelId="{6FDA2A87-8BD3-45D8-AC3D-7ED22F20BE73}" srcId="{A1D77D0D-7C38-4C29-99CD-E698CE237867}" destId="{95CD892E-9044-47C6-B0FB-9E72A8D96EE5}" srcOrd="2" destOrd="0" parTransId="{D0CB7BD0-F90D-4895-B380-5FA94B4F268D}" sibTransId="{C64E5A18-9E48-4769-A25D-ED519BE0C45E}"/>
    <dgm:cxn modelId="{8753AF9F-B196-4F5D-9DBF-EC456907AD1C}" type="presOf" srcId="{78F29B2E-4707-4D3B-B48D-8BBCD65F0F6F}" destId="{3AD1697D-E00F-4DA7-8979-CE1DBB368685}" srcOrd="0" destOrd="0" presId="urn:microsoft.com/office/officeart/2005/8/layout/vList2"/>
    <dgm:cxn modelId="{189B30A8-45A4-419C-B796-7193CC787DAF}" srcId="{A1D77D0D-7C38-4C29-99CD-E698CE237867}" destId="{2876718D-F7AB-4E17-91BB-1F5DFE4B4287}" srcOrd="1" destOrd="0" parTransId="{2F6A2243-CFD9-4671-9FF5-ACA8AAD31396}" sibTransId="{B5B8A40C-C598-4047-AD26-6148BA0212C2}"/>
    <dgm:cxn modelId="{CF9E97AB-4C2D-4F50-A290-6E34CD24E165}" type="presOf" srcId="{9A047571-E4C8-48ED-A7F8-D5D7209E847E}" destId="{3AD1697D-E00F-4DA7-8979-CE1DBB368685}" srcOrd="0" destOrd="4" presId="urn:microsoft.com/office/officeart/2005/8/layout/vList2"/>
    <dgm:cxn modelId="{A5C513D4-DCC4-47D5-A6C9-3487648E4FC7}" srcId="{A1D77D0D-7C38-4C29-99CD-E698CE237867}" destId="{78F29B2E-4707-4D3B-B48D-8BBCD65F0F6F}" srcOrd="0" destOrd="0" parTransId="{9C8ECD93-38E4-426E-BB40-47ED38032D65}" sibTransId="{E56AFA9E-73BA-49EC-A4D3-BE84017FF42A}"/>
    <dgm:cxn modelId="{0BF769E3-1736-4977-8DBD-73E81439DE2C}" srcId="{A1D77D0D-7C38-4C29-99CD-E698CE237867}" destId="{34A82B7C-76BA-4A9A-9BA4-69AA2BC9509B}" srcOrd="3" destOrd="0" parTransId="{968CE37B-D770-49FC-9893-8389ED8CF1DA}" sibTransId="{3A40E59C-C512-4D77-9C93-1C7CB0E0F9CB}"/>
    <dgm:cxn modelId="{E20CD0EC-7E42-44AF-B7B6-D1E9C0FC0F52}" type="presOf" srcId="{2876718D-F7AB-4E17-91BB-1F5DFE4B4287}" destId="{3AD1697D-E00F-4DA7-8979-CE1DBB368685}" srcOrd="0" destOrd="1" presId="urn:microsoft.com/office/officeart/2005/8/layout/vList2"/>
    <dgm:cxn modelId="{A01478F6-3910-43C6-AD44-1EDD871644E7}" type="presOf" srcId="{DC8C73C6-351B-4B71-BC58-8EDF39EA3961}" destId="{AF7996CC-016B-485A-A52C-ABEA852E9EA2}" srcOrd="0" destOrd="0" presId="urn:microsoft.com/office/officeart/2005/8/layout/vList2"/>
    <dgm:cxn modelId="{86B62AE7-55D6-4CDD-90BE-EF30DB544160}" type="presParOf" srcId="{AF7996CC-016B-485A-A52C-ABEA852E9EA2}" destId="{4A997F91-66AE-4D2D-8DC9-10557A3035F6}" srcOrd="0" destOrd="0" presId="urn:microsoft.com/office/officeart/2005/8/layout/vList2"/>
    <dgm:cxn modelId="{3D402729-4811-48A8-9683-72FF653BCB52}" type="presParOf" srcId="{AF7996CC-016B-485A-A52C-ABEA852E9EA2}" destId="{3AD1697D-E00F-4DA7-8979-CE1DBB36868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480D8F-6424-437D-9CDB-9EA683238144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FF718E-8165-4D60-8A4A-AB1C774BA0E9}">
      <dgm:prSet/>
      <dgm:spPr/>
      <dgm:t>
        <a:bodyPr/>
        <a:lstStyle/>
        <a:p>
          <a:r>
            <a:rPr lang="en-US"/>
            <a:t>What is a review?</a:t>
          </a:r>
        </a:p>
      </dgm:t>
    </dgm:pt>
    <dgm:pt modelId="{DD558CCA-4B4C-4A5A-A25B-A7A8411B6057}" type="parTrans" cxnId="{388E3286-7700-4F57-BE58-0DE8D5B8820E}">
      <dgm:prSet/>
      <dgm:spPr/>
      <dgm:t>
        <a:bodyPr/>
        <a:lstStyle/>
        <a:p>
          <a:endParaRPr lang="en-US"/>
        </a:p>
      </dgm:t>
    </dgm:pt>
    <dgm:pt modelId="{06CB02FF-2229-41D7-8AD3-04BF6450684E}" type="sibTrans" cxnId="{388E3286-7700-4F57-BE58-0DE8D5B8820E}">
      <dgm:prSet/>
      <dgm:spPr/>
      <dgm:t>
        <a:bodyPr/>
        <a:lstStyle/>
        <a:p>
          <a:endParaRPr lang="en-US"/>
        </a:p>
      </dgm:t>
    </dgm:pt>
    <dgm:pt modelId="{0C05636E-8FEB-4B51-BCBC-6FEF1E32B458}">
      <dgm:prSet/>
      <dgm:spPr/>
      <dgm:t>
        <a:bodyPr/>
        <a:lstStyle/>
        <a:p>
          <a:r>
            <a:rPr lang="en-US"/>
            <a:t>Who will read your review?</a:t>
          </a:r>
        </a:p>
      </dgm:t>
    </dgm:pt>
    <dgm:pt modelId="{845AD970-8A91-4076-9DC0-33C9C373EC0D}" type="parTrans" cxnId="{DF8C947C-E6A4-4FEE-9955-E4B57B03A32D}">
      <dgm:prSet/>
      <dgm:spPr/>
      <dgm:t>
        <a:bodyPr/>
        <a:lstStyle/>
        <a:p>
          <a:endParaRPr lang="en-US"/>
        </a:p>
      </dgm:t>
    </dgm:pt>
    <dgm:pt modelId="{110749AE-5D0D-4A6B-8231-88134FFAAD99}" type="sibTrans" cxnId="{DF8C947C-E6A4-4FEE-9955-E4B57B03A32D}">
      <dgm:prSet/>
      <dgm:spPr/>
      <dgm:t>
        <a:bodyPr/>
        <a:lstStyle/>
        <a:p>
          <a:endParaRPr lang="en-US"/>
        </a:p>
      </dgm:t>
    </dgm:pt>
    <dgm:pt modelId="{987B277E-F2AE-49F8-A4C9-55FDF594D58F}">
      <dgm:prSet/>
      <dgm:spPr/>
      <dgm:t>
        <a:bodyPr/>
        <a:lstStyle/>
        <a:p>
          <a:r>
            <a:rPr lang="en-US"/>
            <a:t>What style should it be written in? Formal, semi-formal or informal?</a:t>
          </a:r>
        </a:p>
      </dgm:t>
    </dgm:pt>
    <dgm:pt modelId="{F294AD82-0D41-4BDA-8F2A-198E546F9E77}" type="parTrans" cxnId="{0FFE23C7-EF48-4EA7-9568-60B46E2C4FDC}">
      <dgm:prSet/>
      <dgm:spPr/>
      <dgm:t>
        <a:bodyPr/>
        <a:lstStyle/>
        <a:p>
          <a:endParaRPr lang="en-US"/>
        </a:p>
      </dgm:t>
    </dgm:pt>
    <dgm:pt modelId="{D1FE4B7F-C5CC-48C5-AD63-62295D00A31F}" type="sibTrans" cxnId="{0FFE23C7-EF48-4EA7-9568-60B46E2C4FDC}">
      <dgm:prSet/>
      <dgm:spPr/>
      <dgm:t>
        <a:bodyPr/>
        <a:lstStyle/>
        <a:p>
          <a:endParaRPr lang="en-US"/>
        </a:p>
      </dgm:t>
    </dgm:pt>
    <dgm:pt modelId="{A1A9FC94-E84F-480E-A850-058EBC4AB622}">
      <dgm:prSet/>
      <dgm:spPr/>
      <dgm:t>
        <a:bodyPr/>
        <a:lstStyle/>
        <a:p>
          <a:r>
            <a:rPr lang="en-US"/>
            <a:t>How can you make it interesting?</a:t>
          </a:r>
        </a:p>
      </dgm:t>
    </dgm:pt>
    <dgm:pt modelId="{8936A5FC-6AD6-409E-8D72-39C915727F57}" type="parTrans" cxnId="{BF0D5321-4E6D-4B8D-BD38-C70D9B3250DC}">
      <dgm:prSet/>
      <dgm:spPr/>
      <dgm:t>
        <a:bodyPr/>
        <a:lstStyle/>
        <a:p>
          <a:endParaRPr lang="en-US"/>
        </a:p>
      </dgm:t>
    </dgm:pt>
    <dgm:pt modelId="{D578EBCA-1547-412C-A7FF-29C8830C8E7F}" type="sibTrans" cxnId="{BF0D5321-4E6D-4B8D-BD38-C70D9B3250DC}">
      <dgm:prSet/>
      <dgm:spPr/>
      <dgm:t>
        <a:bodyPr/>
        <a:lstStyle/>
        <a:p>
          <a:endParaRPr lang="en-US"/>
        </a:p>
      </dgm:t>
    </dgm:pt>
    <dgm:pt modelId="{2134C597-90A2-4798-B344-2FE1920FC244}">
      <dgm:prSet/>
      <dgm:spPr/>
      <dgm:t>
        <a:bodyPr/>
        <a:lstStyle/>
        <a:p>
          <a:r>
            <a:rPr lang="en-US"/>
            <a:t>What should you include in it?</a:t>
          </a:r>
        </a:p>
      </dgm:t>
    </dgm:pt>
    <dgm:pt modelId="{6DD854E6-62A4-4CA7-8ED2-15742626E806}" type="parTrans" cxnId="{13726BCA-6413-449C-909C-8298798A44A1}">
      <dgm:prSet/>
      <dgm:spPr/>
      <dgm:t>
        <a:bodyPr/>
        <a:lstStyle/>
        <a:p>
          <a:endParaRPr lang="en-US"/>
        </a:p>
      </dgm:t>
    </dgm:pt>
    <dgm:pt modelId="{CF68619E-BC4B-4CB4-B093-630357111EEE}" type="sibTrans" cxnId="{13726BCA-6413-449C-909C-8298798A44A1}">
      <dgm:prSet/>
      <dgm:spPr/>
      <dgm:t>
        <a:bodyPr/>
        <a:lstStyle/>
        <a:p>
          <a:endParaRPr lang="en-US"/>
        </a:p>
      </dgm:t>
    </dgm:pt>
    <dgm:pt modelId="{38D61C26-A4EF-40D0-A845-C741B4593AEE}" type="pres">
      <dgm:prSet presAssocID="{12480D8F-6424-437D-9CDB-9EA683238144}" presName="vert0" presStyleCnt="0">
        <dgm:presLayoutVars>
          <dgm:dir/>
          <dgm:animOne val="branch"/>
          <dgm:animLvl val="lvl"/>
        </dgm:presLayoutVars>
      </dgm:prSet>
      <dgm:spPr/>
    </dgm:pt>
    <dgm:pt modelId="{538E7EA0-83C4-4815-8972-88639D358DC0}" type="pres">
      <dgm:prSet presAssocID="{63FF718E-8165-4D60-8A4A-AB1C774BA0E9}" presName="thickLine" presStyleLbl="alignNode1" presStyleIdx="0" presStyleCnt="5"/>
      <dgm:spPr/>
    </dgm:pt>
    <dgm:pt modelId="{31FEEC76-5C06-448B-BF75-79F01E765758}" type="pres">
      <dgm:prSet presAssocID="{63FF718E-8165-4D60-8A4A-AB1C774BA0E9}" presName="horz1" presStyleCnt="0"/>
      <dgm:spPr/>
    </dgm:pt>
    <dgm:pt modelId="{C9BD0ABB-5BA8-45C1-BC89-25487CD9134F}" type="pres">
      <dgm:prSet presAssocID="{63FF718E-8165-4D60-8A4A-AB1C774BA0E9}" presName="tx1" presStyleLbl="revTx" presStyleIdx="0" presStyleCnt="5"/>
      <dgm:spPr/>
    </dgm:pt>
    <dgm:pt modelId="{50265C4C-5513-4242-99CB-70321B92D1FA}" type="pres">
      <dgm:prSet presAssocID="{63FF718E-8165-4D60-8A4A-AB1C774BA0E9}" presName="vert1" presStyleCnt="0"/>
      <dgm:spPr/>
    </dgm:pt>
    <dgm:pt modelId="{A79215DB-5FC5-44EC-A996-E8B44046A102}" type="pres">
      <dgm:prSet presAssocID="{0C05636E-8FEB-4B51-BCBC-6FEF1E32B458}" presName="thickLine" presStyleLbl="alignNode1" presStyleIdx="1" presStyleCnt="5"/>
      <dgm:spPr/>
    </dgm:pt>
    <dgm:pt modelId="{5621186C-C1B0-4719-BFF1-1E4258243D79}" type="pres">
      <dgm:prSet presAssocID="{0C05636E-8FEB-4B51-BCBC-6FEF1E32B458}" presName="horz1" presStyleCnt="0"/>
      <dgm:spPr/>
    </dgm:pt>
    <dgm:pt modelId="{AA724FDD-3598-4ACF-B718-C7E012888243}" type="pres">
      <dgm:prSet presAssocID="{0C05636E-8FEB-4B51-BCBC-6FEF1E32B458}" presName="tx1" presStyleLbl="revTx" presStyleIdx="1" presStyleCnt="5"/>
      <dgm:spPr/>
    </dgm:pt>
    <dgm:pt modelId="{0E3D9CE8-B1B5-4A2A-988B-31993463DD7A}" type="pres">
      <dgm:prSet presAssocID="{0C05636E-8FEB-4B51-BCBC-6FEF1E32B458}" presName="vert1" presStyleCnt="0"/>
      <dgm:spPr/>
    </dgm:pt>
    <dgm:pt modelId="{527BB001-3B0B-48EC-860C-DC137B15E40D}" type="pres">
      <dgm:prSet presAssocID="{987B277E-F2AE-49F8-A4C9-55FDF594D58F}" presName="thickLine" presStyleLbl="alignNode1" presStyleIdx="2" presStyleCnt="5"/>
      <dgm:spPr/>
    </dgm:pt>
    <dgm:pt modelId="{D0A7470E-8A1F-437B-9B58-C7E9C90B4241}" type="pres">
      <dgm:prSet presAssocID="{987B277E-F2AE-49F8-A4C9-55FDF594D58F}" presName="horz1" presStyleCnt="0"/>
      <dgm:spPr/>
    </dgm:pt>
    <dgm:pt modelId="{5C6A0CD2-236E-42E3-8D1E-DFCBD27823DA}" type="pres">
      <dgm:prSet presAssocID="{987B277E-F2AE-49F8-A4C9-55FDF594D58F}" presName="tx1" presStyleLbl="revTx" presStyleIdx="2" presStyleCnt="5"/>
      <dgm:spPr/>
    </dgm:pt>
    <dgm:pt modelId="{FAB9618F-A4FB-44F8-AB3D-D889C32C4923}" type="pres">
      <dgm:prSet presAssocID="{987B277E-F2AE-49F8-A4C9-55FDF594D58F}" presName="vert1" presStyleCnt="0"/>
      <dgm:spPr/>
    </dgm:pt>
    <dgm:pt modelId="{F962BA9C-BFCF-41FA-90FB-0D029A77DEE3}" type="pres">
      <dgm:prSet presAssocID="{A1A9FC94-E84F-480E-A850-058EBC4AB622}" presName="thickLine" presStyleLbl="alignNode1" presStyleIdx="3" presStyleCnt="5"/>
      <dgm:spPr/>
    </dgm:pt>
    <dgm:pt modelId="{26C8F6EC-5E73-46E8-ADE4-CB743585372F}" type="pres">
      <dgm:prSet presAssocID="{A1A9FC94-E84F-480E-A850-058EBC4AB622}" presName="horz1" presStyleCnt="0"/>
      <dgm:spPr/>
    </dgm:pt>
    <dgm:pt modelId="{40A1955A-8725-4668-A465-1D5687041FBB}" type="pres">
      <dgm:prSet presAssocID="{A1A9FC94-E84F-480E-A850-058EBC4AB622}" presName="tx1" presStyleLbl="revTx" presStyleIdx="3" presStyleCnt="5"/>
      <dgm:spPr/>
    </dgm:pt>
    <dgm:pt modelId="{F10A2F60-1A49-4A9E-9FF6-AC8AAB6C1131}" type="pres">
      <dgm:prSet presAssocID="{A1A9FC94-E84F-480E-A850-058EBC4AB622}" presName="vert1" presStyleCnt="0"/>
      <dgm:spPr/>
    </dgm:pt>
    <dgm:pt modelId="{646A1AA7-85DF-4721-993E-8D0BF45678D3}" type="pres">
      <dgm:prSet presAssocID="{2134C597-90A2-4798-B344-2FE1920FC244}" presName="thickLine" presStyleLbl="alignNode1" presStyleIdx="4" presStyleCnt="5"/>
      <dgm:spPr/>
    </dgm:pt>
    <dgm:pt modelId="{6DC392FB-0AE6-4207-BC62-AEDAF0DFF1F2}" type="pres">
      <dgm:prSet presAssocID="{2134C597-90A2-4798-B344-2FE1920FC244}" presName="horz1" presStyleCnt="0"/>
      <dgm:spPr/>
    </dgm:pt>
    <dgm:pt modelId="{E144D6DA-75FC-4D6D-B25B-C22C88C7197D}" type="pres">
      <dgm:prSet presAssocID="{2134C597-90A2-4798-B344-2FE1920FC244}" presName="tx1" presStyleLbl="revTx" presStyleIdx="4" presStyleCnt="5"/>
      <dgm:spPr/>
    </dgm:pt>
    <dgm:pt modelId="{544F0C48-30DB-4AAC-9B3B-EFB3A6946B2F}" type="pres">
      <dgm:prSet presAssocID="{2134C597-90A2-4798-B344-2FE1920FC244}" presName="vert1" presStyleCnt="0"/>
      <dgm:spPr/>
    </dgm:pt>
  </dgm:ptLst>
  <dgm:cxnLst>
    <dgm:cxn modelId="{E59C5811-8889-4812-9F6F-BBF69EAD3F50}" type="presOf" srcId="{63FF718E-8165-4D60-8A4A-AB1C774BA0E9}" destId="{C9BD0ABB-5BA8-45C1-BC89-25487CD9134F}" srcOrd="0" destOrd="0" presId="urn:microsoft.com/office/officeart/2008/layout/LinedList"/>
    <dgm:cxn modelId="{BF0D5321-4E6D-4B8D-BD38-C70D9B3250DC}" srcId="{12480D8F-6424-437D-9CDB-9EA683238144}" destId="{A1A9FC94-E84F-480E-A850-058EBC4AB622}" srcOrd="3" destOrd="0" parTransId="{8936A5FC-6AD6-409E-8D72-39C915727F57}" sibTransId="{D578EBCA-1547-412C-A7FF-29C8830C8E7F}"/>
    <dgm:cxn modelId="{A57EF873-B704-427C-AFC5-1970BF937765}" type="presOf" srcId="{A1A9FC94-E84F-480E-A850-058EBC4AB622}" destId="{40A1955A-8725-4668-A465-1D5687041FBB}" srcOrd="0" destOrd="0" presId="urn:microsoft.com/office/officeart/2008/layout/LinedList"/>
    <dgm:cxn modelId="{DF8C947C-E6A4-4FEE-9955-E4B57B03A32D}" srcId="{12480D8F-6424-437D-9CDB-9EA683238144}" destId="{0C05636E-8FEB-4B51-BCBC-6FEF1E32B458}" srcOrd="1" destOrd="0" parTransId="{845AD970-8A91-4076-9DC0-33C9C373EC0D}" sibTransId="{110749AE-5D0D-4A6B-8231-88134FFAAD99}"/>
    <dgm:cxn modelId="{4A2B1381-DC92-42A4-BB0D-B74F4114589A}" type="presOf" srcId="{987B277E-F2AE-49F8-A4C9-55FDF594D58F}" destId="{5C6A0CD2-236E-42E3-8D1E-DFCBD27823DA}" srcOrd="0" destOrd="0" presId="urn:microsoft.com/office/officeart/2008/layout/LinedList"/>
    <dgm:cxn modelId="{388E3286-7700-4F57-BE58-0DE8D5B8820E}" srcId="{12480D8F-6424-437D-9CDB-9EA683238144}" destId="{63FF718E-8165-4D60-8A4A-AB1C774BA0E9}" srcOrd="0" destOrd="0" parTransId="{DD558CCA-4B4C-4A5A-A25B-A7A8411B6057}" sibTransId="{06CB02FF-2229-41D7-8AD3-04BF6450684E}"/>
    <dgm:cxn modelId="{A98AD0B7-3C49-4BF6-B784-0BBD272AF2AF}" type="presOf" srcId="{12480D8F-6424-437D-9CDB-9EA683238144}" destId="{38D61C26-A4EF-40D0-A845-C741B4593AEE}" srcOrd="0" destOrd="0" presId="urn:microsoft.com/office/officeart/2008/layout/LinedList"/>
    <dgm:cxn modelId="{0FFE23C7-EF48-4EA7-9568-60B46E2C4FDC}" srcId="{12480D8F-6424-437D-9CDB-9EA683238144}" destId="{987B277E-F2AE-49F8-A4C9-55FDF594D58F}" srcOrd="2" destOrd="0" parTransId="{F294AD82-0D41-4BDA-8F2A-198E546F9E77}" sibTransId="{D1FE4B7F-C5CC-48C5-AD63-62295D00A31F}"/>
    <dgm:cxn modelId="{13726BCA-6413-449C-909C-8298798A44A1}" srcId="{12480D8F-6424-437D-9CDB-9EA683238144}" destId="{2134C597-90A2-4798-B344-2FE1920FC244}" srcOrd="4" destOrd="0" parTransId="{6DD854E6-62A4-4CA7-8ED2-15742626E806}" sibTransId="{CF68619E-BC4B-4CB4-B093-630357111EEE}"/>
    <dgm:cxn modelId="{9CF993CA-FC68-4A35-8E49-51D87883581F}" type="presOf" srcId="{0C05636E-8FEB-4B51-BCBC-6FEF1E32B458}" destId="{AA724FDD-3598-4ACF-B718-C7E012888243}" srcOrd="0" destOrd="0" presId="urn:microsoft.com/office/officeart/2008/layout/LinedList"/>
    <dgm:cxn modelId="{78F3F1E3-18B5-4B12-ABA2-F94FDAB1ECAA}" type="presOf" srcId="{2134C597-90A2-4798-B344-2FE1920FC244}" destId="{E144D6DA-75FC-4D6D-B25B-C22C88C7197D}" srcOrd="0" destOrd="0" presId="urn:microsoft.com/office/officeart/2008/layout/LinedList"/>
    <dgm:cxn modelId="{E9F83795-D0C5-4FBF-960E-6DF2F2F71393}" type="presParOf" srcId="{38D61C26-A4EF-40D0-A845-C741B4593AEE}" destId="{538E7EA0-83C4-4815-8972-88639D358DC0}" srcOrd="0" destOrd="0" presId="urn:microsoft.com/office/officeart/2008/layout/LinedList"/>
    <dgm:cxn modelId="{6FAB3519-B3C4-4A5D-867C-E44C2C41C579}" type="presParOf" srcId="{38D61C26-A4EF-40D0-A845-C741B4593AEE}" destId="{31FEEC76-5C06-448B-BF75-79F01E765758}" srcOrd="1" destOrd="0" presId="urn:microsoft.com/office/officeart/2008/layout/LinedList"/>
    <dgm:cxn modelId="{AB5F09D2-0254-42AE-A9E5-FCE2DDB6B59C}" type="presParOf" srcId="{31FEEC76-5C06-448B-BF75-79F01E765758}" destId="{C9BD0ABB-5BA8-45C1-BC89-25487CD9134F}" srcOrd="0" destOrd="0" presId="urn:microsoft.com/office/officeart/2008/layout/LinedList"/>
    <dgm:cxn modelId="{9D54F3A4-0134-4C1D-AC0F-5FF7D5D06C97}" type="presParOf" srcId="{31FEEC76-5C06-448B-BF75-79F01E765758}" destId="{50265C4C-5513-4242-99CB-70321B92D1FA}" srcOrd="1" destOrd="0" presId="urn:microsoft.com/office/officeart/2008/layout/LinedList"/>
    <dgm:cxn modelId="{AA1C6B30-465D-4036-B490-E29795D00E1C}" type="presParOf" srcId="{38D61C26-A4EF-40D0-A845-C741B4593AEE}" destId="{A79215DB-5FC5-44EC-A996-E8B44046A102}" srcOrd="2" destOrd="0" presId="urn:microsoft.com/office/officeart/2008/layout/LinedList"/>
    <dgm:cxn modelId="{B6CF5FBF-5A6D-42F1-9507-FB41596691FC}" type="presParOf" srcId="{38D61C26-A4EF-40D0-A845-C741B4593AEE}" destId="{5621186C-C1B0-4719-BFF1-1E4258243D79}" srcOrd="3" destOrd="0" presId="urn:microsoft.com/office/officeart/2008/layout/LinedList"/>
    <dgm:cxn modelId="{E11453C7-FF19-440F-94CC-A44956A9232A}" type="presParOf" srcId="{5621186C-C1B0-4719-BFF1-1E4258243D79}" destId="{AA724FDD-3598-4ACF-B718-C7E012888243}" srcOrd="0" destOrd="0" presId="urn:microsoft.com/office/officeart/2008/layout/LinedList"/>
    <dgm:cxn modelId="{6EEF7C25-CF58-46D3-845C-4A0B4F90AAE4}" type="presParOf" srcId="{5621186C-C1B0-4719-BFF1-1E4258243D79}" destId="{0E3D9CE8-B1B5-4A2A-988B-31993463DD7A}" srcOrd="1" destOrd="0" presId="urn:microsoft.com/office/officeart/2008/layout/LinedList"/>
    <dgm:cxn modelId="{22E2EE4F-0AB8-407F-8A35-EF556CC283DC}" type="presParOf" srcId="{38D61C26-A4EF-40D0-A845-C741B4593AEE}" destId="{527BB001-3B0B-48EC-860C-DC137B15E40D}" srcOrd="4" destOrd="0" presId="urn:microsoft.com/office/officeart/2008/layout/LinedList"/>
    <dgm:cxn modelId="{98EE527C-201F-499F-AAA3-B0BDF0B6BCC6}" type="presParOf" srcId="{38D61C26-A4EF-40D0-A845-C741B4593AEE}" destId="{D0A7470E-8A1F-437B-9B58-C7E9C90B4241}" srcOrd="5" destOrd="0" presId="urn:microsoft.com/office/officeart/2008/layout/LinedList"/>
    <dgm:cxn modelId="{4A828D18-B92B-4425-908E-A30E9BEA7898}" type="presParOf" srcId="{D0A7470E-8A1F-437B-9B58-C7E9C90B4241}" destId="{5C6A0CD2-236E-42E3-8D1E-DFCBD27823DA}" srcOrd="0" destOrd="0" presId="urn:microsoft.com/office/officeart/2008/layout/LinedList"/>
    <dgm:cxn modelId="{1BAE882E-600C-4D5C-A7D5-02657A9CE8A0}" type="presParOf" srcId="{D0A7470E-8A1F-437B-9B58-C7E9C90B4241}" destId="{FAB9618F-A4FB-44F8-AB3D-D889C32C4923}" srcOrd="1" destOrd="0" presId="urn:microsoft.com/office/officeart/2008/layout/LinedList"/>
    <dgm:cxn modelId="{549AB678-AF3D-498D-B797-A04A84BEB87A}" type="presParOf" srcId="{38D61C26-A4EF-40D0-A845-C741B4593AEE}" destId="{F962BA9C-BFCF-41FA-90FB-0D029A77DEE3}" srcOrd="6" destOrd="0" presId="urn:microsoft.com/office/officeart/2008/layout/LinedList"/>
    <dgm:cxn modelId="{E788BC38-36C5-4335-B84E-1675F3F7C2C7}" type="presParOf" srcId="{38D61C26-A4EF-40D0-A845-C741B4593AEE}" destId="{26C8F6EC-5E73-46E8-ADE4-CB743585372F}" srcOrd="7" destOrd="0" presId="urn:microsoft.com/office/officeart/2008/layout/LinedList"/>
    <dgm:cxn modelId="{0B900BC4-5CA7-48C4-9352-672202DE491E}" type="presParOf" srcId="{26C8F6EC-5E73-46E8-ADE4-CB743585372F}" destId="{40A1955A-8725-4668-A465-1D5687041FBB}" srcOrd="0" destOrd="0" presId="urn:microsoft.com/office/officeart/2008/layout/LinedList"/>
    <dgm:cxn modelId="{8B0116B9-48F5-4484-9B1B-96019985ED4A}" type="presParOf" srcId="{26C8F6EC-5E73-46E8-ADE4-CB743585372F}" destId="{F10A2F60-1A49-4A9E-9FF6-AC8AAB6C1131}" srcOrd="1" destOrd="0" presId="urn:microsoft.com/office/officeart/2008/layout/LinedList"/>
    <dgm:cxn modelId="{2A01F3C9-8146-4690-B190-48EEC17C5208}" type="presParOf" srcId="{38D61C26-A4EF-40D0-A845-C741B4593AEE}" destId="{646A1AA7-85DF-4721-993E-8D0BF45678D3}" srcOrd="8" destOrd="0" presId="urn:microsoft.com/office/officeart/2008/layout/LinedList"/>
    <dgm:cxn modelId="{D0F15D4D-2744-4216-900A-254F9D7B5CBE}" type="presParOf" srcId="{38D61C26-A4EF-40D0-A845-C741B4593AEE}" destId="{6DC392FB-0AE6-4207-BC62-AEDAF0DFF1F2}" srcOrd="9" destOrd="0" presId="urn:microsoft.com/office/officeart/2008/layout/LinedList"/>
    <dgm:cxn modelId="{2347F941-4C43-461E-982A-346162C3F21C}" type="presParOf" srcId="{6DC392FB-0AE6-4207-BC62-AEDAF0DFF1F2}" destId="{E144D6DA-75FC-4D6D-B25B-C22C88C7197D}" srcOrd="0" destOrd="0" presId="urn:microsoft.com/office/officeart/2008/layout/LinedList"/>
    <dgm:cxn modelId="{5D0ECD4E-AEB5-4EA5-8AFE-3B8AAAF5621D}" type="presParOf" srcId="{6DC392FB-0AE6-4207-BC62-AEDAF0DFF1F2}" destId="{544F0C48-30DB-4AAC-9B3B-EFB3A6946B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997F91-66AE-4D2D-8DC9-10557A3035F6}">
      <dsp:nvSpPr>
        <dsp:cNvPr id="0" name=""/>
        <dsp:cNvSpPr/>
      </dsp:nvSpPr>
      <dsp:spPr>
        <a:xfrm>
          <a:off x="0" y="13729"/>
          <a:ext cx="6666833" cy="15514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The plan should show that you have thought about :</a:t>
          </a:r>
          <a:endParaRPr lang="en-US" sz="3900" kern="1200"/>
        </a:p>
      </dsp:txBody>
      <dsp:txXfrm>
        <a:off x="75734" y="89463"/>
        <a:ext cx="6515365" cy="1399952"/>
      </dsp:txXfrm>
    </dsp:sp>
    <dsp:sp modelId="{3AD1697D-E00F-4DA7-8979-CE1DBB368685}">
      <dsp:nvSpPr>
        <dsp:cNvPr id="0" name=""/>
        <dsp:cNvSpPr/>
      </dsp:nvSpPr>
      <dsp:spPr>
        <a:xfrm>
          <a:off x="0" y="1565149"/>
          <a:ext cx="6666833" cy="387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The </a:t>
          </a:r>
          <a:r>
            <a:rPr lang="en-US" sz="3000" b="1" kern="1200"/>
            <a:t>topic</a:t>
          </a:r>
          <a:r>
            <a:rPr lang="en-US" sz="3000" kern="1200"/>
            <a:t> you have been given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How you will </a:t>
          </a:r>
          <a:r>
            <a:rPr lang="en-US" sz="3000" b="1" kern="1200"/>
            <a:t>organise your writing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b="1" kern="1200"/>
            <a:t>What</a:t>
          </a:r>
          <a:r>
            <a:rPr lang="en-US" sz="3000" kern="1200"/>
            <a:t> you will </a:t>
          </a:r>
          <a:r>
            <a:rPr lang="en-US" sz="3000" b="1" kern="1200"/>
            <a:t>include, according to the topic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How you can present the ideas to suit the </a:t>
          </a:r>
          <a:r>
            <a:rPr lang="en-US" sz="3000" b="1" kern="1200"/>
            <a:t>style and format of a letter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How the ideas follow each other </a:t>
          </a:r>
          <a:r>
            <a:rPr lang="en-US" sz="3000" b="1" kern="1200"/>
            <a:t>in a logical way</a:t>
          </a:r>
          <a:endParaRPr lang="en-US" sz="3000" kern="1200"/>
        </a:p>
      </dsp:txBody>
      <dsp:txXfrm>
        <a:off x="0" y="1565149"/>
        <a:ext cx="6666833" cy="3875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E7EA0-83C4-4815-8972-88639D358DC0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BD0ABB-5BA8-45C1-BC89-25487CD9134F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What is a review?</a:t>
          </a:r>
        </a:p>
      </dsp:txBody>
      <dsp:txXfrm>
        <a:off x="0" y="665"/>
        <a:ext cx="6666833" cy="1090517"/>
      </dsp:txXfrm>
    </dsp:sp>
    <dsp:sp modelId="{A79215DB-5FC5-44EC-A996-E8B44046A102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724FDD-3598-4ACF-B718-C7E012888243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Who will read your review?</a:t>
          </a:r>
        </a:p>
      </dsp:txBody>
      <dsp:txXfrm>
        <a:off x="0" y="1091183"/>
        <a:ext cx="6666833" cy="1090517"/>
      </dsp:txXfrm>
    </dsp:sp>
    <dsp:sp modelId="{527BB001-3B0B-48EC-860C-DC137B15E40D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6A0CD2-236E-42E3-8D1E-DFCBD27823DA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What style should it be written in? Formal, semi-formal or informal?</a:t>
          </a:r>
        </a:p>
      </dsp:txBody>
      <dsp:txXfrm>
        <a:off x="0" y="2181701"/>
        <a:ext cx="6666833" cy="1090517"/>
      </dsp:txXfrm>
    </dsp:sp>
    <dsp:sp modelId="{F962BA9C-BFCF-41FA-90FB-0D029A77DEE3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A1955A-8725-4668-A465-1D5687041FBB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How can you make it interesting?</a:t>
          </a:r>
        </a:p>
      </dsp:txBody>
      <dsp:txXfrm>
        <a:off x="0" y="3272218"/>
        <a:ext cx="6666833" cy="1090517"/>
      </dsp:txXfrm>
    </dsp:sp>
    <dsp:sp modelId="{646A1AA7-85DF-4721-993E-8D0BF45678D3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44D6DA-75FC-4D6D-B25B-C22C88C7197D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What should you include in it?</a:t>
          </a:r>
        </a:p>
      </dsp:txBody>
      <dsp:txXfrm>
        <a:off x="0" y="4362736"/>
        <a:ext cx="6666833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9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06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02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8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67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6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06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56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79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8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9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sz="8000" b="1" dirty="0">
                <a:cs typeface="Calibri Light"/>
              </a:rPr>
              <a:t>LEVEL 1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000" b="1" dirty="0">
                <a:solidFill>
                  <a:srgbClr val="FF0000"/>
                </a:solidFill>
                <a:cs typeface="Calibri"/>
              </a:rPr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A601-B105-2938-19C9-52F42C79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cs typeface="Calibri Light"/>
              </a:rPr>
              <a:t>TASK 2: FORMAL LETTER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D7601A-AB41-C264-E463-1C65630CF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672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5287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BC7C-5F3A-1B3F-3F34-5076B8E2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cs typeface="Calibri Light"/>
              </a:rPr>
              <a:t>Task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85B64-8FB9-CA96-462D-3035ED7B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82" y="591344"/>
            <a:ext cx="10572717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cs typeface="Calibri"/>
              </a:rPr>
              <a:t>TASK 1</a:t>
            </a:r>
            <a:r>
              <a:rPr lang="en-US" sz="3600" b="1" dirty="0">
                <a:cs typeface="Calibri"/>
              </a:rPr>
              <a:t> :</a:t>
            </a:r>
            <a:endParaRPr lang="en-US" sz="3600" dirty="0">
              <a:cs typeface="Calibri"/>
            </a:endParaRPr>
          </a:p>
          <a:p>
            <a:pPr marL="0" indent="0">
              <a:buNone/>
            </a:pPr>
            <a:r>
              <a:rPr lang="en-US" sz="3600" b="1" dirty="0">
                <a:cs typeface="Calibri"/>
              </a:rPr>
              <a:t>Your </a:t>
            </a:r>
            <a:r>
              <a:rPr lang="en-US" sz="3600" b="1" dirty="0" err="1">
                <a:cs typeface="Calibri"/>
              </a:rPr>
              <a:t>neighbour's</a:t>
            </a:r>
            <a:r>
              <a:rPr lang="en-US" sz="3600" b="1" dirty="0">
                <a:cs typeface="Calibri"/>
              </a:rPr>
              <a:t> dog has been damaging your garden.</a:t>
            </a:r>
            <a:endParaRPr lang="en-US" sz="3600">
              <a:cs typeface="Calibri"/>
            </a:endParaRPr>
          </a:p>
          <a:p>
            <a:pPr marL="0" indent="0">
              <a:buNone/>
            </a:pPr>
            <a:r>
              <a:rPr lang="en-US" sz="3600" b="1" dirty="0">
                <a:cs typeface="Calibri"/>
              </a:rPr>
              <a:t>It has damaged your plants, knocked your bin over several times, made a hole in your fence and all this has affected your health.</a:t>
            </a:r>
          </a:p>
          <a:p>
            <a:pPr marL="0" indent="0">
              <a:buNone/>
            </a:pPr>
            <a:r>
              <a:rPr lang="en-US" sz="3600" b="1" dirty="0">
                <a:cs typeface="Calibri"/>
              </a:rPr>
              <a:t>You have spoken to him several times to try and resolve this </a:t>
            </a:r>
            <a:r>
              <a:rPr lang="en-US" sz="3600" b="1">
                <a:cs typeface="Calibri"/>
              </a:rPr>
              <a:t>matter,</a:t>
            </a:r>
            <a:r>
              <a:rPr lang="en-US" sz="3600" b="1" dirty="0">
                <a:cs typeface="Calibri"/>
              </a:rPr>
              <a:t> but nothing has changed.</a:t>
            </a:r>
          </a:p>
          <a:p>
            <a:pPr marL="0" indent="0">
              <a:buNone/>
            </a:pPr>
            <a:r>
              <a:rPr lang="en-US" sz="3600" b="1" dirty="0">
                <a:cs typeface="Calibri"/>
              </a:rPr>
              <a:t>Write to your solicitor to ask her to write a letter to your </a:t>
            </a:r>
            <a:r>
              <a:rPr lang="en-US" sz="3600" b="1" dirty="0" err="1">
                <a:cs typeface="Calibri"/>
              </a:rPr>
              <a:t>neighbour</a:t>
            </a:r>
            <a:r>
              <a:rPr lang="en-US" sz="3600" b="1" dirty="0">
                <a:cs typeface="Calibri"/>
              </a:rPr>
              <a:t> to solve this issue.</a:t>
            </a:r>
          </a:p>
        </p:txBody>
      </p:sp>
    </p:spTree>
    <p:extLst>
      <p:ext uri="{BB962C8B-B14F-4D97-AF65-F5344CB8AC3E}">
        <p14:creationId xmlns:p14="http://schemas.microsoft.com/office/powerpoint/2010/main" val="307953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721F-C44F-A3FA-0A41-7E41EA61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cs typeface="Calibri Light"/>
              </a:rPr>
              <a:t>What should you include in the plan?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731E-3D31-5C39-B628-726B5759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33"/>
            <a:ext cx="10515600" cy="461013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cs typeface="Calibri"/>
              </a:rPr>
              <a:t>1) </a:t>
            </a:r>
            <a:r>
              <a:rPr lang="en-US" b="1" dirty="0">
                <a:cs typeface="Calibri"/>
              </a:rPr>
              <a:t>my address, recipient's address, date</a:t>
            </a:r>
          </a:p>
          <a:p>
            <a:r>
              <a:rPr lang="en-US" dirty="0">
                <a:cs typeface="Calibri"/>
              </a:rPr>
              <a:t>2) </a:t>
            </a:r>
            <a:r>
              <a:rPr lang="en-US" b="1" dirty="0">
                <a:cs typeface="Calibri"/>
              </a:rPr>
              <a:t>Formal greeting</a:t>
            </a:r>
            <a:r>
              <a:rPr lang="en-US" dirty="0">
                <a:cs typeface="Calibri"/>
              </a:rPr>
              <a:t>: Dear Sir/Madam (or </a:t>
            </a:r>
            <a:r>
              <a:rPr lang="en-US" dirty="0">
                <a:highlight>
                  <a:srgbClr val="FFFF00"/>
                </a:highlight>
                <a:cs typeface="Calibri"/>
              </a:rPr>
              <a:t>Dear </a:t>
            </a:r>
            <a:r>
              <a:rPr lang="en-US" dirty="0" err="1">
                <a:highlight>
                  <a:srgbClr val="FFFF00"/>
                </a:highlight>
                <a:cs typeface="Calibri"/>
              </a:rPr>
              <a:t>Mrs</a:t>
            </a:r>
            <a:r>
              <a:rPr lang="en-US" dirty="0">
                <a:highlight>
                  <a:srgbClr val="FFFF00"/>
                </a:highlight>
                <a:cs typeface="Calibri"/>
              </a:rPr>
              <a:t> Jones</a:t>
            </a:r>
            <a:r>
              <a:rPr lang="en-US" dirty="0">
                <a:cs typeface="Calibri"/>
              </a:rPr>
              <a:t>)</a:t>
            </a:r>
          </a:p>
          <a:p>
            <a:r>
              <a:rPr lang="en-US" dirty="0">
                <a:cs typeface="Calibri"/>
              </a:rPr>
              <a:t>3) </a:t>
            </a:r>
            <a:r>
              <a:rPr lang="en-US" b="1" dirty="0">
                <a:cs typeface="Calibri"/>
              </a:rPr>
              <a:t>PARAGRAPH 1</a:t>
            </a:r>
            <a:r>
              <a:rPr lang="en-US" dirty="0">
                <a:cs typeface="Calibri"/>
              </a:rPr>
              <a:t>: </a:t>
            </a:r>
            <a:r>
              <a:rPr lang="en-US" b="1" u="sng" dirty="0">
                <a:cs typeface="Calibri"/>
              </a:rPr>
              <a:t>reason for writing</a:t>
            </a:r>
            <a:r>
              <a:rPr lang="en-US" dirty="0">
                <a:cs typeface="Calibri"/>
              </a:rPr>
              <a:t>: to complain about my </a:t>
            </a:r>
            <a:r>
              <a:rPr lang="en-US" dirty="0" err="1">
                <a:cs typeface="Calibri"/>
              </a:rPr>
              <a:t>neighbour's</a:t>
            </a:r>
            <a:r>
              <a:rPr lang="en-US" dirty="0">
                <a:cs typeface="Calibri"/>
              </a:rPr>
              <a:t> dog + to ask him to repair my fence; to write a letter to him</a:t>
            </a:r>
          </a:p>
          <a:p>
            <a:r>
              <a:rPr lang="en-US" dirty="0">
                <a:cs typeface="Calibri"/>
              </a:rPr>
              <a:t>4) </a:t>
            </a:r>
            <a:r>
              <a:rPr lang="en-US" b="1" dirty="0">
                <a:cs typeface="Calibri"/>
              </a:rPr>
              <a:t>PARAGRAPH 2</a:t>
            </a:r>
            <a:r>
              <a:rPr lang="en-US" dirty="0">
                <a:cs typeface="Calibri"/>
              </a:rPr>
              <a:t>: </a:t>
            </a:r>
            <a:r>
              <a:rPr lang="en-US" b="1" u="sng" dirty="0">
                <a:cs typeface="Calibri"/>
              </a:rPr>
              <a:t>details</a:t>
            </a:r>
            <a:r>
              <a:rPr lang="en-US" dirty="0">
                <a:cs typeface="Calibri"/>
              </a:rPr>
              <a:t>: last Thursday dog made hole in fence, pushed bin over, damaged my plants </a:t>
            </a:r>
          </a:p>
          <a:p>
            <a:r>
              <a:rPr lang="en-US" dirty="0">
                <a:cs typeface="Calibri"/>
              </a:rPr>
              <a:t>I felt frustrated, annoyed, I stopped sleeping, the fence cost £190</a:t>
            </a:r>
          </a:p>
          <a:p>
            <a:r>
              <a:rPr lang="en-US" dirty="0">
                <a:cs typeface="Calibri"/>
              </a:rPr>
              <a:t>5) </a:t>
            </a:r>
            <a:r>
              <a:rPr lang="en-US" b="1" dirty="0">
                <a:cs typeface="Calibri"/>
              </a:rPr>
              <a:t>PARAGRAPH 3</a:t>
            </a:r>
            <a:r>
              <a:rPr lang="en-US" dirty="0">
                <a:cs typeface="Calibri"/>
              </a:rPr>
              <a:t>: </a:t>
            </a:r>
            <a:r>
              <a:rPr lang="en-US" b="1" u="sng" dirty="0">
                <a:cs typeface="Calibri"/>
              </a:rPr>
              <a:t>my request</a:t>
            </a:r>
            <a:r>
              <a:rPr lang="en-US" dirty="0">
                <a:cs typeface="Calibri"/>
              </a:rPr>
              <a:t>: write to him, persuade him to repair the fence or pay for a new one (Could you please..?)</a:t>
            </a:r>
          </a:p>
          <a:p>
            <a:r>
              <a:rPr lang="en-US" dirty="0">
                <a:cs typeface="Calibri"/>
              </a:rPr>
              <a:t>5) </a:t>
            </a:r>
            <a:r>
              <a:rPr lang="en-US" b="1" dirty="0">
                <a:cs typeface="Calibri"/>
              </a:rPr>
              <a:t>I am looking forward to a prompt resolution to this problem</a:t>
            </a:r>
          </a:p>
          <a:p>
            <a:r>
              <a:rPr lang="en-US" dirty="0">
                <a:cs typeface="Calibri"/>
              </a:rPr>
              <a:t>6) Yours faithfully (</a:t>
            </a:r>
            <a:r>
              <a:rPr lang="en-US" dirty="0">
                <a:highlight>
                  <a:srgbClr val="FFFF00"/>
                </a:highlight>
                <a:cs typeface="Calibri"/>
              </a:rPr>
              <a:t>Yours sincerely</a:t>
            </a:r>
            <a:r>
              <a:rPr lang="en-US" dirty="0">
                <a:cs typeface="Calibri"/>
              </a:rPr>
              <a:t>)</a:t>
            </a:r>
          </a:p>
          <a:p>
            <a:r>
              <a:rPr lang="en-US" b="1" dirty="0">
                <a:cs typeface="Calibri"/>
              </a:rPr>
              <a:t>7) </a:t>
            </a:r>
            <a:r>
              <a:rPr lang="en-US" b="1" i="1" dirty="0">
                <a:cs typeface="Calibri"/>
              </a:rPr>
              <a:t>your signature</a:t>
            </a:r>
          </a:p>
          <a:p>
            <a:r>
              <a:rPr lang="en-US" dirty="0">
                <a:cs typeface="Calibri"/>
              </a:rPr>
              <a:t>8)</a:t>
            </a:r>
            <a:r>
              <a:rPr lang="en-US" b="1" dirty="0">
                <a:cs typeface="Calibri"/>
              </a:rPr>
              <a:t> John Smith</a:t>
            </a:r>
          </a:p>
        </p:txBody>
      </p:sp>
    </p:spTree>
    <p:extLst>
      <p:ext uri="{BB962C8B-B14F-4D97-AF65-F5344CB8AC3E}">
        <p14:creationId xmlns:p14="http://schemas.microsoft.com/office/powerpoint/2010/main" val="62678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04BDE-B641-1F4C-92D6-C10EC476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cs typeface="Calibri Light"/>
              </a:rPr>
              <a:t>TASK 3 </a:t>
            </a:r>
            <a:r>
              <a:rPr lang="en-US" sz="4000">
                <a:solidFill>
                  <a:srgbClr val="FFFFFF"/>
                </a:solidFill>
                <a:cs typeface="Calibri Light"/>
              </a:rPr>
              <a:t>: </a:t>
            </a:r>
            <a:r>
              <a:rPr lang="en-US" sz="4000" b="1">
                <a:solidFill>
                  <a:srgbClr val="FFFFFF"/>
                </a:solidFill>
                <a:cs typeface="Calibri Light"/>
              </a:rPr>
              <a:t>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1AC06B-E78D-C1A6-EB2B-17918A59C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2867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173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7302-8E5F-99C9-2EAF-61520D5D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b="1" dirty="0">
                <a:solidFill>
                  <a:srgbClr val="00B050"/>
                </a:solidFill>
                <a:cs typeface="Calibri Light"/>
              </a:rPr>
              <a:t>A review:</a:t>
            </a:r>
            <a:br>
              <a:rPr lang="en-US" sz="6600" b="1" dirty="0">
                <a:cs typeface="Calibri Light"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99B6F-8F4C-66F2-FE7C-12B27CF8E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en-US" dirty="0">
                <a:cs typeface="Calibri" panose="020F0502020204030204"/>
              </a:rPr>
              <a:t>It is usually read by the 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cs typeface="Calibri" panose="020F0502020204030204"/>
              </a:rPr>
              <a:t>public or by customers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Calibri" panose="020F0502020204030204"/>
              </a:rPr>
              <a:t> </a:t>
            </a:r>
            <a:r>
              <a:rPr lang="en-US" dirty="0">
                <a:cs typeface="Calibri" panose="020F0502020204030204"/>
              </a:rPr>
              <a:t>(it depends on the task)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dirty="0">
                <a:cs typeface="Calibri" panose="020F0502020204030204"/>
              </a:rPr>
              <a:t>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cs typeface="Calibri" panose="020F0502020204030204"/>
              </a:rPr>
              <a:t>provides opinions</a:t>
            </a:r>
            <a:r>
              <a:rPr lang="en-US" dirty="0">
                <a:cs typeface="Calibri" panose="020F0502020204030204"/>
              </a:rPr>
              <a:t> about a particular thing (film book, restaurant, concert, website, TV </a:t>
            </a:r>
            <a:r>
              <a:rPr lang="en-US" dirty="0" err="1">
                <a:cs typeface="Calibri" panose="020F0502020204030204"/>
              </a:rPr>
              <a:t>programme</a:t>
            </a:r>
            <a:r>
              <a:rPr lang="en-US" dirty="0">
                <a:cs typeface="Calibri" panose="020F0502020204030204"/>
              </a:rPr>
              <a:t>, etc.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dirty="0">
                <a:cs typeface="Calibri" panose="020F0502020204030204"/>
              </a:rPr>
              <a:t>It should be </a:t>
            </a:r>
            <a:r>
              <a:rPr lang="en-US" dirty="0">
                <a:highlight>
                  <a:srgbClr val="FFFF00"/>
                </a:highlight>
                <a:cs typeface="Calibri" panose="020F0502020204030204"/>
              </a:rPr>
              <a:t>easy to read by everyone</a:t>
            </a:r>
            <a:r>
              <a:rPr lang="en-US" dirty="0">
                <a:cs typeface="Calibri" panose="020F0502020204030204"/>
              </a:rPr>
              <a:t> so the style should be  </a:t>
            </a:r>
            <a:r>
              <a:rPr lang="en-US">
                <a:cs typeface="Calibri" panose="020F0502020204030204"/>
              </a:rPr>
              <a:t>      </a:t>
            </a:r>
            <a:r>
              <a:rPr lang="en-US">
                <a:highlight>
                  <a:srgbClr val="00FFFF"/>
                </a:highlight>
                <a:cs typeface="Calibri" panose="020F0502020204030204"/>
              </a:rPr>
              <a:t>semi-formal</a:t>
            </a:r>
            <a:endParaRPr lang="en-US" dirty="0">
              <a:highlight>
                <a:srgbClr val="00FFFF"/>
              </a:highlight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en-US" dirty="0">
                <a:cs typeface="Calibri" panose="020F0502020204030204"/>
              </a:rPr>
              <a:t>To </a:t>
            </a:r>
            <a:r>
              <a:rPr lang="en-US" b="1" u="sng" dirty="0">
                <a:cs typeface="Calibri" panose="020F0502020204030204"/>
              </a:rPr>
              <a:t>make it interesting</a:t>
            </a:r>
            <a:r>
              <a:rPr lang="en-US" dirty="0">
                <a:cs typeface="Calibri" panose="020F0502020204030204"/>
              </a:rPr>
              <a:t>, you could include </a:t>
            </a:r>
            <a:r>
              <a:rPr lang="en-US" b="1" dirty="0" err="1">
                <a:cs typeface="Calibri" panose="020F0502020204030204"/>
              </a:rPr>
              <a:t>humour</a:t>
            </a:r>
            <a:r>
              <a:rPr lang="en-US" b="1" dirty="0">
                <a:cs typeface="Calibri" panose="020F0502020204030204"/>
              </a:rPr>
              <a:t>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cs typeface="Calibri" panose="020F0502020204030204"/>
              </a:rPr>
              <a:t>unexpected facts</a:t>
            </a:r>
            <a:r>
              <a:rPr lang="en-US" dirty="0">
                <a:cs typeface="Calibri" panose="020F0502020204030204"/>
              </a:rPr>
              <a:t> or ideas, </a:t>
            </a:r>
            <a:r>
              <a:rPr lang="en-US" b="1" dirty="0">
                <a:cs typeface="Calibri" panose="020F0502020204030204"/>
              </a:rPr>
              <a:t>emojis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cs typeface="Calibri" panose="020F0502020204030204"/>
              </a:rPr>
              <a:t>☺</a:t>
            </a: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cs typeface="Calibri" panose="020F0502020204030204"/>
              </a:rPr>
              <a:t>varied</a:t>
            </a:r>
            <a:r>
              <a:rPr lang="en-US" dirty="0">
                <a:cs typeface="Calibri" panose="020F0502020204030204"/>
              </a:rPr>
              <a:t> punctuation   </a:t>
            </a:r>
            <a:r>
              <a:rPr lang="en-US" sz="4800" b="1" dirty="0">
                <a:solidFill>
                  <a:srgbClr val="FF0000"/>
                </a:solidFill>
                <a:cs typeface="Calibri" panose="020F0502020204030204"/>
              </a:rPr>
              <a:t>! (…) rating ***** </a:t>
            </a:r>
            <a:r>
              <a:rPr lang="en-US" dirty="0">
                <a:cs typeface="Calibri" panose="020F0502020204030204"/>
              </a:rPr>
              <a:t>Use the pronoun </a:t>
            </a:r>
            <a:r>
              <a:rPr lang="en-US" b="1" dirty="0">
                <a:cs typeface="Calibri" panose="020F0502020204030204"/>
              </a:rPr>
              <a:t>‘ You’</a:t>
            </a:r>
          </a:p>
          <a:p>
            <a:pPr>
              <a:buFont typeface="Wingdings" panose="020B0604020202020204" pitchFamily="34" charset="0"/>
              <a:buChar char="v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36507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F9D4-63B8-D70F-AD3D-95C6E022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cs typeface="Calibri Light"/>
              </a:rPr>
              <a:t>The review plan (for a film)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31885-8C1C-57F2-07B8-FE631C07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814"/>
            <a:ext cx="10515600" cy="472514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solidFill>
                  <a:srgbClr val="FF0000"/>
                </a:solidFill>
                <a:cs typeface="Calibri"/>
              </a:rPr>
              <a:t>Title: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It could be the name of what you are reviewing , for example    </a:t>
            </a:r>
            <a:r>
              <a:rPr lang="en-US" b="1" dirty="0">
                <a:cs typeface="Calibri"/>
              </a:rPr>
              <a:t>Titanic</a:t>
            </a:r>
            <a:r>
              <a:rPr lang="en-US" dirty="0">
                <a:cs typeface="Calibri"/>
              </a:rPr>
              <a:t>, or to make it more interesting, the title could reflect your opinion </a:t>
            </a:r>
            <a:r>
              <a:rPr lang="en-US" b="1" dirty="0">
                <a:cs typeface="Calibri"/>
              </a:rPr>
              <a:t>The most amazing film ever!!! *****</a:t>
            </a:r>
          </a:p>
          <a:p>
            <a:r>
              <a:rPr lang="en-US" b="1" dirty="0">
                <a:solidFill>
                  <a:srgbClr val="FF0000"/>
                </a:solidFill>
                <a:cs typeface="Calibri"/>
              </a:rPr>
              <a:t>Paragraph 1: </a:t>
            </a:r>
            <a:r>
              <a:rPr lang="en-US" b="1" dirty="0">
                <a:cs typeface="Calibri"/>
              </a:rPr>
              <a:t>Introduction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- Type of film, the director's name, when it was produced, the main actors, your overall opinion, when you watched it…</a:t>
            </a:r>
          </a:p>
          <a:p>
            <a:r>
              <a:rPr lang="en-US" b="1" dirty="0">
                <a:solidFill>
                  <a:srgbClr val="FF0000"/>
                </a:solidFill>
                <a:cs typeface="Calibri"/>
              </a:rPr>
              <a:t>Paragraph 2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: </a:t>
            </a:r>
            <a:r>
              <a:rPr lang="en-US" b="1" dirty="0">
                <a:cs typeface="Calibri"/>
              </a:rPr>
              <a:t>The plot 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– A summary of what happens in the film.</a:t>
            </a:r>
          </a:p>
          <a:p>
            <a:r>
              <a:rPr lang="en-US" b="1" dirty="0">
                <a:solidFill>
                  <a:srgbClr val="FF0000"/>
                </a:solidFill>
                <a:cs typeface="Calibri"/>
              </a:rPr>
              <a:t>Paragraph 3: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 </a:t>
            </a:r>
            <a:r>
              <a:rPr lang="en-US" b="1" dirty="0">
                <a:cs typeface="Calibri"/>
              </a:rPr>
              <a:t>Your </a:t>
            </a:r>
            <a:r>
              <a:rPr lang="en-US" b="1" dirty="0" err="1">
                <a:cs typeface="Calibri"/>
              </a:rPr>
              <a:t>favourite</a:t>
            </a:r>
            <a:r>
              <a:rPr lang="en-US" b="1" dirty="0">
                <a:cs typeface="Calibri"/>
              </a:rPr>
              <a:t> scene(s) and why? 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Anything you disliked about it?</a:t>
            </a:r>
          </a:p>
          <a:p>
            <a:r>
              <a:rPr lang="en-US" b="1" dirty="0">
                <a:solidFill>
                  <a:srgbClr val="FF0000"/>
                </a:solidFill>
                <a:cs typeface="Calibri"/>
              </a:rPr>
              <a:t>Paragraph 4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: </a:t>
            </a:r>
            <a:r>
              <a:rPr lang="en-US" b="1" dirty="0">
                <a:cs typeface="Calibri"/>
              </a:rPr>
              <a:t>recommendation 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( would you recommend it? Why or why not? Who is it best suited to? + </a:t>
            </a:r>
            <a:r>
              <a:rPr lang="en-US" b="1" dirty="0">
                <a:cs typeface="Calibri"/>
              </a:rPr>
              <a:t>rating</a:t>
            </a:r>
            <a:r>
              <a:rPr lang="en-US" b="1" dirty="0">
                <a:solidFill>
                  <a:schemeClr val="tx2"/>
                </a:solidFill>
                <a:cs typeface="Calibri"/>
              </a:rPr>
              <a:t> (how many stars would you give?)</a:t>
            </a:r>
          </a:p>
          <a:p>
            <a:endParaRPr lang="en-US" b="1" dirty="0">
              <a:solidFill>
                <a:schemeClr val="tx2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42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7FB6BA-660B-4180-936F-AADFAB89E8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E51FB5-6E3C-4D93-8620-06D2922C8900}"/>
</file>

<file path=customXml/itemProps3.xml><?xml version="1.0" encoding="utf-8"?>
<ds:datastoreItem xmlns:ds="http://schemas.openxmlformats.org/officeDocument/2006/customXml" ds:itemID="{C3AD685C-F447-461B-BCDA-B92EF344304E}">
  <ds:schemaRefs>
    <ds:schemaRef ds:uri="0b5197e8-b3d5-44fa-9c9e-08a78b475116"/>
    <ds:schemaRef ds:uri="1cf731c3-fdca-4a95-a92a-ea3b14523102"/>
    <ds:schemaRef ds:uri="3617593f-8dae-4122-a698-17231987a4d3"/>
    <ds:schemaRef ds:uri="d07cdbcb-6bf8-4229-9f51-710a061aab9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defe2a0-b046-483b-a116-99a9cbe01ca1"/>
    <ds:schemaRef ds:uri="6de4cf9e-c559-4869-8a0d-826477519c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1286</TotalTime>
  <Words>570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LEVEL 1 WRITING</vt:lpstr>
      <vt:lpstr>TASK 2: FORMAL LETTER</vt:lpstr>
      <vt:lpstr>Task 2:</vt:lpstr>
      <vt:lpstr>What should you include in the plan?</vt:lpstr>
      <vt:lpstr>TASK 3 : REVIEW</vt:lpstr>
      <vt:lpstr>A review: </vt:lpstr>
      <vt:lpstr>The review plan (for a film)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Veronique Whittle</dc:creator>
  <cp:lastModifiedBy>Nia Anwyl-Evans</cp:lastModifiedBy>
  <cp:revision>421</cp:revision>
  <dcterms:created xsi:type="dcterms:W3CDTF">2022-04-28T06:30:41Z</dcterms:created>
  <dcterms:modified xsi:type="dcterms:W3CDTF">2024-05-14T21:10:53Z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17290900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