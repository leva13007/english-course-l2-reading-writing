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84" r:id="rId5"/>
    <p:sldId id="321" r:id="rId6"/>
    <p:sldId id="320" r:id="rId7"/>
    <p:sldId id="322" r:id="rId8"/>
    <p:sldId id="323" r:id="rId9"/>
    <p:sldId id="324" r:id="rId10"/>
    <p:sldId id="325" r:id="rId11"/>
    <p:sldId id="326" r:id="rId12"/>
    <p:sldId id="327" r:id="rId13"/>
    <p:sldId id="328" r:id="rId14"/>
    <p:sldId id="329" r:id="rId15"/>
    <p:sldId id="330" r:id="rId16"/>
    <p:sldId id="331" r:id="rId17"/>
    <p:sldId id="332" r:id="rId18"/>
    <p:sldId id="333" r:id="rId19"/>
    <p:sldId id="303" r:id="rId20"/>
    <p:sldId id="334" r:id="rId21"/>
    <p:sldId id="335" r:id="rId22"/>
    <p:sldId id="336" r:id="rId23"/>
    <p:sldId id="337" r:id="rId24"/>
    <p:sldId id="338" r:id="rId25"/>
    <p:sldId id="339" r:id="rId26"/>
    <p:sldId id="305" r:id="rId27"/>
    <p:sldId id="307" r:id="rId28"/>
    <p:sldId id="340" r:id="rId29"/>
    <p:sldId id="341" r:id="rId3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D24C3-1C6B-41AD-90BF-D6FDF11A8AEA}" v="228" dt="2026-03-13T15:45:42.7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7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6c8ffccf-7c1b-4173-8b93-861005bd5f70" providerId="ADAL" clId="{340A04FB-801D-4D33-9372-268FA29A2369}"/>
    <pc:docChg chg="undo custSel modSld">
      <pc:chgData name="Andrew Patterson" userId="6c8ffccf-7c1b-4173-8b93-861005bd5f70" providerId="ADAL" clId="{340A04FB-801D-4D33-9372-268FA29A2369}" dt="2026-03-13T16:33:27.484" v="272" actId="478"/>
      <pc:docMkLst>
        <pc:docMk/>
      </pc:docMkLst>
      <pc:sldChg chg="addSp modSp mod modAnim">
        <pc:chgData name="Andrew Patterson" userId="6c8ffccf-7c1b-4173-8b93-861005bd5f70" providerId="ADAL" clId="{340A04FB-801D-4D33-9372-268FA29A2369}" dt="2026-03-13T15:45:15.240" v="268" actId="20577"/>
        <pc:sldMkLst>
          <pc:docMk/>
          <pc:sldMk cId="2365894493" sldId="307"/>
        </pc:sldMkLst>
        <pc:spChg chg="mod">
          <ac:chgData name="Andrew Patterson" userId="6c8ffccf-7c1b-4173-8b93-861005bd5f70" providerId="ADAL" clId="{340A04FB-801D-4D33-9372-268FA29A2369}" dt="2026-03-13T15:44:57.117" v="250" actId="1035"/>
          <ac:spMkLst>
            <pc:docMk/>
            <pc:sldMk cId="2365894493" sldId="307"/>
            <ac:spMk id="3" creationId="{062AFECC-01AD-4881-8603-9EEA6EA13314}"/>
          </ac:spMkLst>
        </pc:spChg>
        <pc:spChg chg="mod">
          <ac:chgData name="Andrew Patterson" userId="6c8ffccf-7c1b-4173-8b93-861005bd5f70" providerId="ADAL" clId="{340A04FB-801D-4D33-9372-268FA29A2369}" dt="2026-03-13T15:45:15.240" v="268" actId="20577"/>
          <ac:spMkLst>
            <pc:docMk/>
            <pc:sldMk cId="2365894493" sldId="307"/>
            <ac:spMk id="4" creationId="{B3869548-3347-4303-A2DD-9094B747281E}"/>
          </ac:spMkLst>
        </pc:spChg>
        <pc:spChg chg="mod">
          <ac:chgData name="Andrew Patterson" userId="6c8ffccf-7c1b-4173-8b93-861005bd5f70" providerId="ADAL" clId="{340A04FB-801D-4D33-9372-268FA29A2369}" dt="2026-03-13T15:25:41.037" v="162" actId="20577"/>
          <ac:spMkLst>
            <pc:docMk/>
            <pc:sldMk cId="2365894493" sldId="307"/>
            <ac:spMk id="5" creationId="{CC4C521D-2FD0-40AC-83B5-65CE1754326C}"/>
          </ac:spMkLst>
        </pc:spChg>
        <pc:graphicFrameChg chg="add mod">
          <ac:chgData name="Andrew Patterson" userId="6c8ffccf-7c1b-4173-8b93-861005bd5f70" providerId="ADAL" clId="{340A04FB-801D-4D33-9372-268FA29A2369}" dt="2026-03-13T15:14:54.984" v="2" actId="1076"/>
          <ac:graphicFrameMkLst>
            <pc:docMk/>
            <pc:sldMk cId="2365894493" sldId="307"/>
            <ac:graphicFrameMk id="6" creationId="{9BD08C72-329C-4D7E-9D93-1CCF22AAFD79}"/>
          </ac:graphicFrameMkLst>
        </pc:graphicFrameChg>
        <pc:graphicFrameChg chg="add mod">
          <ac:chgData name="Andrew Patterson" userId="6c8ffccf-7c1b-4173-8b93-861005bd5f70" providerId="ADAL" clId="{340A04FB-801D-4D33-9372-268FA29A2369}" dt="2026-03-13T15:22:49.805" v="21"/>
          <ac:graphicFrameMkLst>
            <pc:docMk/>
            <pc:sldMk cId="2365894493" sldId="307"/>
            <ac:graphicFrameMk id="7" creationId="{67E331A4-6002-C470-ED81-9C9D92FB66D6}"/>
          </ac:graphicFrameMkLst>
        </pc:graphicFrameChg>
      </pc:sldChg>
      <pc:sldChg chg="addSp delSp modSp mod">
        <pc:chgData name="Andrew Patterson" userId="6c8ffccf-7c1b-4173-8b93-861005bd5f70" providerId="ADAL" clId="{340A04FB-801D-4D33-9372-268FA29A2369}" dt="2026-03-13T16:33:27.484" v="272" actId="478"/>
        <pc:sldMkLst>
          <pc:docMk/>
          <pc:sldMk cId="330006683" sldId="334"/>
        </pc:sldMkLst>
        <pc:spChg chg="add del mod">
          <ac:chgData name="Andrew Patterson" userId="6c8ffccf-7c1b-4173-8b93-861005bd5f70" providerId="ADAL" clId="{340A04FB-801D-4D33-9372-268FA29A2369}" dt="2026-03-13T16:33:27.484" v="272" actId="478"/>
          <ac:spMkLst>
            <pc:docMk/>
            <pc:sldMk cId="330006683" sldId="334"/>
            <ac:spMk id="3" creationId="{D8E14DBA-5056-7024-B3A7-C7C25C48D6C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60.png"/><Relationship Id="rId18" Type="http://schemas.openxmlformats.org/officeDocument/2006/relationships/image" Target="../media/image9.png"/><Relationship Id="rId26" Type="http://schemas.openxmlformats.org/officeDocument/2006/relationships/image" Target="../media/image110.png"/><Relationship Id="rId3" Type="http://schemas.openxmlformats.org/officeDocument/2006/relationships/slide" Target="slide5.xml"/><Relationship Id="rId21" Type="http://schemas.openxmlformats.org/officeDocument/2006/relationships/image" Target="../media/image10.png"/><Relationship Id="rId7" Type="http://schemas.openxmlformats.org/officeDocument/2006/relationships/image" Target="../media/image41.png"/><Relationship Id="rId12" Type="http://schemas.openxmlformats.org/officeDocument/2006/relationships/slide" Target="slide8.xml"/><Relationship Id="rId17" Type="http://schemas.openxmlformats.org/officeDocument/2006/relationships/image" Target="../media/image8.png"/><Relationship Id="rId25" Type="http://schemas.openxmlformats.org/officeDocument/2006/relationships/slide" Target="slide12.xml"/><Relationship Id="rId2" Type="http://schemas.openxmlformats.org/officeDocument/2006/relationships/image" Target="../media/image3.png"/><Relationship Id="rId16" Type="http://schemas.openxmlformats.org/officeDocument/2006/relationships/image" Target="../media/image70.png"/><Relationship Id="rId20" Type="http://schemas.openxmlformats.org/officeDocument/2006/relationships/image" Target="../media/image90.png"/><Relationship Id="rId29" Type="http://schemas.openxmlformats.org/officeDocument/2006/relationships/image" Target="../media/image120.png"/><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image" Target="../media/image6.png"/><Relationship Id="rId24" Type="http://schemas.openxmlformats.org/officeDocument/2006/relationships/image" Target="../media/image11.png"/><Relationship Id="rId32" Type="http://schemas.openxmlformats.org/officeDocument/2006/relationships/image" Target="../media/image130.png"/><Relationship Id="rId5" Type="http://schemas.openxmlformats.org/officeDocument/2006/relationships/image" Target="../media/image4.png"/><Relationship Id="rId15" Type="http://schemas.openxmlformats.org/officeDocument/2006/relationships/slide" Target="slide9.xml"/><Relationship Id="rId23" Type="http://schemas.openxmlformats.org/officeDocument/2006/relationships/image" Target="../media/image100.png"/><Relationship Id="rId28" Type="http://schemas.openxmlformats.org/officeDocument/2006/relationships/slide" Target="slide13.xml"/><Relationship Id="rId10" Type="http://schemas.openxmlformats.org/officeDocument/2006/relationships/image" Target="../media/image50.png"/><Relationship Id="rId19" Type="http://schemas.openxmlformats.org/officeDocument/2006/relationships/slide" Target="slide10.xml"/><Relationship Id="rId31" Type="http://schemas.openxmlformats.org/officeDocument/2006/relationships/slide" Target="slide14.xml"/><Relationship Id="rId4" Type="http://schemas.openxmlformats.org/officeDocument/2006/relationships/image" Target="../media/image310.png"/><Relationship Id="rId9" Type="http://schemas.openxmlformats.org/officeDocument/2006/relationships/slide" Target="slide7.xml"/><Relationship Id="rId14" Type="http://schemas.openxmlformats.org/officeDocument/2006/relationships/image" Target="../media/image7.png"/><Relationship Id="rId22" Type="http://schemas.openxmlformats.org/officeDocument/2006/relationships/slide" Target="slide11.xml"/><Relationship Id="rId27" Type="http://schemas.openxmlformats.org/officeDocument/2006/relationships/image" Target="../media/image12.png"/><Relationship Id="rId30"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33B744-5254-41AC-B4A0-4E6725973B25}"/>
              </a:ext>
            </a:extLst>
          </p:cNvPr>
          <p:cNvPicPr>
            <a:picLocks noChangeAspect="1"/>
          </p:cNvPicPr>
          <p:nvPr/>
        </p:nvPicPr>
        <p:blipFill>
          <a:blip r:embed="rId2"/>
          <a:stretch>
            <a:fillRect/>
          </a:stretch>
        </p:blipFill>
        <p:spPr>
          <a:xfrm>
            <a:off x="486083" y="779345"/>
            <a:ext cx="11219832" cy="5299311"/>
          </a:xfrm>
          <a:prstGeom prst="rect">
            <a:avLst/>
          </a:prstGeom>
        </p:spPr>
      </p:pic>
    </p:spTree>
    <p:extLst>
      <p:ext uri="{BB962C8B-B14F-4D97-AF65-F5344CB8AC3E}">
        <p14:creationId xmlns:p14="http://schemas.microsoft.com/office/powerpoint/2010/main" val="3394056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B954497F-C103-A3E6-6CFB-F797D9AFF78D}"/>
              </a:ext>
            </a:extLst>
          </p:cNvPr>
          <p:cNvSpPr/>
          <p:nvPr/>
        </p:nvSpPr>
        <p:spPr>
          <a:xfrm>
            <a:off x="0" y="0"/>
            <a:ext cx="12192000" cy="6858000"/>
          </a:xfrm>
          <a:custGeom>
            <a:avLst/>
            <a:gdLst/>
            <a:ahLst/>
            <a:cxnLst/>
            <a:rect l="l" t="t" r="r" b="b"/>
            <a:pathLst>
              <a:path w="12192000" h="6858000">
                <a:moveTo>
                  <a:pt x="9140409" y="4066922"/>
                </a:moveTo>
                <a:cubicBezTo>
                  <a:pt x="9158763" y="4297942"/>
                  <a:pt x="9177055" y="4491914"/>
                  <a:pt x="9195285" y="4648840"/>
                </a:cubicBezTo>
                <a:lnTo>
                  <a:pt x="9071266" y="4648840"/>
                </a:lnTo>
                <a:cubicBezTo>
                  <a:pt x="9080662" y="4526190"/>
                  <a:pt x="9103709" y="4332217"/>
                  <a:pt x="9140409" y="4066922"/>
                </a:cubicBezTo>
                <a:close/>
                <a:moveTo>
                  <a:pt x="6140034" y="4066922"/>
                </a:moveTo>
                <a:cubicBezTo>
                  <a:pt x="6158388" y="4297942"/>
                  <a:pt x="6176680" y="4491914"/>
                  <a:pt x="6194910" y="4648840"/>
                </a:cubicBezTo>
                <a:lnTo>
                  <a:pt x="6070891" y="4648840"/>
                </a:lnTo>
                <a:cubicBezTo>
                  <a:pt x="6080287" y="4526190"/>
                  <a:pt x="6103335" y="4332217"/>
                  <a:pt x="6140034" y="4066922"/>
                </a:cubicBezTo>
                <a:close/>
                <a:moveTo>
                  <a:pt x="2120485" y="4066922"/>
                </a:moveTo>
                <a:cubicBezTo>
                  <a:pt x="2138839" y="4297942"/>
                  <a:pt x="2157131" y="4491914"/>
                  <a:pt x="2175361" y="4648840"/>
                </a:cubicBezTo>
                <a:lnTo>
                  <a:pt x="2051342" y="4648840"/>
                </a:lnTo>
                <a:cubicBezTo>
                  <a:pt x="2060737" y="4526190"/>
                  <a:pt x="2083785" y="4332217"/>
                  <a:pt x="2120485" y="4066922"/>
                </a:cubicBezTo>
                <a:close/>
                <a:moveTo>
                  <a:pt x="10009546" y="3995038"/>
                </a:moveTo>
                <a:cubicBezTo>
                  <a:pt x="10051193" y="3995038"/>
                  <a:pt x="10079861" y="4001884"/>
                  <a:pt x="10095550" y="4015576"/>
                </a:cubicBezTo>
                <a:cubicBezTo>
                  <a:pt x="10111240" y="4029268"/>
                  <a:pt x="10119084" y="4058079"/>
                  <a:pt x="10119084" y="4102008"/>
                </a:cubicBezTo>
                <a:lnTo>
                  <a:pt x="10119084" y="4178171"/>
                </a:lnTo>
                <a:cubicBezTo>
                  <a:pt x="10119084" y="4239215"/>
                  <a:pt x="10110954" y="4275300"/>
                  <a:pt x="10094695" y="4286425"/>
                </a:cubicBezTo>
                <a:cubicBezTo>
                  <a:pt x="10078435" y="4297550"/>
                  <a:pt x="10050053" y="4303112"/>
                  <a:pt x="10009546" y="4303112"/>
                </a:cubicBezTo>
                <a:close/>
                <a:moveTo>
                  <a:pt x="8295047" y="3995038"/>
                </a:moveTo>
                <a:cubicBezTo>
                  <a:pt x="8341829" y="3995038"/>
                  <a:pt x="8372636" y="4002169"/>
                  <a:pt x="8387469" y="4016432"/>
                </a:cubicBezTo>
                <a:cubicBezTo>
                  <a:pt x="8402302" y="4030695"/>
                  <a:pt x="8409718" y="4061502"/>
                  <a:pt x="8409718" y="4108854"/>
                </a:cubicBezTo>
                <a:lnTo>
                  <a:pt x="8409718" y="4222670"/>
                </a:lnTo>
                <a:cubicBezTo>
                  <a:pt x="8409718" y="4274016"/>
                  <a:pt x="8403300" y="4307819"/>
                  <a:pt x="8390464" y="4324078"/>
                </a:cubicBezTo>
                <a:cubicBezTo>
                  <a:pt x="8377628" y="4340338"/>
                  <a:pt x="8354665" y="4348467"/>
                  <a:pt x="8321575" y="4348467"/>
                </a:cubicBezTo>
                <a:cubicBezTo>
                  <a:pt x="8314158" y="4348467"/>
                  <a:pt x="8305316" y="4348182"/>
                  <a:pt x="8295047" y="4347612"/>
                </a:cubicBezTo>
                <a:close/>
                <a:moveTo>
                  <a:pt x="4256745" y="3963375"/>
                </a:moveTo>
                <a:cubicBezTo>
                  <a:pt x="4278995" y="3963375"/>
                  <a:pt x="4293685" y="3972360"/>
                  <a:pt x="4300817" y="3990331"/>
                </a:cubicBezTo>
                <a:cubicBezTo>
                  <a:pt x="4307948" y="4008302"/>
                  <a:pt x="4311514" y="4049521"/>
                  <a:pt x="4311514" y="4113989"/>
                </a:cubicBezTo>
                <a:lnTo>
                  <a:pt x="4311514" y="4750675"/>
                </a:lnTo>
                <a:cubicBezTo>
                  <a:pt x="4311514" y="4832258"/>
                  <a:pt x="4308090" y="4883889"/>
                  <a:pt x="4301244" y="4905568"/>
                </a:cubicBezTo>
                <a:cubicBezTo>
                  <a:pt x="4294398" y="4927248"/>
                  <a:pt x="4278709" y="4938087"/>
                  <a:pt x="4254178" y="4938087"/>
                </a:cubicBezTo>
                <a:cubicBezTo>
                  <a:pt x="4230216" y="4938087"/>
                  <a:pt x="4214955" y="4928674"/>
                  <a:pt x="4208394" y="4909847"/>
                </a:cubicBezTo>
                <a:cubicBezTo>
                  <a:pt x="4201833" y="4891020"/>
                  <a:pt x="4198553" y="4841386"/>
                  <a:pt x="4198553" y="4760945"/>
                </a:cubicBezTo>
                <a:lnTo>
                  <a:pt x="4198553" y="4113989"/>
                </a:lnTo>
                <a:cubicBezTo>
                  <a:pt x="4198553" y="4042675"/>
                  <a:pt x="4203545" y="3999744"/>
                  <a:pt x="4213529" y="3985197"/>
                </a:cubicBezTo>
                <a:cubicBezTo>
                  <a:pt x="4223512" y="3970649"/>
                  <a:pt x="4237918" y="3963375"/>
                  <a:pt x="4256745" y="3963375"/>
                </a:cubicBezTo>
                <a:close/>
                <a:moveTo>
                  <a:pt x="10592246" y="3757992"/>
                </a:moveTo>
                <a:lnTo>
                  <a:pt x="10592246" y="5143470"/>
                </a:lnTo>
                <a:lnTo>
                  <a:pt x="10952521" y="5143470"/>
                </a:lnTo>
                <a:lnTo>
                  <a:pt x="10952521" y="4549571"/>
                </a:lnTo>
                <a:lnTo>
                  <a:pt x="11098429" y="5143470"/>
                </a:lnTo>
                <a:lnTo>
                  <a:pt x="11470685" y="5143470"/>
                </a:lnTo>
                <a:lnTo>
                  <a:pt x="11244336" y="4383554"/>
                </a:lnTo>
                <a:lnTo>
                  <a:pt x="11451003" y="3757992"/>
                </a:lnTo>
                <a:lnTo>
                  <a:pt x="11112977" y="3757992"/>
                </a:lnTo>
                <a:lnTo>
                  <a:pt x="10952521" y="4296266"/>
                </a:lnTo>
                <a:lnTo>
                  <a:pt x="10952521" y="3757992"/>
                </a:lnTo>
                <a:close/>
                <a:moveTo>
                  <a:pt x="9649271" y="3757992"/>
                </a:moveTo>
                <a:lnTo>
                  <a:pt x="9649271" y="5143470"/>
                </a:lnTo>
                <a:lnTo>
                  <a:pt x="10009546" y="5143470"/>
                </a:lnTo>
                <a:lnTo>
                  <a:pt x="10009546" y="4518764"/>
                </a:lnTo>
                <a:cubicBezTo>
                  <a:pt x="10059181" y="4518764"/>
                  <a:pt x="10089846" y="4527607"/>
                  <a:pt x="10101541" y="4545293"/>
                </a:cubicBezTo>
                <a:cubicBezTo>
                  <a:pt x="10113236" y="4562978"/>
                  <a:pt x="10119084" y="4608904"/>
                  <a:pt x="10119084" y="4683070"/>
                </a:cubicBezTo>
                <a:lnTo>
                  <a:pt x="10119084" y="5143470"/>
                </a:lnTo>
                <a:lnTo>
                  <a:pt x="10453687" y="5143470"/>
                </a:lnTo>
                <a:lnTo>
                  <a:pt x="10453687" y="4778060"/>
                </a:lnTo>
                <a:cubicBezTo>
                  <a:pt x="10453687" y="4666240"/>
                  <a:pt x="10450692" y="4597922"/>
                  <a:pt x="10444701" y="4573105"/>
                </a:cubicBezTo>
                <a:cubicBezTo>
                  <a:pt x="10438711" y="4548288"/>
                  <a:pt x="10423450" y="4521046"/>
                  <a:pt x="10398918" y="4491380"/>
                </a:cubicBezTo>
                <a:cubicBezTo>
                  <a:pt x="10374387" y="4461713"/>
                  <a:pt x="10326464" y="4438037"/>
                  <a:pt x="10255150" y="4420351"/>
                </a:cubicBezTo>
                <a:cubicBezTo>
                  <a:pt x="10333880" y="4412935"/>
                  <a:pt x="10386652" y="4390685"/>
                  <a:pt x="10413466" y="4353602"/>
                </a:cubicBezTo>
                <a:cubicBezTo>
                  <a:pt x="10440281" y="4316519"/>
                  <a:pt x="10453687" y="4244064"/>
                  <a:pt x="10453687" y="4136238"/>
                </a:cubicBezTo>
                <a:cubicBezTo>
                  <a:pt x="10453687" y="4018143"/>
                  <a:pt x="10434718" y="3932139"/>
                  <a:pt x="10396779" y="3878226"/>
                </a:cubicBezTo>
                <a:cubicBezTo>
                  <a:pt x="10358840" y="3824313"/>
                  <a:pt x="10309777" y="3790796"/>
                  <a:pt x="10249588" y="3777674"/>
                </a:cubicBezTo>
                <a:cubicBezTo>
                  <a:pt x="10189399" y="3764553"/>
                  <a:pt x="10074299" y="3757992"/>
                  <a:pt x="9904288" y="3757992"/>
                </a:cubicBezTo>
                <a:close/>
                <a:moveTo>
                  <a:pt x="8865495" y="3757992"/>
                </a:moveTo>
                <a:lnTo>
                  <a:pt x="8681720" y="5143470"/>
                </a:lnTo>
                <a:lnTo>
                  <a:pt x="9054191" y="5143470"/>
                </a:lnTo>
                <a:lnTo>
                  <a:pt x="9075852" y="4894443"/>
                </a:lnTo>
                <a:lnTo>
                  <a:pt x="9204725" y="4894443"/>
                </a:lnTo>
                <a:lnTo>
                  <a:pt x="9224059" y="5143470"/>
                </a:lnTo>
                <a:lnTo>
                  <a:pt x="9592251" y="5143470"/>
                </a:lnTo>
                <a:lnTo>
                  <a:pt x="9386226" y="3757992"/>
                </a:lnTo>
                <a:close/>
                <a:moveTo>
                  <a:pt x="7934771" y="3757992"/>
                </a:moveTo>
                <a:lnTo>
                  <a:pt x="7934771" y="5143470"/>
                </a:lnTo>
                <a:lnTo>
                  <a:pt x="8295047" y="5143470"/>
                </a:lnTo>
                <a:lnTo>
                  <a:pt x="8295047" y="4585513"/>
                </a:lnTo>
                <a:lnTo>
                  <a:pt x="8391748" y="4585513"/>
                </a:lnTo>
                <a:cubicBezTo>
                  <a:pt x="8470478" y="4585513"/>
                  <a:pt x="8534232" y="4574674"/>
                  <a:pt x="8583010" y="4552994"/>
                </a:cubicBezTo>
                <a:cubicBezTo>
                  <a:pt x="8631788" y="4531315"/>
                  <a:pt x="8665306" y="4500223"/>
                  <a:pt x="8683562" y="4459716"/>
                </a:cubicBezTo>
                <a:cubicBezTo>
                  <a:pt x="8701818" y="4419210"/>
                  <a:pt x="8710946" y="4354743"/>
                  <a:pt x="8710946" y="4266314"/>
                </a:cubicBezTo>
                <a:lnTo>
                  <a:pt x="8710946" y="4145652"/>
                </a:lnTo>
                <a:cubicBezTo>
                  <a:pt x="8710946" y="4058935"/>
                  <a:pt x="8706240" y="3994895"/>
                  <a:pt x="8696826" y="3953533"/>
                </a:cubicBezTo>
                <a:cubicBezTo>
                  <a:pt x="8687413" y="3912172"/>
                  <a:pt x="8669442" y="3876943"/>
                  <a:pt x="8642914" y="3847847"/>
                </a:cubicBezTo>
                <a:cubicBezTo>
                  <a:pt x="8616385" y="3818751"/>
                  <a:pt x="8576735" y="3796501"/>
                  <a:pt x="8523962" y="3781097"/>
                </a:cubicBezTo>
                <a:cubicBezTo>
                  <a:pt x="8471190" y="3765694"/>
                  <a:pt x="8395742" y="3757992"/>
                  <a:pt x="8297614" y="3757992"/>
                </a:cubicBezTo>
                <a:close/>
                <a:moveTo>
                  <a:pt x="6648896" y="3757992"/>
                </a:moveTo>
                <a:lnTo>
                  <a:pt x="6648896" y="5143470"/>
                </a:lnTo>
                <a:lnTo>
                  <a:pt x="7228247" y="5143470"/>
                </a:lnTo>
                <a:lnTo>
                  <a:pt x="7228247" y="4866203"/>
                </a:lnTo>
                <a:lnTo>
                  <a:pt x="7009172" y="4866203"/>
                </a:lnTo>
                <a:lnTo>
                  <a:pt x="7009172" y="3757992"/>
                </a:lnTo>
                <a:close/>
                <a:moveTo>
                  <a:pt x="5865121" y="3757992"/>
                </a:moveTo>
                <a:lnTo>
                  <a:pt x="5681346" y="5143470"/>
                </a:lnTo>
                <a:lnTo>
                  <a:pt x="6053816" y="5143470"/>
                </a:lnTo>
                <a:lnTo>
                  <a:pt x="6075478" y="4894443"/>
                </a:lnTo>
                <a:lnTo>
                  <a:pt x="6204350" y="4894443"/>
                </a:lnTo>
                <a:lnTo>
                  <a:pt x="6223685" y="5143470"/>
                </a:lnTo>
                <a:lnTo>
                  <a:pt x="6591876" y="5143470"/>
                </a:lnTo>
                <a:lnTo>
                  <a:pt x="6385852" y="3757992"/>
                </a:lnTo>
                <a:close/>
                <a:moveTo>
                  <a:pt x="4810572" y="3757992"/>
                </a:moveTo>
                <a:lnTo>
                  <a:pt x="4810572" y="5143470"/>
                </a:lnTo>
                <a:lnTo>
                  <a:pt x="5111800" y="5143470"/>
                </a:lnTo>
                <a:lnTo>
                  <a:pt x="5111800" y="4513629"/>
                </a:lnTo>
                <a:lnTo>
                  <a:pt x="5299212" y="5143470"/>
                </a:lnTo>
                <a:lnTo>
                  <a:pt x="5614987" y="5143470"/>
                </a:lnTo>
                <a:lnTo>
                  <a:pt x="5614987" y="3757992"/>
                </a:lnTo>
                <a:lnTo>
                  <a:pt x="5313759" y="3757992"/>
                </a:lnTo>
                <a:lnTo>
                  <a:pt x="5313759" y="4381842"/>
                </a:lnTo>
                <a:lnTo>
                  <a:pt x="5111800" y="3757992"/>
                </a:lnTo>
                <a:close/>
                <a:moveTo>
                  <a:pt x="3343722" y="3757992"/>
                </a:moveTo>
                <a:lnTo>
                  <a:pt x="3343722" y="5143470"/>
                </a:lnTo>
                <a:lnTo>
                  <a:pt x="3703998" y="5143470"/>
                </a:lnTo>
                <a:lnTo>
                  <a:pt x="3703998" y="3757992"/>
                </a:lnTo>
                <a:close/>
                <a:moveTo>
                  <a:pt x="2472482" y="3757992"/>
                </a:moveTo>
                <a:lnTo>
                  <a:pt x="2472482" y="4035259"/>
                </a:lnTo>
                <a:lnTo>
                  <a:pt x="2685567" y="4035259"/>
                </a:lnTo>
                <a:lnTo>
                  <a:pt x="2685567" y="5143470"/>
                </a:lnTo>
                <a:lnTo>
                  <a:pt x="3045842" y="5143470"/>
                </a:lnTo>
                <a:lnTo>
                  <a:pt x="3045842" y="4035259"/>
                </a:lnTo>
                <a:lnTo>
                  <a:pt x="3259783" y="4035259"/>
                </a:lnTo>
                <a:lnTo>
                  <a:pt x="3259783" y="3757992"/>
                </a:lnTo>
                <a:close/>
                <a:moveTo>
                  <a:pt x="1845571" y="3757992"/>
                </a:moveTo>
                <a:lnTo>
                  <a:pt x="1661796" y="5143470"/>
                </a:lnTo>
                <a:lnTo>
                  <a:pt x="2034267" y="5143470"/>
                </a:lnTo>
                <a:lnTo>
                  <a:pt x="2055928" y="4894443"/>
                </a:lnTo>
                <a:lnTo>
                  <a:pt x="2184801" y="4894443"/>
                </a:lnTo>
                <a:lnTo>
                  <a:pt x="2204136" y="5143470"/>
                </a:lnTo>
                <a:lnTo>
                  <a:pt x="2572327" y="5143470"/>
                </a:lnTo>
                <a:lnTo>
                  <a:pt x="2366302" y="3757992"/>
                </a:lnTo>
                <a:close/>
                <a:moveTo>
                  <a:pt x="791022" y="3757992"/>
                </a:moveTo>
                <a:lnTo>
                  <a:pt x="791022" y="5143470"/>
                </a:lnTo>
                <a:lnTo>
                  <a:pt x="1092250" y="5143470"/>
                </a:lnTo>
                <a:lnTo>
                  <a:pt x="1092250" y="4513629"/>
                </a:lnTo>
                <a:lnTo>
                  <a:pt x="1279661" y="5143470"/>
                </a:lnTo>
                <a:lnTo>
                  <a:pt x="1595438" y="5143470"/>
                </a:lnTo>
                <a:lnTo>
                  <a:pt x="1595438" y="3757992"/>
                </a:lnTo>
                <a:lnTo>
                  <a:pt x="1294210" y="3757992"/>
                </a:lnTo>
                <a:lnTo>
                  <a:pt x="1294210" y="4381842"/>
                </a:lnTo>
                <a:lnTo>
                  <a:pt x="1092250" y="3757992"/>
                </a:lnTo>
                <a:close/>
                <a:moveTo>
                  <a:pt x="4255033" y="3728896"/>
                </a:moveTo>
                <a:cubicBezTo>
                  <a:pt x="4176874" y="3728896"/>
                  <a:pt x="4108413" y="3741732"/>
                  <a:pt x="4049650" y="3767405"/>
                </a:cubicBezTo>
                <a:cubicBezTo>
                  <a:pt x="3990889" y="3793078"/>
                  <a:pt x="3944250" y="3829876"/>
                  <a:pt x="3909733" y="3877798"/>
                </a:cubicBezTo>
                <a:cubicBezTo>
                  <a:pt x="3875217" y="3925721"/>
                  <a:pt x="3854680" y="3978636"/>
                  <a:pt x="3848119" y="4036542"/>
                </a:cubicBezTo>
                <a:cubicBezTo>
                  <a:pt x="3841558" y="4094449"/>
                  <a:pt x="3838277" y="4193004"/>
                  <a:pt x="3838277" y="4332208"/>
                </a:cubicBezTo>
                <a:lnTo>
                  <a:pt x="3838277" y="4569254"/>
                </a:lnTo>
                <a:cubicBezTo>
                  <a:pt x="3838277" y="4711881"/>
                  <a:pt x="3841701" y="4811720"/>
                  <a:pt x="3848547" y="4868770"/>
                </a:cubicBezTo>
                <a:cubicBezTo>
                  <a:pt x="3855393" y="4925821"/>
                  <a:pt x="3876787" y="4978593"/>
                  <a:pt x="3912729" y="5027086"/>
                </a:cubicBezTo>
                <a:cubicBezTo>
                  <a:pt x="3948671" y="5075580"/>
                  <a:pt x="3996166" y="5111950"/>
                  <a:pt x="4055213" y="5136196"/>
                </a:cubicBezTo>
                <a:cubicBezTo>
                  <a:pt x="4114261" y="5160443"/>
                  <a:pt x="4180867" y="5172566"/>
                  <a:pt x="4255033" y="5172566"/>
                </a:cubicBezTo>
                <a:cubicBezTo>
                  <a:pt x="4333193" y="5172566"/>
                  <a:pt x="4401654" y="5159729"/>
                  <a:pt x="4460416" y="5134057"/>
                </a:cubicBezTo>
                <a:cubicBezTo>
                  <a:pt x="4519178" y="5108384"/>
                  <a:pt x="4565817" y="5071586"/>
                  <a:pt x="4600333" y="5023663"/>
                </a:cubicBezTo>
                <a:cubicBezTo>
                  <a:pt x="4634849" y="4975741"/>
                  <a:pt x="4655387" y="4922826"/>
                  <a:pt x="4661948" y="4864920"/>
                </a:cubicBezTo>
                <a:cubicBezTo>
                  <a:pt x="4668508" y="4807013"/>
                  <a:pt x="4671789" y="4708458"/>
                  <a:pt x="4671789" y="4569254"/>
                </a:cubicBezTo>
                <a:lnTo>
                  <a:pt x="4671789" y="4332208"/>
                </a:lnTo>
                <a:cubicBezTo>
                  <a:pt x="4671789" y="4189581"/>
                  <a:pt x="4668366" y="4089742"/>
                  <a:pt x="4661520" y="4032691"/>
                </a:cubicBezTo>
                <a:cubicBezTo>
                  <a:pt x="4654674" y="3975641"/>
                  <a:pt x="4633280" y="3922869"/>
                  <a:pt x="4597338" y="3874375"/>
                </a:cubicBezTo>
                <a:cubicBezTo>
                  <a:pt x="4561396" y="3825882"/>
                  <a:pt x="4513902" y="3789513"/>
                  <a:pt x="4454854" y="3765266"/>
                </a:cubicBezTo>
                <a:cubicBezTo>
                  <a:pt x="4395806" y="3741019"/>
                  <a:pt x="4329199" y="3728896"/>
                  <a:pt x="4255033" y="3728896"/>
                </a:cubicBezTo>
                <a:close/>
                <a:moveTo>
                  <a:pt x="8873709" y="1971422"/>
                </a:moveTo>
                <a:cubicBezTo>
                  <a:pt x="8892063" y="2202442"/>
                  <a:pt x="8910355" y="2396415"/>
                  <a:pt x="8928585" y="2553340"/>
                </a:cubicBezTo>
                <a:lnTo>
                  <a:pt x="8804566" y="2553340"/>
                </a:lnTo>
                <a:cubicBezTo>
                  <a:pt x="8813962" y="2430690"/>
                  <a:pt x="8837008" y="2236717"/>
                  <a:pt x="8873709" y="1971422"/>
                </a:cubicBezTo>
                <a:close/>
                <a:moveTo>
                  <a:pt x="6711534" y="1971422"/>
                </a:moveTo>
                <a:cubicBezTo>
                  <a:pt x="6729888" y="2202442"/>
                  <a:pt x="6748180" y="2396415"/>
                  <a:pt x="6766410" y="2553340"/>
                </a:cubicBezTo>
                <a:lnTo>
                  <a:pt x="6642391" y="2553340"/>
                </a:lnTo>
                <a:cubicBezTo>
                  <a:pt x="6651787" y="2430690"/>
                  <a:pt x="6674835" y="2236717"/>
                  <a:pt x="6711534" y="1971422"/>
                </a:cubicBezTo>
                <a:close/>
                <a:moveTo>
                  <a:pt x="5247047" y="1899538"/>
                </a:moveTo>
                <a:cubicBezTo>
                  <a:pt x="5288695" y="1899538"/>
                  <a:pt x="5317362" y="1906384"/>
                  <a:pt x="5333051" y="1920076"/>
                </a:cubicBezTo>
                <a:cubicBezTo>
                  <a:pt x="5348740" y="1933769"/>
                  <a:pt x="5356585" y="1962579"/>
                  <a:pt x="5356585" y="2006508"/>
                </a:cubicBezTo>
                <a:lnTo>
                  <a:pt x="5356585" y="2082671"/>
                </a:lnTo>
                <a:cubicBezTo>
                  <a:pt x="5356585" y="2143715"/>
                  <a:pt x="5348455" y="2179800"/>
                  <a:pt x="5332196" y="2190925"/>
                </a:cubicBezTo>
                <a:cubicBezTo>
                  <a:pt x="5315936" y="2202050"/>
                  <a:pt x="5287554" y="2207612"/>
                  <a:pt x="5247047" y="2207612"/>
                </a:cubicBezTo>
                <a:close/>
                <a:moveTo>
                  <a:pt x="4332945" y="1867875"/>
                </a:moveTo>
                <a:cubicBezTo>
                  <a:pt x="4355195" y="1867875"/>
                  <a:pt x="4369885" y="1876860"/>
                  <a:pt x="4377017" y="1894831"/>
                </a:cubicBezTo>
                <a:cubicBezTo>
                  <a:pt x="4384148" y="1912802"/>
                  <a:pt x="4387714" y="1954021"/>
                  <a:pt x="4387714" y="2018489"/>
                </a:cubicBezTo>
                <a:lnTo>
                  <a:pt x="4387714" y="2655176"/>
                </a:lnTo>
                <a:cubicBezTo>
                  <a:pt x="4387714" y="2736758"/>
                  <a:pt x="4384290" y="2788389"/>
                  <a:pt x="4377444" y="2810068"/>
                </a:cubicBezTo>
                <a:cubicBezTo>
                  <a:pt x="4370598" y="2831748"/>
                  <a:pt x="4354909" y="2842587"/>
                  <a:pt x="4330378" y="2842587"/>
                </a:cubicBezTo>
                <a:cubicBezTo>
                  <a:pt x="4306416" y="2842587"/>
                  <a:pt x="4291155" y="2833174"/>
                  <a:pt x="4284594" y="2814347"/>
                </a:cubicBezTo>
                <a:cubicBezTo>
                  <a:pt x="4278033" y="2795521"/>
                  <a:pt x="4274753" y="2745886"/>
                  <a:pt x="4274753" y="2665445"/>
                </a:cubicBezTo>
                <a:lnTo>
                  <a:pt x="4274753" y="2018489"/>
                </a:lnTo>
                <a:cubicBezTo>
                  <a:pt x="4274753" y="1947175"/>
                  <a:pt x="4279745" y="1904245"/>
                  <a:pt x="4289730" y="1889697"/>
                </a:cubicBezTo>
                <a:cubicBezTo>
                  <a:pt x="4299713" y="1875149"/>
                  <a:pt x="4314118" y="1867875"/>
                  <a:pt x="4332945" y="1867875"/>
                </a:cubicBezTo>
                <a:close/>
                <a:moveTo>
                  <a:pt x="10049321" y="1662492"/>
                </a:moveTo>
                <a:lnTo>
                  <a:pt x="10049321" y="3047970"/>
                </a:lnTo>
                <a:lnTo>
                  <a:pt x="10628671" y="3047970"/>
                </a:lnTo>
                <a:lnTo>
                  <a:pt x="10628671" y="2770703"/>
                </a:lnTo>
                <a:lnTo>
                  <a:pt x="10409596" y="2770703"/>
                </a:lnTo>
                <a:lnTo>
                  <a:pt x="10409596" y="1662492"/>
                </a:lnTo>
                <a:close/>
                <a:moveTo>
                  <a:pt x="9382571" y="1662492"/>
                </a:moveTo>
                <a:lnTo>
                  <a:pt x="9382571" y="3047970"/>
                </a:lnTo>
                <a:lnTo>
                  <a:pt x="9961921" y="3047970"/>
                </a:lnTo>
                <a:lnTo>
                  <a:pt x="9961921" y="2770703"/>
                </a:lnTo>
                <a:lnTo>
                  <a:pt x="9742846" y="2770703"/>
                </a:lnTo>
                <a:lnTo>
                  <a:pt x="9742846" y="1662492"/>
                </a:lnTo>
                <a:close/>
                <a:moveTo>
                  <a:pt x="8598796" y="1662492"/>
                </a:moveTo>
                <a:lnTo>
                  <a:pt x="8415020" y="3047970"/>
                </a:lnTo>
                <a:lnTo>
                  <a:pt x="8787491" y="3047970"/>
                </a:lnTo>
                <a:lnTo>
                  <a:pt x="8809152" y="2798944"/>
                </a:lnTo>
                <a:lnTo>
                  <a:pt x="8938025" y="2798944"/>
                </a:lnTo>
                <a:lnTo>
                  <a:pt x="8957359" y="3047970"/>
                </a:lnTo>
                <a:lnTo>
                  <a:pt x="9325551" y="3047970"/>
                </a:lnTo>
                <a:lnTo>
                  <a:pt x="9119526" y="1662492"/>
                </a:lnTo>
                <a:close/>
                <a:moveTo>
                  <a:pt x="7839521" y="1662492"/>
                </a:moveTo>
                <a:lnTo>
                  <a:pt x="7839521" y="3047970"/>
                </a:lnTo>
                <a:lnTo>
                  <a:pt x="8199797" y="3047970"/>
                </a:lnTo>
                <a:lnTo>
                  <a:pt x="8199797" y="2466052"/>
                </a:lnTo>
                <a:lnTo>
                  <a:pt x="8422294" y="2466052"/>
                </a:lnTo>
                <a:lnTo>
                  <a:pt x="8422294" y="2202478"/>
                </a:lnTo>
                <a:lnTo>
                  <a:pt x="8199797" y="2202478"/>
                </a:lnTo>
                <a:lnTo>
                  <a:pt x="8199797" y="1939759"/>
                </a:lnTo>
                <a:lnTo>
                  <a:pt x="8449679" y="1939759"/>
                </a:lnTo>
                <a:lnTo>
                  <a:pt x="8449679" y="1662492"/>
                </a:lnTo>
                <a:close/>
                <a:moveTo>
                  <a:pt x="6436621" y="1662492"/>
                </a:moveTo>
                <a:lnTo>
                  <a:pt x="6252846" y="3047970"/>
                </a:lnTo>
                <a:lnTo>
                  <a:pt x="6625316" y="3047970"/>
                </a:lnTo>
                <a:lnTo>
                  <a:pt x="6646978" y="2798944"/>
                </a:lnTo>
                <a:lnTo>
                  <a:pt x="6775850" y="2798944"/>
                </a:lnTo>
                <a:lnTo>
                  <a:pt x="6795185" y="3047970"/>
                </a:lnTo>
                <a:lnTo>
                  <a:pt x="7163376" y="3047970"/>
                </a:lnTo>
                <a:lnTo>
                  <a:pt x="6957352" y="1662492"/>
                </a:lnTo>
                <a:close/>
                <a:moveTo>
                  <a:pt x="5829746" y="1662492"/>
                </a:moveTo>
                <a:lnTo>
                  <a:pt x="5829746" y="3047970"/>
                </a:lnTo>
                <a:lnTo>
                  <a:pt x="6190022" y="3047970"/>
                </a:lnTo>
                <a:lnTo>
                  <a:pt x="6190022" y="1662492"/>
                </a:lnTo>
                <a:close/>
                <a:moveTo>
                  <a:pt x="4886771" y="1662492"/>
                </a:moveTo>
                <a:lnTo>
                  <a:pt x="4886771" y="3047970"/>
                </a:lnTo>
                <a:lnTo>
                  <a:pt x="5247047" y="3047970"/>
                </a:lnTo>
                <a:lnTo>
                  <a:pt x="5247047" y="2423264"/>
                </a:lnTo>
                <a:cubicBezTo>
                  <a:pt x="5296681" y="2423264"/>
                  <a:pt x="5327346" y="2432107"/>
                  <a:pt x="5339041" y="2449793"/>
                </a:cubicBezTo>
                <a:cubicBezTo>
                  <a:pt x="5350737" y="2467479"/>
                  <a:pt x="5356585" y="2513404"/>
                  <a:pt x="5356585" y="2587570"/>
                </a:cubicBezTo>
                <a:lnTo>
                  <a:pt x="5356585" y="3047970"/>
                </a:lnTo>
                <a:lnTo>
                  <a:pt x="5691187" y="3047970"/>
                </a:lnTo>
                <a:lnTo>
                  <a:pt x="5691187" y="2682560"/>
                </a:lnTo>
                <a:cubicBezTo>
                  <a:pt x="5691187" y="2570740"/>
                  <a:pt x="5688192" y="2502422"/>
                  <a:pt x="5682202" y="2477605"/>
                </a:cubicBezTo>
                <a:cubicBezTo>
                  <a:pt x="5676211" y="2452788"/>
                  <a:pt x="5660950" y="2425546"/>
                  <a:pt x="5636418" y="2395880"/>
                </a:cubicBezTo>
                <a:cubicBezTo>
                  <a:pt x="5611887" y="2366213"/>
                  <a:pt x="5563964" y="2342537"/>
                  <a:pt x="5492650" y="2324852"/>
                </a:cubicBezTo>
                <a:cubicBezTo>
                  <a:pt x="5571380" y="2317435"/>
                  <a:pt x="5624152" y="2295185"/>
                  <a:pt x="5650966" y="2258102"/>
                </a:cubicBezTo>
                <a:cubicBezTo>
                  <a:pt x="5677781" y="2221019"/>
                  <a:pt x="5691187" y="2148565"/>
                  <a:pt x="5691187" y="2040739"/>
                </a:cubicBezTo>
                <a:cubicBezTo>
                  <a:pt x="5691187" y="1922644"/>
                  <a:pt x="5672218" y="1836639"/>
                  <a:pt x="5634279" y="1782726"/>
                </a:cubicBezTo>
                <a:cubicBezTo>
                  <a:pt x="5596340" y="1728813"/>
                  <a:pt x="5547277" y="1695296"/>
                  <a:pt x="5487088" y="1682174"/>
                </a:cubicBezTo>
                <a:cubicBezTo>
                  <a:pt x="5426900" y="1669053"/>
                  <a:pt x="5311800" y="1662492"/>
                  <a:pt x="5141789" y="1662492"/>
                </a:cubicBezTo>
                <a:close/>
                <a:moveTo>
                  <a:pt x="3053507" y="1662492"/>
                </a:moveTo>
                <a:lnTo>
                  <a:pt x="3053507" y="1939759"/>
                </a:lnTo>
                <a:lnTo>
                  <a:pt x="3266592" y="1939759"/>
                </a:lnTo>
                <a:lnTo>
                  <a:pt x="3266592" y="3047970"/>
                </a:lnTo>
                <a:lnTo>
                  <a:pt x="3626867" y="3047970"/>
                </a:lnTo>
                <a:lnTo>
                  <a:pt x="3626867" y="1939759"/>
                </a:lnTo>
                <a:lnTo>
                  <a:pt x="3840808" y="1939759"/>
                </a:lnTo>
                <a:lnTo>
                  <a:pt x="3840808" y="1662492"/>
                </a:lnTo>
                <a:close/>
                <a:moveTo>
                  <a:pt x="1638747" y="1662492"/>
                </a:moveTo>
                <a:lnTo>
                  <a:pt x="1638747" y="3047970"/>
                </a:lnTo>
                <a:lnTo>
                  <a:pt x="1999022" y="3047970"/>
                </a:lnTo>
                <a:lnTo>
                  <a:pt x="1999022" y="1662492"/>
                </a:lnTo>
                <a:close/>
                <a:moveTo>
                  <a:pt x="642194" y="1662492"/>
                </a:moveTo>
                <a:lnTo>
                  <a:pt x="850358" y="3047970"/>
                </a:lnTo>
                <a:lnTo>
                  <a:pt x="1397617" y="3047970"/>
                </a:lnTo>
                <a:lnTo>
                  <a:pt x="1580964" y="1662492"/>
                </a:lnTo>
                <a:lnTo>
                  <a:pt x="1201006" y="1662492"/>
                </a:lnTo>
                <a:lnTo>
                  <a:pt x="1175988" y="1920130"/>
                </a:lnTo>
                <a:cubicBezTo>
                  <a:pt x="1155085" y="2127197"/>
                  <a:pt x="1135326" y="2364226"/>
                  <a:pt x="1116713" y="2631214"/>
                </a:cubicBezTo>
                <a:cubicBezTo>
                  <a:pt x="1097833" y="2367042"/>
                  <a:pt x="1066312" y="2044135"/>
                  <a:pt x="1022151" y="1662492"/>
                </a:cubicBezTo>
                <a:close/>
                <a:moveTo>
                  <a:pt x="11067677" y="1633396"/>
                </a:moveTo>
                <a:cubicBezTo>
                  <a:pt x="10982101" y="1633396"/>
                  <a:pt x="10909076" y="1647231"/>
                  <a:pt x="10848602" y="1674900"/>
                </a:cubicBezTo>
                <a:cubicBezTo>
                  <a:pt x="10788129" y="1702570"/>
                  <a:pt x="10744342" y="1740937"/>
                  <a:pt x="10717243" y="1790001"/>
                </a:cubicBezTo>
                <a:cubicBezTo>
                  <a:pt x="10690144" y="1839064"/>
                  <a:pt x="10676594" y="1916653"/>
                  <a:pt x="10676594" y="2022768"/>
                </a:cubicBezTo>
                <a:cubicBezTo>
                  <a:pt x="10676594" y="2096363"/>
                  <a:pt x="10686150" y="2156837"/>
                  <a:pt x="10705262" y="2204189"/>
                </a:cubicBezTo>
                <a:cubicBezTo>
                  <a:pt x="10724375" y="2251541"/>
                  <a:pt x="10748478" y="2288624"/>
                  <a:pt x="10777574" y="2315438"/>
                </a:cubicBezTo>
                <a:cubicBezTo>
                  <a:pt x="10806670" y="2342252"/>
                  <a:pt x="10866003" y="2385325"/>
                  <a:pt x="10955572" y="2444658"/>
                </a:cubicBezTo>
                <a:cubicBezTo>
                  <a:pt x="11045143" y="2503420"/>
                  <a:pt x="11101338" y="2545353"/>
                  <a:pt x="11124157" y="2570455"/>
                </a:cubicBezTo>
                <a:cubicBezTo>
                  <a:pt x="11146407" y="2595558"/>
                  <a:pt x="11157532" y="2648900"/>
                  <a:pt x="11157532" y="2730483"/>
                </a:cubicBezTo>
                <a:cubicBezTo>
                  <a:pt x="11157532" y="2767566"/>
                  <a:pt x="11151685" y="2795521"/>
                  <a:pt x="11139989" y="2814347"/>
                </a:cubicBezTo>
                <a:cubicBezTo>
                  <a:pt x="11128294" y="2833174"/>
                  <a:pt x="11110465" y="2842587"/>
                  <a:pt x="11086504" y="2842587"/>
                </a:cubicBezTo>
                <a:cubicBezTo>
                  <a:pt x="11062543" y="2842587"/>
                  <a:pt x="11045855" y="2835171"/>
                  <a:pt x="11036442" y="2820338"/>
                </a:cubicBezTo>
                <a:cubicBezTo>
                  <a:pt x="11027029" y="2805504"/>
                  <a:pt x="11022322" y="2772130"/>
                  <a:pt x="11022322" y="2720213"/>
                </a:cubicBezTo>
                <a:lnTo>
                  <a:pt x="11022322" y="2551628"/>
                </a:lnTo>
                <a:lnTo>
                  <a:pt x="10687719" y="2551628"/>
                </a:lnTo>
                <a:lnTo>
                  <a:pt x="10687719" y="2642339"/>
                </a:lnTo>
                <a:cubicBezTo>
                  <a:pt x="10687719" y="2746172"/>
                  <a:pt x="10698274" y="2826328"/>
                  <a:pt x="10719382" y="2882808"/>
                </a:cubicBezTo>
                <a:cubicBezTo>
                  <a:pt x="10740491" y="2939288"/>
                  <a:pt x="10785134" y="2985785"/>
                  <a:pt x="10853309" y="3022297"/>
                </a:cubicBezTo>
                <a:cubicBezTo>
                  <a:pt x="10921485" y="3058810"/>
                  <a:pt x="11003781" y="3077066"/>
                  <a:pt x="11100196" y="3077066"/>
                </a:cubicBezTo>
                <a:cubicBezTo>
                  <a:pt x="11188055" y="3077066"/>
                  <a:pt x="11265073" y="3061235"/>
                  <a:pt x="11331252" y="3029571"/>
                </a:cubicBezTo>
                <a:cubicBezTo>
                  <a:pt x="11397431" y="2997908"/>
                  <a:pt x="11442073" y="2958686"/>
                  <a:pt x="11465179" y="2911904"/>
                </a:cubicBezTo>
                <a:cubicBezTo>
                  <a:pt x="11488284" y="2865122"/>
                  <a:pt x="11499837" y="2792383"/>
                  <a:pt x="11499837" y="2693685"/>
                </a:cubicBezTo>
                <a:cubicBezTo>
                  <a:pt x="11499837" y="2557904"/>
                  <a:pt x="11479014" y="2459492"/>
                  <a:pt x="11437366" y="2398447"/>
                </a:cubicBezTo>
                <a:cubicBezTo>
                  <a:pt x="11395720" y="2337403"/>
                  <a:pt x="11294708" y="2259288"/>
                  <a:pt x="11134332" y="2164102"/>
                </a:cubicBezTo>
                <a:cubicBezTo>
                  <a:pt x="11078406" y="2131039"/>
                  <a:pt x="11044469" y="2102804"/>
                  <a:pt x="11032524" y="2079395"/>
                </a:cubicBezTo>
                <a:cubicBezTo>
                  <a:pt x="11020017" y="2055986"/>
                  <a:pt x="11013764" y="2021163"/>
                  <a:pt x="11013764" y="1974925"/>
                </a:cubicBezTo>
                <a:cubicBezTo>
                  <a:pt x="11013764" y="1938956"/>
                  <a:pt x="11019327" y="1912123"/>
                  <a:pt x="11030452" y="1894424"/>
                </a:cubicBezTo>
                <a:cubicBezTo>
                  <a:pt x="11041576" y="1876725"/>
                  <a:pt x="11057979" y="1867875"/>
                  <a:pt x="11079658" y="1867875"/>
                </a:cubicBezTo>
                <a:cubicBezTo>
                  <a:pt x="11099626" y="1867875"/>
                  <a:pt x="11113888" y="1874436"/>
                  <a:pt x="11122446" y="1887557"/>
                </a:cubicBezTo>
                <a:cubicBezTo>
                  <a:pt x="11131004" y="1900679"/>
                  <a:pt x="11135282" y="1931201"/>
                  <a:pt x="11135282" y="1979124"/>
                </a:cubicBezTo>
                <a:lnTo>
                  <a:pt x="11135282" y="2081815"/>
                </a:lnTo>
                <a:lnTo>
                  <a:pt x="11469885" y="2081815"/>
                </a:lnTo>
                <a:lnTo>
                  <a:pt x="11469885" y="2027046"/>
                </a:lnTo>
                <a:cubicBezTo>
                  <a:pt x="11469885" y="1916939"/>
                  <a:pt x="11459188" y="1838922"/>
                  <a:pt x="11437794" y="1792996"/>
                </a:cubicBezTo>
                <a:cubicBezTo>
                  <a:pt x="11416400" y="1747070"/>
                  <a:pt x="11372756" y="1708988"/>
                  <a:pt x="11306863" y="1678751"/>
                </a:cubicBezTo>
                <a:cubicBezTo>
                  <a:pt x="11240969" y="1648514"/>
                  <a:pt x="11161241" y="1633396"/>
                  <a:pt x="11067677" y="1633396"/>
                </a:cubicBezTo>
                <a:close/>
                <a:moveTo>
                  <a:pt x="4331234" y="1633396"/>
                </a:moveTo>
                <a:cubicBezTo>
                  <a:pt x="4253074" y="1633396"/>
                  <a:pt x="4184613" y="1646233"/>
                  <a:pt x="4125850" y="1671905"/>
                </a:cubicBezTo>
                <a:cubicBezTo>
                  <a:pt x="4067089" y="1697578"/>
                  <a:pt x="4020449" y="1734376"/>
                  <a:pt x="3985934" y="1782299"/>
                </a:cubicBezTo>
                <a:cubicBezTo>
                  <a:pt x="3951418" y="1830221"/>
                  <a:pt x="3930880" y="1883136"/>
                  <a:pt x="3924319" y="1941043"/>
                </a:cubicBezTo>
                <a:cubicBezTo>
                  <a:pt x="3917758" y="1998949"/>
                  <a:pt x="3914477" y="2097504"/>
                  <a:pt x="3914477" y="2236708"/>
                </a:cubicBezTo>
                <a:lnTo>
                  <a:pt x="3914477" y="2473754"/>
                </a:lnTo>
                <a:cubicBezTo>
                  <a:pt x="3914477" y="2616381"/>
                  <a:pt x="3917901" y="2716220"/>
                  <a:pt x="3924747" y="2773271"/>
                </a:cubicBezTo>
                <a:cubicBezTo>
                  <a:pt x="3931593" y="2830321"/>
                  <a:pt x="3952987" y="2883093"/>
                  <a:pt x="3988929" y="2931587"/>
                </a:cubicBezTo>
                <a:cubicBezTo>
                  <a:pt x="4024871" y="2980080"/>
                  <a:pt x="4072366" y="3016450"/>
                  <a:pt x="4131413" y="3040696"/>
                </a:cubicBezTo>
                <a:cubicBezTo>
                  <a:pt x="4190461" y="3064943"/>
                  <a:pt x="4257067" y="3077066"/>
                  <a:pt x="4331234" y="3077066"/>
                </a:cubicBezTo>
                <a:cubicBezTo>
                  <a:pt x="4409393" y="3077066"/>
                  <a:pt x="4477854" y="3064230"/>
                  <a:pt x="4536617" y="3038557"/>
                </a:cubicBezTo>
                <a:cubicBezTo>
                  <a:pt x="4595378" y="3012884"/>
                  <a:pt x="4642017" y="2976086"/>
                  <a:pt x="4676533" y="2928164"/>
                </a:cubicBezTo>
                <a:cubicBezTo>
                  <a:pt x="4711049" y="2880241"/>
                  <a:pt x="4731587" y="2827326"/>
                  <a:pt x="4738148" y="2769420"/>
                </a:cubicBezTo>
                <a:cubicBezTo>
                  <a:pt x="4744709" y="2711513"/>
                  <a:pt x="4747990" y="2612958"/>
                  <a:pt x="4747990" y="2473754"/>
                </a:cubicBezTo>
                <a:lnTo>
                  <a:pt x="4747990" y="2236708"/>
                </a:lnTo>
                <a:cubicBezTo>
                  <a:pt x="4747990" y="2094081"/>
                  <a:pt x="4744566" y="1994242"/>
                  <a:pt x="4737720" y="1937191"/>
                </a:cubicBezTo>
                <a:cubicBezTo>
                  <a:pt x="4730874" y="1880141"/>
                  <a:pt x="4709480" y="1827369"/>
                  <a:pt x="4673538" y="1778876"/>
                </a:cubicBezTo>
                <a:cubicBezTo>
                  <a:pt x="4637596" y="1730382"/>
                  <a:pt x="4590101" y="1694013"/>
                  <a:pt x="4531054" y="1669766"/>
                </a:cubicBezTo>
                <a:cubicBezTo>
                  <a:pt x="4472006" y="1645519"/>
                  <a:pt x="4405399" y="1633396"/>
                  <a:pt x="4331234" y="1633396"/>
                </a:cubicBezTo>
                <a:close/>
                <a:moveTo>
                  <a:pt x="2553482" y="1633396"/>
                </a:moveTo>
                <a:cubicBezTo>
                  <a:pt x="2475322" y="1633396"/>
                  <a:pt x="2406148" y="1646660"/>
                  <a:pt x="2345960" y="1673189"/>
                </a:cubicBezTo>
                <a:cubicBezTo>
                  <a:pt x="2285771" y="1699718"/>
                  <a:pt x="2238704" y="1736088"/>
                  <a:pt x="2204759" y="1782299"/>
                </a:cubicBezTo>
                <a:cubicBezTo>
                  <a:pt x="2170813" y="1828510"/>
                  <a:pt x="2150418" y="1876575"/>
                  <a:pt x="2143572" y="1926494"/>
                </a:cubicBezTo>
                <a:cubicBezTo>
                  <a:pt x="2136726" y="1976414"/>
                  <a:pt x="2133303" y="2051293"/>
                  <a:pt x="2133303" y="2151132"/>
                </a:cubicBezTo>
                <a:lnTo>
                  <a:pt x="2133303" y="2555907"/>
                </a:lnTo>
                <a:cubicBezTo>
                  <a:pt x="2133303" y="2691688"/>
                  <a:pt x="2144427" y="2793381"/>
                  <a:pt x="2166677" y="2860986"/>
                </a:cubicBezTo>
                <a:cubicBezTo>
                  <a:pt x="2188927" y="2928591"/>
                  <a:pt x="2234283" y="2981506"/>
                  <a:pt x="2302743" y="3019730"/>
                </a:cubicBezTo>
                <a:cubicBezTo>
                  <a:pt x="2371204" y="3057954"/>
                  <a:pt x="2458207" y="3077066"/>
                  <a:pt x="2563751" y="3077066"/>
                </a:cubicBezTo>
                <a:cubicBezTo>
                  <a:pt x="2665301" y="3077066"/>
                  <a:pt x="2750734" y="3054498"/>
                  <a:pt x="2820051" y="3009361"/>
                </a:cubicBezTo>
                <a:cubicBezTo>
                  <a:pt x="2889368" y="2964224"/>
                  <a:pt x="2934153" y="2911659"/>
                  <a:pt x="2954406" y="2851667"/>
                </a:cubicBezTo>
                <a:cubicBezTo>
                  <a:pt x="2974659" y="2791674"/>
                  <a:pt x="2984785" y="2689977"/>
                  <a:pt x="2984785" y="2546574"/>
                </a:cubicBezTo>
                <a:lnTo>
                  <a:pt x="2984785" y="2492581"/>
                </a:lnTo>
                <a:lnTo>
                  <a:pt x="2624510" y="2492581"/>
                </a:lnTo>
                <a:lnTo>
                  <a:pt x="2624510" y="2666728"/>
                </a:lnTo>
                <a:cubicBezTo>
                  <a:pt x="2624510" y="2742793"/>
                  <a:pt x="2620374" y="2791119"/>
                  <a:pt x="2612101" y="2811707"/>
                </a:cubicBezTo>
                <a:cubicBezTo>
                  <a:pt x="2603829" y="2832294"/>
                  <a:pt x="2586286" y="2842587"/>
                  <a:pt x="2559472" y="2842587"/>
                </a:cubicBezTo>
                <a:cubicBezTo>
                  <a:pt x="2531517" y="2842587"/>
                  <a:pt x="2513546" y="2832318"/>
                  <a:pt x="2505559" y="2811780"/>
                </a:cubicBezTo>
                <a:cubicBezTo>
                  <a:pt x="2497572" y="2791242"/>
                  <a:pt x="2493578" y="2747313"/>
                  <a:pt x="2493578" y="2679993"/>
                </a:cubicBezTo>
                <a:lnTo>
                  <a:pt x="2493578" y="2036460"/>
                </a:lnTo>
                <a:cubicBezTo>
                  <a:pt x="2493578" y="1966287"/>
                  <a:pt x="2497572" y="1920647"/>
                  <a:pt x="2505559" y="1899538"/>
                </a:cubicBezTo>
                <a:cubicBezTo>
                  <a:pt x="2513546" y="1878429"/>
                  <a:pt x="2532373" y="1867875"/>
                  <a:pt x="2562039" y="1867875"/>
                </a:cubicBezTo>
                <a:cubicBezTo>
                  <a:pt x="2588283" y="1867875"/>
                  <a:pt x="2605255" y="1876557"/>
                  <a:pt x="2612957" y="1893922"/>
                </a:cubicBezTo>
                <a:cubicBezTo>
                  <a:pt x="2620659" y="1911287"/>
                  <a:pt x="2624510" y="1954980"/>
                  <a:pt x="2624510" y="2025001"/>
                </a:cubicBezTo>
                <a:lnTo>
                  <a:pt x="2624510" y="2265804"/>
                </a:lnTo>
                <a:lnTo>
                  <a:pt x="2984785" y="2265804"/>
                </a:lnTo>
                <a:lnTo>
                  <a:pt x="2984785" y="2134190"/>
                </a:lnTo>
                <a:cubicBezTo>
                  <a:pt x="2984785" y="2004864"/>
                  <a:pt x="2973946" y="1909578"/>
                  <a:pt x="2952266" y="1848333"/>
                </a:cubicBezTo>
                <a:cubicBezTo>
                  <a:pt x="2930587" y="1787088"/>
                  <a:pt x="2885232" y="1735954"/>
                  <a:pt x="2816201" y="1694931"/>
                </a:cubicBezTo>
                <a:cubicBezTo>
                  <a:pt x="2747169" y="1653908"/>
                  <a:pt x="2659596" y="1633396"/>
                  <a:pt x="2553482" y="1633396"/>
                </a:cubicBezTo>
                <a:close/>
                <a:moveTo>
                  <a:pt x="0" y="0"/>
                </a:moveTo>
                <a:lnTo>
                  <a:pt x="12192000" y="0"/>
                </a:lnTo>
                <a:lnTo>
                  <a:pt x="12192000" y="6858000"/>
                </a:lnTo>
                <a:lnTo>
                  <a:pt x="0" y="6858000"/>
                </a:ln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accent6">
                  <a:lumMod val="50000"/>
                </a:schemeClr>
              </a:solidFill>
            </a:endParaRPr>
          </a:p>
        </p:txBody>
      </p:sp>
    </p:spTree>
    <p:extLst>
      <p:ext uri="{BB962C8B-B14F-4D97-AF65-F5344CB8AC3E}">
        <p14:creationId xmlns:p14="http://schemas.microsoft.com/office/powerpoint/2010/main" val="693176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Video 2" title="Clapping Chimpanzee">
            <a:hlinkClick r:id="" action="ppaction://media"/>
            <a:extLst>
              <a:ext uri="{FF2B5EF4-FFF2-40B4-BE49-F238E27FC236}">
                <a16:creationId xmlns:a16="http://schemas.microsoft.com/office/drawing/2014/main" id="{912C3CAA-D8D6-BFB0-C8A5-E45375611D1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
        <p:nvSpPr>
          <p:cNvPr id="4" name="Freeform: Shape 3">
            <a:extLst>
              <a:ext uri="{FF2B5EF4-FFF2-40B4-BE49-F238E27FC236}">
                <a16:creationId xmlns:a16="http://schemas.microsoft.com/office/drawing/2014/main" id="{F196333E-8500-6D54-04A3-37216F26D3A9}"/>
              </a:ext>
            </a:extLst>
          </p:cNvPr>
          <p:cNvSpPr/>
          <p:nvPr/>
        </p:nvSpPr>
        <p:spPr>
          <a:xfrm>
            <a:off x="0" y="0"/>
            <a:ext cx="12192000" cy="6858000"/>
          </a:xfrm>
          <a:custGeom>
            <a:avLst/>
            <a:gdLst/>
            <a:ahLst/>
            <a:cxnLst/>
            <a:rect l="l" t="t" r="r" b="b"/>
            <a:pathLst>
              <a:path w="12192000" h="6858000">
                <a:moveTo>
                  <a:pt x="9140409" y="4066922"/>
                </a:moveTo>
                <a:cubicBezTo>
                  <a:pt x="9158763" y="4297942"/>
                  <a:pt x="9177055" y="4491914"/>
                  <a:pt x="9195285" y="4648840"/>
                </a:cubicBezTo>
                <a:lnTo>
                  <a:pt x="9071266" y="4648840"/>
                </a:lnTo>
                <a:cubicBezTo>
                  <a:pt x="9080662" y="4526190"/>
                  <a:pt x="9103709" y="4332217"/>
                  <a:pt x="9140409" y="4066922"/>
                </a:cubicBezTo>
                <a:close/>
                <a:moveTo>
                  <a:pt x="6140034" y="4066922"/>
                </a:moveTo>
                <a:cubicBezTo>
                  <a:pt x="6158388" y="4297942"/>
                  <a:pt x="6176680" y="4491914"/>
                  <a:pt x="6194910" y="4648840"/>
                </a:cubicBezTo>
                <a:lnTo>
                  <a:pt x="6070891" y="4648840"/>
                </a:lnTo>
                <a:cubicBezTo>
                  <a:pt x="6080287" y="4526190"/>
                  <a:pt x="6103335" y="4332217"/>
                  <a:pt x="6140034" y="4066922"/>
                </a:cubicBezTo>
                <a:close/>
                <a:moveTo>
                  <a:pt x="2120485" y="4066922"/>
                </a:moveTo>
                <a:cubicBezTo>
                  <a:pt x="2138839" y="4297942"/>
                  <a:pt x="2157131" y="4491914"/>
                  <a:pt x="2175361" y="4648840"/>
                </a:cubicBezTo>
                <a:lnTo>
                  <a:pt x="2051342" y="4648840"/>
                </a:lnTo>
                <a:cubicBezTo>
                  <a:pt x="2060737" y="4526190"/>
                  <a:pt x="2083785" y="4332217"/>
                  <a:pt x="2120485" y="4066922"/>
                </a:cubicBezTo>
                <a:close/>
                <a:moveTo>
                  <a:pt x="10009546" y="3995038"/>
                </a:moveTo>
                <a:cubicBezTo>
                  <a:pt x="10051193" y="3995038"/>
                  <a:pt x="10079861" y="4001884"/>
                  <a:pt x="10095550" y="4015576"/>
                </a:cubicBezTo>
                <a:cubicBezTo>
                  <a:pt x="10111240" y="4029268"/>
                  <a:pt x="10119084" y="4058079"/>
                  <a:pt x="10119084" y="4102008"/>
                </a:cubicBezTo>
                <a:lnTo>
                  <a:pt x="10119084" y="4178171"/>
                </a:lnTo>
                <a:cubicBezTo>
                  <a:pt x="10119084" y="4239215"/>
                  <a:pt x="10110954" y="4275300"/>
                  <a:pt x="10094695" y="4286425"/>
                </a:cubicBezTo>
                <a:cubicBezTo>
                  <a:pt x="10078435" y="4297550"/>
                  <a:pt x="10050053" y="4303112"/>
                  <a:pt x="10009546" y="4303112"/>
                </a:cubicBezTo>
                <a:close/>
                <a:moveTo>
                  <a:pt x="8295047" y="3995038"/>
                </a:moveTo>
                <a:cubicBezTo>
                  <a:pt x="8341829" y="3995038"/>
                  <a:pt x="8372636" y="4002169"/>
                  <a:pt x="8387469" y="4016432"/>
                </a:cubicBezTo>
                <a:cubicBezTo>
                  <a:pt x="8402302" y="4030695"/>
                  <a:pt x="8409718" y="4061502"/>
                  <a:pt x="8409718" y="4108854"/>
                </a:cubicBezTo>
                <a:lnTo>
                  <a:pt x="8409718" y="4222670"/>
                </a:lnTo>
                <a:cubicBezTo>
                  <a:pt x="8409718" y="4274016"/>
                  <a:pt x="8403300" y="4307819"/>
                  <a:pt x="8390464" y="4324078"/>
                </a:cubicBezTo>
                <a:cubicBezTo>
                  <a:pt x="8377628" y="4340338"/>
                  <a:pt x="8354665" y="4348467"/>
                  <a:pt x="8321575" y="4348467"/>
                </a:cubicBezTo>
                <a:cubicBezTo>
                  <a:pt x="8314158" y="4348467"/>
                  <a:pt x="8305316" y="4348182"/>
                  <a:pt x="8295047" y="4347612"/>
                </a:cubicBezTo>
                <a:close/>
                <a:moveTo>
                  <a:pt x="4256745" y="3963375"/>
                </a:moveTo>
                <a:cubicBezTo>
                  <a:pt x="4278995" y="3963375"/>
                  <a:pt x="4293685" y="3972360"/>
                  <a:pt x="4300817" y="3990331"/>
                </a:cubicBezTo>
                <a:cubicBezTo>
                  <a:pt x="4307948" y="4008302"/>
                  <a:pt x="4311514" y="4049521"/>
                  <a:pt x="4311514" y="4113989"/>
                </a:cubicBezTo>
                <a:lnTo>
                  <a:pt x="4311514" y="4750675"/>
                </a:lnTo>
                <a:cubicBezTo>
                  <a:pt x="4311514" y="4832258"/>
                  <a:pt x="4308090" y="4883889"/>
                  <a:pt x="4301244" y="4905568"/>
                </a:cubicBezTo>
                <a:cubicBezTo>
                  <a:pt x="4294398" y="4927248"/>
                  <a:pt x="4278709" y="4938087"/>
                  <a:pt x="4254178" y="4938087"/>
                </a:cubicBezTo>
                <a:cubicBezTo>
                  <a:pt x="4230216" y="4938087"/>
                  <a:pt x="4214955" y="4928674"/>
                  <a:pt x="4208394" y="4909847"/>
                </a:cubicBezTo>
                <a:cubicBezTo>
                  <a:pt x="4201833" y="4891020"/>
                  <a:pt x="4198553" y="4841386"/>
                  <a:pt x="4198553" y="4760945"/>
                </a:cubicBezTo>
                <a:lnTo>
                  <a:pt x="4198553" y="4113989"/>
                </a:lnTo>
                <a:cubicBezTo>
                  <a:pt x="4198553" y="4042675"/>
                  <a:pt x="4203545" y="3999744"/>
                  <a:pt x="4213529" y="3985197"/>
                </a:cubicBezTo>
                <a:cubicBezTo>
                  <a:pt x="4223512" y="3970649"/>
                  <a:pt x="4237918" y="3963375"/>
                  <a:pt x="4256745" y="3963375"/>
                </a:cubicBezTo>
                <a:close/>
                <a:moveTo>
                  <a:pt x="10592246" y="3757992"/>
                </a:moveTo>
                <a:lnTo>
                  <a:pt x="10592246" y="5143470"/>
                </a:lnTo>
                <a:lnTo>
                  <a:pt x="10952521" y="5143470"/>
                </a:lnTo>
                <a:lnTo>
                  <a:pt x="10952521" y="4549571"/>
                </a:lnTo>
                <a:lnTo>
                  <a:pt x="11098429" y="5143470"/>
                </a:lnTo>
                <a:lnTo>
                  <a:pt x="11470685" y="5143470"/>
                </a:lnTo>
                <a:lnTo>
                  <a:pt x="11244336" y="4383554"/>
                </a:lnTo>
                <a:lnTo>
                  <a:pt x="11451003" y="3757992"/>
                </a:lnTo>
                <a:lnTo>
                  <a:pt x="11112977" y="3757992"/>
                </a:lnTo>
                <a:lnTo>
                  <a:pt x="10952521" y="4296266"/>
                </a:lnTo>
                <a:lnTo>
                  <a:pt x="10952521" y="3757992"/>
                </a:lnTo>
                <a:close/>
                <a:moveTo>
                  <a:pt x="9649271" y="3757992"/>
                </a:moveTo>
                <a:lnTo>
                  <a:pt x="9649271" y="5143470"/>
                </a:lnTo>
                <a:lnTo>
                  <a:pt x="10009546" y="5143470"/>
                </a:lnTo>
                <a:lnTo>
                  <a:pt x="10009546" y="4518764"/>
                </a:lnTo>
                <a:cubicBezTo>
                  <a:pt x="10059181" y="4518764"/>
                  <a:pt x="10089846" y="4527607"/>
                  <a:pt x="10101541" y="4545293"/>
                </a:cubicBezTo>
                <a:cubicBezTo>
                  <a:pt x="10113236" y="4562978"/>
                  <a:pt x="10119084" y="4608904"/>
                  <a:pt x="10119084" y="4683070"/>
                </a:cubicBezTo>
                <a:lnTo>
                  <a:pt x="10119084" y="5143470"/>
                </a:lnTo>
                <a:lnTo>
                  <a:pt x="10453687" y="5143470"/>
                </a:lnTo>
                <a:lnTo>
                  <a:pt x="10453687" y="4778060"/>
                </a:lnTo>
                <a:cubicBezTo>
                  <a:pt x="10453687" y="4666240"/>
                  <a:pt x="10450692" y="4597922"/>
                  <a:pt x="10444701" y="4573105"/>
                </a:cubicBezTo>
                <a:cubicBezTo>
                  <a:pt x="10438711" y="4548288"/>
                  <a:pt x="10423450" y="4521046"/>
                  <a:pt x="10398918" y="4491380"/>
                </a:cubicBezTo>
                <a:cubicBezTo>
                  <a:pt x="10374387" y="4461713"/>
                  <a:pt x="10326464" y="4438037"/>
                  <a:pt x="10255150" y="4420351"/>
                </a:cubicBezTo>
                <a:cubicBezTo>
                  <a:pt x="10333880" y="4412935"/>
                  <a:pt x="10386652" y="4390685"/>
                  <a:pt x="10413466" y="4353602"/>
                </a:cubicBezTo>
                <a:cubicBezTo>
                  <a:pt x="10440281" y="4316519"/>
                  <a:pt x="10453687" y="4244064"/>
                  <a:pt x="10453687" y="4136238"/>
                </a:cubicBezTo>
                <a:cubicBezTo>
                  <a:pt x="10453687" y="4018143"/>
                  <a:pt x="10434718" y="3932139"/>
                  <a:pt x="10396779" y="3878226"/>
                </a:cubicBezTo>
                <a:cubicBezTo>
                  <a:pt x="10358840" y="3824313"/>
                  <a:pt x="10309777" y="3790796"/>
                  <a:pt x="10249588" y="3777674"/>
                </a:cubicBezTo>
                <a:cubicBezTo>
                  <a:pt x="10189399" y="3764553"/>
                  <a:pt x="10074299" y="3757992"/>
                  <a:pt x="9904288" y="3757992"/>
                </a:cubicBezTo>
                <a:close/>
                <a:moveTo>
                  <a:pt x="8865495" y="3757992"/>
                </a:moveTo>
                <a:lnTo>
                  <a:pt x="8681720" y="5143470"/>
                </a:lnTo>
                <a:lnTo>
                  <a:pt x="9054191" y="5143470"/>
                </a:lnTo>
                <a:lnTo>
                  <a:pt x="9075852" y="4894443"/>
                </a:lnTo>
                <a:lnTo>
                  <a:pt x="9204725" y="4894443"/>
                </a:lnTo>
                <a:lnTo>
                  <a:pt x="9224059" y="5143470"/>
                </a:lnTo>
                <a:lnTo>
                  <a:pt x="9592251" y="5143470"/>
                </a:lnTo>
                <a:lnTo>
                  <a:pt x="9386226" y="3757992"/>
                </a:lnTo>
                <a:close/>
                <a:moveTo>
                  <a:pt x="7934771" y="3757992"/>
                </a:moveTo>
                <a:lnTo>
                  <a:pt x="7934771" y="5143470"/>
                </a:lnTo>
                <a:lnTo>
                  <a:pt x="8295047" y="5143470"/>
                </a:lnTo>
                <a:lnTo>
                  <a:pt x="8295047" y="4585513"/>
                </a:lnTo>
                <a:lnTo>
                  <a:pt x="8391748" y="4585513"/>
                </a:lnTo>
                <a:cubicBezTo>
                  <a:pt x="8470478" y="4585513"/>
                  <a:pt x="8534232" y="4574674"/>
                  <a:pt x="8583010" y="4552994"/>
                </a:cubicBezTo>
                <a:cubicBezTo>
                  <a:pt x="8631788" y="4531315"/>
                  <a:pt x="8665306" y="4500223"/>
                  <a:pt x="8683562" y="4459716"/>
                </a:cubicBezTo>
                <a:cubicBezTo>
                  <a:pt x="8701818" y="4419210"/>
                  <a:pt x="8710946" y="4354743"/>
                  <a:pt x="8710946" y="4266314"/>
                </a:cubicBezTo>
                <a:lnTo>
                  <a:pt x="8710946" y="4145652"/>
                </a:lnTo>
                <a:cubicBezTo>
                  <a:pt x="8710946" y="4058935"/>
                  <a:pt x="8706240" y="3994895"/>
                  <a:pt x="8696826" y="3953533"/>
                </a:cubicBezTo>
                <a:cubicBezTo>
                  <a:pt x="8687413" y="3912172"/>
                  <a:pt x="8669442" y="3876943"/>
                  <a:pt x="8642914" y="3847847"/>
                </a:cubicBezTo>
                <a:cubicBezTo>
                  <a:pt x="8616385" y="3818751"/>
                  <a:pt x="8576735" y="3796501"/>
                  <a:pt x="8523962" y="3781097"/>
                </a:cubicBezTo>
                <a:cubicBezTo>
                  <a:pt x="8471190" y="3765694"/>
                  <a:pt x="8395742" y="3757992"/>
                  <a:pt x="8297614" y="3757992"/>
                </a:cubicBezTo>
                <a:close/>
                <a:moveTo>
                  <a:pt x="6648896" y="3757992"/>
                </a:moveTo>
                <a:lnTo>
                  <a:pt x="6648896" y="5143470"/>
                </a:lnTo>
                <a:lnTo>
                  <a:pt x="7228247" y="5143470"/>
                </a:lnTo>
                <a:lnTo>
                  <a:pt x="7228247" y="4866203"/>
                </a:lnTo>
                <a:lnTo>
                  <a:pt x="7009172" y="4866203"/>
                </a:lnTo>
                <a:lnTo>
                  <a:pt x="7009172" y="3757992"/>
                </a:lnTo>
                <a:close/>
                <a:moveTo>
                  <a:pt x="5865121" y="3757992"/>
                </a:moveTo>
                <a:lnTo>
                  <a:pt x="5681346" y="5143470"/>
                </a:lnTo>
                <a:lnTo>
                  <a:pt x="6053816" y="5143470"/>
                </a:lnTo>
                <a:lnTo>
                  <a:pt x="6075478" y="4894443"/>
                </a:lnTo>
                <a:lnTo>
                  <a:pt x="6204350" y="4894443"/>
                </a:lnTo>
                <a:lnTo>
                  <a:pt x="6223685" y="5143470"/>
                </a:lnTo>
                <a:lnTo>
                  <a:pt x="6591876" y="5143470"/>
                </a:lnTo>
                <a:lnTo>
                  <a:pt x="6385852" y="3757992"/>
                </a:lnTo>
                <a:close/>
                <a:moveTo>
                  <a:pt x="4810572" y="3757992"/>
                </a:moveTo>
                <a:lnTo>
                  <a:pt x="4810572" y="5143470"/>
                </a:lnTo>
                <a:lnTo>
                  <a:pt x="5111800" y="5143470"/>
                </a:lnTo>
                <a:lnTo>
                  <a:pt x="5111800" y="4513629"/>
                </a:lnTo>
                <a:lnTo>
                  <a:pt x="5299212" y="5143470"/>
                </a:lnTo>
                <a:lnTo>
                  <a:pt x="5614987" y="5143470"/>
                </a:lnTo>
                <a:lnTo>
                  <a:pt x="5614987" y="3757992"/>
                </a:lnTo>
                <a:lnTo>
                  <a:pt x="5313759" y="3757992"/>
                </a:lnTo>
                <a:lnTo>
                  <a:pt x="5313759" y="4381842"/>
                </a:lnTo>
                <a:lnTo>
                  <a:pt x="5111800" y="3757992"/>
                </a:lnTo>
                <a:close/>
                <a:moveTo>
                  <a:pt x="3343722" y="3757992"/>
                </a:moveTo>
                <a:lnTo>
                  <a:pt x="3343722" y="5143470"/>
                </a:lnTo>
                <a:lnTo>
                  <a:pt x="3703998" y="5143470"/>
                </a:lnTo>
                <a:lnTo>
                  <a:pt x="3703998" y="3757992"/>
                </a:lnTo>
                <a:close/>
                <a:moveTo>
                  <a:pt x="2472482" y="3757992"/>
                </a:moveTo>
                <a:lnTo>
                  <a:pt x="2472482" y="4035259"/>
                </a:lnTo>
                <a:lnTo>
                  <a:pt x="2685567" y="4035259"/>
                </a:lnTo>
                <a:lnTo>
                  <a:pt x="2685567" y="5143470"/>
                </a:lnTo>
                <a:lnTo>
                  <a:pt x="3045842" y="5143470"/>
                </a:lnTo>
                <a:lnTo>
                  <a:pt x="3045842" y="4035259"/>
                </a:lnTo>
                <a:lnTo>
                  <a:pt x="3259783" y="4035259"/>
                </a:lnTo>
                <a:lnTo>
                  <a:pt x="3259783" y="3757992"/>
                </a:lnTo>
                <a:close/>
                <a:moveTo>
                  <a:pt x="1845571" y="3757992"/>
                </a:moveTo>
                <a:lnTo>
                  <a:pt x="1661796" y="5143470"/>
                </a:lnTo>
                <a:lnTo>
                  <a:pt x="2034267" y="5143470"/>
                </a:lnTo>
                <a:lnTo>
                  <a:pt x="2055928" y="4894443"/>
                </a:lnTo>
                <a:lnTo>
                  <a:pt x="2184801" y="4894443"/>
                </a:lnTo>
                <a:lnTo>
                  <a:pt x="2204136" y="5143470"/>
                </a:lnTo>
                <a:lnTo>
                  <a:pt x="2572327" y="5143470"/>
                </a:lnTo>
                <a:lnTo>
                  <a:pt x="2366302" y="3757992"/>
                </a:lnTo>
                <a:close/>
                <a:moveTo>
                  <a:pt x="791022" y="3757992"/>
                </a:moveTo>
                <a:lnTo>
                  <a:pt x="791022" y="5143470"/>
                </a:lnTo>
                <a:lnTo>
                  <a:pt x="1092250" y="5143470"/>
                </a:lnTo>
                <a:lnTo>
                  <a:pt x="1092250" y="4513629"/>
                </a:lnTo>
                <a:lnTo>
                  <a:pt x="1279661" y="5143470"/>
                </a:lnTo>
                <a:lnTo>
                  <a:pt x="1595438" y="5143470"/>
                </a:lnTo>
                <a:lnTo>
                  <a:pt x="1595438" y="3757992"/>
                </a:lnTo>
                <a:lnTo>
                  <a:pt x="1294210" y="3757992"/>
                </a:lnTo>
                <a:lnTo>
                  <a:pt x="1294210" y="4381842"/>
                </a:lnTo>
                <a:lnTo>
                  <a:pt x="1092250" y="3757992"/>
                </a:lnTo>
                <a:close/>
                <a:moveTo>
                  <a:pt x="4255033" y="3728896"/>
                </a:moveTo>
                <a:cubicBezTo>
                  <a:pt x="4176874" y="3728896"/>
                  <a:pt x="4108413" y="3741732"/>
                  <a:pt x="4049650" y="3767405"/>
                </a:cubicBezTo>
                <a:cubicBezTo>
                  <a:pt x="3990889" y="3793078"/>
                  <a:pt x="3944250" y="3829876"/>
                  <a:pt x="3909733" y="3877798"/>
                </a:cubicBezTo>
                <a:cubicBezTo>
                  <a:pt x="3875217" y="3925721"/>
                  <a:pt x="3854680" y="3978636"/>
                  <a:pt x="3848119" y="4036542"/>
                </a:cubicBezTo>
                <a:cubicBezTo>
                  <a:pt x="3841558" y="4094449"/>
                  <a:pt x="3838277" y="4193004"/>
                  <a:pt x="3838277" y="4332208"/>
                </a:cubicBezTo>
                <a:lnTo>
                  <a:pt x="3838277" y="4569254"/>
                </a:lnTo>
                <a:cubicBezTo>
                  <a:pt x="3838277" y="4711881"/>
                  <a:pt x="3841701" y="4811720"/>
                  <a:pt x="3848547" y="4868770"/>
                </a:cubicBezTo>
                <a:cubicBezTo>
                  <a:pt x="3855393" y="4925821"/>
                  <a:pt x="3876787" y="4978593"/>
                  <a:pt x="3912729" y="5027086"/>
                </a:cubicBezTo>
                <a:cubicBezTo>
                  <a:pt x="3948671" y="5075580"/>
                  <a:pt x="3996166" y="5111950"/>
                  <a:pt x="4055213" y="5136196"/>
                </a:cubicBezTo>
                <a:cubicBezTo>
                  <a:pt x="4114261" y="5160443"/>
                  <a:pt x="4180867" y="5172566"/>
                  <a:pt x="4255033" y="5172566"/>
                </a:cubicBezTo>
                <a:cubicBezTo>
                  <a:pt x="4333193" y="5172566"/>
                  <a:pt x="4401654" y="5159729"/>
                  <a:pt x="4460416" y="5134057"/>
                </a:cubicBezTo>
                <a:cubicBezTo>
                  <a:pt x="4519178" y="5108384"/>
                  <a:pt x="4565817" y="5071586"/>
                  <a:pt x="4600333" y="5023663"/>
                </a:cubicBezTo>
                <a:cubicBezTo>
                  <a:pt x="4634849" y="4975741"/>
                  <a:pt x="4655387" y="4922826"/>
                  <a:pt x="4661948" y="4864920"/>
                </a:cubicBezTo>
                <a:cubicBezTo>
                  <a:pt x="4668508" y="4807013"/>
                  <a:pt x="4671789" y="4708458"/>
                  <a:pt x="4671789" y="4569254"/>
                </a:cubicBezTo>
                <a:lnTo>
                  <a:pt x="4671789" y="4332208"/>
                </a:lnTo>
                <a:cubicBezTo>
                  <a:pt x="4671789" y="4189581"/>
                  <a:pt x="4668366" y="4089742"/>
                  <a:pt x="4661520" y="4032691"/>
                </a:cubicBezTo>
                <a:cubicBezTo>
                  <a:pt x="4654674" y="3975641"/>
                  <a:pt x="4633280" y="3922869"/>
                  <a:pt x="4597338" y="3874375"/>
                </a:cubicBezTo>
                <a:cubicBezTo>
                  <a:pt x="4561396" y="3825882"/>
                  <a:pt x="4513902" y="3789513"/>
                  <a:pt x="4454854" y="3765266"/>
                </a:cubicBezTo>
                <a:cubicBezTo>
                  <a:pt x="4395806" y="3741019"/>
                  <a:pt x="4329199" y="3728896"/>
                  <a:pt x="4255033" y="3728896"/>
                </a:cubicBezTo>
                <a:close/>
                <a:moveTo>
                  <a:pt x="8873709" y="1971422"/>
                </a:moveTo>
                <a:cubicBezTo>
                  <a:pt x="8892063" y="2202442"/>
                  <a:pt x="8910355" y="2396415"/>
                  <a:pt x="8928585" y="2553340"/>
                </a:cubicBezTo>
                <a:lnTo>
                  <a:pt x="8804566" y="2553340"/>
                </a:lnTo>
                <a:cubicBezTo>
                  <a:pt x="8813962" y="2430690"/>
                  <a:pt x="8837008" y="2236717"/>
                  <a:pt x="8873709" y="1971422"/>
                </a:cubicBezTo>
                <a:close/>
                <a:moveTo>
                  <a:pt x="6711534" y="1971422"/>
                </a:moveTo>
                <a:cubicBezTo>
                  <a:pt x="6729888" y="2202442"/>
                  <a:pt x="6748180" y="2396415"/>
                  <a:pt x="6766410" y="2553340"/>
                </a:cubicBezTo>
                <a:lnTo>
                  <a:pt x="6642391" y="2553340"/>
                </a:lnTo>
                <a:cubicBezTo>
                  <a:pt x="6651787" y="2430690"/>
                  <a:pt x="6674835" y="2236717"/>
                  <a:pt x="6711534" y="1971422"/>
                </a:cubicBezTo>
                <a:close/>
                <a:moveTo>
                  <a:pt x="5247047" y="1899538"/>
                </a:moveTo>
                <a:cubicBezTo>
                  <a:pt x="5288695" y="1899538"/>
                  <a:pt x="5317362" y="1906384"/>
                  <a:pt x="5333051" y="1920076"/>
                </a:cubicBezTo>
                <a:cubicBezTo>
                  <a:pt x="5348740" y="1933769"/>
                  <a:pt x="5356585" y="1962579"/>
                  <a:pt x="5356585" y="2006508"/>
                </a:cubicBezTo>
                <a:lnTo>
                  <a:pt x="5356585" y="2082671"/>
                </a:lnTo>
                <a:cubicBezTo>
                  <a:pt x="5356585" y="2143715"/>
                  <a:pt x="5348455" y="2179800"/>
                  <a:pt x="5332196" y="2190925"/>
                </a:cubicBezTo>
                <a:cubicBezTo>
                  <a:pt x="5315936" y="2202050"/>
                  <a:pt x="5287554" y="2207612"/>
                  <a:pt x="5247047" y="2207612"/>
                </a:cubicBezTo>
                <a:close/>
                <a:moveTo>
                  <a:pt x="4332945" y="1867875"/>
                </a:moveTo>
                <a:cubicBezTo>
                  <a:pt x="4355195" y="1867875"/>
                  <a:pt x="4369885" y="1876860"/>
                  <a:pt x="4377017" y="1894831"/>
                </a:cubicBezTo>
                <a:cubicBezTo>
                  <a:pt x="4384148" y="1912802"/>
                  <a:pt x="4387714" y="1954021"/>
                  <a:pt x="4387714" y="2018489"/>
                </a:cubicBezTo>
                <a:lnTo>
                  <a:pt x="4387714" y="2655176"/>
                </a:lnTo>
                <a:cubicBezTo>
                  <a:pt x="4387714" y="2736758"/>
                  <a:pt x="4384290" y="2788389"/>
                  <a:pt x="4377444" y="2810068"/>
                </a:cubicBezTo>
                <a:cubicBezTo>
                  <a:pt x="4370598" y="2831748"/>
                  <a:pt x="4354909" y="2842587"/>
                  <a:pt x="4330378" y="2842587"/>
                </a:cubicBezTo>
                <a:cubicBezTo>
                  <a:pt x="4306416" y="2842587"/>
                  <a:pt x="4291155" y="2833174"/>
                  <a:pt x="4284594" y="2814347"/>
                </a:cubicBezTo>
                <a:cubicBezTo>
                  <a:pt x="4278033" y="2795521"/>
                  <a:pt x="4274753" y="2745886"/>
                  <a:pt x="4274753" y="2665445"/>
                </a:cubicBezTo>
                <a:lnTo>
                  <a:pt x="4274753" y="2018489"/>
                </a:lnTo>
                <a:cubicBezTo>
                  <a:pt x="4274753" y="1947175"/>
                  <a:pt x="4279745" y="1904245"/>
                  <a:pt x="4289730" y="1889697"/>
                </a:cubicBezTo>
                <a:cubicBezTo>
                  <a:pt x="4299713" y="1875149"/>
                  <a:pt x="4314118" y="1867875"/>
                  <a:pt x="4332945" y="1867875"/>
                </a:cubicBezTo>
                <a:close/>
                <a:moveTo>
                  <a:pt x="10049321" y="1662492"/>
                </a:moveTo>
                <a:lnTo>
                  <a:pt x="10049321" y="3047970"/>
                </a:lnTo>
                <a:lnTo>
                  <a:pt x="10628671" y="3047970"/>
                </a:lnTo>
                <a:lnTo>
                  <a:pt x="10628671" y="2770703"/>
                </a:lnTo>
                <a:lnTo>
                  <a:pt x="10409596" y="2770703"/>
                </a:lnTo>
                <a:lnTo>
                  <a:pt x="10409596" y="1662492"/>
                </a:lnTo>
                <a:close/>
                <a:moveTo>
                  <a:pt x="9382571" y="1662492"/>
                </a:moveTo>
                <a:lnTo>
                  <a:pt x="9382571" y="3047970"/>
                </a:lnTo>
                <a:lnTo>
                  <a:pt x="9961921" y="3047970"/>
                </a:lnTo>
                <a:lnTo>
                  <a:pt x="9961921" y="2770703"/>
                </a:lnTo>
                <a:lnTo>
                  <a:pt x="9742846" y="2770703"/>
                </a:lnTo>
                <a:lnTo>
                  <a:pt x="9742846" y="1662492"/>
                </a:lnTo>
                <a:close/>
                <a:moveTo>
                  <a:pt x="8598796" y="1662492"/>
                </a:moveTo>
                <a:lnTo>
                  <a:pt x="8415020" y="3047970"/>
                </a:lnTo>
                <a:lnTo>
                  <a:pt x="8787491" y="3047970"/>
                </a:lnTo>
                <a:lnTo>
                  <a:pt x="8809152" y="2798944"/>
                </a:lnTo>
                <a:lnTo>
                  <a:pt x="8938025" y="2798944"/>
                </a:lnTo>
                <a:lnTo>
                  <a:pt x="8957359" y="3047970"/>
                </a:lnTo>
                <a:lnTo>
                  <a:pt x="9325551" y="3047970"/>
                </a:lnTo>
                <a:lnTo>
                  <a:pt x="9119526" y="1662492"/>
                </a:lnTo>
                <a:close/>
                <a:moveTo>
                  <a:pt x="7839521" y="1662492"/>
                </a:moveTo>
                <a:lnTo>
                  <a:pt x="7839521" y="3047970"/>
                </a:lnTo>
                <a:lnTo>
                  <a:pt x="8199797" y="3047970"/>
                </a:lnTo>
                <a:lnTo>
                  <a:pt x="8199797" y="2466052"/>
                </a:lnTo>
                <a:lnTo>
                  <a:pt x="8422294" y="2466052"/>
                </a:lnTo>
                <a:lnTo>
                  <a:pt x="8422294" y="2202478"/>
                </a:lnTo>
                <a:lnTo>
                  <a:pt x="8199797" y="2202478"/>
                </a:lnTo>
                <a:lnTo>
                  <a:pt x="8199797" y="1939759"/>
                </a:lnTo>
                <a:lnTo>
                  <a:pt x="8449679" y="1939759"/>
                </a:lnTo>
                <a:lnTo>
                  <a:pt x="8449679" y="1662492"/>
                </a:lnTo>
                <a:close/>
                <a:moveTo>
                  <a:pt x="6436621" y="1662492"/>
                </a:moveTo>
                <a:lnTo>
                  <a:pt x="6252846" y="3047970"/>
                </a:lnTo>
                <a:lnTo>
                  <a:pt x="6625316" y="3047970"/>
                </a:lnTo>
                <a:lnTo>
                  <a:pt x="6646978" y="2798944"/>
                </a:lnTo>
                <a:lnTo>
                  <a:pt x="6775850" y="2798944"/>
                </a:lnTo>
                <a:lnTo>
                  <a:pt x="6795185" y="3047970"/>
                </a:lnTo>
                <a:lnTo>
                  <a:pt x="7163376" y="3047970"/>
                </a:lnTo>
                <a:lnTo>
                  <a:pt x="6957352" y="1662492"/>
                </a:lnTo>
                <a:close/>
                <a:moveTo>
                  <a:pt x="5829746" y="1662492"/>
                </a:moveTo>
                <a:lnTo>
                  <a:pt x="5829746" y="3047970"/>
                </a:lnTo>
                <a:lnTo>
                  <a:pt x="6190022" y="3047970"/>
                </a:lnTo>
                <a:lnTo>
                  <a:pt x="6190022" y="1662492"/>
                </a:lnTo>
                <a:close/>
                <a:moveTo>
                  <a:pt x="4886771" y="1662492"/>
                </a:moveTo>
                <a:lnTo>
                  <a:pt x="4886771" y="3047970"/>
                </a:lnTo>
                <a:lnTo>
                  <a:pt x="5247047" y="3047970"/>
                </a:lnTo>
                <a:lnTo>
                  <a:pt x="5247047" y="2423264"/>
                </a:lnTo>
                <a:cubicBezTo>
                  <a:pt x="5296681" y="2423264"/>
                  <a:pt x="5327346" y="2432107"/>
                  <a:pt x="5339041" y="2449793"/>
                </a:cubicBezTo>
                <a:cubicBezTo>
                  <a:pt x="5350737" y="2467479"/>
                  <a:pt x="5356585" y="2513404"/>
                  <a:pt x="5356585" y="2587570"/>
                </a:cubicBezTo>
                <a:lnTo>
                  <a:pt x="5356585" y="3047970"/>
                </a:lnTo>
                <a:lnTo>
                  <a:pt x="5691187" y="3047970"/>
                </a:lnTo>
                <a:lnTo>
                  <a:pt x="5691187" y="2682560"/>
                </a:lnTo>
                <a:cubicBezTo>
                  <a:pt x="5691187" y="2570740"/>
                  <a:pt x="5688192" y="2502422"/>
                  <a:pt x="5682202" y="2477605"/>
                </a:cubicBezTo>
                <a:cubicBezTo>
                  <a:pt x="5676211" y="2452788"/>
                  <a:pt x="5660950" y="2425546"/>
                  <a:pt x="5636418" y="2395880"/>
                </a:cubicBezTo>
                <a:cubicBezTo>
                  <a:pt x="5611887" y="2366213"/>
                  <a:pt x="5563964" y="2342537"/>
                  <a:pt x="5492650" y="2324852"/>
                </a:cubicBezTo>
                <a:cubicBezTo>
                  <a:pt x="5571380" y="2317435"/>
                  <a:pt x="5624152" y="2295185"/>
                  <a:pt x="5650966" y="2258102"/>
                </a:cubicBezTo>
                <a:cubicBezTo>
                  <a:pt x="5677781" y="2221019"/>
                  <a:pt x="5691187" y="2148565"/>
                  <a:pt x="5691187" y="2040739"/>
                </a:cubicBezTo>
                <a:cubicBezTo>
                  <a:pt x="5691187" y="1922644"/>
                  <a:pt x="5672218" y="1836639"/>
                  <a:pt x="5634279" y="1782726"/>
                </a:cubicBezTo>
                <a:cubicBezTo>
                  <a:pt x="5596340" y="1728813"/>
                  <a:pt x="5547277" y="1695296"/>
                  <a:pt x="5487088" y="1682174"/>
                </a:cubicBezTo>
                <a:cubicBezTo>
                  <a:pt x="5426900" y="1669053"/>
                  <a:pt x="5311800" y="1662492"/>
                  <a:pt x="5141789" y="1662492"/>
                </a:cubicBezTo>
                <a:close/>
                <a:moveTo>
                  <a:pt x="3053507" y="1662492"/>
                </a:moveTo>
                <a:lnTo>
                  <a:pt x="3053507" y="1939759"/>
                </a:lnTo>
                <a:lnTo>
                  <a:pt x="3266592" y="1939759"/>
                </a:lnTo>
                <a:lnTo>
                  <a:pt x="3266592" y="3047970"/>
                </a:lnTo>
                <a:lnTo>
                  <a:pt x="3626867" y="3047970"/>
                </a:lnTo>
                <a:lnTo>
                  <a:pt x="3626867" y="1939759"/>
                </a:lnTo>
                <a:lnTo>
                  <a:pt x="3840808" y="1939759"/>
                </a:lnTo>
                <a:lnTo>
                  <a:pt x="3840808" y="1662492"/>
                </a:lnTo>
                <a:close/>
                <a:moveTo>
                  <a:pt x="1638747" y="1662492"/>
                </a:moveTo>
                <a:lnTo>
                  <a:pt x="1638747" y="3047970"/>
                </a:lnTo>
                <a:lnTo>
                  <a:pt x="1999022" y="3047970"/>
                </a:lnTo>
                <a:lnTo>
                  <a:pt x="1999022" y="1662492"/>
                </a:lnTo>
                <a:close/>
                <a:moveTo>
                  <a:pt x="642194" y="1662492"/>
                </a:moveTo>
                <a:lnTo>
                  <a:pt x="850358" y="3047970"/>
                </a:lnTo>
                <a:lnTo>
                  <a:pt x="1397617" y="3047970"/>
                </a:lnTo>
                <a:lnTo>
                  <a:pt x="1580964" y="1662492"/>
                </a:lnTo>
                <a:lnTo>
                  <a:pt x="1201006" y="1662492"/>
                </a:lnTo>
                <a:lnTo>
                  <a:pt x="1175988" y="1920130"/>
                </a:lnTo>
                <a:cubicBezTo>
                  <a:pt x="1155085" y="2127197"/>
                  <a:pt x="1135326" y="2364226"/>
                  <a:pt x="1116713" y="2631214"/>
                </a:cubicBezTo>
                <a:cubicBezTo>
                  <a:pt x="1097833" y="2367042"/>
                  <a:pt x="1066312" y="2044135"/>
                  <a:pt x="1022151" y="1662492"/>
                </a:cubicBezTo>
                <a:close/>
                <a:moveTo>
                  <a:pt x="11067677" y="1633396"/>
                </a:moveTo>
                <a:cubicBezTo>
                  <a:pt x="10982101" y="1633396"/>
                  <a:pt x="10909076" y="1647231"/>
                  <a:pt x="10848602" y="1674900"/>
                </a:cubicBezTo>
                <a:cubicBezTo>
                  <a:pt x="10788129" y="1702570"/>
                  <a:pt x="10744342" y="1740937"/>
                  <a:pt x="10717243" y="1790001"/>
                </a:cubicBezTo>
                <a:cubicBezTo>
                  <a:pt x="10690144" y="1839064"/>
                  <a:pt x="10676594" y="1916653"/>
                  <a:pt x="10676594" y="2022768"/>
                </a:cubicBezTo>
                <a:cubicBezTo>
                  <a:pt x="10676594" y="2096363"/>
                  <a:pt x="10686150" y="2156837"/>
                  <a:pt x="10705262" y="2204189"/>
                </a:cubicBezTo>
                <a:cubicBezTo>
                  <a:pt x="10724375" y="2251541"/>
                  <a:pt x="10748478" y="2288624"/>
                  <a:pt x="10777574" y="2315438"/>
                </a:cubicBezTo>
                <a:cubicBezTo>
                  <a:pt x="10806670" y="2342252"/>
                  <a:pt x="10866003" y="2385325"/>
                  <a:pt x="10955572" y="2444658"/>
                </a:cubicBezTo>
                <a:cubicBezTo>
                  <a:pt x="11045143" y="2503420"/>
                  <a:pt x="11101338" y="2545353"/>
                  <a:pt x="11124157" y="2570455"/>
                </a:cubicBezTo>
                <a:cubicBezTo>
                  <a:pt x="11146407" y="2595558"/>
                  <a:pt x="11157532" y="2648900"/>
                  <a:pt x="11157532" y="2730483"/>
                </a:cubicBezTo>
                <a:cubicBezTo>
                  <a:pt x="11157532" y="2767566"/>
                  <a:pt x="11151685" y="2795521"/>
                  <a:pt x="11139989" y="2814347"/>
                </a:cubicBezTo>
                <a:cubicBezTo>
                  <a:pt x="11128294" y="2833174"/>
                  <a:pt x="11110465" y="2842587"/>
                  <a:pt x="11086504" y="2842587"/>
                </a:cubicBezTo>
                <a:cubicBezTo>
                  <a:pt x="11062543" y="2842587"/>
                  <a:pt x="11045855" y="2835171"/>
                  <a:pt x="11036442" y="2820338"/>
                </a:cubicBezTo>
                <a:cubicBezTo>
                  <a:pt x="11027029" y="2805504"/>
                  <a:pt x="11022322" y="2772130"/>
                  <a:pt x="11022322" y="2720213"/>
                </a:cubicBezTo>
                <a:lnTo>
                  <a:pt x="11022322" y="2551628"/>
                </a:lnTo>
                <a:lnTo>
                  <a:pt x="10687719" y="2551628"/>
                </a:lnTo>
                <a:lnTo>
                  <a:pt x="10687719" y="2642339"/>
                </a:lnTo>
                <a:cubicBezTo>
                  <a:pt x="10687719" y="2746172"/>
                  <a:pt x="10698274" y="2826328"/>
                  <a:pt x="10719382" y="2882808"/>
                </a:cubicBezTo>
                <a:cubicBezTo>
                  <a:pt x="10740491" y="2939288"/>
                  <a:pt x="10785134" y="2985785"/>
                  <a:pt x="10853309" y="3022297"/>
                </a:cubicBezTo>
                <a:cubicBezTo>
                  <a:pt x="10921485" y="3058810"/>
                  <a:pt x="11003781" y="3077066"/>
                  <a:pt x="11100196" y="3077066"/>
                </a:cubicBezTo>
                <a:cubicBezTo>
                  <a:pt x="11188055" y="3077066"/>
                  <a:pt x="11265073" y="3061235"/>
                  <a:pt x="11331252" y="3029571"/>
                </a:cubicBezTo>
                <a:cubicBezTo>
                  <a:pt x="11397431" y="2997908"/>
                  <a:pt x="11442073" y="2958686"/>
                  <a:pt x="11465179" y="2911904"/>
                </a:cubicBezTo>
                <a:cubicBezTo>
                  <a:pt x="11488284" y="2865122"/>
                  <a:pt x="11499837" y="2792383"/>
                  <a:pt x="11499837" y="2693685"/>
                </a:cubicBezTo>
                <a:cubicBezTo>
                  <a:pt x="11499837" y="2557904"/>
                  <a:pt x="11479014" y="2459492"/>
                  <a:pt x="11437366" y="2398447"/>
                </a:cubicBezTo>
                <a:cubicBezTo>
                  <a:pt x="11395720" y="2337403"/>
                  <a:pt x="11294708" y="2259288"/>
                  <a:pt x="11134332" y="2164102"/>
                </a:cubicBezTo>
                <a:cubicBezTo>
                  <a:pt x="11078406" y="2131039"/>
                  <a:pt x="11044469" y="2102804"/>
                  <a:pt x="11032524" y="2079395"/>
                </a:cubicBezTo>
                <a:cubicBezTo>
                  <a:pt x="11020017" y="2055986"/>
                  <a:pt x="11013764" y="2021163"/>
                  <a:pt x="11013764" y="1974925"/>
                </a:cubicBezTo>
                <a:cubicBezTo>
                  <a:pt x="11013764" y="1938956"/>
                  <a:pt x="11019327" y="1912123"/>
                  <a:pt x="11030452" y="1894424"/>
                </a:cubicBezTo>
                <a:cubicBezTo>
                  <a:pt x="11041576" y="1876725"/>
                  <a:pt x="11057979" y="1867875"/>
                  <a:pt x="11079658" y="1867875"/>
                </a:cubicBezTo>
                <a:cubicBezTo>
                  <a:pt x="11099626" y="1867875"/>
                  <a:pt x="11113888" y="1874436"/>
                  <a:pt x="11122446" y="1887557"/>
                </a:cubicBezTo>
                <a:cubicBezTo>
                  <a:pt x="11131004" y="1900679"/>
                  <a:pt x="11135282" y="1931201"/>
                  <a:pt x="11135282" y="1979124"/>
                </a:cubicBezTo>
                <a:lnTo>
                  <a:pt x="11135282" y="2081815"/>
                </a:lnTo>
                <a:lnTo>
                  <a:pt x="11469885" y="2081815"/>
                </a:lnTo>
                <a:lnTo>
                  <a:pt x="11469885" y="2027046"/>
                </a:lnTo>
                <a:cubicBezTo>
                  <a:pt x="11469885" y="1916939"/>
                  <a:pt x="11459188" y="1838922"/>
                  <a:pt x="11437794" y="1792996"/>
                </a:cubicBezTo>
                <a:cubicBezTo>
                  <a:pt x="11416400" y="1747070"/>
                  <a:pt x="11372756" y="1708988"/>
                  <a:pt x="11306863" y="1678751"/>
                </a:cubicBezTo>
                <a:cubicBezTo>
                  <a:pt x="11240969" y="1648514"/>
                  <a:pt x="11161241" y="1633396"/>
                  <a:pt x="11067677" y="1633396"/>
                </a:cubicBezTo>
                <a:close/>
                <a:moveTo>
                  <a:pt x="4331234" y="1633396"/>
                </a:moveTo>
                <a:cubicBezTo>
                  <a:pt x="4253074" y="1633396"/>
                  <a:pt x="4184613" y="1646233"/>
                  <a:pt x="4125850" y="1671905"/>
                </a:cubicBezTo>
                <a:cubicBezTo>
                  <a:pt x="4067089" y="1697578"/>
                  <a:pt x="4020449" y="1734376"/>
                  <a:pt x="3985934" y="1782299"/>
                </a:cubicBezTo>
                <a:cubicBezTo>
                  <a:pt x="3951418" y="1830221"/>
                  <a:pt x="3930880" y="1883136"/>
                  <a:pt x="3924319" y="1941043"/>
                </a:cubicBezTo>
                <a:cubicBezTo>
                  <a:pt x="3917758" y="1998949"/>
                  <a:pt x="3914477" y="2097504"/>
                  <a:pt x="3914477" y="2236708"/>
                </a:cubicBezTo>
                <a:lnTo>
                  <a:pt x="3914477" y="2473754"/>
                </a:lnTo>
                <a:cubicBezTo>
                  <a:pt x="3914477" y="2616381"/>
                  <a:pt x="3917901" y="2716220"/>
                  <a:pt x="3924747" y="2773271"/>
                </a:cubicBezTo>
                <a:cubicBezTo>
                  <a:pt x="3931593" y="2830321"/>
                  <a:pt x="3952987" y="2883093"/>
                  <a:pt x="3988929" y="2931587"/>
                </a:cubicBezTo>
                <a:cubicBezTo>
                  <a:pt x="4024871" y="2980080"/>
                  <a:pt x="4072366" y="3016450"/>
                  <a:pt x="4131413" y="3040696"/>
                </a:cubicBezTo>
                <a:cubicBezTo>
                  <a:pt x="4190461" y="3064943"/>
                  <a:pt x="4257067" y="3077066"/>
                  <a:pt x="4331234" y="3077066"/>
                </a:cubicBezTo>
                <a:cubicBezTo>
                  <a:pt x="4409393" y="3077066"/>
                  <a:pt x="4477854" y="3064230"/>
                  <a:pt x="4536617" y="3038557"/>
                </a:cubicBezTo>
                <a:cubicBezTo>
                  <a:pt x="4595378" y="3012884"/>
                  <a:pt x="4642017" y="2976086"/>
                  <a:pt x="4676533" y="2928164"/>
                </a:cubicBezTo>
                <a:cubicBezTo>
                  <a:pt x="4711049" y="2880241"/>
                  <a:pt x="4731587" y="2827326"/>
                  <a:pt x="4738148" y="2769420"/>
                </a:cubicBezTo>
                <a:cubicBezTo>
                  <a:pt x="4744709" y="2711513"/>
                  <a:pt x="4747990" y="2612958"/>
                  <a:pt x="4747990" y="2473754"/>
                </a:cubicBezTo>
                <a:lnTo>
                  <a:pt x="4747990" y="2236708"/>
                </a:lnTo>
                <a:cubicBezTo>
                  <a:pt x="4747990" y="2094081"/>
                  <a:pt x="4744566" y="1994242"/>
                  <a:pt x="4737720" y="1937191"/>
                </a:cubicBezTo>
                <a:cubicBezTo>
                  <a:pt x="4730874" y="1880141"/>
                  <a:pt x="4709480" y="1827369"/>
                  <a:pt x="4673538" y="1778876"/>
                </a:cubicBezTo>
                <a:cubicBezTo>
                  <a:pt x="4637596" y="1730382"/>
                  <a:pt x="4590101" y="1694013"/>
                  <a:pt x="4531054" y="1669766"/>
                </a:cubicBezTo>
                <a:cubicBezTo>
                  <a:pt x="4472006" y="1645519"/>
                  <a:pt x="4405399" y="1633396"/>
                  <a:pt x="4331234" y="1633396"/>
                </a:cubicBezTo>
                <a:close/>
                <a:moveTo>
                  <a:pt x="2553482" y="1633396"/>
                </a:moveTo>
                <a:cubicBezTo>
                  <a:pt x="2475322" y="1633396"/>
                  <a:pt x="2406148" y="1646660"/>
                  <a:pt x="2345960" y="1673189"/>
                </a:cubicBezTo>
                <a:cubicBezTo>
                  <a:pt x="2285771" y="1699718"/>
                  <a:pt x="2238704" y="1736088"/>
                  <a:pt x="2204759" y="1782299"/>
                </a:cubicBezTo>
                <a:cubicBezTo>
                  <a:pt x="2170813" y="1828510"/>
                  <a:pt x="2150418" y="1876575"/>
                  <a:pt x="2143572" y="1926494"/>
                </a:cubicBezTo>
                <a:cubicBezTo>
                  <a:pt x="2136726" y="1976414"/>
                  <a:pt x="2133303" y="2051293"/>
                  <a:pt x="2133303" y="2151132"/>
                </a:cubicBezTo>
                <a:lnTo>
                  <a:pt x="2133303" y="2555907"/>
                </a:lnTo>
                <a:cubicBezTo>
                  <a:pt x="2133303" y="2691688"/>
                  <a:pt x="2144427" y="2793381"/>
                  <a:pt x="2166677" y="2860986"/>
                </a:cubicBezTo>
                <a:cubicBezTo>
                  <a:pt x="2188927" y="2928591"/>
                  <a:pt x="2234283" y="2981506"/>
                  <a:pt x="2302743" y="3019730"/>
                </a:cubicBezTo>
                <a:cubicBezTo>
                  <a:pt x="2371204" y="3057954"/>
                  <a:pt x="2458207" y="3077066"/>
                  <a:pt x="2563751" y="3077066"/>
                </a:cubicBezTo>
                <a:cubicBezTo>
                  <a:pt x="2665301" y="3077066"/>
                  <a:pt x="2750734" y="3054498"/>
                  <a:pt x="2820051" y="3009361"/>
                </a:cubicBezTo>
                <a:cubicBezTo>
                  <a:pt x="2889368" y="2964224"/>
                  <a:pt x="2934153" y="2911659"/>
                  <a:pt x="2954406" y="2851667"/>
                </a:cubicBezTo>
                <a:cubicBezTo>
                  <a:pt x="2974659" y="2791674"/>
                  <a:pt x="2984785" y="2689977"/>
                  <a:pt x="2984785" y="2546574"/>
                </a:cubicBezTo>
                <a:lnTo>
                  <a:pt x="2984785" y="2492581"/>
                </a:lnTo>
                <a:lnTo>
                  <a:pt x="2624510" y="2492581"/>
                </a:lnTo>
                <a:lnTo>
                  <a:pt x="2624510" y="2666728"/>
                </a:lnTo>
                <a:cubicBezTo>
                  <a:pt x="2624510" y="2742793"/>
                  <a:pt x="2620374" y="2791119"/>
                  <a:pt x="2612101" y="2811707"/>
                </a:cubicBezTo>
                <a:cubicBezTo>
                  <a:pt x="2603829" y="2832294"/>
                  <a:pt x="2586286" y="2842587"/>
                  <a:pt x="2559472" y="2842587"/>
                </a:cubicBezTo>
                <a:cubicBezTo>
                  <a:pt x="2531517" y="2842587"/>
                  <a:pt x="2513546" y="2832318"/>
                  <a:pt x="2505559" y="2811780"/>
                </a:cubicBezTo>
                <a:cubicBezTo>
                  <a:pt x="2497572" y="2791242"/>
                  <a:pt x="2493578" y="2747313"/>
                  <a:pt x="2493578" y="2679993"/>
                </a:cubicBezTo>
                <a:lnTo>
                  <a:pt x="2493578" y="2036460"/>
                </a:lnTo>
                <a:cubicBezTo>
                  <a:pt x="2493578" y="1966287"/>
                  <a:pt x="2497572" y="1920647"/>
                  <a:pt x="2505559" y="1899538"/>
                </a:cubicBezTo>
                <a:cubicBezTo>
                  <a:pt x="2513546" y="1878429"/>
                  <a:pt x="2532373" y="1867875"/>
                  <a:pt x="2562039" y="1867875"/>
                </a:cubicBezTo>
                <a:cubicBezTo>
                  <a:pt x="2588283" y="1867875"/>
                  <a:pt x="2605255" y="1876557"/>
                  <a:pt x="2612957" y="1893922"/>
                </a:cubicBezTo>
                <a:cubicBezTo>
                  <a:pt x="2620659" y="1911287"/>
                  <a:pt x="2624510" y="1954980"/>
                  <a:pt x="2624510" y="2025001"/>
                </a:cubicBezTo>
                <a:lnTo>
                  <a:pt x="2624510" y="2265804"/>
                </a:lnTo>
                <a:lnTo>
                  <a:pt x="2984785" y="2265804"/>
                </a:lnTo>
                <a:lnTo>
                  <a:pt x="2984785" y="2134190"/>
                </a:lnTo>
                <a:cubicBezTo>
                  <a:pt x="2984785" y="2004864"/>
                  <a:pt x="2973946" y="1909578"/>
                  <a:pt x="2952266" y="1848333"/>
                </a:cubicBezTo>
                <a:cubicBezTo>
                  <a:pt x="2930587" y="1787088"/>
                  <a:pt x="2885232" y="1735954"/>
                  <a:pt x="2816201" y="1694931"/>
                </a:cubicBezTo>
                <a:cubicBezTo>
                  <a:pt x="2747169" y="1653908"/>
                  <a:pt x="2659596" y="1633396"/>
                  <a:pt x="2553482" y="1633396"/>
                </a:cubicBezTo>
                <a:close/>
                <a:moveTo>
                  <a:pt x="0" y="0"/>
                </a:moveTo>
                <a:lnTo>
                  <a:pt x="12192000" y="0"/>
                </a:lnTo>
                <a:lnTo>
                  <a:pt x="12192000" y="6858000"/>
                </a:lnTo>
                <a:lnTo>
                  <a:pt x="0" y="6858000"/>
                </a:ln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accent6">
                  <a:lumMod val="50000"/>
                </a:schemeClr>
              </a:solidFill>
            </a:endParaRPr>
          </a:p>
        </p:txBody>
      </p:sp>
    </p:spTree>
    <p:extLst>
      <p:ext uri="{BB962C8B-B14F-4D97-AF65-F5344CB8AC3E}">
        <p14:creationId xmlns:p14="http://schemas.microsoft.com/office/powerpoint/2010/main" val="4107214745"/>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grpId="0" nodeType="clickEffect">
                                  <p:stCondLst>
                                    <p:cond delay="0"/>
                                  </p:stCondLst>
                                  <p:childTnLst>
                                    <p:animScale>
                                      <p:cBhvr>
                                        <p:cTn id="10" dur="2000" fill="hold"/>
                                        <p:tgtEl>
                                          <p:spTgt spid="4"/>
                                        </p:tgtEl>
                                      </p:cBhvr>
                                      <p:by x="150000" y="150000"/>
                                    </p:animScale>
                                  </p:childTnLst>
                                </p:cTn>
                              </p:par>
                              <p:par>
                                <p:cTn id="11" presetID="10" presetClass="exit" presetSubtype="0" fill="hold" grpId="1" nodeType="withEffect">
                                  <p:stCondLst>
                                    <p:cond delay="1500"/>
                                  </p:stCondLst>
                                  <p:childTnLst>
                                    <p:animEffect transition="out" filter="fade">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4" repeatCount="indefinite" fill="hold" display="0">
                  <p:stCondLst>
                    <p:cond delay="indefinite"/>
                  </p:stCondLst>
                </p:cTn>
                <p:tgtEl>
                  <p:spTgt spid="3"/>
                </p:tgtEl>
              </p:cMediaNode>
            </p:video>
            <p:seq concurrent="1" nextAc="seek">
              <p:cTn id="15" restart="whenNotActive" fill="hold" evtFilter="cancelBubble" nodeType="interactiveSeq">
                <p:stCondLst>
                  <p:cond evt="onClick" delay="0">
                    <p:tgtEl>
                      <p:spTgt spid="3"/>
                    </p:tgtEl>
                  </p:cond>
                </p:stCondLst>
                <p:endSync evt="end" delay="0">
                  <p:rtn val="all"/>
                </p:endSync>
                <p:childTnLst>
                  <p:par>
                    <p:cTn id="16" fill="hold">
                      <p:stCondLst>
                        <p:cond delay="0"/>
                      </p:stCondLst>
                      <p:childTnLst>
                        <p:par>
                          <p:cTn id="17" fill="hold">
                            <p:stCondLst>
                              <p:cond delay="0"/>
                            </p:stCondLst>
                            <p:childTnLst>
                              <p:par>
                                <p:cTn id="18" presetID="2" presetClass="mediacall" presetSubtype="0" fill="hold" nodeType="withEffect">
                                  <p:stCondLst>
                                    <p:cond delay="0"/>
                                  </p:stCondLst>
                                  <p:childTnLst>
                                    <p:cmd type="call" cmd="togglePause">
                                      <p:cBhvr>
                                        <p:cTn id="19" dur="1" fill="hold"/>
                                        <p:tgtEl>
                                          <p:spTgt spid="3"/>
                                        </p:tgtEl>
                                      </p:cBhvr>
                                    </p:cmd>
                                  </p:childTnLst>
                                </p:cTn>
                              </p:par>
                            </p:childTnLst>
                          </p:cTn>
                        </p:par>
                      </p:childTnLst>
                    </p:cTn>
                  </p:par>
                </p:childTnLst>
              </p:cTn>
              <p:nextCondLst>
                <p:cond evt="onClick" delay="0">
                  <p:tgtEl>
                    <p:spTgt spid="3"/>
                  </p:tgtEl>
                </p:cond>
              </p:nextCondLst>
            </p:seq>
          </p:childTnLst>
        </p:cTn>
      </p:par>
    </p:tnLst>
    <p:bldLst>
      <p:bldP spid="4" grpId="0" animBg="1"/>
      <p:bldP spid="4"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3E09D25B-3DD3-47BB-AE71-F3B893655150}"/>
                  </a:ext>
                </a:extLst>
              </p:cNvPr>
              <p:cNvGraphicFramePr>
                <a:graphicFrameLocks noChangeAspect="1"/>
              </p:cNvGraphicFramePr>
              <p:nvPr/>
            </p:nvGraphicFramePr>
            <p:xfrm>
              <a:off x="17685" y="968824"/>
              <a:ext cx="3048000" cy="1714500"/>
            </p:xfrm>
            <a:graphic>
              <a:graphicData uri="http://schemas.microsoft.com/office/powerpoint/2016/slidezoom">
                <pslz:sldZm>
                  <pslz:sldZmObj sldId="323" cId="991260468">
                    <pslz:zmPr id="{4AEBA5D7-C77E-4B7E-AD90-6C44BA50C028}"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3" name="Slide Zoom 2">
                <a:hlinkClick r:id="rId3" action="ppaction://hlinksldjump"/>
                <a:extLst>
                  <a:ext uri="{FF2B5EF4-FFF2-40B4-BE49-F238E27FC236}">
                    <a16:creationId xmlns:a16="http://schemas.microsoft.com/office/drawing/2014/main" id="{3E09D25B-3DD3-47BB-AE71-F3B893655150}"/>
                  </a:ext>
                </a:extLst>
              </p:cNvPr>
              <p:cNvPicPr>
                <a:picLocks noGrp="1" noRot="1" noChangeAspect="1" noMove="1" noResize="1" noEditPoints="1" noAdjustHandles="1" noChangeArrowheads="1" noChangeShapeType="1"/>
              </p:cNvPicPr>
              <p:nvPr/>
            </p:nvPicPr>
            <p:blipFill>
              <a:blip r:embed="rId4"/>
              <a:stretch>
                <a:fillRect/>
              </a:stretch>
            </p:blipFill>
            <p:spPr>
              <a:xfrm>
                <a:off x="17685" y="968824"/>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43B80A05-68A1-43DE-8872-C63CC0B3C3E6}"/>
                  </a:ext>
                </a:extLst>
              </p:cNvPr>
              <p:cNvGraphicFramePr>
                <a:graphicFrameLocks noChangeAspect="1"/>
              </p:cNvGraphicFramePr>
              <p:nvPr/>
            </p:nvGraphicFramePr>
            <p:xfrm>
              <a:off x="17685" y="2683324"/>
              <a:ext cx="3048000" cy="1714500"/>
            </p:xfrm>
            <a:graphic>
              <a:graphicData uri="http://schemas.microsoft.com/office/powerpoint/2016/slidezoom">
                <pslz:sldZm>
                  <pslz:sldZmObj sldId="324" cId="294299324">
                    <pslz:zmPr id="{F29EEC08-6630-4FE4-A475-FD7EFB9BCEFD}"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hlinkClick r:id="rId6" action="ppaction://hlinksldjump"/>
                <a:extLst>
                  <a:ext uri="{FF2B5EF4-FFF2-40B4-BE49-F238E27FC236}">
                    <a16:creationId xmlns:a16="http://schemas.microsoft.com/office/drawing/2014/main" id="{43B80A05-68A1-43DE-8872-C63CC0B3C3E6}"/>
                  </a:ext>
                </a:extLst>
              </p:cNvPr>
              <p:cNvPicPr>
                <a:picLocks noGrp="1" noRot="1" noChangeAspect="1" noMove="1" noResize="1" noEditPoints="1" noAdjustHandles="1" noChangeArrowheads="1" noChangeShapeType="1"/>
              </p:cNvPicPr>
              <p:nvPr/>
            </p:nvPicPr>
            <p:blipFill>
              <a:blip r:embed="rId7"/>
              <a:stretch>
                <a:fillRect/>
              </a:stretch>
            </p:blipFill>
            <p:spPr>
              <a:xfrm>
                <a:off x="17685" y="2683324"/>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72DF643C-39CD-47F6-8A59-9C846C109DC9}"/>
                  </a:ext>
                </a:extLst>
              </p:cNvPr>
              <p:cNvGraphicFramePr>
                <a:graphicFrameLocks noChangeAspect="1"/>
              </p:cNvGraphicFramePr>
              <p:nvPr/>
            </p:nvGraphicFramePr>
            <p:xfrm>
              <a:off x="17685" y="4407583"/>
              <a:ext cx="3048000" cy="1714500"/>
            </p:xfrm>
            <a:graphic>
              <a:graphicData uri="http://schemas.microsoft.com/office/powerpoint/2016/slidezoom">
                <pslz:sldZm>
                  <pslz:sldZmObj sldId="325" cId="368363258">
                    <pslz:zmPr id="{CA11CC58-68EF-45C2-9329-D75082A627B1}" transitionDur="1000">
                      <p166:blipFill xmlns:p166="http://schemas.microsoft.com/office/powerpoint/2016/6/main">
                        <a:blip r:embed="rId8"/>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7" name="Slide Zoom 6">
                <a:hlinkClick r:id="rId9" action="ppaction://hlinksldjump"/>
                <a:extLst>
                  <a:ext uri="{FF2B5EF4-FFF2-40B4-BE49-F238E27FC236}">
                    <a16:creationId xmlns:a16="http://schemas.microsoft.com/office/drawing/2014/main" id="{72DF643C-39CD-47F6-8A59-9C846C109DC9}"/>
                  </a:ext>
                </a:extLst>
              </p:cNvPr>
              <p:cNvPicPr>
                <a:picLocks noGrp="1" noRot="1" noChangeAspect="1" noMove="1" noResize="1" noEditPoints="1" noAdjustHandles="1" noChangeArrowheads="1" noChangeShapeType="1"/>
              </p:cNvPicPr>
              <p:nvPr/>
            </p:nvPicPr>
            <p:blipFill>
              <a:blip r:embed="rId10"/>
              <a:stretch>
                <a:fillRect/>
              </a:stretch>
            </p:blipFill>
            <p:spPr>
              <a:xfrm>
                <a:off x="17685" y="4407583"/>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2CFB8966-E652-472E-B947-D10D80A119F3}"/>
                  </a:ext>
                </a:extLst>
              </p:cNvPr>
              <p:cNvGraphicFramePr>
                <a:graphicFrameLocks noChangeAspect="1"/>
              </p:cNvGraphicFramePr>
              <p:nvPr/>
            </p:nvGraphicFramePr>
            <p:xfrm>
              <a:off x="3092383" y="2683324"/>
              <a:ext cx="3048000" cy="1714500"/>
            </p:xfrm>
            <a:graphic>
              <a:graphicData uri="http://schemas.microsoft.com/office/powerpoint/2016/slidezoom">
                <pslz:sldZm>
                  <pslz:sldZmObj sldId="326" cId="4023535635">
                    <pslz:zmPr id="{EF3E0B1A-BA93-4DE9-B1F6-D60D64BD9455}" transitionDur="1000">
                      <p166:blipFill xmlns:p166="http://schemas.microsoft.com/office/powerpoint/2016/6/main">
                        <a:blip r:embed="rId11"/>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9" name="Slide Zoom 8">
                <a:hlinkClick r:id="rId12" action="ppaction://hlinksldjump"/>
                <a:extLst>
                  <a:ext uri="{FF2B5EF4-FFF2-40B4-BE49-F238E27FC236}">
                    <a16:creationId xmlns:a16="http://schemas.microsoft.com/office/drawing/2014/main" id="{2CFB8966-E652-472E-B947-D10D80A119F3}"/>
                  </a:ext>
                </a:extLst>
              </p:cNvPr>
              <p:cNvPicPr>
                <a:picLocks noGrp="1" noRot="1" noChangeAspect="1" noMove="1" noResize="1" noEditPoints="1" noAdjustHandles="1" noChangeArrowheads="1" noChangeShapeType="1"/>
              </p:cNvPicPr>
              <p:nvPr/>
            </p:nvPicPr>
            <p:blipFill>
              <a:blip r:embed="rId13"/>
              <a:stretch>
                <a:fillRect/>
              </a:stretch>
            </p:blipFill>
            <p:spPr>
              <a:xfrm>
                <a:off x="3092383" y="2683324"/>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87F24874-B4A9-44B1-B2A2-422BE7C8D44A}"/>
                  </a:ext>
                </a:extLst>
              </p:cNvPr>
              <p:cNvGraphicFramePr>
                <a:graphicFrameLocks noChangeAspect="1"/>
              </p:cNvGraphicFramePr>
              <p:nvPr/>
            </p:nvGraphicFramePr>
            <p:xfrm>
              <a:off x="3092383" y="4412814"/>
              <a:ext cx="3048000" cy="1714500"/>
            </p:xfrm>
            <a:graphic>
              <a:graphicData uri="http://schemas.microsoft.com/office/powerpoint/2016/slidezoom">
                <pslz:sldZm>
                  <pslz:sldZmObj sldId="327" cId="3910248201">
                    <pslz:zmPr id="{1C48CAD7-9776-4319-A9B2-18A8478D4298}" transitionDur="1000">
                      <p166:blipFill xmlns:p166="http://schemas.microsoft.com/office/powerpoint/2016/6/main">
                        <a:blip r:embed="rId14"/>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1" name="Slide Zoom 10">
                <a:hlinkClick r:id="rId15" action="ppaction://hlinksldjump"/>
                <a:extLst>
                  <a:ext uri="{FF2B5EF4-FFF2-40B4-BE49-F238E27FC236}">
                    <a16:creationId xmlns:a16="http://schemas.microsoft.com/office/drawing/2014/main" id="{87F24874-B4A9-44B1-B2A2-422BE7C8D44A}"/>
                  </a:ext>
                </a:extLst>
              </p:cNvPr>
              <p:cNvPicPr>
                <a:picLocks noGrp="1" noRot="1" noChangeAspect="1" noMove="1" noResize="1" noEditPoints="1" noAdjustHandles="1" noChangeArrowheads="1" noChangeShapeType="1"/>
              </p:cNvPicPr>
              <p:nvPr/>
            </p:nvPicPr>
            <p:blipFill>
              <a:blip r:embed="rId16"/>
              <a:stretch>
                <a:fillRect/>
              </a:stretch>
            </p:blipFill>
            <p:spPr>
              <a:xfrm>
                <a:off x="3092383" y="4412814"/>
                <a:ext cx="3048000" cy="1714500"/>
              </a:xfrm>
              <a:prstGeom prst="rect">
                <a:avLst/>
              </a:prstGeom>
              <a:ln w="3175">
                <a:solidFill>
                  <a:prstClr val="ltGray"/>
                </a:solidFill>
              </a:ln>
            </p:spPr>
          </p:pic>
        </mc:Fallback>
      </mc:AlternateContent>
      <p:pic>
        <p:nvPicPr>
          <p:cNvPr id="12" name="Picture 11">
            <a:extLst>
              <a:ext uri="{FF2B5EF4-FFF2-40B4-BE49-F238E27FC236}">
                <a16:creationId xmlns:a16="http://schemas.microsoft.com/office/drawing/2014/main" id="{7D89C6D1-44C1-4EE2-A7EA-4EE724E760C8}"/>
              </a:ext>
            </a:extLst>
          </p:cNvPr>
          <p:cNvPicPr>
            <a:picLocks noChangeAspect="1"/>
          </p:cNvPicPr>
          <p:nvPr/>
        </p:nvPicPr>
        <p:blipFill>
          <a:blip r:embed="rId17"/>
          <a:stretch>
            <a:fillRect/>
          </a:stretch>
        </p:blipFill>
        <p:spPr>
          <a:xfrm>
            <a:off x="3619156" y="55750"/>
            <a:ext cx="4680694" cy="2557149"/>
          </a:xfrm>
          <a:prstGeom prst="rect">
            <a:avLst/>
          </a:prstGeom>
        </p:spPr>
      </p:pic>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59088647-AFAA-4B22-BF5E-2270A6D1AA83}"/>
                  </a:ext>
                </a:extLst>
              </p:cNvPr>
              <p:cNvGraphicFramePr>
                <a:graphicFrameLocks noChangeAspect="1"/>
              </p:cNvGraphicFramePr>
              <p:nvPr/>
            </p:nvGraphicFramePr>
            <p:xfrm>
              <a:off x="6155373" y="2693786"/>
              <a:ext cx="3048000" cy="1714500"/>
            </p:xfrm>
            <a:graphic>
              <a:graphicData uri="http://schemas.microsoft.com/office/powerpoint/2016/slidezoom">
                <pslz:sldZm>
                  <pslz:sldZmObj sldId="328" cId="363507707">
                    <pslz:zmPr id="{C2012979-01DF-4DDE-9B5D-1723A4C8BF63}" transitionDur="1000">
                      <p166:blipFill xmlns:p166="http://schemas.microsoft.com/office/powerpoint/2016/6/main">
                        <a:blip r:embed="rId18"/>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4" name="Slide Zoom 13">
                <a:hlinkClick r:id="rId19" action="ppaction://hlinksldjump"/>
                <a:extLst>
                  <a:ext uri="{FF2B5EF4-FFF2-40B4-BE49-F238E27FC236}">
                    <a16:creationId xmlns:a16="http://schemas.microsoft.com/office/drawing/2014/main" id="{59088647-AFAA-4B22-BF5E-2270A6D1AA83}"/>
                  </a:ext>
                </a:extLst>
              </p:cNvPr>
              <p:cNvPicPr>
                <a:picLocks noGrp="1" noRot="1" noChangeAspect="1" noMove="1" noResize="1" noEditPoints="1" noAdjustHandles="1" noChangeArrowheads="1" noChangeShapeType="1"/>
              </p:cNvPicPr>
              <p:nvPr/>
            </p:nvPicPr>
            <p:blipFill>
              <a:blip r:embed="rId20"/>
              <a:stretch>
                <a:fillRect/>
              </a:stretch>
            </p:blipFill>
            <p:spPr>
              <a:xfrm>
                <a:off x="6155373" y="269378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259CC43B-4C71-4149-A858-33BA76ECC25B}"/>
                  </a:ext>
                </a:extLst>
              </p:cNvPr>
              <p:cNvGraphicFramePr>
                <a:graphicFrameLocks noChangeAspect="1"/>
              </p:cNvGraphicFramePr>
              <p:nvPr/>
            </p:nvGraphicFramePr>
            <p:xfrm>
              <a:off x="6163490" y="4407583"/>
              <a:ext cx="3048000" cy="1714500"/>
            </p:xfrm>
            <a:graphic>
              <a:graphicData uri="http://schemas.microsoft.com/office/powerpoint/2016/slidezoom">
                <pslz:sldZm>
                  <pslz:sldZmObj sldId="329" cId="240461581">
                    <pslz:zmPr id="{C92478DD-A975-49FD-A3EE-F2A40D345B39}" transitionDur="1000">
                      <p166:blipFill xmlns:p166="http://schemas.microsoft.com/office/powerpoint/2016/6/main">
                        <a:blip r:embed="rId21"/>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6" name="Slide Zoom 15">
                <a:hlinkClick r:id="rId22" action="ppaction://hlinksldjump"/>
                <a:extLst>
                  <a:ext uri="{FF2B5EF4-FFF2-40B4-BE49-F238E27FC236}">
                    <a16:creationId xmlns:a16="http://schemas.microsoft.com/office/drawing/2014/main" id="{259CC43B-4C71-4149-A858-33BA76ECC25B}"/>
                  </a:ext>
                </a:extLst>
              </p:cNvPr>
              <p:cNvPicPr>
                <a:picLocks noGrp="1" noRot="1" noChangeAspect="1" noMove="1" noResize="1" noEditPoints="1" noAdjustHandles="1" noChangeArrowheads="1" noChangeShapeType="1"/>
              </p:cNvPicPr>
              <p:nvPr/>
            </p:nvPicPr>
            <p:blipFill>
              <a:blip r:embed="rId23"/>
              <a:stretch>
                <a:fillRect/>
              </a:stretch>
            </p:blipFill>
            <p:spPr>
              <a:xfrm>
                <a:off x="6163490" y="4407583"/>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8" name="Slide Zoom 17">
                <a:extLst>
                  <a:ext uri="{FF2B5EF4-FFF2-40B4-BE49-F238E27FC236}">
                    <a16:creationId xmlns:a16="http://schemas.microsoft.com/office/drawing/2014/main" id="{3A2FB646-0146-467E-B6F2-5A7637C6495C}"/>
                  </a:ext>
                </a:extLst>
              </p:cNvPr>
              <p:cNvGraphicFramePr>
                <a:graphicFrameLocks noChangeAspect="1"/>
              </p:cNvGraphicFramePr>
              <p:nvPr/>
            </p:nvGraphicFramePr>
            <p:xfrm>
              <a:off x="9133060" y="963592"/>
              <a:ext cx="3048000" cy="1714500"/>
            </p:xfrm>
            <a:graphic>
              <a:graphicData uri="http://schemas.microsoft.com/office/powerpoint/2016/slidezoom">
                <pslz:sldZm>
                  <pslz:sldZmObj sldId="330" cId="4260104735">
                    <pslz:zmPr id="{DA06FB96-FB98-4D0C-A30C-0856C360D0DD}" transitionDur="1000">
                      <p166:blipFill xmlns:p166="http://schemas.microsoft.com/office/powerpoint/2016/6/main">
                        <a:blip r:embed="rId24"/>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8" name="Slide Zoom 17">
                <a:hlinkClick r:id="rId25" action="ppaction://hlinksldjump"/>
                <a:extLst>
                  <a:ext uri="{FF2B5EF4-FFF2-40B4-BE49-F238E27FC236}">
                    <a16:creationId xmlns:a16="http://schemas.microsoft.com/office/drawing/2014/main" id="{3A2FB646-0146-467E-B6F2-5A7637C6495C}"/>
                  </a:ext>
                </a:extLst>
              </p:cNvPr>
              <p:cNvPicPr>
                <a:picLocks noGrp="1" noRot="1" noChangeAspect="1" noMove="1" noResize="1" noEditPoints="1" noAdjustHandles="1" noChangeArrowheads="1" noChangeShapeType="1"/>
              </p:cNvPicPr>
              <p:nvPr/>
            </p:nvPicPr>
            <p:blipFill>
              <a:blip r:embed="rId26"/>
              <a:stretch>
                <a:fillRect/>
              </a:stretch>
            </p:blipFill>
            <p:spPr>
              <a:xfrm>
                <a:off x="9133060" y="963592"/>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0" name="Slide Zoom 19">
                <a:extLst>
                  <a:ext uri="{FF2B5EF4-FFF2-40B4-BE49-F238E27FC236}">
                    <a16:creationId xmlns:a16="http://schemas.microsoft.com/office/drawing/2014/main" id="{D8B467DC-BCFB-453D-B09B-F6FC720D4884}"/>
                  </a:ext>
                </a:extLst>
              </p:cNvPr>
              <p:cNvGraphicFramePr>
                <a:graphicFrameLocks noChangeAspect="1"/>
              </p:cNvGraphicFramePr>
              <p:nvPr/>
            </p:nvGraphicFramePr>
            <p:xfrm>
              <a:off x="9133060" y="2683324"/>
              <a:ext cx="3048000" cy="1714500"/>
            </p:xfrm>
            <a:graphic>
              <a:graphicData uri="http://schemas.microsoft.com/office/powerpoint/2016/slidezoom">
                <pslz:sldZm>
                  <pslz:sldZmObj sldId="331" cId="4072776041">
                    <pslz:zmPr id="{44B5CA08-AE3F-4423-887A-C06B931DBA7A}" transitionDur="1000">
                      <p166:blipFill xmlns:p166="http://schemas.microsoft.com/office/powerpoint/2016/6/main">
                        <a:blip r:embed="rId2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20" name="Slide Zoom 19">
                <a:hlinkClick r:id="rId28" action="ppaction://hlinksldjump"/>
                <a:extLst>
                  <a:ext uri="{FF2B5EF4-FFF2-40B4-BE49-F238E27FC236}">
                    <a16:creationId xmlns:a16="http://schemas.microsoft.com/office/drawing/2014/main" id="{D8B467DC-BCFB-453D-B09B-F6FC720D4884}"/>
                  </a:ext>
                </a:extLst>
              </p:cNvPr>
              <p:cNvPicPr>
                <a:picLocks noGrp="1" noRot="1" noChangeAspect="1" noMove="1" noResize="1" noEditPoints="1" noAdjustHandles="1" noChangeArrowheads="1" noChangeShapeType="1"/>
              </p:cNvPicPr>
              <p:nvPr/>
            </p:nvPicPr>
            <p:blipFill>
              <a:blip r:embed="rId29"/>
              <a:stretch>
                <a:fillRect/>
              </a:stretch>
            </p:blipFill>
            <p:spPr>
              <a:xfrm>
                <a:off x="9133060" y="2683324"/>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2" name="Slide Zoom 21">
                <a:extLst>
                  <a:ext uri="{FF2B5EF4-FFF2-40B4-BE49-F238E27FC236}">
                    <a16:creationId xmlns:a16="http://schemas.microsoft.com/office/drawing/2014/main" id="{A9230B13-2DF5-4B4C-BA5F-713F8F347919}"/>
                  </a:ext>
                </a:extLst>
              </p:cNvPr>
              <p:cNvGraphicFramePr>
                <a:graphicFrameLocks noChangeAspect="1"/>
              </p:cNvGraphicFramePr>
              <p:nvPr/>
            </p:nvGraphicFramePr>
            <p:xfrm>
              <a:off x="9144000" y="4417342"/>
              <a:ext cx="3048000" cy="1714500"/>
            </p:xfrm>
            <a:graphic>
              <a:graphicData uri="http://schemas.microsoft.com/office/powerpoint/2016/slidezoom">
                <pslz:sldZm>
                  <pslz:sldZmObj sldId="332" cId="3765780702">
                    <pslz:zmPr id="{61C3B913-FDBE-454D-A7BE-D9773D93F1D1}" transitionDur="1000">
                      <p166:blipFill xmlns:p166="http://schemas.microsoft.com/office/powerpoint/2016/6/main">
                        <a:blip r:embed="rId30"/>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22" name="Slide Zoom 21">
                <a:hlinkClick r:id="rId31" action="ppaction://hlinksldjump"/>
                <a:extLst>
                  <a:ext uri="{FF2B5EF4-FFF2-40B4-BE49-F238E27FC236}">
                    <a16:creationId xmlns:a16="http://schemas.microsoft.com/office/drawing/2014/main" id="{A9230B13-2DF5-4B4C-BA5F-713F8F347919}"/>
                  </a:ext>
                </a:extLst>
              </p:cNvPr>
              <p:cNvPicPr>
                <a:picLocks noGrp="1" noRot="1" noChangeAspect="1" noMove="1" noResize="1" noEditPoints="1" noAdjustHandles="1" noChangeArrowheads="1" noChangeShapeType="1"/>
              </p:cNvPicPr>
              <p:nvPr/>
            </p:nvPicPr>
            <p:blipFill>
              <a:blip r:embed="rId32"/>
              <a:stretch>
                <a:fillRect/>
              </a:stretch>
            </p:blipFill>
            <p:spPr>
              <a:xfrm>
                <a:off x="9144000" y="4417342"/>
                <a:ext cx="3048000" cy="1714500"/>
              </a:xfrm>
              <a:prstGeom prst="rect">
                <a:avLst/>
              </a:prstGeom>
              <a:ln w="3175">
                <a:solidFill>
                  <a:prstClr val="ltGray"/>
                </a:solidFill>
              </a:ln>
            </p:spPr>
          </p:pic>
        </mc:Fallback>
      </mc:AlternateContent>
      <p:sp>
        <p:nvSpPr>
          <p:cNvPr id="25" name="Rectangle 1">
            <a:extLst>
              <a:ext uri="{FF2B5EF4-FFF2-40B4-BE49-F238E27FC236}">
                <a16:creationId xmlns:a16="http://schemas.microsoft.com/office/drawing/2014/main" id="{D8277110-6DFC-4ECB-908F-34E2252B1B76}"/>
              </a:ext>
            </a:extLst>
          </p:cNvPr>
          <p:cNvSpPr/>
          <p:nvPr/>
        </p:nvSpPr>
        <p:spPr>
          <a:xfrm>
            <a:off x="12488" y="2524807"/>
            <a:ext cx="662361" cy="523220"/>
          </a:xfrm>
          <a:prstGeom prst="rect">
            <a:avLst/>
          </a:prstGeom>
        </p:spPr>
        <p:txBody>
          <a:bodyPr wrap="none">
            <a:spAutoFit/>
          </a:bodyPr>
          <a:lstStyle/>
          <a:p>
            <a:r>
              <a:rPr lang="en-GB" sz="2800">
                <a:latin typeface="Calibri" panose="020F0502020204030204" pitchFamily="34" charset="0"/>
                <a:ea typeface="Calibri" panose="020F0502020204030204" pitchFamily="34" charset="0"/>
                <a:cs typeface="Calibri" panose="020F0502020204030204" pitchFamily="34" charset="0"/>
              </a:rPr>
              <a:t>❶</a:t>
            </a:r>
            <a:endParaRPr lang="en-GB" sz="2800"/>
          </a:p>
        </p:txBody>
      </p:sp>
      <p:sp>
        <p:nvSpPr>
          <p:cNvPr id="26" name="TextBox 25">
            <a:extLst>
              <a:ext uri="{FF2B5EF4-FFF2-40B4-BE49-F238E27FC236}">
                <a16:creationId xmlns:a16="http://schemas.microsoft.com/office/drawing/2014/main" id="{02C15E34-1D03-4169-BC15-BDF794719DE8}"/>
              </a:ext>
            </a:extLst>
          </p:cNvPr>
          <p:cNvSpPr txBox="1"/>
          <p:nvPr/>
        </p:nvSpPr>
        <p:spPr>
          <a:xfrm>
            <a:off x="897140" y="2462325"/>
            <a:ext cx="527034" cy="707886"/>
          </a:xfrm>
          <a:prstGeom prst="rect">
            <a:avLst/>
          </a:prstGeom>
          <a:noFill/>
        </p:spPr>
        <p:txBody>
          <a:bodyPr wrap="square" rtlCol="0">
            <a:spAutoFit/>
          </a:bodyPr>
          <a:lstStyle/>
          <a:p>
            <a:r>
              <a:rPr lang="en-GB" sz="4000"/>
              <a:t>c.</a:t>
            </a:r>
          </a:p>
        </p:txBody>
      </p:sp>
      <p:sp>
        <p:nvSpPr>
          <p:cNvPr id="27" name="Rectangle 2">
            <a:extLst>
              <a:ext uri="{FF2B5EF4-FFF2-40B4-BE49-F238E27FC236}">
                <a16:creationId xmlns:a16="http://schemas.microsoft.com/office/drawing/2014/main" id="{D4A42763-B616-4DDA-9CDB-03DCFB606CF5}"/>
              </a:ext>
            </a:extLst>
          </p:cNvPr>
          <p:cNvSpPr/>
          <p:nvPr/>
        </p:nvSpPr>
        <p:spPr>
          <a:xfrm>
            <a:off x="56926" y="4155732"/>
            <a:ext cx="490840" cy="523220"/>
          </a:xfrm>
          <a:prstGeom prst="rect">
            <a:avLst/>
          </a:prstGeom>
        </p:spPr>
        <p:txBody>
          <a:bodyPr wrap="square">
            <a:spAutoFit/>
          </a:bodyPr>
          <a:lstStyle/>
          <a:p>
            <a:r>
              <a:rPr lang="en-GB" sz="2800">
                <a:latin typeface="Calibri" panose="020F0502020204030204" pitchFamily="34" charset="0"/>
                <a:ea typeface="Calibri" panose="020F0502020204030204" pitchFamily="34" charset="0"/>
                <a:cs typeface="Calibri" panose="020F0502020204030204" pitchFamily="34" charset="0"/>
              </a:rPr>
              <a:t>❷</a:t>
            </a:r>
            <a:endParaRPr lang="en-GB" sz="2800"/>
          </a:p>
        </p:txBody>
      </p:sp>
      <p:sp>
        <p:nvSpPr>
          <p:cNvPr id="28" name="TextBox 27">
            <a:extLst>
              <a:ext uri="{FF2B5EF4-FFF2-40B4-BE49-F238E27FC236}">
                <a16:creationId xmlns:a16="http://schemas.microsoft.com/office/drawing/2014/main" id="{72B59A3E-40DF-4C8E-824A-3E4B5B1A77DD}"/>
              </a:ext>
            </a:extLst>
          </p:cNvPr>
          <p:cNvSpPr txBox="1"/>
          <p:nvPr/>
        </p:nvSpPr>
        <p:spPr>
          <a:xfrm>
            <a:off x="964379" y="4063399"/>
            <a:ext cx="686337" cy="707886"/>
          </a:xfrm>
          <a:prstGeom prst="rect">
            <a:avLst/>
          </a:prstGeom>
          <a:noFill/>
        </p:spPr>
        <p:txBody>
          <a:bodyPr wrap="square" rtlCol="0">
            <a:spAutoFit/>
          </a:bodyPr>
          <a:lstStyle/>
          <a:p>
            <a:r>
              <a:rPr lang="en-GB" sz="4000"/>
              <a:t>b.</a:t>
            </a:r>
          </a:p>
        </p:txBody>
      </p:sp>
      <p:sp>
        <p:nvSpPr>
          <p:cNvPr id="29" name="Rectangle 3">
            <a:extLst>
              <a:ext uri="{FF2B5EF4-FFF2-40B4-BE49-F238E27FC236}">
                <a16:creationId xmlns:a16="http://schemas.microsoft.com/office/drawing/2014/main" id="{6EE40FAB-4DAB-4062-AEB1-73B42F732870}"/>
              </a:ext>
            </a:extLst>
          </p:cNvPr>
          <p:cNvSpPr/>
          <p:nvPr/>
        </p:nvSpPr>
        <p:spPr>
          <a:xfrm>
            <a:off x="3177686" y="2432176"/>
            <a:ext cx="662361" cy="523220"/>
          </a:xfrm>
          <a:prstGeom prst="rect">
            <a:avLst/>
          </a:prstGeom>
        </p:spPr>
        <p:txBody>
          <a:bodyPr wrap="none">
            <a:spAutoFit/>
          </a:bodyPr>
          <a:lstStyle/>
          <a:p>
            <a:r>
              <a:rPr lang="en-GB" sz="2800">
                <a:latin typeface="Calibri" panose="020F0502020204030204" pitchFamily="34" charset="0"/>
                <a:ea typeface="Calibri" panose="020F0502020204030204" pitchFamily="34" charset="0"/>
                <a:cs typeface="Calibri" panose="020F0502020204030204" pitchFamily="34" charset="0"/>
              </a:rPr>
              <a:t>❸</a:t>
            </a:r>
            <a:endParaRPr lang="en-GB" sz="2800"/>
          </a:p>
        </p:txBody>
      </p:sp>
      <p:sp>
        <p:nvSpPr>
          <p:cNvPr id="30" name="TextBox 29">
            <a:extLst>
              <a:ext uri="{FF2B5EF4-FFF2-40B4-BE49-F238E27FC236}">
                <a16:creationId xmlns:a16="http://schemas.microsoft.com/office/drawing/2014/main" id="{A2141519-5BE3-4091-90AD-D68E7255C0DD}"/>
              </a:ext>
            </a:extLst>
          </p:cNvPr>
          <p:cNvSpPr txBox="1"/>
          <p:nvPr/>
        </p:nvSpPr>
        <p:spPr>
          <a:xfrm>
            <a:off x="4170693" y="2340141"/>
            <a:ext cx="686337" cy="707886"/>
          </a:xfrm>
          <a:prstGeom prst="rect">
            <a:avLst/>
          </a:prstGeom>
          <a:noFill/>
        </p:spPr>
        <p:txBody>
          <a:bodyPr wrap="square" rtlCol="0">
            <a:spAutoFit/>
          </a:bodyPr>
          <a:lstStyle/>
          <a:p>
            <a:r>
              <a:rPr lang="en-GB" sz="4000"/>
              <a:t>e.</a:t>
            </a:r>
          </a:p>
        </p:txBody>
      </p:sp>
      <p:sp>
        <p:nvSpPr>
          <p:cNvPr id="32" name="TextBox 31">
            <a:extLst>
              <a:ext uri="{FF2B5EF4-FFF2-40B4-BE49-F238E27FC236}">
                <a16:creationId xmlns:a16="http://schemas.microsoft.com/office/drawing/2014/main" id="{0D9446A7-FD19-43A0-870D-0631D3198E93}"/>
              </a:ext>
            </a:extLst>
          </p:cNvPr>
          <p:cNvSpPr txBox="1"/>
          <p:nvPr/>
        </p:nvSpPr>
        <p:spPr>
          <a:xfrm>
            <a:off x="112938" y="65087"/>
            <a:ext cx="3506218" cy="954107"/>
          </a:xfrm>
          <a:prstGeom prst="rect">
            <a:avLst/>
          </a:prstGeom>
          <a:noFill/>
        </p:spPr>
        <p:txBody>
          <a:bodyPr wrap="square" rtlCol="0">
            <a:spAutoFit/>
          </a:bodyPr>
          <a:lstStyle/>
          <a:p>
            <a:r>
              <a:rPr lang="en-GB" sz="2800"/>
              <a:t>Click on the numbers for the answers.</a:t>
            </a:r>
          </a:p>
        </p:txBody>
      </p:sp>
    </p:spTree>
    <p:extLst>
      <p:ext uri="{BB962C8B-B14F-4D97-AF65-F5344CB8AC3E}">
        <p14:creationId xmlns:p14="http://schemas.microsoft.com/office/powerpoint/2010/main" val="303642846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nextCondLst>
                <p:cond evt="onClick" delay="0">
                  <p:tgtEl>
                    <p:spTgt spid="25"/>
                  </p:tgtEl>
                </p:cond>
              </p:nextCondLst>
            </p:seq>
            <p:seq concurrent="1" nextAc="seek">
              <p:cTn id="7" restart="whenNotActive" fill="hold" evtFilter="cancelBubble" nodeType="interactiveSeq">
                <p:stCondLst>
                  <p:cond evt="onClick" delay="0">
                    <p:tgtEl>
                      <p:spTgt spid="27"/>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childTnLst>
                                </p:cTn>
                              </p:par>
                            </p:childTnLst>
                          </p:cTn>
                        </p:par>
                      </p:childTnLst>
                    </p:cTn>
                  </p:par>
                </p:childTnLst>
              </p:cTn>
              <p:nextCondLst>
                <p:cond evt="onClick" delay="0">
                  <p:tgtEl>
                    <p:spTgt spid="27"/>
                  </p:tgtEl>
                </p:cond>
              </p:nextCondLst>
            </p:seq>
            <p:seq concurrent="1" nextAc="seek">
              <p:cTn id="12" restart="whenNotActive" fill="hold" evtFilter="cancelBubble" nodeType="interactiveSeq">
                <p:stCondLst>
                  <p:cond evt="onClick" delay="0">
                    <p:tgtEl>
                      <p:spTgt spid="29"/>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childTnLst>
              </p:cTn>
              <p:nextCondLst>
                <p:cond evt="onClick" delay="0">
                  <p:tgtEl>
                    <p:spTgt spid="29"/>
                  </p:tgtEl>
                </p:cond>
              </p:nextCondLst>
            </p:seq>
          </p:childTnLst>
        </p:cTn>
      </p:par>
    </p:tnLst>
    <p:bldLst>
      <p:bldP spid="26" grpId="0"/>
      <p:bldP spid="28"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BF57A5-84EF-402F-9004-169DC74D09CA}"/>
              </a:ext>
            </a:extLst>
          </p:cNvPr>
          <p:cNvPicPr>
            <a:picLocks noChangeAspect="1"/>
          </p:cNvPicPr>
          <p:nvPr/>
        </p:nvPicPr>
        <p:blipFill>
          <a:blip r:embed="rId2"/>
          <a:stretch>
            <a:fillRect/>
          </a:stretch>
        </p:blipFill>
        <p:spPr>
          <a:xfrm>
            <a:off x="189308" y="881920"/>
            <a:ext cx="11813382" cy="5094161"/>
          </a:xfrm>
          <a:prstGeom prst="rect">
            <a:avLst/>
          </a:prstGeom>
        </p:spPr>
      </p:pic>
    </p:spTree>
    <p:extLst>
      <p:ext uri="{BB962C8B-B14F-4D97-AF65-F5344CB8AC3E}">
        <p14:creationId xmlns:p14="http://schemas.microsoft.com/office/powerpoint/2010/main" val="991260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25645C-257A-414C-A67D-6A7AB4AAB48C}"/>
              </a:ext>
            </a:extLst>
          </p:cNvPr>
          <p:cNvPicPr>
            <a:picLocks noChangeAspect="1"/>
          </p:cNvPicPr>
          <p:nvPr/>
        </p:nvPicPr>
        <p:blipFill>
          <a:blip r:embed="rId2"/>
          <a:stretch>
            <a:fillRect/>
          </a:stretch>
        </p:blipFill>
        <p:spPr>
          <a:xfrm>
            <a:off x="154733" y="345995"/>
            <a:ext cx="11882533" cy="6166009"/>
          </a:xfrm>
          <a:prstGeom prst="rect">
            <a:avLst/>
          </a:prstGeom>
        </p:spPr>
      </p:pic>
    </p:spTree>
    <p:extLst>
      <p:ext uri="{BB962C8B-B14F-4D97-AF65-F5344CB8AC3E}">
        <p14:creationId xmlns:p14="http://schemas.microsoft.com/office/powerpoint/2010/main" val="294299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AFB17A-1FFF-4257-B8D8-0511F2F98573}"/>
              </a:ext>
            </a:extLst>
          </p:cNvPr>
          <p:cNvPicPr>
            <a:picLocks noChangeAspect="1"/>
          </p:cNvPicPr>
          <p:nvPr/>
        </p:nvPicPr>
        <p:blipFill>
          <a:blip r:embed="rId2"/>
          <a:stretch>
            <a:fillRect/>
          </a:stretch>
        </p:blipFill>
        <p:spPr>
          <a:xfrm>
            <a:off x="287274" y="115490"/>
            <a:ext cx="11617452" cy="6627019"/>
          </a:xfrm>
          <a:prstGeom prst="rect">
            <a:avLst/>
          </a:prstGeom>
        </p:spPr>
      </p:pic>
    </p:spTree>
    <p:extLst>
      <p:ext uri="{BB962C8B-B14F-4D97-AF65-F5344CB8AC3E}">
        <p14:creationId xmlns:p14="http://schemas.microsoft.com/office/powerpoint/2010/main" val="368363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D834DF-AA74-4032-BD52-E02EA2F7DB86}"/>
              </a:ext>
            </a:extLst>
          </p:cNvPr>
          <p:cNvPicPr>
            <a:picLocks noChangeAspect="1"/>
          </p:cNvPicPr>
          <p:nvPr/>
        </p:nvPicPr>
        <p:blipFill>
          <a:blip r:embed="rId2"/>
          <a:stretch>
            <a:fillRect/>
          </a:stretch>
        </p:blipFill>
        <p:spPr>
          <a:xfrm>
            <a:off x="609981" y="132779"/>
            <a:ext cx="10972038" cy="6592443"/>
          </a:xfrm>
          <a:prstGeom prst="rect">
            <a:avLst/>
          </a:prstGeom>
        </p:spPr>
      </p:pic>
    </p:spTree>
    <p:extLst>
      <p:ext uri="{BB962C8B-B14F-4D97-AF65-F5344CB8AC3E}">
        <p14:creationId xmlns:p14="http://schemas.microsoft.com/office/powerpoint/2010/main" val="4023535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BA58A7-5B53-4300-B43E-2D8CEE0CF289}"/>
              </a:ext>
            </a:extLst>
          </p:cNvPr>
          <p:cNvPicPr>
            <a:picLocks noChangeAspect="1"/>
          </p:cNvPicPr>
          <p:nvPr/>
        </p:nvPicPr>
        <p:blipFill>
          <a:blip r:embed="rId2"/>
          <a:stretch>
            <a:fillRect/>
          </a:stretch>
        </p:blipFill>
        <p:spPr>
          <a:xfrm>
            <a:off x="333375" y="991409"/>
            <a:ext cx="11525250" cy="4875181"/>
          </a:xfrm>
          <a:prstGeom prst="rect">
            <a:avLst/>
          </a:prstGeom>
        </p:spPr>
      </p:pic>
    </p:spTree>
    <p:extLst>
      <p:ext uri="{BB962C8B-B14F-4D97-AF65-F5344CB8AC3E}">
        <p14:creationId xmlns:p14="http://schemas.microsoft.com/office/powerpoint/2010/main" val="3910248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11A898-C698-41CB-9354-3D1925E9D1B8}"/>
              </a:ext>
            </a:extLst>
          </p:cNvPr>
          <p:cNvPicPr>
            <a:picLocks noChangeAspect="1"/>
          </p:cNvPicPr>
          <p:nvPr/>
        </p:nvPicPr>
        <p:blipFill>
          <a:blip r:embed="rId2"/>
          <a:stretch>
            <a:fillRect/>
          </a:stretch>
        </p:blipFill>
        <p:spPr>
          <a:xfrm>
            <a:off x="2305050" y="1538287"/>
            <a:ext cx="7581900" cy="3781425"/>
          </a:xfrm>
          <a:prstGeom prst="rect">
            <a:avLst/>
          </a:prstGeom>
        </p:spPr>
      </p:pic>
    </p:spTree>
    <p:extLst>
      <p:ext uri="{BB962C8B-B14F-4D97-AF65-F5344CB8AC3E}">
        <p14:creationId xmlns:p14="http://schemas.microsoft.com/office/powerpoint/2010/main" val="363507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91E68C-13D3-4938-8753-0F860A0B278C}"/>
              </a:ext>
            </a:extLst>
          </p:cNvPr>
          <p:cNvPicPr>
            <a:picLocks noChangeAspect="1"/>
          </p:cNvPicPr>
          <p:nvPr/>
        </p:nvPicPr>
        <p:blipFill>
          <a:blip r:embed="rId2"/>
          <a:stretch>
            <a:fillRect/>
          </a:stretch>
        </p:blipFill>
        <p:spPr>
          <a:xfrm>
            <a:off x="3009900" y="1547812"/>
            <a:ext cx="6172200" cy="3762375"/>
          </a:xfrm>
          <a:prstGeom prst="rect">
            <a:avLst/>
          </a:prstGeom>
        </p:spPr>
      </p:pic>
    </p:spTree>
    <p:extLst>
      <p:ext uri="{BB962C8B-B14F-4D97-AF65-F5344CB8AC3E}">
        <p14:creationId xmlns:p14="http://schemas.microsoft.com/office/powerpoint/2010/main" val="240461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E2B9D4-E657-498D-BC88-19E51E05DBAC}"/>
              </a:ext>
            </a:extLst>
          </p:cNvPr>
          <p:cNvPicPr>
            <a:picLocks noChangeAspect="1"/>
          </p:cNvPicPr>
          <p:nvPr/>
        </p:nvPicPr>
        <p:blipFill>
          <a:blip r:embed="rId2"/>
          <a:stretch>
            <a:fillRect/>
          </a:stretch>
        </p:blipFill>
        <p:spPr>
          <a:xfrm>
            <a:off x="2490787" y="1566862"/>
            <a:ext cx="7210425" cy="3724275"/>
          </a:xfrm>
          <a:prstGeom prst="rect">
            <a:avLst/>
          </a:prstGeom>
        </p:spPr>
      </p:pic>
    </p:spTree>
    <p:extLst>
      <p:ext uri="{BB962C8B-B14F-4D97-AF65-F5344CB8AC3E}">
        <p14:creationId xmlns:p14="http://schemas.microsoft.com/office/powerpoint/2010/main" val="4260104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5B34AD-C287-4594-95D7-F87FEB21251F}"/>
              </a:ext>
            </a:extLst>
          </p:cNvPr>
          <p:cNvPicPr>
            <a:picLocks noChangeAspect="1"/>
          </p:cNvPicPr>
          <p:nvPr/>
        </p:nvPicPr>
        <p:blipFill>
          <a:blip r:embed="rId2"/>
          <a:stretch>
            <a:fillRect/>
          </a:stretch>
        </p:blipFill>
        <p:spPr>
          <a:xfrm>
            <a:off x="1876425" y="1690687"/>
            <a:ext cx="8439150" cy="3476625"/>
          </a:xfrm>
          <a:prstGeom prst="rect">
            <a:avLst/>
          </a:prstGeom>
        </p:spPr>
      </p:pic>
    </p:spTree>
    <p:extLst>
      <p:ext uri="{BB962C8B-B14F-4D97-AF65-F5344CB8AC3E}">
        <p14:creationId xmlns:p14="http://schemas.microsoft.com/office/powerpoint/2010/main" val="4072776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29B213-17CA-4730-92D6-024DED7BA0BB}"/>
              </a:ext>
            </a:extLst>
          </p:cNvPr>
          <p:cNvPicPr>
            <a:picLocks noChangeAspect="1"/>
          </p:cNvPicPr>
          <p:nvPr/>
        </p:nvPicPr>
        <p:blipFill>
          <a:blip r:embed="rId2"/>
          <a:stretch>
            <a:fillRect/>
          </a:stretch>
        </p:blipFill>
        <p:spPr>
          <a:xfrm>
            <a:off x="1866900" y="1928812"/>
            <a:ext cx="8458200" cy="3000375"/>
          </a:xfrm>
          <a:prstGeom prst="rect">
            <a:avLst/>
          </a:prstGeom>
        </p:spPr>
      </p:pic>
    </p:spTree>
    <p:extLst>
      <p:ext uri="{BB962C8B-B14F-4D97-AF65-F5344CB8AC3E}">
        <p14:creationId xmlns:p14="http://schemas.microsoft.com/office/powerpoint/2010/main" val="3765780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9A7632-99B2-431D-B752-A94DC14F784C}"/>
              </a:ext>
            </a:extLst>
          </p:cNvPr>
          <p:cNvPicPr>
            <a:picLocks noChangeAspect="1"/>
          </p:cNvPicPr>
          <p:nvPr/>
        </p:nvPicPr>
        <p:blipFill>
          <a:blip r:embed="rId2"/>
          <a:stretch>
            <a:fillRect/>
          </a:stretch>
        </p:blipFill>
        <p:spPr>
          <a:xfrm>
            <a:off x="516503" y="692330"/>
            <a:ext cx="10845261" cy="2996565"/>
          </a:xfrm>
          <a:prstGeom prst="rect">
            <a:avLst/>
          </a:prstGeom>
        </p:spPr>
      </p:pic>
      <p:sp>
        <p:nvSpPr>
          <p:cNvPr id="3" name="TextBox 2">
            <a:extLst>
              <a:ext uri="{FF2B5EF4-FFF2-40B4-BE49-F238E27FC236}">
                <a16:creationId xmlns:a16="http://schemas.microsoft.com/office/drawing/2014/main" id="{F88B0AE4-9D42-47D5-ACA8-7067B96FB32C}"/>
              </a:ext>
            </a:extLst>
          </p:cNvPr>
          <p:cNvSpPr txBox="1"/>
          <p:nvPr/>
        </p:nvSpPr>
        <p:spPr>
          <a:xfrm>
            <a:off x="909463" y="1355421"/>
            <a:ext cx="6600839" cy="369332"/>
          </a:xfrm>
          <a:prstGeom prst="rect">
            <a:avLst/>
          </a:prstGeom>
          <a:noFill/>
        </p:spPr>
        <p:txBody>
          <a:bodyPr wrap="square" rtlCol="0">
            <a:spAutoFit/>
          </a:bodyPr>
          <a:lstStyle/>
          <a:p>
            <a:r>
              <a:rPr lang="en-GB">
                <a:solidFill>
                  <a:srgbClr val="002060"/>
                </a:solidFill>
                <a:latin typeface="Segoe Print" panose="02000600000000000000" pitchFamily="2" charset="0"/>
              </a:rPr>
              <a:t>To indicate what the rest of the paragraph is about.</a:t>
            </a:r>
          </a:p>
        </p:txBody>
      </p:sp>
      <p:sp>
        <p:nvSpPr>
          <p:cNvPr id="4" name="Oval 3">
            <a:extLst>
              <a:ext uri="{FF2B5EF4-FFF2-40B4-BE49-F238E27FC236}">
                <a16:creationId xmlns:a16="http://schemas.microsoft.com/office/drawing/2014/main" id="{62735F86-AE5B-4D2F-9705-EABCF4380A9F}"/>
              </a:ext>
            </a:extLst>
          </p:cNvPr>
          <p:cNvSpPr/>
          <p:nvPr/>
        </p:nvSpPr>
        <p:spPr>
          <a:xfrm>
            <a:off x="4265947" y="3101608"/>
            <a:ext cx="362858" cy="369332"/>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7F9206CB-D806-4278-A18C-40D31C505538}"/>
              </a:ext>
            </a:extLst>
          </p:cNvPr>
          <p:cNvSpPr txBox="1"/>
          <p:nvPr/>
        </p:nvSpPr>
        <p:spPr>
          <a:xfrm>
            <a:off x="4628805" y="3594351"/>
            <a:ext cx="3603585" cy="1015663"/>
          </a:xfrm>
          <a:prstGeom prst="rect">
            <a:avLst/>
          </a:prstGeom>
          <a:noFill/>
        </p:spPr>
        <p:txBody>
          <a:bodyPr wrap="square" rtlCol="0">
            <a:spAutoFit/>
          </a:bodyPr>
          <a:lstStyle/>
          <a:p>
            <a:r>
              <a:rPr lang="en-GB" sz="2000"/>
              <a:t>3) is the most suitable because it </a:t>
            </a:r>
          </a:p>
          <a:p>
            <a:r>
              <a:rPr lang="en-GB" sz="2000"/>
              <a:t>grabs the reader’s attention and </a:t>
            </a:r>
          </a:p>
          <a:p>
            <a:r>
              <a:rPr lang="en-GB" sz="2000"/>
              <a:t>best describes the text.</a:t>
            </a:r>
          </a:p>
        </p:txBody>
      </p:sp>
      <p:sp>
        <p:nvSpPr>
          <p:cNvPr id="8" name="Rectangle 1">
            <a:extLst>
              <a:ext uri="{FF2B5EF4-FFF2-40B4-BE49-F238E27FC236}">
                <a16:creationId xmlns:a16="http://schemas.microsoft.com/office/drawing/2014/main" id="{DFC5D5C8-4148-4E48-93BE-BDDAC2EB208B}"/>
              </a:ext>
            </a:extLst>
          </p:cNvPr>
          <p:cNvSpPr/>
          <p:nvPr/>
        </p:nvSpPr>
        <p:spPr>
          <a:xfrm>
            <a:off x="695646" y="2173514"/>
            <a:ext cx="504000" cy="50400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2">
            <a:extLst>
              <a:ext uri="{FF2B5EF4-FFF2-40B4-BE49-F238E27FC236}">
                <a16:creationId xmlns:a16="http://schemas.microsoft.com/office/drawing/2014/main" id="{28409D9A-05A9-492C-BA89-D08DF6E83361}"/>
              </a:ext>
            </a:extLst>
          </p:cNvPr>
          <p:cNvSpPr/>
          <p:nvPr/>
        </p:nvSpPr>
        <p:spPr>
          <a:xfrm>
            <a:off x="7503515" y="2419847"/>
            <a:ext cx="504000" cy="50400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3">
            <a:extLst>
              <a:ext uri="{FF2B5EF4-FFF2-40B4-BE49-F238E27FC236}">
                <a16:creationId xmlns:a16="http://schemas.microsoft.com/office/drawing/2014/main" id="{E0E860AA-03E3-4048-978D-486D5110A058}"/>
              </a:ext>
            </a:extLst>
          </p:cNvPr>
          <p:cNvSpPr/>
          <p:nvPr/>
        </p:nvSpPr>
        <p:spPr>
          <a:xfrm>
            <a:off x="4247145" y="3075260"/>
            <a:ext cx="504000" cy="50400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F689789-2C1E-4F5F-919D-0736D30975BE}"/>
              </a:ext>
            </a:extLst>
          </p:cNvPr>
          <p:cNvSpPr/>
          <p:nvPr/>
        </p:nvSpPr>
        <p:spPr>
          <a:xfrm>
            <a:off x="695647" y="2660059"/>
            <a:ext cx="3310980" cy="1015663"/>
          </a:xfrm>
          <a:prstGeom prst="rect">
            <a:avLst/>
          </a:prstGeom>
        </p:spPr>
        <p:txBody>
          <a:bodyPr wrap="square">
            <a:spAutoFit/>
          </a:bodyPr>
          <a:lstStyle/>
          <a:p>
            <a:pPr marL="342900" indent="-342900">
              <a:buAutoNum type="arabicParenR"/>
            </a:pPr>
            <a:r>
              <a:rPr lang="en-GB" sz="2000"/>
              <a:t>is not suitable because the text did not mention families</a:t>
            </a:r>
            <a:r>
              <a:rPr lang="en-GB"/>
              <a:t>. It’s also a bit boring.</a:t>
            </a:r>
          </a:p>
        </p:txBody>
      </p:sp>
      <p:sp>
        <p:nvSpPr>
          <p:cNvPr id="12" name="Rectangle 11">
            <a:extLst>
              <a:ext uri="{FF2B5EF4-FFF2-40B4-BE49-F238E27FC236}">
                <a16:creationId xmlns:a16="http://schemas.microsoft.com/office/drawing/2014/main" id="{D189FE0F-CD71-4DA3-A22E-7E9726B994EA}"/>
              </a:ext>
            </a:extLst>
          </p:cNvPr>
          <p:cNvSpPr/>
          <p:nvPr/>
        </p:nvSpPr>
        <p:spPr>
          <a:xfrm>
            <a:off x="8491711" y="2923847"/>
            <a:ext cx="3160339" cy="2862322"/>
          </a:xfrm>
          <a:prstGeom prst="rect">
            <a:avLst/>
          </a:prstGeom>
        </p:spPr>
        <p:txBody>
          <a:bodyPr wrap="square">
            <a:spAutoFit/>
          </a:bodyPr>
          <a:lstStyle/>
          <a:p>
            <a:r>
              <a:rPr lang="en-GB" sz="2000"/>
              <a:t>2) only describes the more energetic activities described in paragraph 4. Paragraph 2 and 3 are about sightseeing, and there is certainly nothing remotely energetic about </a:t>
            </a:r>
            <a:r>
              <a:rPr lang="en-GB" sz="2000" i="1"/>
              <a:t>taking a stroll</a:t>
            </a:r>
            <a:r>
              <a:rPr lang="en-GB" sz="2000"/>
              <a:t>, which means a slow leisurely walk.</a:t>
            </a:r>
          </a:p>
        </p:txBody>
      </p:sp>
      <p:sp>
        <p:nvSpPr>
          <p:cNvPr id="13" name="TextBox 12">
            <a:extLst>
              <a:ext uri="{FF2B5EF4-FFF2-40B4-BE49-F238E27FC236}">
                <a16:creationId xmlns:a16="http://schemas.microsoft.com/office/drawing/2014/main" id="{A2950ED3-CE69-41F2-B175-6CC874F55CDB}"/>
              </a:ext>
            </a:extLst>
          </p:cNvPr>
          <p:cNvSpPr txBox="1"/>
          <p:nvPr/>
        </p:nvSpPr>
        <p:spPr>
          <a:xfrm>
            <a:off x="672337" y="5078283"/>
            <a:ext cx="4759388" cy="707886"/>
          </a:xfrm>
          <a:prstGeom prst="rect">
            <a:avLst/>
          </a:prstGeom>
          <a:noFill/>
        </p:spPr>
        <p:txBody>
          <a:bodyPr wrap="square" rtlCol="0">
            <a:spAutoFit/>
          </a:bodyPr>
          <a:lstStyle/>
          <a:p>
            <a:r>
              <a:rPr lang="en-GB" sz="2000" b="1"/>
              <a:t>Click on a. for the answer to a.</a:t>
            </a:r>
          </a:p>
          <a:p>
            <a:r>
              <a:rPr lang="en-GB" sz="2000" b="1"/>
              <a:t>Click on the numbers for the answers to b. </a:t>
            </a:r>
          </a:p>
        </p:txBody>
      </p:sp>
      <p:sp>
        <p:nvSpPr>
          <p:cNvPr id="6" name="Rectangle a">
            <a:extLst>
              <a:ext uri="{FF2B5EF4-FFF2-40B4-BE49-F238E27FC236}">
                <a16:creationId xmlns:a16="http://schemas.microsoft.com/office/drawing/2014/main" id="{C3381AFB-4270-484C-A788-4097F2D2C2D9}"/>
              </a:ext>
            </a:extLst>
          </p:cNvPr>
          <p:cNvSpPr/>
          <p:nvPr/>
        </p:nvSpPr>
        <p:spPr>
          <a:xfrm>
            <a:off x="609782" y="1125415"/>
            <a:ext cx="410126" cy="369332"/>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6626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heel(1)">
                                      <p:cBhvr>
                                        <p:cTn id="16" dur="2000"/>
                                        <p:tgtEl>
                                          <p:spTgt spid="4"/>
                                        </p:tgtEl>
                                      </p:cBhvr>
                                    </p:animEffect>
                                  </p:childTnLst>
                                </p:cTn>
                              </p:par>
                            </p:childTnLst>
                          </p:cTn>
                        </p:par>
                      </p:childTnLst>
                    </p:cTn>
                  </p:par>
                </p:childTnLst>
              </p:cTn>
              <p:nextCondLst>
                <p:cond evt="onClick" delay="0">
                  <p:tgtEl>
                    <p:spTgt spid="10"/>
                  </p:tgtEl>
                </p:cond>
              </p:nextCondLst>
            </p:seq>
            <p:seq concurrent="1" nextAc="seek">
              <p:cTn id="17" restart="whenNotActive" fill="hold" evtFilter="cancelBubble" nodeType="interactiveSeq">
                <p:stCondLst>
                  <p:cond evt="onClick" delay="0">
                    <p:tgtEl>
                      <p:spTgt spid="8"/>
                    </p:tgtEl>
                  </p:cond>
                </p:stCondLst>
                <p:endSync evt="end" delay="0">
                  <p:rtn val="all"/>
                </p:endSync>
                <p:childTnLst>
                  <p:par>
                    <p:cTn id="18" fill="hold">
                      <p:stCondLst>
                        <p:cond delay="0"/>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childTnLst>
              </p:cTn>
              <p:nextCondLst>
                <p:cond evt="onClick" delay="0">
                  <p:tgtEl>
                    <p:spTgt spid="8"/>
                  </p:tgtEl>
                </p:cond>
              </p:nextCondLst>
            </p:seq>
            <p:seq concurrent="1" nextAc="seek">
              <p:cTn id="23" restart="whenNotActive" fill="hold" evtFilter="cancelBubble" nodeType="interactiveSeq">
                <p:stCondLst>
                  <p:cond evt="onClick" delay="0">
                    <p:tgtEl>
                      <p:spTgt spid="9"/>
                    </p:tgtEl>
                  </p:cond>
                </p:stCondLst>
                <p:endSync evt="end" delay="0">
                  <p:rtn val="all"/>
                </p:endSync>
                <p:childTnLst>
                  <p:par>
                    <p:cTn id="24" fill="hold">
                      <p:stCondLst>
                        <p:cond delay="0"/>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childTnLst>
                          </p:cTn>
                        </p:par>
                      </p:childTnLst>
                    </p:cTn>
                  </p:par>
                </p:childTnLst>
              </p:cTn>
              <p:nextCondLst>
                <p:cond evt="onClick" delay="0">
                  <p:tgtEl>
                    <p:spTgt spid="9"/>
                  </p:tgtEl>
                </p:cond>
              </p:nextCondLst>
            </p:seq>
          </p:childTnLst>
        </p:cTn>
      </p:par>
    </p:tnLst>
    <p:bldLst>
      <p:bldP spid="3" grpId="0"/>
      <p:bldP spid="4" grpId="0" animBg="1"/>
      <p:bldP spid="5" grpId="0"/>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3F1D0B-0663-41B7-9A62-F5CD2F94085C}"/>
              </a:ext>
            </a:extLst>
          </p:cNvPr>
          <p:cNvSpPr/>
          <p:nvPr/>
        </p:nvSpPr>
        <p:spPr>
          <a:xfrm>
            <a:off x="541922" y="523220"/>
            <a:ext cx="10466047" cy="1384995"/>
          </a:xfrm>
          <a:prstGeom prst="rect">
            <a:avLst/>
          </a:prstGeom>
        </p:spPr>
        <p:txBody>
          <a:bodyPr wrap="square">
            <a:spAutoFit/>
          </a:bodyPr>
          <a:lstStyle/>
          <a:p>
            <a:r>
              <a:rPr lang="en-GB" sz="2800" i="1"/>
              <a:t>sightseeing </a:t>
            </a:r>
            <a:r>
              <a:rPr lang="en-GB" sz="2800"/>
              <a:t>seeing the </a:t>
            </a:r>
            <a:r>
              <a:rPr lang="en-GB" sz="2800" i="1"/>
              <a:t>sights </a:t>
            </a:r>
            <a:r>
              <a:rPr lang="en-GB" sz="2800"/>
              <a:t>the interesting things and places that can be seen. E.g. Big Ben, Tower Bridge, Buckingham Palace. You can’t go inside. You look from outside.</a:t>
            </a:r>
          </a:p>
        </p:txBody>
      </p:sp>
      <p:sp>
        <p:nvSpPr>
          <p:cNvPr id="3" name="Rectangle 2">
            <a:extLst>
              <a:ext uri="{FF2B5EF4-FFF2-40B4-BE49-F238E27FC236}">
                <a16:creationId xmlns:a16="http://schemas.microsoft.com/office/drawing/2014/main" id="{C631448F-0CF2-44CC-9A21-FC787F57F353}"/>
              </a:ext>
            </a:extLst>
          </p:cNvPr>
          <p:cNvSpPr/>
          <p:nvPr/>
        </p:nvSpPr>
        <p:spPr>
          <a:xfrm>
            <a:off x="541922" y="0"/>
            <a:ext cx="1457450" cy="523220"/>
          </a:xfrm>
          <a:prstGeom prst="rect">
            <a:avLst/>
          </a:prstGeom>
        </p:spPr>
        <p:txBody>
          <a:bodyPr wrap="none">
            <a:spAutoFit/>
          </a:bodyPr>
          <a:lstStyle/>
          <a:p>
            <a:r>
              <a:rPr lang="en-GB" sz="2800" b="1"/>
              <a:t>Glossary</a:t>
            </a:r>
          </a:p>
        </p:txBody>
      </p:sp>
      <p:sp>
        <p:nvSpPr>
          <p:cNvPr id="4" name="Rectangle 3">
            <a:extLst>
              <a:ext uri="{FF2B5EF4-FFF2-40B4-BE49-F238E27FC236}">
                <a16:creationId xmlns:a16="http://schemas.microsoft.com/office/drawing/2014/main" id="{6B86DDB9-CA81-460E-909D-532660E55C86}"/>
              </a:ext>
            </a:extLst>
          </p:cNvPr>
          <p:cNvSpPr/>
          <p:nvPr/>
        </p:nvSpPr>
        <p:spPr>
          <a:xfrm>
            <a:off x="541922" y="1805354"/>
            <a:ext cx="4051302" cy="523220"/>
          </a:xfrm>
          <a:prstGeom prst="rect">
            <a:avLst/>
          </a:prstGeom>
        </p:spPr>
        <p:txBody>
          <a:bodyPr wrap="none">
            <a:spAutoFit/>
          </a:bodyPr>
          <a:lstStyle/>
          <a:p>
            <a:r>
              <a:rPr lang="en-GB" sz="2800" i="1"/>
              <a:t>stroll </a:t>
            </a:r>
            <a:r>
              <a:rPr lang="en-GB" sz="2800"/>
              <a:t>a slow leisurely walk.</a:t>
            </a:r>
          </a:p>
        </p:txBody>
      </p:sp>
      <p:sp>
        <p:nvSpPr>
          <p:cNvPr id="5" name="Rectangle 4">
            <a:extLst>
              <a:ext uri="{FF2B5EF4-FFF2-40B4-BE49-F238E27FC236}">
                <a16:creationId xmlns:a16="http://schemas.microsoft.com/office/drawing/2014/main" id="{3E513414-F162-492F-A761-BC26E5E2215D}"/>
              </a:ext>
            </a:extLst>
          </p:cNvPr>
          <p:cNvSpPr/>
          <p:nvPr/>
        </p:nvSpPr>
        <p:spPr>
          <a:xfrm>
            <a:off x="958756" y="5812344"/>
            <a:ext cx="1290738" cy="523220"/>
          </a:xfrm>
          <a:prstGeom prst="rect">
            <a:avLst/>
          </a:prstGeom>
        </p:spPr>
        <p:txBody>
          <a:bodyPr wrap="none">
            <a:spAutoFit/>
          </a:bodyPr>
          <a:lstStyle/>
          <a:p>
            <a:r>
              <a:rPr lang="en-GB" sz="2800" i="1"/>
              <a:t>baboon</a:t>
            </a:r>
            <a:endParaRPr lang="en-GB" sz="2800"/>
          </a:p>
        </p:txBody>
      </p:sp>
      <p:pic>
        <p:nvPicPr>
          <p:cNvPr id="6" name="Picture 5">
            <a:extLst>
              <a:ext uri="{FF2B5EF4-FFF2-40B4-BE49-F238E27FC236}">
                <a16:creationId xmlns:a16="http://schemas.microsoft.com/office/drawing/2014/main" id="{ACCCB736-D9C3-4ACA-8E2E-7B98EE31935D}"/>
              </a:ext>
            </a:extLst>
          </p:cNvPr>
          <p:cNvPicPr>
            <a:picLocks noChangeAspect="1"/>
          </p:cNvPicPr>
          <p:nvPr/>
        </p:nvPicPr>
        <p:blipFill>
          <a:blip r:embed="rId2"/>
          <a:stretch>
            <a:fillRect/>
          </a:stretch>
        </p:blipFill>
        <p:spPr>
          <a:xfrm>
            <a:off x="1272619" y="3552495"/>
            <a:ext cx="2607518" cy="2259849"/>
          </a:xfrm>
          <a:prstGeom prst="rect">
            <a:avLst/>
          </a:prstGeom>
        </p:spPr>
      </p:pic>
      <p:sp>
        <p:nvSpPr>
          <p:cNvPr id="7" name="TextBox 6">
            <a:extLst>
              <a:ext uri="{FF2B5EF4-FFF2-40B4-BE49-F238E27FC236}">
                <a16:creationId xmlns:a16="http://schemas.microsoft.com/office/drawing/2014/main" id="{16EF1874-6891-497D-AC14-748B16512555}"/>
              </a:ext>
            </a:extLst>
          </p:cNvPr>
          <p:cNvSpPr txBox="1"/>
          <p:nvPr/>
        </p:nvSpPr>
        <p:spPr>
          <a:xfrm>
            <a:off x="4632067" y="6006536"/>
            <a:ext cx="2927863" cy="523220"/>
          </a:xfrm>
          <a:prstGeom prst="rect">
            <a:avLst/>
          </a:prstGeom>
          <a:noFill/>
        </p:spPr>
        <p:txBody>
          <a:bodyPr wrap="square" rtlCol="0">
            <a:spAutoFit/>
          </a:bodyPr>
          <a:lstStyle/>
          <a:p>
            <a:r>
              <a:rPr lang="en-GB" sz="2800"/>
              <a:t>Bungee jumping</a:t>
            </a:r>
          </a:p>
        </p:txBody>
      </p:sp>
      <p:pic>
        <p:nvPicPr>
          <p:cNvPr id="8" name="Picture 7">
            <a:extLst>
              <a:ext uri="{FF2B5EF4-FFF2-40B4-BE49-F238E27FC236}">
                <a16:creationId xmlns:a16="http://schemas.microsoft.com/office/drawing/2014/main" id="{1319F702-6087-4166-ADDC-972A3F90DFC0}"/>
              </a:ext>
            </a:extLst>
          </p:cNvPr>
          <p:cNvPicPr>
            <a:picLocks noChangeAspect="1"/>
          </p:cNvPicPr>
          <p:nvPr/>
        </p:nvPicPr>
        <p:blipFill>
          <a:blip r:embed="rId3"/>
          <a:stretch>
            <a:fillRect/>
          </a:stretch>
        </p:blipFill>
        <p:spPr>
          <a:xfrm>
            <a:off x="5120575" y="3557939"/>
            <a:ext cx="1950849" cy="2448597"/>
          </a:xfrm>
          <a:prstGeom prst="rect">
            <a:avLst/>
          </a:prstGeom>
        </p:spPr>
      </p:pic>
      <p:sp>
        <p:nvSpPr>
          <p:cNvPr id="9" name="TextBox 8">
            <a:extLst>
              <a:ext uri="{FF2B5EF4-FFF2-40B4-BE49-F238E27FC236}">
                <a16:creationId xmlns:a16="http://schemas.microsoft.com/office/drawing/2014/main" id="{7A2195E9-07AD-4A32-83D7-524D0B4BC2B1}"/>
              </a:ext>
            </a:extLst>
          </p:cNvPr>
          <p:cNvSpPr txBox="1"/>
          <p:nvPr/>
        </p:nvSpPr>
        <p:spPr>
          <a:xfrm>
            <a:off x="541922" y="2169825"/>
            <a:ext cx="10466047" cy="523220"/>
          </a:xfrm>
          <a:prstGeom prst="rect">
            <a:avLst/>
          </a:prstGeom>
          <a:noFill/>
        </p:spPr>
        <p:txBody>
          <a:bodyPr wrap="square" rtlCol="0">
            <a:spAutoFit/>
          </a:bodyPr>
          <a:lstStyle/>
          <a:p>
            <a:r>
              <a:rPr lang="en-GB" sz="2800" i="1"/>
              <a:t>safari</a:t>
            </a:r>
            <a:r>
              <a:rPr lang="en-GB" sz="2800"/>
              <a:t> an expedition to observe or hunt animals in their natural habitat.</a:t>
            </a:r>
          </a:p>
        </p:txBody>
      </p:sp>
      <p:sp>
        <p:nvSpPr>
          <p:cNvPr id="10" name="TextBox 9">
            <a:extLst>
              <a:ext uri="{FF2B5EF4-FFF2-40B4-BE49-F238E27FC236}">
                <a16:creationId xmlns:a16="http://schemas.microsoft.com/office/drawing/2014/main" id="{961E22CF-741D-43D4-9421-02B4279CBE45}"/>
              </a:ext>
            </a:extLst>
          </p:cNvPr>
          <p:cNvSpPr txBox="1"/>
          <p:nvPr/>
        </p:nvSpPr>
        <p:spPr>
          <a:xfrm>
            <a:off x="541923" y="2560287"/>
            <a:ext cx="11108156" cy="954107"/>
          </a:xfrm>
          <a:prstGeom prst="rect">
            <a:avLst/>
          </a:prstGeom>
          <a:noFill/>
        </p:spPr>
        <p:txBody>
          <a:bodyPr wrap="square" rtlCol="0">
            <a:spAutoFit/>
          </a:bodyPr>
          <a:lstStyle/>
          <a:p>
            <a:r>
              <a:rPr lang="en-GB" sz="2800" i="1"/>
              <a:t>excursion </a:t>
            </a:r>
            <a:r>
              <a:rPr lang="en-GB" sz="2800"/>
              <a:t>a short journey or trip for pleasure, especially one a short distance away from the main place you are visiting.</a:t>
            </a:r>
            <a:endParaRPr lang="en-GB" sz="2800" i="1"/>
          </a:p>
        </p:txBody>
      </p:sp>
    </p:spTree>
    <p:extLst>
      <p:ext uri="{BB962C8B-B14F-4D97-AF65-F5344CB8AC3E}">
        <p14:creationId xmlns:p14="http://schemas.microsoft.com/office/powerpoint/2010/main" val="588260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F27BEA-FDCF-4936-BA7E-E96BCB738D69}"/>
              </a:ext>
            </a:extLst>
          </p:cNvPr>
          <p:cNvPicPr>
            <a:picLocks noChangeAspect="1"/>
          </p:cNvPicPr>
          <p:nvPr/>
        </p:nvPicPr>
        <p:blipFill>
          <a:blip r:embed="rId2"/>
          <a:stretch>
            <a:fillRect/>
          </a:stretch>
        </p:blipFill>
        <p:spPr>
          <a:xfrm>
            <a:off x="553216" y="1984707"/>
            <a:ext cx="11317796" cy="2685384"/>
          </a:xfrm>
          <a:prstGeom prst="rect">
            <a:avLst/>
          </a:prstGeom>
        </p:spPr>
      </p:pic>
    </p:spTree>
    <p:extLst>
      <p:ext uri="{BB962C8B-B14F-4D97-AF65-F5344CB8AC3E}">
        <p14:creationId xmlns:p14="http://schemas.microsoft.com/office/powerpoint/2010/main" val="330006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14E8D7-2335-4580-81D8-E475546BFB34}"/>
              </a:ext>
            </a:extLst>
          </p:cNvPr>
          <p:cNvPicPr>
            <a:picLocks noChangeAspect="1"/>
          </p:cNvPicPr>
          <p:nvPr/>
        </p:nvPicPr>
        <p:blipFill>
          <a:blip r:embed="rId2"/>
          <a:stretch>
            <a:fillRect/>
          </a:stretch>
        </p:blipFill>
        <p:spPr>
          <a:xfrm>
            <a:off x="956786" y="678656"/>
            <a:ext cx="10278428" cy="5500688"/>
          </a:xfrm>
          <a:prstGeom prst="rect">
            <a:avLst/>
          </a:prstGeom>
        </p:spPr>
      </p:pic>
      <p:sp>
        <p:nvSpPr>
          <p:cNvPr id="4" name="TextBox 3">
            <a:extLst>
              <a:ext uri="{FF2B5EF4-FFF2-40B4-BE49-F238E27FC236}">
                <a16:creationId xmlns:a16="http://schemas.microsoft.com/office/drawing/2014/main" id="{2CFD35A4-8CC6-4D86-A8DB-BC25A98A9763}"/>
              </a:ext>
            </a:extLst>
          </p:cNvPr>
          <p:cNvSpPr txBox="1"/>
          <p:nvPr/>
        </p:nvSpPr>
        <p:spPr>
          <a:xfrm>
            <a:off x="624114" y="278546"/>
            <a:ext cx="11306627" cy="400110"/>
          </a:xfrm>
          <a:prstGeom prst="rect">
            <a:avLst/>
          </a:prstGeom>
          <a:noFill/>
        </p:spPr>
        <p:txBody>
          <a:bodyPr wrap="square" rtlCol="0">
            <a:spAutoFit/>
          </a:bodyPr>
          <a:lstStyle/>
          <a:p>
            <a:r>
              <a:rPr lang="en-GB" sz="2000" b="1">
                <a:latin typeface="Arial Black" panose="020B0A04020102020204" pitchFamily="34" charset="0"/>
              </a:rPr>
              <a:t>Actually, this is only a guide to planning. Your plan will answer these questions.</a:t>
            </a:r>
          </a:p>
        </p:txBody>
      </p:sp>
    </p:spTree>
    <p:extLst>
      <p:ext uri="{BB962C8B-B14F-4D97-AF65-F5344CB8AC3E}">
        <p14:creationId xmlns:p14="http://schemas.microsoft.com/office/powerpoint/2010/main" val="302466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633BFF-12C4-415F-A333-A4EC9516AE90}"/>
              </a:ext>
            </a:extLst>
          </p:cNvPr>
          <p:cNvPicPr>
            <a:picLocks noChangeAspect="1"/>
          </p:cNvPicPr>
          <p:nvPr/>
        </p:nvPicPr>
        <p:blipFill>
          <a:blip r:embed="rId2"/>
          <a:stretch>
            <a:fillRect/>
          </a:stretch>
        </p:blipFill>
        <p:spPr>
          <a:xfrm>
            <a:off x="379476" y="1020223"/>
            <a:ext cx="11433048" cy="4817555"/>
          </a:xfrm>
          <a:prstGeom prst="rect">
            <a:avLst/>
          </a:prstGeom>
        </p:spPr>
      </p:pic>
    </p:spTree>
    <p:extLst>
      <p:ext uri="{BB962C8B-B14F-4D97-AF65-F5344CB8AC3E}">
        <p14:creationId xmlns:p14="http://schemas.microsoft.com/office/powerpoint/2010/main" val="890424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9EEFBC-104C-45FF-9270-8850091007E4}"/>
              </a:ext>
            </a:extLst>
          </p:cNvPr>
          <p:cNvPicPr>
            <a:picLocks noChangeAspect="1"/>
          </p:cNvPicPr>
          <p:nvPr/>
        </p:nvPicPr>
        <p:blipFill>
          <a:blip r:embed="rId2"/>
          <a:stretch>
            <a:fillRect/>
          </a:stretch>
        </p:blipFill>
        <p:spPr>
          <a:xfrm>
            <a:off x="442864" y="1377506"/>
            <a:ext cx="11306271" cy="4102989"/>
          </a:xfrm>
          <a:prstGeom prst="rect">
            <a:avLst/>
          </a:prstGeom>
        </p:spPr>
      </p:pic>
    </p:spTree>
    <p:extLst>
      <p:ext uri="{BB962C8B-B14F-4D97-AF65-F5344CB8AC3E}">
        <p14:creationId xmlns:p14="http://schemas.microsoft.com/office/powerpoint/2010/main" val="2044386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6CDC423-4232-4E4B-9E0F-410AED6C56C4}"/>
              </a:ext>
            </a:extLst>
          </p:cNvPr>
          <p:cNvPicPr>
            <a:picLocks noChangeAspect="1"/>
          </p:cNvPicPr>
          <p:nvPr/>
        </p:nvPicPr>
        <p:blipFill>
          <a:blip r:embed="rId2"/>
          <a:stretch>
            <a:fillRect/>
          </a:stretch>
        </p:blipFill>
        <p:spPr>
          <a:xfrm>
            <a:off x="228139" y="210086"/>
            <a:ext cx="11329321" cy="1648111"/>
          </a:xfrm>
          <a:prstGeom prst="rect">
            <a:avLst/>
          </a:prstGeom>
        </p:spPr>
      </p:pic>
      <p:pic>
        <p:nvPicPr>
          <p:cNvPr id="5" name="Picture 4">
            <a:extLst>
              <a:ext uri="{FF2B5EF4-FFF2-40B4-BE49-F238E27FC236}">
                <a16:creationId xmlns:a16="http://schemas.microsoft.com/office/drawing/2014/main" id="{EAE5B203-A5A7-4995-8FA9-D471AD60B4F1}"/>
              </a:ext>
            </a:extLst>
          </p:cNvPr>
          <p:cNvPicPr>
            <a:picLocks noChangeAspect="1"/>
          </p:cNvPicPr>
          <p:nvPr/>
        </p:nvPicPr>
        <p:blipFill>
          <a:blip r:embed="rId3"/>
          <a:stretch>
            <a:fillRect/>
          </a:stretch>
        </p:blipFill>
        <p:spPr>
          <a:xfrm>
            <a:off x="485727" y="3064447"/>
            <a:ext cx="10814144" cy="3499067"/>
          </a:xfrm>
          <a:prstGeom prst="rect">
            <a:avLst/>
          </a:prstGeom>
        </p:spPr>
      </p:pic>
      <p:pic>
        <p:nvPicPr>
          <p:cNvPr id="7" name="Picture 6">
            <a:extLst>
              <a:ext uri="{FF2B5EF4-FFF2-40B4-BE49-F238E27FC236}">
                <a16:creationId xmlns:a16="http://schemas.microsoft.com/office/drawing/2014/main" id="{B9D95097-7AF2-44B7-B2CA-F89A6FB1CE55}"/>
              </a:ext>
            </a:extLst>
          </p:cNvPr>
          <p:cNvPicPr>
            <a:picLocks noChangeAspect="1"/>
          </p:cNvPicPr>
          <p:nvPr/>
        </p:nvPicPr>
        <p:blipFill>
          <a:blip r:embed="rId4"/>
          <a:stretch>
            <a:fillRect/>
          </a:stretch>
        </p:blipFill>
        <p:spPr>
          <a:xfrm>
            <a:off x="385437" y="2024198"/>
            <a:ext cx="5327202" cy="739115"/>
          </a:xfrm>
          <a:prstGeom prst="rect">
            <a:avLst/>
          </a:prstGeom>
        </p:spPr>
      </p:pic>
      <p:pic>
        <p:nvPicPr>
          <p:cNvPr id="8" name="Picture 7">
            <a:extLst>
              <a:ext uri="{FF2B5EF4-FFF2-40B4-BE49-F238E27FC236}">
                <a16:creationId xmlns:a16="http://schemas.microsoft.com/office/drawing/2014/main" id="{9F419D38-5C7C-4D81-8241-1D111E6DF548}"/>
              </a:ext>
            </a:extLst>
          </p:cNvPr>
          <p:cNvPicPr>
            <a:picLocks noChangeAspect="1"/>
          </p:cNvPicPr>
          <p:nvPr/>
        </p:nvPicPr>
        <p:blipFill>
          <a:blip r:embed="rId5"/>
          <a:stretch>
            <a:fillRect/>
          </a:stretch>
        </p:blipFill>
        <p:spPr>
          <a:xfrm>
            <a:off x="5814771" y="2062001"/>
            <a:ext cx="3890810" cy="655442"/>
          </a:xfrm>
          <a:prstGeom prst="rect">
            <a:avLst/>
          </a:prstGeom>
        </p:spPr>
      </p:pic>
      <p:pic>
        <p:nvPicPr>
          <p:cNvPr id="9" name="Picture 8">
            <a:extLst>
              <a:ext uri="{FF2B5EF4-FFF2-40B4-BE49-F238E27FC236}">
                <a16:creationId xmlns:a16="http://schemas.microsoft.com/office/drawing/2014/main" id="{BA7F8130-68E2-46B6-8C70-4185DCDF82EF}"/>
              </a:ext>
            </a:extLst>
          </p:cNvPr>
          <p:cNvPicPr>
            <a:picLocks noChangeAspect="1"/>
          </p:cNvPicPr>
          <p:nvPr/>
        </p:nvPicPr>
        <p:blipFill>
          <a:blip r:embed="rId6"/>
          <a:stretch>
            <a:fillRect/>
          </a:stretch>
        </p:blipFill>
        <p:spPr>
          <a:xfrm>
            <a:off x="9807713" y="2062001"/>
            <a:ext cx="1938432" cy="362585"/>
          </a:xfrm>
          <a:prstGeom prst="rect">
            <a:avLst/>
          </a:prstGeom>
        </p:spPr>
      </p:pic>
      <p:pic>
        <p:nvPicPr>
          <p:cNvPr id="10" name="Picture 9">
            <a:extLst>
              <a:ext uri="{FF2B5EF4-FFF2-40B4-BE49-F238E27FC236}">
                <a16:creationId xmlns:a16="http://schemas.microsoft.com/office/drawing/2014/main" id="{ABF6079F-9AFD-47B6-8EA0-DC0AC257C590}"/>
              </a:ext>
            </a:extLst>
          </p:cNvPr>
          <p:cNvPicPr>
            <a:picLocks noChangeAspect="1"/>
          </p:cNvPicPr>
          <p:nvPr/>
        </p:nvPicPr>
        <p:blipFill>
          <a:blip r:embed="rId7"/>
          <a:stretch>
            <a:fillRect/>
          </a:stretch>
        </p:blipFill>
        <p:spPr>
          <a:xfrm>
            <a:off x="9807713" y="2352767"/>
            <a:ext cx="1366665" cy="334694"/>
          </a:xfrm>
          <a:prstGeom prst="rect">
            <a:avLst/>
          </a:prstGeom>
        </p:spPr>
      </p:pic>
      <p:sp>
        <p:nvSpPr>
          <p:cNvPr id="11" name="Rectangle 10">
            <a:extLst>
              <a:ext uri="{FF2B5EF4-FFF2-40B4-BE49-F238E27FC236}">
                <a16:creationId xmlns:a16="http://schemas.microsoft.com/office/drawing/2014/main" id="{A982F7E4-D388-4992-8E6A-39F306DE683F}"/>
              </a:ext>
            </a:extLst>
          </p:cNvPr>
          <p:cNvSpPr/>
          <p:nvPr/>
        </p:nvSpPr>
        <p:spPr>
          <a:xfrm>
            <a:off x="385437" y="1931853"/>
            <a:ext cx="11329321" cy="84182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71375088-7F1B-4711-B6B9-3131B989744E}"/>
              </a:ext>
            </a:extLst>
          </p:cNvPr>
          <p:cNvSpPr txBox="1"/>
          <p:nvPr/>
        </p:nvSpPr>
        <p:spPr>
          <a:xfrm>
            <a:off x="921157" y="3031280"/>
            <a:ext cx="2757714" cy="430887"/>
          </a:xfrm>
          <a:prstGeom prst="rect">
            <a:avLst/>
          </a:prstGeom>
          <a:noFill/>
        </p:spPr>
        <p:txBody>
          <a:bodyPr wrap="square" rtlCol="0">
            <a:spAutoFit/>
          </a:bodyPr>
          <a:lstStyle/>
          <a:p>
            <a:r>
              <a:rPr lang="en-GB" sz="2200">
                <a:solidFill>
                  <a:srgbClr val="002060"/>
                </a:solidFill>
                <a:latin typeface="Segoe Print" panose="02000600000000000000" pitchFamily="2" charset="0"/>
              </a:rPr>
              <a:t>Make time to</a:t>
            </a:r>
          </a:p>
        </p:txBody>
      </p:sp>
      <p:sp>
        <p:nvSpPr>
          <p:cNvPr id="13" name="TextBox 12">
            <a:extLst>
              <a:ext uri="{FF2B5EF4-FFF2-40B4-BE49-F238E27FC236}">
                <a16:creationId xmlns:a16="http://schemas.microsoft.com/office/drawing/2014/main" id="{237AA9D6-F0D5-446A-9E84-3E7DE99B07D2}"/>
              </a:ext>
            </a:extLst>
          </p:cNvPr>
          <p:cNvSpPr txBox="1"/>
          <p:nvPr/>
        </p:nvSpPr>
        <p:spPr>
          <a:xfrm>
            <a:off x="921157" y="3473142"/>
            <a:ext cx="3193145" cy="430887"/>
          </a:xfrm>
          <a:prstGeom prst="rect">
            <a:avLst/>
          </a:prstGeom>
          <a:noFill/>
        </p:spPr>
        <p:txBody>
          <a:bodyPr wrap="square" rtlCol="0">
            <a:spAutoFit/>
          </a:bodyPr>
          <a:lstStyle/>
          <a:p>
            <a:r>
              <a:rPr lang="en-GB" sz="2200">
                <a:solidFill>
                  <a:srgbClr val="002060"/>
                </a:solidFill>
                <a:latin typeface="Segoe Print" panose="02000600000000000000" pitchFamily="2" charset="0"/>
              </a:rPr>
              <a:t>Once discovered</a:t>
            </a:r>
          </a:p>
        </p:txBody>
      </p:sp>
      <p:sp>
        <p:nvSpPr>
          <p:cNvPr id="14" name="TextBox 13">
            <a:extLst>
              <a:ext uri="{FF2B5EF4-FFF2-40B4-BE49-F238E27FC236}">
                <a16:creationId xmlns:a16="http://schemas.microsoft.com/office/drawing/2014/main" id="{1C767114-3604-4D1D-B760-7440ABC51988}"/>
              </a:ext>
            </a:extLst>
          </p:cNvPr>
          <p:cNvSpPr txBox="1"/>
          <p:nvPr/>
        </p:nvSpPr>
        <p:spPr>
          <a:xfrm>
            <a:off x="892129" y="3885886"/>
            <a:ext cx="3193145" cy="430887"/>
          </a:xfrm>
          <a:prstGeom prst="rect">
            <a:avLst/>
          </a:prstGeom>
          <a:noFill/>
        </p:spPr>
        <p:txBody>
          <a:bodyPr wrap="square" rtlCol="0">
            <a:spAutoFit/>
          </a:bodyPr>
          <a:lstStyle/>
          <a:p>
            <a:r>
              <a:rPr lang="en-GB" sz="2200">
                <a:solidFill>
                  <a:srgbClr val="002060"/>
                </a:solidFill>
                <a:latin typeface="Segoe Print" panose="02000600000000000000" pitchFamily="2" charset="0"/>
              </a:rPr>
              <a:t>For those who enjoy</a:t>
            </a:r>
          </a:p>
        </p:txBody>
      </p:sp>
      <p:sp>
        <p:nvSpPr>
          <p:cNvPr id="15" name="TextBox 14">
            <a:extLst>
              <a:ext uri="{FF2B5EF4-FFF2-40B4-BE49-F238E27FC236}">
                <a16:creationId xmlns:a16="http://schemas.microsoft.com/office/drawing/2014/main" id="{03E1E935-3F49-44F9-9647-CF5275364542}"/>
              </a:ext>
            </a:extLst>
          </p:cNvPr>
          <p:cNvSpPr txBox="1"/>
          <p:nvPr/>
        </p:nvSpPr>
        <p:spPr>
          <a:xfrm>
            <a:off x="921157" y="4343726"/>
            <a:ext cx="1110843" cy="430887"/>
          </a:xfrm>
          <a:prstGeom prst="rect">
            <a:avLst/>
          </a:prstGeom>
          <a:noFill/>
        </p:spPr>
        <p:txBody>
          <a:bodyPr wrap="square" rtlCol="0">
            <a:spAutoFit/>
          </a:bodyPr>
          <a:lstStyle/>
          <a:p>
            <a:r>
              <a:rPr lang="en-GB" sz="2200">
                <a:solidFill>
                  <a:srgbClr val="002060"/>
                </a:solidFill>
                <a:latin typeface="Segoe Print" panose="02000600000000000000" pitchFamily="2" charset="0"/>
              </a:rPr>
              <a:t>Set in</a:t>
            </a:r>
          </a:p>
        </p:txBody>
      </p:sp>
      <p:sp>
        <p:nvSpPr>
          <p:cNvPr id="16" name="TextBox 15">
            <a:extLst>
              <a:ext uri="{FF2B5EF4-FFF2-40B4-BE49-F238E27FC236}">
                <a16:creationId xmlns:a16="http://schemas.microsoft.com/office/drawing/2014/main" id="{A4A25663-C8DC-449D-BD72-1BA3200288B8}"/>
              </a:ext>
            </a:extLst>
          </p:cNvPr>
          <p:cNvSpPr txBox="1"/>
          <p:nvPr/>
        </p:nvSpPr>
        <p:spPr>
          <a:xfrm>
            <a:off x="950185" y="4801566"/>
            <a:ext cx="2518729" cy="430887"/>
          </a:xfrm>
          <a:prstGeom prst="rect">
            <a:avLst/>
          </a:prstGeom>
          <a:noFill/>
        </p:spPr>
        <p:txBody>
          <a:bodyPr wrap="square" rtlCol="0">
            <a:spAutoFit/>
          </a:bodyPr>
          <a:lstStyle/>
          <a:p>
            <a:r>
              <a:rPr lang="en-GB" sz="2200">
                <a:solidFill>
                  <a:srgbClr val="002060"/>
                </a:solidFill>
                <a:latin typeface="Segoe Print" panose="02000600000000000000" pitchFamily="2" charset="0"/>
              </a:rPr>
              <a:t>Whether you go</a:t>
            </a:r>
          </a:p>
        </p:txBody>
      </p:sp>
      <p:sp>
        <p:nvSpPr>
          <p:cNvPr id="17" name="TextBox 16">
            <a:extLst>
              <a:ext uri="{FF2B5EF4-FFF2-40B4-BE49-F238E27FC236}">
                <a16:creationId xmlns:a16="http://schemas.microsoft.com/office/drawing/2014/main" id="{E0840BDE-2A88-4360-A929-16D04B8D2E4A}"/>
              </a:ext>
            </a:extLst>
          </p:cNvPr>
          <p:cNvSpPr txBox="1"/>
          <p:nvPr/>
        </p:nvSpPr>
        <p:spPr>
          <a:xfrm>
            <a:off x="921157" y="5215420"/>
            <a:ext cx="2518729" cy="430887"/>
          </a:xfrm>
          <a:prstGeom prst="rect">
            <a:avLst/>
          </a:prstGeom>
          <a:noFill/>
        </p:spPr>
        <p:txBody>
          <a:bodyPr wrap="square" rtlCol="0">
            <a:spAutoFit/>
          </a:bodyPr>
          <a:lstStyle/>
          <a:p>
            <a:r>
              <a:rPr lang="en-GB" sz="2200">
                <a:solidFill>
                  <a:srgbClr val="002060"/>
                </a:solidFill>
                <a:latin typeface="Segoe Print" panose="02000600000000000000" pitchFamily="2" charset="0"/>
              </a:rPr>
              <a:t>By day explore</a:t>
            </a:r>
          </a:p>
        </p:txBody>
      </p:sp>
      <p:sp>
        <p:nvSpPr>
          <p:cNvPr id="18" name="TextBox 17">
            <a:extLst>
              <a:ext uri="{FF2B5EF4-FFF2-40B4-BE49-F238E27FC236}">
                <a16:creationId xmlns:a16="http://schemas.microsoft.com/office/drawing/2014/main" id="{9BEB9F22-87C1-446E-9F3F-4DD496718B89}"/>
              </a:ext>
            </a:extLst>
          </p:cNvPr>
          <p:cNvSpPr txBox="1"/>
          <p:nvPr/>
        </p:nvSpPr>
        <p:spPr>
          <a:xfrm>
            <a:off x="808420" y="5688024"/>
            <a:ext cx="3563757" cy="369332"/>
          </a:xfrm>
          <a:prstGeom prst="rect">
            <a:avLst/>
          </a:prstGeom>
          <a:noFill/>
        </p:spPr>
        <p:txBody>
          <a:bodyPr wrap="square" rtlCol="0">
            <a:spAutoFit/>
          </a:bodyPr>
          <a:lstStyle/>
          <a:p>
            <a:r>
              <a:rPr lang="en-GB">
                <a:solidFill>
                  <a:srgbClr val="002060"/>
                </a:solidFill>
                <a:latin typeface="Segoe Print" panose="02000600000000000000" pitchFamily="2" charset="0"/>
              </a:rPr>
              <a:t>Something worth visiting is</a:t>
            </a:r>
          </a:p>
        </p:txBody>
      </p:sp>
      <p:sp>
        <p:nvSpPr>
          <p:cNvPr id="19" name="TextBox 18">
            <a:extLst>
              <a:ext uri="{FF2B5EF4-FFF2-40B4-BE49-F238E27FC236}">
                <a16:creationId xmlns:a16="http://schemas.microsoft.com/office/drawing/2014/main" id="{5FC50E7F-B5CE-4C2D-8276-A56937CA4FC5}"/>
              </a:ext>
            </a:extLst>
          </p:cNvPr>
          <p:cNvSpPr txBox="1"/>
          <p:nvPr/>
        </p:nvSpPr>
        <p:spPr>
          <a:xfrm>
            <a:off x="910020" y="6085744"/>
            <a:ext cx="2529866" cy="430887"/>
          </a:xfrm>
          <a:prstGeom prst="rect">
            <a:avLst/>
          </a:prstGeom>
          <a:noFill/>
        </p:spPr>
        <p:txBody>
          <a:bodyPr wrap="square" rtlCol="0">
            <a:spAutoFit/>
          </a:bodyPr>
          <a:lstStyle/>
          <a:p>
            <a:r>
              <a:rPr lang="en-GB" sz="2200">
                <a:solidFill>
                  <a:srgbClr val="002060"/>
                </a:solidFill>
                <a:latin typeface="Segoe Print" panose="02000600000000000000" pitchFamily="2" charset="0"/>
              </a:rPr>
              <a:t>If you just want</a:t>
            </a:r>
          </a:p>
        </p:txBody>
      </p:sp>
    </p:spTree>
    <p:extLst>
      <p:ext uri="{BB962C8B-B14F-4D97-AF65-F5344CB8AC3E}">
        <p14:creationId xmlns:p14="http://schemas.microsoft.com/office/powerpoint/2010/main" val="3335421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wipe(left)">
                                      <p:cBhvr>
                                        <p:cTn id="12" dur="5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wipe(left)">
                                      <p:cBhvr>
                                        <p:cTn id="17" dur="5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left)">
                                      <p:cBhvr>
                                        <p:cTn id="22" dur="5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animEffect transition="in" filter="wipe(left)">
                                      <p:cBhvr>
                                        <p:cTn id="27" dur="500"/>
                                        <p:tgtEl>
                                          <p:spTgt spid="1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
                                            <p:txEl>
                                              <p:pRg st="0" end="0"/>
                                            </p:txEl>
                                          </p:spTgt>
                                        </p:tgtEl>
                                        <p:attrNameLst>
                                          <p:attrName>style.visibility</p:attrName>
                                        </p:attrNameLst>
                                      </p:cBhvr>
                                      <p:to>
                                        <p:strVal val="visible"/>
                                      </p:to>
                                    </p:set>
                                    <p:animEffect transition="in" filter="wipe(left)">
                                      <p:cBhvr>
                                        <p:cTn id="32" dur="500"/>
                                        <p:tgtEl>
                                          <p:spTgt spid="1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xEl>
                                              <p:pRg st="0" end="0"/>
                                            </p:txEl>
                                          </p:spTgt>
                                        </p:tgtEl>
                                        <p:attrNameLst>
                                          <p:attrName>style.visibility</p:attrName>
                                        </p:attrNameLst>
                                      </p:cBhvr>
                                      <p:to>
                                        <p:strVal val="visible"/>
                                      </p:to>
                                    </p:set>
                                    <p:animEffect transition="in" filter="wipe(left)">
                                      <p:cBhvr>
                                        <p:cTn id="37" dur="500"/>
                                        <p:tgtEl>
                                          <p:spTgt spid="1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9">
                                            <p:txEl>
                                              <p:pRg st="0" end="0"/>
                                            </p:txEl>
                                          </p:spTgt>
                                        </p:tgtEl>
                                        <p:attrNameLst>
                                          <p:attrName>style.visibility</p:attrName>
                                        </p:attrNameLst>
                                      </p:cBhvr>
                                      <p:to>
                                        <p:strVal val="visible"/>
                                      </p:to>
                                    </p:set>
                                    <p:animEffect transition="in" filter="wipe(left)">
                                      <p:cBhvr>
                                        <p:cTn id="42"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64D0F6-2140-4484-99EE-0F4FFF91A704}"/>
              </a:ext>
            </a:extLst>
          </p:cNvPr>
          <p:cNvPicPr>
            <a:picLocks noChangeAspect="1"/>
          </p:cNvPicPr>
          <p:nvPr/>
        </p:nvPicPr>
        <p:blipFill>
          <a:blip r:embed="rId2"/>
          <a:stretch>
            <a:fillRect/>
          </a:stretch>
        </p:blipFill>
        <p:spPr>
          <a:xfrm>
            <a:off x="391001" y="858869"/>
            <a:ext cx="11409998" cy="5140262"/>
          </a:xfrm>
          <a:prstGeom prst="rect">
            <a:avLst/>
          </a:prstGeom>
        </p:spPr>
      </p:pic>
    </p:spTree>
    <p:extLst>
      <p:ext uri="{BB962C8B-B14F-4D97-AF65-F5344CB8AC3E}">
        <p14:creationId xmlns:p14="http://schemas.microsoft.com/office/powerpoint/2010/main" val="2420447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BF8745-3C89-4092-A74C-42A8A33C4A8F}"/>
              </a:ext>
            </a:extLst>
          </p:cNvPr>
          <p:cNvPicPr>
            <a:picLocks noChangeAspect="1"/>
          </p:cNvPicPr>
          <p:nvPr/>
        </p:nvPicPr>
        <p:blipFill>
          <a:blip r:embed="rId2"/>
          <a:stretch>
            <a:fillRect/>
          </a:stretch>
        </p:blipFill>
        <p:spPr>
          <a:xfrm>
            <a:off x="333375" y="1446657"/>
            <a:ext cx="11525250" cy="3964686"/>
          </a:xfrm>
          <a:prstGeom prst="rect">
            <a:avLst/>
          </a:prstGeom>
        </p:spPr>
      </p:pic>
      <p:sp>
        <p:nvSpPr>
          <p:cNvPr id="3" name="Rectangle 2">
            <a:extLst>
              <a:ext uri="{FF2B5EF4-FFF2-40B4-BE49-F238E27FC236}">
                <a16:creationId xmlns:a16="http://schemas.microsoft.com/office/drawing/2014/main" id="{6F9F7DD6-C54D-49DA-83DF-6D4AC688BB99}"/>
              </a:ext>
            </a:extLst>
          </p:cNvPr>
          <p:cNvSpPr/>
          <p:nvPr/>
        </p:nvSpPr>
        <p:spPr>
          <a:xfrm>
            <a:off x="6289665" y="1673443"/>
            <a:ext cx="5568960" cy="523220"/>
          </a:xfrm>
          <a:prstGeom prst="rect">
            <a:avLst/>
          </a:prstGeom>
        </p:spPr>
        <p:txBody>
          <a:bodyPr wrap="none">
            <a:spAutoFit/>
          </a:bodyPr>
          <a:lstStyle/>
          <a:p>
            <a:r>
              <a:rPr lang="en-GB" sz="2800" b="1">
                <a:latin typeface="-apple-system"/>
              </a:rPr>
              <a:t>What can you discover in Budapest?</a:t>
            </a:r>
            <a:endParaRPr lang="en-GB" sz="2800" b="1"/>
          </a:p>
        </p:txBody>
      </p:sp>
      <p:sp>
        <p:nvSpPr>
          <p:cNvPr id="4" name="Rectangle 3">
            <a:extLst>
              <a:ext uri="{FF2B5EF4-FFF2-40B4-BE49-F238E27FC236}">
                <a16:creationId xmlns:a16="http://schemas.microsoft.com/office/drawing/2014/main" id="{E78BFEE3-8CDA-487D-B245-4397813DE670}"/>
              </a:ext>
            </a:extLst>
          </p:cNvPr>
          <p:cNvSpPr/>
          <p:nvPr/>
        </p:nvSpPr>
        <p:spPr>
          <a:xfrm>
            <a:off x="6289665" y="2196663"/>
            <a:ext cx="5568960" cy="2677656"/>
          </a:xfrm>
          <a:prstGeom prst="rect">
            <a:avLst/>
          </a:prstGeom>
        </p:spPr>
        <p:txBody>
          <a:bodyPr wrap="square">
            <a:spAutoFit/>
          </a:bodyPr>
          <a:lstStyle/>
          <a:p>
            <a:r>
              <a:rPr lang="en-GB" sz="2400">
                <a:solidFill>
                  <a:srgbClr val="00B0F0"/>
                </a:solidFill>
                <a:latin typeface="Segoe Print" panose="02000600000000000000" pitchFamily="2" charset="0"/>
              </a:rPr>
              <a:t>Is Budapest one of the best cities in Europe? I think so! It's one of the most charming cities in the world. Built on the Danube, Budapest is one of the most beautiful and famous cities for tourists in the world.</a:t>
            </a:r>
          </a:p>
        </p:txBody>
      </p:sp>
    </p:spTree>
    <p:extLst>
      <p:ext uri="{BB962C8B-B14F-4D97-AF65-F5344CB8AC3E}">
        <p14:creationId xmlns:p14="http://schemas.microsoft.com/office/powerpoint/2010/main" val="878671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50DDA8-9EEC-4602-AE58-8B9802E650F4}"/>
              </a:ext>
            </a:extLst>
          </p:cNvPr>
          <p:cNvPicPr>
            <a:picLocks noChangeAspect="1"/>
          </p:cNvPicPr>
          <p:nvPr/>
        </p:nvPicPr>
        <p:blipFill>
          <a:blip r:embed="rId2"/>
          <a:stretch>
            <a:fillRect/>
          </a:stretch>
        </p:blipFill>
        <p:spPr>
          <a:xfrm>
            <a:off x="1324547" y="415146"/>
            <a:ext cx="9542907" cy="6027706"/>
          </a:xfrm>
          <a:prstGeom prst="rect">
            <a:avLst/>
          </a:prstGeom>
        </p:spPr>
      </p:pic>
      <p:sp>
        <p:nvSpPr>
          <p:cNvPr id="3" name="TextBox 2">
            <a:extLst>
              <a:ext uri="{FF2B5EF4-FFF2-40B4-BE49-F238E27FC236}">
                <a16:creationId xmlns:a16="http://schemas.microsoft.com/office/drawing/2014/main" id="{062AFECC-01AD-4881-8603-9EEA6EA13314}"/>
              </a:ext>
            </a:extLst>
          </p:cNvPr>
          <p:cNvSpPr txBox="1"/>
          <p:nvPr/>
        </p:nvSpPr>
        <p:spPr>
          <a:xfrm rot="-60000">
            <a:off x="1576938" y="1520835"/>
            <a:ext cx="4892821" cy="430887"/>
          </a:xfrm>
          <a:prstGeom prst="rect">
            <a:avLst/>
          </a:prstGeom>
          <a:noFill/>
        </p:spPr>
        <p:txBody>
          <a:bodyPr wrap="square" rtlCol="0">
            <a:spAutoFit/>
          </a:bodyPr>
          <a:lstStyle/>
          <a:p>
            <a:r>
              <a:rPr lang="en-GB" sz="2200" dirty="0">
                <a:solidFill>
                  <a:srgbClr val="0070C0"/>
                </a:solidFill>
                <a:latin typeface="Segoe Print" panose="02000600000000000000" pitchFamily="2" charset="0"/>
              </a:rPr>
              <a:t>Make time to visit the old town.</a:t>
            </a:r>
          </a:p>
        </p:txBody>
      </p:sp>
      <p:sp>
        <p:nvSpPr>
          <p:cNvPr id="4" name="TextBox 3">
            <a:extLst>
              <a:ext uri="{FF2B5EF4-FFF2-40B4-BE49-F238E27FC236}">
                <a16:creationId xmlns:a16="http://schemas.microsoft.com/office/drawing/2014/main" id="{B3869548-3347-4303-A2DD-9094B747281E}"/>
              </a:ext>
            </a:extLst>
          </p:cNvPr>
          <p:cNvSpPr txBox="1"/>
          <p:nvPr/>
        </p:nvSpPr>
        <p:spPr>
          <a:xfrm rot="-60000">
            <a:off x="1676399" y="2830441"/>
            <a:ext cx="8638676" cy="830997"/>
          </a:xfrm>
          <a:prstGeom prst="rect">
            <a:avLst/>
          </a:prstGeom>
          <a:noFill/>
        </p:spPr>
        <p:txBody>
          <a:bodyPr wrap="square" rtlCol="0">
            <a:spAutoFit/>
          </a:bodyPr>
          <a:lstStyle/>
          <a:p>
            <a:r>
              <a:rPr lang="en-GB" sz="2400" dirty="0">
                <a:solidFill>
                  <a:srgbClr val="0070C0"/>
                </a:solidFill>
                <a:latin typeface="Segoe Print" panose="02000600000000000000" pitchFamily="2" charset="0"/>
              </a:rPr>
              <a:t>A little further from the old town, you’ll find some of Budapest’s most famous sights. </a:t>
            </a:r>
          </a:p>
        </p:txBody>
      </p:sp>
      <p:sp>
        <p:nvSpPr>
          <p:cNvPr id="5" name="TextBox 4">
            <a:extLst>
              <a:ext uri="{FF2B5EF4-FFF2-40B4-BE49-F238E27FC236}">
                <a16:creationId xmlns:a16="http://schemas.microsoft.com/office/drawing/2014/main" id="{CC4C521D-2FD0-40AC-83B5-65CE1754326C}"/>
              </a:ext>
            </a:extLst>
          </p:cNvPr>
          <p:cNvSpPr txBox="1"/>
          <p:nvPr/>
        </p:nvSpPr>
        <p:spPr>
          <a:xfrm rot="-60000">
            <a:off x="1681884" y="4330503"/>
            <a:ext cx="9103895" cy="707886"/>
          </a:xfrm>
          <a:prstGeom prst="rect">
            <a:avLst/>
          </a:prstGeom>
          <a:noFill/>
        </p:spPr>
        <p:txBody>
          <a:bodyPr wrap="square" rtlCol="0">
            <a:spAutoFit/>
          </a:bodyPr>
          <a:lstStyle/>
          <a:p>
            <a:r>
              <a:rPr lang="en-GB" sz="2000" dirty="0">
                <a:solidFill>
                  <a:srgbClr val="0070C0"/>
                </a:solidFill>
                <a:latin typeface="Segoe Print" panose="02000600000000000000" pitchFamily="2" charset="0"/>
              </a:rPr>
              <a:t>But don’t just stick to the main sights; Budapest also offers some enjoyable excursions a bit further out.</a:t>
            </a:r>
          </a:p>
        </p:txBody>
      </p:sp>
    </p:spTree>
    <p:extLst>
      <p:ext uri="{BB962C8B-B14F-4D97-AF65-F5344CB8AC3E}">
        <p14:creationId xmlns:p14="http://schemas.microsoft.com/office/powerpoint/2010/main" val="236589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39EDB3-81FE-49EB-B5CE-F0C91DF867A6}"/>
              </a:ext>
            </a:extLst>
          </p:cNvPr>
          <p:cNvPicPr>
            <a:picLocks noChangeAspect="1"/>
          </p:cNvPicPr>
          <p:nvPr/>
        </p:nvPicPr>
        <p:blipFill>
          <a:blip r:embed="rId2"/>
          <a:stretch>
            <a:fillRect/>
          </a:stretch>
        </p:blipFill>
        <p:spPr>
          <a:xfrm rot="60000">
            <a:off x="405531" y="1916631"/>
            <a:ext cx="11477190" cy="3388770"/>
          </a:xfrm>
          <a:prstGeom prst="rect">
            <a:avLst/>
          </a:prstGeom>
        </p:spPr>
      </p:pic>
      <p:sp>
        <p:nvSpPr>
          <p:cNvPr id="4" name="Rectangle 3">
            <a:extLst>
              <a:ext uri="{FF2B5EF4-FFF2-40B4-BE49-F238E27FC236}">
                <a16:creationId xmlns:a16="http://schemas.microsoft.com/office/drawing/2014/main" id="{30228F0A-4D17-46C1-AEFA-5CD06B91E483}"/>
              </a:ext>
            </a:extLst>
          </p:cNvPr>
          <p:cNvSpPr/>
          <p:nvPr/>
        </p:nvSpPr>
        <p:spPr>
          <a:xfrm>
            <a:off x="999241" y="2912686"/>
            <a:ext cx="9997624" cy="1892826"/>
          </a:xfrm>
          <a:prstGeom prst="rect">
            <a:avLst/>
          </a:prstGeom>
        </p:spPr>
        <p:txBody>
          <a:bodyPr wrap="square">
            <a:spAutoFit/>
          </a:bodyPr>
          <a:lstStyle/>
          <a:p>
            <a:pPr algn="just">
              <a:spcAft>
                <a:spcPts val="600"/>
              </a:spcAft>
            </a:pPr>
            <a:r>
              <a:rPr lang="en-GB" sz="2800">
                <a:solidFill>
                  <a:srgbClr val="0070C0"/>
                </a:solidFill>
                <a:latin typeface="Segoe Print" panose="02000600000000000000" pitchFamily="2" charset="0"/>
              </a:rPr>
              <a:t>It’s truly remarkable what this city has to offer for all</a:t>
            </a:r>
          </a:p>
          <a:p>
            <a:pPr algn="just">
              <a:spcAft>
                <a:spcPts val="600"/>
              </a:spcAft>
            </a:pPr>
            <a:r>
              <a:rPr lang="en-GB" sz="2800">
                <a:solidFill>
                  <a:srgbClr val="0070C0"/>
                </a:solidFill>
                <a:latin typeface="Segoe Print" panose="02000600000000000000" pitchFamily="2" charset="0"/>
              </a:rPr>
              <a:t>kinds of travellers. I've had many good memories of Budapest and hope to have many more, so go and visit. You won’t be disappointed.</a:t>
            </a:r>
          </a:p>
        </p:txBody>
      </p:sp>
    </p:spTree>
    <p:extLst>
      <p:ext uri="{BB962C8B-B14F-4D97-AF65-F5344CB8AC3E}">
        <p14:creationId xmlns:p14="http://schemas.microsoft.com/office/powerpoint/2010/main" val="200217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iterate type="lt">
                                    <p:tmPct val="5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par>
                                <p:cTn id="8" presetID="22" presetClass="entr" presetSubtype="8" fill="hold" nodeType="withEffect">
                                  <p:stCondLst>
                                    <p:cond delay="0"/>
                                  </p:stCondLst>
                                  <p:iterate type="lt">
                                    <p:tmPct val="5000"/>
                                  </p:iterate>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left)">
                                      <p:cBhvr>
                                        <p:cTn id="10"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4190E2B-51E4-4D9C-8822-AB7E508BFA6E}"/>
              </a:ext>
            </a:extLst>
          </p:cNvPr>
          <p:cNvSpPr>
            <a:spLocks noChangeArrowheads="1"/>
          </p:cNvSpPr>
          <p:nvPr/>
        </p:nvSpPr>
        <p:spPr bwMode="auto">
          <a:xfrm>
            <a:off x="654268" y="535411"/>
            <a:ext cx="1088346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a:ln>
                  <a:noFill/>
                </a:ln>
                <a:solidFill>
                  <a:schemeClr val="tx1"/>
                </a:solidFill>
                <a:effectLst/>
                <a:latin typeface="Arial Narrow" panose="020B0606020202030204" pitchFamily="34" charset="0"/>
                <a:cs typeface="Calibri" panose="020F0502020204030204" pitchFamily="34" charset="0"/>
              </a:rPr>
              <a:t>3 Task for homework</a:t>
            </a:r>
            <a:br>
              <a:rPr kumimoji="0" lang="en-US" altLang="en-US" sz="4000" b="0" i="0" u="none" strike="noStrike" cap="none" normalizeH="0" baseline="0">
                <a:ln>
                  <a:noFill/>
                </a:ln>
                <a:solidFill>
                  <a:schemeClr val="tx1"/>
                </a:solidFill>
                <a:effectLst/>
                <a:latin typeface="Arial Narrow" panose="020B0606020202030204" pitchFamily="34" charset="0"/>
                <a:cs typeface="Calibri" panose="020F0502020204030204" pitchFamily="34" charset="0"/>
              </a:rPr>
            </a:br>
            <a:r>
              <a:rPr kumimoji="0" lang="en-US" altLang="en-US" sz="4000" b="0" i="0" u="none" strike="noStrike" cap="none" normalizeH="0" baseline="0">
                <a:ln>
                  <a:noFill/>
                </a:ln>
                <a:solidFill>
                  <a:schemeClr val="tx1"/>
                </a:solidFill>
                <a:effectLst/>
                <a:latin typeface="Arial Narrow" panose="020B0606020202030204" pitchFamily="34" charset="0"/>
                <a:cs typeface="Calibri" panose="020F0502020204030204" pitchFamily="34" charset="0"/>
              </a:rPr>
              <a:t>A local English language newspaper is going to publish articles about places worth visiting in your country. </a:t>
            </a:r>
            <a:br>
              <a:rPr kumimoji="0" lang="en-US" altLang="en-US" sz="4000" b="0" i="0" u="none" strike="noStrike" cap="none" normalizeH="0" baseline="0">
                <a:ln>
                  <a:noFill/>
                </a:ln>
                <a:solidFill>
                  <a:schemeClr val="tx1"/>
                </a:solidFill>
                <a:effectLst/>
                <a:latin typeface="Arial Narrow" panose="020B0606020202030204" pitchFamily="34" charset="0"/>
                <a:cs typeface="Calibri" panose="020F0502020204030204" pitchFamily="34" charset="0"/>
              </a:rPr>
            </a:br>
            <a:r>
              <a:rPr kumimoji="0" lang="en-US" altLang="en-US" sz="4000" b="0" i="0" u="none" strike="noStrike" cap="none" normalizeH="0" baseline="0">
                <a:ln>
                  <a:noFill/>
                </a:ln>
                <a:solidFill>
                  <a:schemeClr val="tx1"/>
                </a:solidFill>
                <a:effectLst/>
                <a:latin typeface="Arial Narrow" panose="020B0606020202030204" pitchFamily="34" charset="0"/>
                <a:cs typeface="Calibri" panose="020F0502020204030204" pitchFamily="34" charset="0"/>
              </a:rPr>
              <a:t>Write an article to be published in this newspaper.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a:ln>
                  <a:noFill/>
                </a:ln>
                <a:solidFill>
                  <a:schemeClr val="tx1"/>
                </a:solidFill>
                <a:effectLst/>
                <a:latin typeface="Arial Narrow" panose="020B0606020202030204" pitchFamily="34" charset="0"/>
                <a:cs typeface="Calibri" panose="020F0502020204030204" pitchFamily="34" charset="0"/>
              </a:rPr>
              <a:t>(120-180 words) </a:t>
            </a:r>
          </a:p>
        </p:txBody>
      </p:sp>
      <p:sp>
        <p:nvSpPr>
          <p:cNvPr id="5" name="Rectangle 4">
            <a:extLst>
              <a:ext uri="{FF2B5EF4-FFF2-40B4-BE49-F238E27FC236}">
                <a16:creationId xmlns:a16="http://schemas.microsoft.com/office/drawing/2014/main" id="{C2103CBC-B6D8-4667-91B7-3BCB44D0AA9B}"/>
              </a:ext>
            </a:extLst>
          </p:cNvPr>
          <p:cNvSpPr/>
          <p:nvPr/>
        </p:nvSpPr>
        <p:spPr>
          <a:xfrm>
            <a:off x="714703" y="3989289"/>
            <a:ext cx="9895490" cy="1938992"/>
          </a:xfrm>
          <a:prstGeom prst="rect">
            <a:avLst/>
          </a:prstGeom>
        </p:spPr>
        <p:txBody>
          <a:bodyPr wrap="square">
            <a:spAutoFit/>
          </a:bodyPr>
          <a:lstStyle/>
          <a:p>
            <a:pPr eaLnBrk="0" fontAlgn="base" hangingPunct="0">
              <a:spcBef>
                <a:spcPct val="0"/>
              </a:spcBef>
              <a:spcAft>
                <a:spcPct val="0"/>
              </a:spcAft>
            </a:pPr>
            <a:r>
              <a:rPr lang="en-GB" sz="4000" i="1">
                <a:latin typeface="Arial Narrow" panose="020B0606020202030204" pitchFamily="34" charset="0"/>
              </a:rPr>
              <a:t>Your country </a:t>
            </a:r>
            <a:r>
              <a:rPr lang="en-GB" sz="4000">
                <a:latin typeface="Arial Narrow" panose="020B0606020202030204" pitchFamily="34" charset="0"/>
              </a:rPr>
              <a:t>may refer to the UK or your country of origin depending on your preference. If you want the extra practice, you could of course do one of each.</a:t>
            </a:r>
            <a:endParaRPr lang="en-GB" sz="4000" i="1">
              <a:latin typeface="Arial Narrow" panose="020B0606020202030204" pitchFamily="34" charset="0"/>
            </a:endParaRPr>
          </a:p>
        </p:txBody>
      </p:sp>
    </p:spTree>
    <p:extLst>
      <p:ext uri="{BB962C8B-B14F-4D97-AF65-F5344CB8AC3E}">
        <p14:creationId xmlns:p14="http://schemas.microsoft.com/office/powerpoint/2010/main" val="55136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31635c7e-3a11-4128-b6ca-f17fd774e46d" xsi:nil="true"/>
  </documentManagement>
</p:properties>
</file>

<file path=customXml/itemProps1.xml><?xml version="1.0" encoding="utf-8"?>
<ds:datastoreItem xmlns:ds="http://schemas.openxmlformats.org/officeDocument/2006/customXml" ds:itemID="{B225917E-5DCC-4C9B-869F-D1D6BD7EF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ED260AC-1526-4FC4-9FA4-1301B3291DED}">
  <ds:schemaRefs>
    <ds:schemaRef ds:uri="http://schemas.microsoft.com/sharepoint/v3/contenttype/forms"/>
  </ds:schemaRefs>
</ds:datastoreItem>
</file>

<file path=customXml/itemProps3.xml><?xml version="1.0" encoding="utf-8"?>
<ds:datastoreItem xmlns:ds="http://schemas.openxmlformats.org/officeDocument/2006/customXml" ds:itemID="{54871480-F51D-4558-AF0C-16D1113906D3}">
  <ds:schemaRefs>
    <ds:schemaRef ds:uri="http://purl.org/dc/dcmitype/"/>
    <ds:schemaRef ds:uri="http://purl.org/dc/elements/1.1/"/>
    <ds:schemaRef ds:uri="31635c7e-3a11-4128-b6ca-f17fd774e46d"/>
    <ds:schemaRef ds:uri="http://schemas.microsoft.com/office/2006/metadata/properties"/>
    <ds:schemaRef ds:uri="http://www.w3.org/XML/1998/namespace"/>
    <ds:schemaRef ds:uri="http://schemas.microsoft.com/office/2006/documentManagement/types"/>
    <ds:schemaRef ds:uri="http://purl.org/dc/term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268</TotalTime>
  <Words>456</Words>
  <Application>Microsoft Office PowerPoint</Application>
  <PresentationFormat>Widescreen</PresentationFormat>
  <Paragraphs>41</Paragraphs>
  <Slides>26</Slides>
  <Notes>0</Notes>
  <HiddenSlides>10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-apple-system</vt:lpstr>
      <vt:lpstr>Arial</vt:lpstr>
      <vt:lpstr>Arial Black</vt:lpstr>
      <vt:lpstr>Arial Narrow</vt:lpstr>
      <vt:lpstr>Calibri</vt:lpstr>
      <vt:lpstr>Calibri Light</vt:lpstr>
      <vt:lpstr>Segoe Print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Patterson</dc:creator>
  <cp:lastModifiedBy>Andrew Patterson</cp:lastModifiedBy>
  <cp:revision>2</cp:revision>
  <dcterms:created xsi:type="dcterms:W3CDTF">2022-06-16T14:35:02Z</dcterms:created>
  <dcterms:modified xsi:type="dcterms:W3CDTF">2026-03-13T16:33:33Z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axKeyword">
    <vt:lpwstr/>
  </property>
  <property fmtid="{D5CDD505-2E9C-101B-9397-08002B2CF9AE}" pid="3" name="ContentTypeId">
    <vt:lpwstr>0x0101006794325352E032448D621CCF83E7CDF4</vt:lpwstr>
  </property>
  <property fmtid="{D5CDD505-2E9C-101B-9397-08002B2CF9AE}" pid="4" name="MediaServiceImageTags">
    <vt:lpwstr/>
  </property>
  <property fmtid="{D5CDD505-2E9C-101B-9397-08002B2CF9AE}" pid="5" name="Order">
    <vt:lpwstr>12230600.0000000</vt:lpwstr>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lpwstr/>
  </property>
</Properties>
</file>