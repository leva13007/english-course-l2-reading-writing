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4"/>
  </p:sldMasterIdLst>
  <p:notesMasterIdLst>
    <p:notesMasterId r:id="rId11"/>
  </p:notesMasterIdLst>
  <p:sldIdLst>
    <p:sldId id="256" r:id="rId5"/>
    <p:sldId id="257" r:id="rId6"/>
    <p:sldId id="258" r:id="rId7"/>
    <p:sldId id="259" r:id="rId8"/>
    <p:sldId id="261" r:id="rId9"/>
    <p:sldId id="260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ctoria Cheung" userId="S::cheung_v@cavc.ac.uk::3b2a2a5f-ed94-4482-9fcb-7a9d82b321f0" providerId="AD" clId="Web-{C827930B-012C-46D8-BDCB-F12BE1FCDF9D}"/>
    <pc:docChg chg="modSld">
      <pc:chgData name="Victoria Cheung" userId="S::cheung_v@cavc.ac.uk::3b2a2a5f-ed94-4482-9fcb-7a9d82b321f0" providerId="AD" clId="Web-{C827930B-012C-46D8-BDCB-F12BE1FCDF9D}" dt="2018-10-10T16:31:18.473" v="4" actId="20577"/>
      <pc:docMkLst>
        <pc:docMk/>
      </pc:docMkLst>
      <pc:sldChg chg="modSp">
        <pc:chgData name="Victoria Cheung" userId="S::cheung_v@cavc.ac.uk::3b2a2a5f-ed94-4482-9fcb-7a9d82b321f0" providerId="AD" clId="Web-{C827930B-012C-46D8-BDCB-F12BE1FCDF9D}" dt="2018-10-10T16:31:17.304" v="2" actId="20577"/>
        <pc:sldMkLst>
          <pc:docMk/>
          <pc:sldMk cId="1972051799" sldId="260"/>
        </pc:sldMkLst>
        <pc:spChg chg="mod">
          <ac:chgData name="Victoria Cheung" userId="S::cheung_v@cavc.ac.uk::3b2a2a5f-ed94-4482-9fcb-7a9d82b321f0" providerId="AD" clId="Web-{C827930B-012C-46D8-BDCB-F12BE1FCDF9D}" dt="2018-10-10T16:31:17.304" v="2" actId="20577"/>
          <ac:spMkLst>
            <pc:docMk/>
            <pc:sldMk cId="1972051799" sldId="260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E6603A-1833-424E-98B8-920067C7210E}" type="datetimeFigureOut">
              <a:rPr lang="en-GB" smtClean="0"/>
              <a:t>10/10/2018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CF692D-5455-4742-B919-0FF406B13F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9560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CF692D-5455-4742-B919-0FF406B13F12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73936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45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97F39-6CFB-4447-BA3B-46BA22A87B83}" type="datetimeFigureOut">
              <a:rPr lang="en-GB" smtClean="0"/>
              <a:t>10/10/2018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1A2CC-ADB5-4BAE-9EAD-9133E6AFE4BB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581" y="3132290"/>
            <a:ext cx="7175351" cy="1793167"/>
          </a:xfrm>
          <a:effectLst/>
        </p:spPr>
        <p:txBody>
          <a:bodyPr>
            <a:noAutofit/>
          </a:bodyPr>
          <a:lstStyle>
            <a:lvl1pPr marL="640080" indent="-457200"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97F39-6CFB-4447-BA3B-46BA22A87B83}" type="datetimeFigureOut">
              <a:rPr lang="en-GB" smtClean="0"/>
              <a:t>10/10/2018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1A2CC-ADB5-4BAE-9EAD-9133E6AFE4BB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38" y="4607511"/>
            <a:ext cx="5970494" cy="835460"/>
          </a:xfrm>
        </p:spPr>
        <p:txBody>
          <a:bodyPr anchor="t"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97F39-6CFB-4447-BA3B-46BA22A87B83}" type="datetimeFigureOut">
              <a:rPr lang="en-GB" smtClean="0"/>
              <a:t>10/10/2018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1A2CC-ADB5-4BAE-9EAD-9133E6AFE4BB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97F39-6CFB-4447-BA3B-46BA22A87B83}" type="datetimeFigureOut">
              <a:rPr lang="en-GB" smtClean="0"/>
              <a:t>10/10/2018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1A2CC-ADB5-4BAE-9EAD-9133E6AFE4BB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ctr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97F39-6CFB-4447-BA3B-46BA22A87B83}" type="datetimeFigureOut">
              <a:rPr lang="en-GB" smtClean="0"/>
              <a:t>10/10/2018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1A2CC-ADB5-4BAE-9EAD-9133E6AFE4BB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97F39-6CFB-4447-BA3B-46BA22A87B83}" type="datetimeFigureOut">
              <a:rPr lang="en-GB" smtClean="0"/>
              <a:t>10/10/2018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1A2CC-ADB5-4BAE-9EAD-9133E6AFE4BB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97F39-6CFB-4447-BA3B-46BA22A87B83}" type="datetimeFigureOut">
              <a:rPr lang="en-GB" smtClean="0"/>
              <a:t>10/10/2018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1A2CC-ADB5-4BAE-9EAD-9133E6AFE4BB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00"/>
            <a:ext cx="3636085" cy="1258493"/>
          </a:xfrm>
          <a:effectLst/>
        </p:spPr>
        <p:txBody>
          <a:bodyPr anchor="b">
            <a:noAutofit/>
          </a:bodyPr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15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97F39-6CFB-4447-BA3B-46BA22A87B83}" type="datetimeFigureOut">
              <a:rPr lang="en-GB" smtClean="0"/>
              <a:t>10/10/2018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1A2CC-ADB5-4BAE-9EAD-9133E6AFE4BB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97F39-6CFB-4447-BA3B-46BA22A87B83}" type="datetimeFigureOut">
              <a:rPr lang="en-GB" smtClean="0"/>
              <a:t>10/10/2018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1A2CC-ADB5-4BAE-9EAD-9133E6AFE4BB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>
            <a:noAutofit/>
          </a:bodyPr>
          <a:lstStyle>
            <a:lvl1pPr algn="l">
              <a:defRPr sz="4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97F39-6CFB-4447-BA3B-46BA22A87B83}" type="datetimeFigureOut">
              <a:rPr lang="en-GB" smtClean="0"/>
              <a:t>10/10/2018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1A2CC-ADB5-4BAE-9EAD-9133E6AFE4BB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17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3" y="731519"/>
            <a:ext cx="4829287" cy="48947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97F39-6CFB-4447-BA3B-46BA22A87B83}" type="datetimeFigureOut">
              <a:rPr lang="en-GB" smtClean="0"/>
              <a:t>10/10/2018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1A2CC-ADB5-4BAE-9EAD-9133E6AFE4BB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68304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3289" y="4372168"/>
            <a:ext cx="6512511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2260"/>
            <a:ext cx="6400800" cy="3474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72200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1AE97F39-6CFB-4447-BA3B-46BA22A87B83}" type="datetimeFigureOut">
              <a:rPr lang="en-GB" smtClean="0"/>
              <a:t>10/10/2018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199" y="6172200"/>
            <a:ext cx="3352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6172200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ADF1A2CC-ADB5-4BAE-9EAD-9133E6AFE4BB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marL="320040" indent="-320040" algn="r" defTabSz="914400" rtl="0" eaLnBrk="1" latinLnBrk="0" hangingPunct="1">
        <a:spcBef>
          <a:spcPct val="0"/>
        </a:spcBef>
        <a:buClr>
          <a:schemeClr val="accent6">
            <a:lumMod val="75000"/>
          </a:schemeClr>
        </a:buClr>
        <a:buSzPct val="128000"/>
        <a:buFont typeface="Georgia" pitchFamily="18" charset="0"/>
        <a:buChar char="*"/>
        <a:defRPr sz="4600" b="1" i="0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9728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8988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Past Perfect Simple Sentences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74736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60648"/>
            <a:ext cx="8712968" cy="1143000"/>
          </a:xfrm>
        </p:spPr>
        <p:txBody>
          <a:bodyPr>
            <a:noAutofit/>
          </a:bodyPr>
          <a:lstStyle/>
          <a:p>
            <a:pPr algn="l"/>
            <a:r>
              <a:rPr lang="en-GB" sz="3600" dirty="0"/>
              <a:t>Complete the sentences using the verb in brackets in the correct tense.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179512" y="1772816"/>
            <a:ext cx="8712968" cy="45259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sz="2800" dirty="0"/>
              <a:t>I became interested in Science after I _________________________ (visit) the Science Museum in London.</a:t>
            </a:r>
          </a:p>
          <a:p>
            <a:pPr marL="514350" indent="-514350">
              <a:buFont typeface="+mj-lt"/>
              <a:buAutoNum type="arabicPeriod"/>
            </a:pPr>
            <a:endParaRPr lang="en-GB" sz="2800" dirty="0"/>
          </a:p>
          <a:p>
            <a:pPr marL="514350" indent="-514350">
              <a:buFont typeface="+mj-lt"/>
              <a:buAutoNum type="arabicPeriod"/>
            </a:pPr>
            <a:r>
              <a:rPr lang="en-GB" sz="2800" dirty="0"/>
              <a:t>When I got home, I discovered I _______________________ (lost) my keys.</a:t>
            </a:r>
          </a:p>
          <a:p>
            <a:pPr marL="514350" indent="-514350">
              <a:buFont typeface="+mj-lt"/>
              <a:buAutoNum type="arabicPeriod"/>
            </a:pPr>
            <a:endParaRPr lang="en-GB" sz="2800" dirty="0"/>
          </a:p>
          <a:p>
            <a:pPr marL="514350" indent="-514350">
              <a:buFont typeface="+mj-lt"/>
              <a:buAutoNum type="arabicPeriod"/>
            </a:pPr>
            <a:r>
              <a:rPr lang="en-GB" sz="2800" dirty="0"/>
              <a:t>She _______________ (miss) the plane because her alarm ___________________ (not go) off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99353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179512" y="1772816"/>
            <a:ext cx="8784976" cy="4525963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20000"/>
              </a:lnSpc>
              <a:buFont typeface="+mj-lt"/>
              <a:buAutoNum type="arabicPeriod" startAt="4"/>
            </a:pPr>
            <a:r>
              <a:rPr lang="en-GB" sz="2800" dirty="0"/>
              <a:t>I _______________ (meet) her before, but I couldn’t remember where. </a:t>
            </a:r>
          </a:p>
          <a:p>
            <a:pPr marL="514350" indent="-514350">
              <a:buFont typeface="+mj-lt"/>
              <a:buAutoNum type="arabicPeriod" startAt="4"/>
            </a:pPr>
            <a:endParaRPr lang="en-GB" sz="2800" dirty="0"/>
          </a:p>
          <a:p>
            <a:pPr marL="514350" indent="-514350">
              <a:buFont typeface="+mj-lt"/>
              <a:buAutoNum type="arabicPeriod" startAt="4"/>
            </a:pPr>
            <a:r>
              <a:rPr lang="en-GB" sz="2800" dirty="0"/>
              <a:t>We ______________ (arrive) 20 minutes late, but everyone _________________ (leave) already.</a:t>
            </a:r>
          </a:p>
          <a:p>
            <a:pPr marL="514350" indent="-514350">
              <a:buFont typeface="+mj-lt"/>
              <a:buAutoNum type="arabicPeriod" startAt="4"/>
            </a:pPr>
            <a:endParaRPr lang="en-GB" sz="2800" dirty="0"/>
          </a:p>
          <a:p>
            <a:pPr marL="514350" indent="-514350">
              <a:buFont typeface="+mj-lt"/>
              <a:buAutoNum type="arabicPeriod" startAt="4"/>
            </a:pPr>
            <a:r>
              <a:rPr lang="en-GB" sz="2800" dirty="0"/>
              <a:t>He was very hungry because he _____________________ (not eat) since breakfast. 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1520" y="260648"/>
            <a:ext cx="8712968" cy="1143000"/>
          </a:xfrm>
        </p:spPr>
        <p:txBody>
          <a:bodyPr>
            <a:noAutofit/>
          </a:bodyPr>
          <a:lstStyle/>
          <a:p>
            <a:pPr algn="l"/>
            <a:r>
              <a:rPr lang="en-GB" sz="3600" dirty="0"/>
              <a:t>Complete the sentences using the verb in brackets in the correct tense.</a:t>
            </a:r>
          </a:p>
        </p:txBody>
      </p:sp>
    </p:spTree>
    <p:extLst>
      <p:ext uri="{BB962C8B-B14F-4D97-AF65-F5344CB8AC3E}">
        <p14:creationId xmlns:p14="http://schemas.microsoft.com/office/powerpoint/2010/main" val="4222987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188640"/>
            <a:ext cx="8784976" cy="1143000"/>
          </a:xfrm>
        </p:spPr>
        <p:txBody>
          <a:bodyPr>
            <a:noAutofit/>
          </a:bodyPr>
          <a:lstStyle/>
          <a:p>
            <a:pPr algn="l"/>
            <a:r>
              <a:rPr lang="en-GB" sz="3600" dirty="0"/>
              <a:t>Complete the following sentences using the past perfect simple.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323528" y="1844824"/>
            <a:ext cx="8424936" cy="4608512"/>
          </a:xfrm>
        </p:spPr>
        <p:txBody>
          <a:bodyPr>
            <a:noAutofit/>
          </a:bodyPr>
          <a:lstStyle/>
          <a:p>
            <a:r>
              <a:rPr lang="en-GB" sz="2800" dirty="0"/>
              <a:t>1. </a:t>
            </a:r>
            <a:r>
              <a:rPr lang="en-GB" sz="2500" dirty="0"/>
              <a:t>She was fired from her job because…</a:t>
            </a:r>
          </a:p>
          <a:p>
            <a:endParaRPr lang="en-GB" sz="2500" dirty="0"/>
          </a:p>
          <a:p>
            <a:r>
              <a:rPr lang="en-GB" sz="2500" dirty="0"/>
              <a:t>2. The house was a complete mess because…</a:t>
            </a:r>
          </a:p>
          <a:p>
            <a:endParaRPr lang="en-GB" sz="2500" dirty="0"/>
          </a:p>
          <a:p>
            <a:r>
              <a:rPr lang="en-GB" sz="2500" dirty="0"/>
              <a:t>3. She got home more than three hours late because…</a:t>
            </a:r>
          </a:p>
          <a:p>
            <a:endParaRPr lang="en-GB" sz="2500" dirty="0"/>
          </a:p>
          <a:p>
            <a:r>
              <a:rPr lang="en-GB" sz="2500" dirty="0"/>
              <a:t>4. He looked exhausted because…</a:t>
            </a:r>
          </a:p>
          <a:p>
            <a:endParaRPr lang="en-GB" sz="2500" dirty="0"/>
          </a:p>
          <a:p>
            <a:r>
              <a:rPr lang="en-GB" sz="2500" dirty="0"/>
              <a:t>5. He was only wearing one sock because…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36820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B47BED7-0979-4107-82E4-98FC06021B5A}"/>
              </a:ext>
            </a:extLst>
          </p:cNvPr>
          <p:cNvPicPr>
            <a:picLocks noGrp="1"/>
          </p:cNvPicPr>
          <p:nvPr>
            <p:ph sz="quarter" idx="13"/>
          </p:nvPr>
        </p:nvPicPr>
        <p:blipFill rotWithShape="1">
          <a:blip r:embed="rId3"/>
          <a:srcRect l="47336" t="18708" r="11810" b="5512"/>
          <a:stretch/>
        </p:blipFill>
        <p:spPr bwMode="auto">
          <a:xfrm>
            <a:off x="0" y="0"/>
            <a:ext cx="6444208" cy="68580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D941935-3744-42F3-9950-7889510BD7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2391" y="2276872"/>
            <a:ext cx="3117880" cy="416014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082745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734444985"/>
              </p:ext>
            </p:extLst>
          </p:nvPr>
        </p:nvGraphicFramePr>
        <p:xfrm>
          <a:off x="611560" y="3212976"/>
          <a:ext cx="7920879" cy="2952328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26402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02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402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656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BEFORE 4:00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AFTER 4:00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DON’T KNOW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5768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endParaRPr lang="en-GB" dirty="0"/>
                    </a:p>
                    <a:p>
                      <a:pPr marL="0" indent="0">
                        <a:buFont typeface="+mj-lt"/>
                        <a:buNone/>
                      </a:pP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1560" y="477905"/>
            <a:ext cx="7920880" cy="25545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sz="2000" dirty="0"/>
              <a:t>Read the story about the mysterious disappearance of Jim Thompson in Malaysia in 1969. Underline any examples of the past perfect. </a:t>
            </a:r>
          </a:p>
          <a:p>
            <a:pPr marL="342900" indent="-342900">
              <a:buFont typeface="+mj-lt"/>
              <a:buAutoNum type="arabicPeriod"/>
            </a:pPr>
            <a:endParaRPr lang="en-GB" sz="2000" dirty="0"/>
          </a:p>
          <a:p>
            <a:pPr marL="342900" indent="-342900">
              <a:buFont typeface="+mj-lt"/>
              <a:buAutoNum type="arabicPeriod"/>
            </a:pPr>
            <a:r>
              <a:rPr lang="en-GB" sz="2000" dirty="0"/>
              <a:t>Draw a table like the one below. In the columns, write: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GB" sz="2000" dirty="0"/>
              <a:t>4 events that happened BEFORE 4</a:t>
            </a:r>
            <a:r>
              <a:rPr lang="en-GB" sz="2000" dirty="0">
                <a:sym typeface="Wingdings" pitchFamily="2" charset="2"/>
              </a:rPr>
              <a:t>:00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GB" sz="2000" dirty="0">
                <a:sym typeface="Wingdings" pitchFamily="2" charset="2"/>
              </a:rPr>
              <a:t>4 events that happened AFTER 4:00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GB" sz="2000" dirty="0">
                <a:sym typeface="Wingdings" pitchFamily="2" charset="2"/>
              </a:rPr>
              <a:t>1 event for which we don't not know the time</a:t>
            </a:r>
            <a:endParaRPr lang="en-GB" sz="20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7205179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0"/>
  <p:tag name="TIME" val="15"/>
  <p:tag name="QUES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0"/>
  <p:tag name="TIME" val="15"/>
  <p:tag name="QUES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0"/>
  <p:tag name="TIME" val="15"/>
  <p:tag name="QUESTION" val="1"/>
</p:tagLst>
</file>

<file path=ppt/theme/theme1.xml><?xml version="1.0" encoding="utf-8"?>
<a:theme xmlns:a="http://schemas.openxmlformats.org/drawingml/2006/main" name="Slipstream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Slipstream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ipstream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94325352E032448D621CCF83E7CDF4" ma:contentTypeVersion="7" ma:contentTypeDescription="Create a new document." ma:contentTypeScope="" ma:versionID="ba3f5d81746a1d17f477876d09e42da9">
  <xsd:schema xmlns:xsd="http://www.w3.org/2001/XMLSchema" xmlns:xs="http://www.w3.org/2001/XMLSchema" xmlns:p="http://schemas.microsoft.com/office/2006/metadata/properties" xmlns:ns2="31635c7e-3a11-4128-b6ca-f17fd774e46d" targetNamespace="http://schemas.microsoft.com/office/2006/metadata/properties" ma:root="true" ma:fieldsID="53fdc2f79366fcea6d46fcbf154b677f" ns2:_="">
    <xsd:import namespace="31635c7e-3a11-4128-b6ca-f17fd774e4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635c7e-3a11-4128-b6ca-f17fd774e4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CC270EE-5D36-4B90-A2A7-70797EC7D2CC}">
  <ds:schemaRefs>
    <ds:schemaRef ds:uri="http://schemas.microsoft.com/office/2006/metadata/properties"/>
    <ds:schemaRef ds:uri="http://schemas.microsoft.com/office/infopath/2007/PartnerControls"/>
    <ds:schemaRef ds:uri="0b5197e8-b3d5-44fa-9c9e-08a78b475116"/>
  </ds:schemaRefs>
</ds:datastoreItem>
</file>

<file path=customXml/itemProps2.xml><?xml version="1.0" encoding="utf-8"?>
<ds:datastoreItem xmlns:ds="http://schemas.openxmlformats.org/officeDocument/2006/customXml" ds:itemID="{493859D9-0B55-44E4-9F08-F0F01D3763A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FC024F4-DCD2-46D2-B898-7CE34CD0EE06}"/>
</file>

<file path=docProps/app.xml><?xml version="1.0" encoding="utf-8"?>
<Properties xmlns="http://schemas.openxmlformats.org/officeDocument/2006/extended-properties" xmlns:vt="http://schemas.openxmlformats.org/officeDocument/2006/docPropsVTypes">
  <Template>Slipstream</Template>
  <TotalTime>49</TotalTime>
  <Words>249</Words>
  <Application>Microsoft Office PowerPoint</Application>
  <PresentationFormat>On-screen Show (4:3)</PresentationFormat>
  <Paragraphs>33</Paragraphs>
  <Slides>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Slipstream</vt:lpstr>
      <vt:lpstr>Past Perfect Simple Sentences</vt:lpstr>
      <vt:lpstr>Complete the sentences using the verb in brackets in the correct tense.</vt:lpstr>
      <vt:lpstr>Complete the sentences using the verb in brackets in the correct tense.</vt:lpstr>
      <vt:lpstr>Complete the following sentences using the past perfect simple.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Ryan</dc:creator>
  <cp:lastModifiedBy>Victoria Cheung</cp:lastModifiedBy>
  <cp:revision>8</cp:revision>
  <dcterms:created xsi:type="dcterms:W3CDTF">2012-10-18T18:48:34Z</dcterms:created>
  <dcterms:modified xsi:type="dcterms:W3CDTF">2018-10-10T16:31:21Z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0x0101006794325352E032448D621CCF83E7CDF4</vt:lpwstr>
  </property>
  <property fmtid="{D5CDD505-2E9C-101B-9397-08002B2CF9AE}" pid="3" name="TaxKeyword">
    <vt:lpwstr/>
  </property>
  <property fmtid="{D5CDD505-2E9C-101B-9397-08002B2CF9AE}" pid="4" name="Order">
    <vt:r8>3173500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  <property fmtid="{D5CDD505-2E9C-101B-9397-08002B2CF9AE}" pid="12" name="TriggerFlowInfo">
    <vt:lpwstr/>
  </property>
</Properties>
</file>