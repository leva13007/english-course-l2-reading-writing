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9" r:id="rId7"/>
    <p:sldId id="258" r:id="rId8"/>
    <p:sldId id="260" r:id="rId9"/>
    <p:sldId id="261" r:id="rId10"/>
    <p:sldId id="262" r:id="rId11"/>
    <p:sldId id="265" r:id="rId12"/>
    <p:sldId id="266" r:id="rId13"/>
    <p:sldId id="267" r:id="rId14"/>
    <p:sldId id="263" r:id="rId15"/>
    <p:sldId id="264" r:id="rId16"/>
    <p:sldId id="268" r:id="rId17"/>
    <p:sldId id="269" r:id="rId18"/>
    <p:sldId id="270" r:id="rId19"/>
    <p:sldId id="271" r:id="rId20"/>
    <p:sldId id="279" r:id="rId21"/>
    <p:sldId id="272" r:id="rId22"/>
    <p:sldId id="273" r:id="rId23"/>
    <p:sldId id="274" r:id="rId24"/>
    <p:sldId id="275"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FE2"/>
    <a:srgbClr val="CCE2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CF3261-090F-4284-9153-AB5B2A80F30B}" v="15" dt="2026-06-11T09:34:05.844"/>
    <p1510:client id="{D2004903-8B4A-4491-A05B-5726A912895C}" v="140" dt="2026-06-11T18:19:03.2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4" d="100"/>
          <a:sy n="64" d="100"/>
        </p:scale>
        <p:origin x="24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S::apatterson@cavc.ac.uk::6c8ffccf-7c1b-4173-8b93-861005bd5f70" providerId="AD" clId="Web-{70CF3261-090F-4284-9153-AB5B2A80F30B}"/>
    <pc:docChg chg="modSld">
      <pc:chgData name="Andrew Patterson" userId="S::apatterson@cavc.ac.uk::6c8ffccf-7c1b-4173-8b93-861005bd5f70" providerId="AD" clId="Web-{70CF3261-090F-4284-9153-AB5B2A80F30B}" dt="2026-06-11T09:34:05.844" v="12"/>
      <pc:docMkLst>
        <pc:docMk/>
      </pc:docMkLst>
      <pc:sldChg chg="delSp modSp">
        <pc:chgData name="Andrew Patterson" userId="S::apatterson@cavc.ac.uk::6c8ffccf-7c1b-4173-8b93-861005bd5f70" providerId="AD" clId="Web-{70CF3261-090F-4284-9153-AB5B2A80F30B}" dt="2026-06-11T09:34:05.844" v="12"/>
        <pc:sldMkLst>
          <pc:docMk/>
          <pc:sldMk cId="109857222" sldId="256"/>
        </pc:sldMkLst>
        <pc:spChg chg="mod">
          <ac:chgData name="Andrew Patterson" userId="S::apatterson@cavc.ac.uk::6c8ffccf-7c1b-4173-8b93-861005bd5f70" providerId="AD" clId="Web-{70CF3261-090F-4284-9153-AB5B2A80F30B}" dt="2026-06-11T09:33:55.594" v="11" actId="20577"/>
          <ac:spMkLst>
            <pc:docMk/>
            <pc:sldMk cId="109857222" sldId="256"/>
            <ac:spMk id="2" creationId="{00000000-0000-0000-0000-000000000000}"/>
          </ac:spMkLst>
        </pc:spChg>
        <pc:spChg chg="del">
          <ac:chgData name="Andrew Patterson" userId="S::apatterson@cavc.ac.uk::6c8ffccf-7c1b-4173-8b93-861005bd5f70" providerId="AD" clId="Web-{70CF3261-090F-4284-9153-AB5B2A80F30B}" dt="2026-06-11T09:34:05.844" v="12"/>
          <ac:spMkLst>
            <pc:docMk/>
            <pc:sldMk cId="109857222" sldId="256"/>
            <ac:spMk id="3" creationId="{00000000-0000-0000-0000-000000000000}"/>
          </ac:spMkLst>
        </pc:spChg>
      </pc:sldChg>
    </pc:docChg>
  </pc:docChgLst>
  <pc:docChgLst>
    <pc:chgData clId="Web-{70CF3261-090F-4284-9153-AB5B2A80F30B}"/>
    <pc:docChg chg="modSld">
      <pc:chgData name="" userId="" providerId="" clId="Web-{70CF3261-090F-4284-9153-AB5B2A80F30B}" dt="2026-06-11T09:33:42.828" v="1" actId="20577"/>
      <pc:docMkLst>
        <pc:docMk/>
      </pc:docMkLst>
      <pc:sldChg chg="modSp">
        <pc:chgData name="" userId="" providerId="" clId="Web-{70CF3261-090F-4284-9153-AB5B2A80F30B}" dt="2026-06-11T09:33:42.828" v="1" actId="20577"/>
        <pc:sldMkLst>
          <pc:docMk/>
          <pc:sldMk cId="109857222" sldId="256"/>
        </pc:sldMkLst>
        <pc:spChg chg="mod">
          <ac:chgData name="" userId="" providerId="" clId="Web-{70CF3261-090F-4284-9153-AB5B2A80F30B}" dt="2026-06-11T09:33:42.828" v="1" actId="20577"/>
          <ac:spMkLst>
            <pc:docMk/>
            <pc:sldMk cId="109857222" sldId="256"/>
            <ac:spMk id="2" creationId="{00000000-0000-0000-0000-000000000000}"/>
          </ac:spMkLst>
        </pc:spChg>
      </pc:sldChg>
    </pc:docChg>
  </pc:docChgLst>
  <pc:docChgLst>
    <pc:chgData name="Andrew Patterson" userId="6c8ffccf-7c1b-4173-8b93-861005bd5f70" providerId="ADAL" clId="{340A04FB-801D-4D33-9372-268FA29A2369}"/>
    <pc:docChg chg="undo custSel addSld delSld modSld sldOrd">
      <pc:chgData name="Andrew Patterson" userId="6c8ffccf-7c1b-4173-8b93-861005bd5f70" providerId="ADAL" clId="{340A04FB-801D-4D33-9372-268FA29A2369}" dt="2026-06-11T18:19:12.673" v="1174" actId="1076"/>
      <pc:docMkLst>
        <pc:docMk/>
      </pc:docMkLst>
      <pc:sldChg chg="addSp modSp new mod">
        <pc:chgData name="Andrew Patterson" userId="6c8ffccf-7c1b-4173-8b93-861005bd5f70" providerId="ADAL" clId="{340A04FB-801D-4D33-9372-268FA29A2369}" dt="2026-06-11T09:37:04.217" v="27" actId="18131"/>
        <pc:sldMkLst>
          <pc:docMk/>
          <pc:sldMk cId="2663992081" sldId="257"/>
        </pc:sldMkLst>
        <pc:picChg chg="add mod modCrop">
          <ac:chgData name="Andrew Patterson" userId="6c8ffccf-7c1b-4173-8b93-861005bd5f70" providerId="ADAL" clId="{340A04FB-801D-4D33-9372-268FA29A2369}" dt="2026-06-11T09:37:04.217" v="27" actId="18131"/>
          <ac:picMkLst>
            <pc:docMk/>
            <pc:sldMk cId="2663992081" sldId="257"/>
            <ac:picMk id="3" creationId="{748494F7-EB7C-D566-E4DE-5BEDC4E08659}"/>
          </ac:picMkLst>
        </pc:picChg>
      </pc:sldChg>
      <pc:sldChg chg="addSp modSp new mod">
        <pc:chgData name="Andrew Patterson" userId="6c8ffccf-7c1b-4173-8b93-861005bd5f70" providerId="ADAL" clId="{340A04FB-801D-4D33-9372-268FA29A2369}" dt="2026-06-11T09:37:52.513" v="38" actId="14100"/>
        <pc:sldMkLst>
          <pc:docMk/>
          <pc:sldMk cId="1699340678" sldId="258"/>
        </pc:sldMkLst>
        <pc:picChg chg="add mod">
          <ac:chgData name="Andrew Patterson" userId="6c8ffccf-7c1b-4173-8b93-861005bd5f70" providerId="ADAL" clId="{340A04FB-801D-4D33-9372-268FA29A2369}" dt="2026-06-11T09:37:52.513" v="38" actId="14100"/>
          <ac:picMkLst>
            <pc:docMk/>
            <pc:sldMk cId="1699340678" sldId="258"/>
            <ac:picMk id="3" creationId="{85737166-B493-E1EA-691E-2EFA35416764}"/>
          </ac:picMkLst>
        </pc:picChg>
      </pc:sldChg>
      <pc:sldChg chg="addSp modSp new mod ord">
        <pc:chgData name="Andrew Patterson" userId="6c8ffccf-7c1b-4173-8b93-861005bd5f70" providerId="ADAL" clId="{340A04FB-801D-4D33-9372-268FA29A2369}" dt="2026-06-11T09:38:30.279" v="47" actId="14100"/>
        <pc:sldMkLst>
          <pc:docMk/>
          <pc:sldMk cId="2934009229" sldId="259"/>
        </pc:sldMkLst>
        <pc:picChg chg="add mod">
          <ac:chgData name="Andrew Patterson" userId="6c8ffccf-7c1b-4173-8b93-861005bd5f70" providerId="ADAL" clId="{340A04FB-801D-4D33-9372-268FA29A2369}" dt="2026-06-11T09:38:30.279" v="47" actId="14100"/>
          <ac:picMkLst>
            <pc:docMk/>
            <pc:sldMk cId="2934009229" sldId="259"/>
            <ac:picMk id="3" creationId="{F087E433-0E73-3190-8D7C-07AD0AEA4E0F}"/>
          </ac:picMkLst>
        </pc:picChg>
      </pc:sldChg>
      <pc:sldChg chg="addSp delSp modSp new mod">
        <pc:chgData name="Andrew Patterson" userId="6c8ffccf-7c1b-4173-8b93-861005bd5f70" providerId="ADAL" clId="{340A04FB-801D-4D33-9372-268FA29A2369}" dt="2026-06-11T09:59:32.813" v="161" actId="1035"/>
        <pc:sldMkLst>
          <pc:docMk/>
          <pc:sldMk cId="1787168622" sldId="260"/>
        </pc:sldMkLst>
        <pc:spChg chg="add mod">
          <ac:chgData name="Andrew Patterson" userId="6c8ffccf-7c1b-4173-8b93-861005bd5f70" providerId="ADAL" clId="{340A04FB-801D-4D33-9372-268FA29A2369}" dt="2026-06-11T09:57:46.266" v="105" actId="1076"/>
          <ac:spMkLst>
            <pc:docMk/>
            <pc:sldMk cId="1787168622" sldId="260"/>
            <ac:spMk id="5" creationId="{4C83D4CE-FC20-2882-32B9-9F34D90E9BD1}"/>
          </ac:spMkLst>
        </pc:spChg>
        <pc:spChg chg="add mod">
          <ac:chgData name="Andrew Patterson" userId="6c8ffccf-7c1b-4173-8b93-861005bd5f70" providerId="ADAL" clId="{340A04FB-801D-4D33-9372-268FA29A2369}" dt="2026-06-11T09:59:32.813" v="161" actId="1035"/>
          <ac:spMkLst>
            <pc:docMk/>
            <pc:sldMk cId="1787168622" sldId="260"/>
            <ac:spMk id="6" creationId="{5FDC0E1A-1F9F-7330-4775-CD89AC613ADA}"/>
          </ac:spMkLst>
        </pc:spChg>
        <pc:spChg chg="add mod">
          <ac:chgData name="Andrew Patterson" userId="6c8ffccf-7c1b-4173-8b93-861005bd5f70" providerId="ADAL" clId="{340A04FB-801D-4D33-9372-268FA29A2369}" dt="2026-06-11T09:59:32.813" v="161" actId="1035"/>
          <ac:spMkLst>
            <pc:docMk/>
            <pc:sldMk cId="1787168622" sldId="260"/>
            <ac:spMk id="7" creationId="{BDB2428C-464C-7CD2-873E-7994B0F4BDF9}"/>
          </ac:spMkLst>
        </pc:spChg>
        <pc:graphicFrameChg chg="add mod modGraphic">
          <ac:chgData name="Andrew Patterson" userId="6c8ffccf-7c1b-4173-8b93-861005bd5f70" providerId="ADAL" clId="{340A04FB-801D-4D33-9372-268FA29A2369}" dt="2026-06-11T09:59:32.813" v="161" actId="1035"/>
          <ac:graphicFrameMkLst>
            <pc:docMk/>
            <pc:sldMk cId="1787168622" sldId="260"/>
            <ac:graphicFrameMk id="9" creationId="{AB74A792-3F66-8F0A-C388-DFDE4EA8000E}"/>
          </ac:graphicFrameMkLst>
        </pc:graphicFrameChg>
        <pc:graphicFrameChg chg="add mod modGraphic">
          <ac:chgData name="Andrew Patterson" userId="6c8ffccf-7c1b-4173-8b93-861005bd5f70" providerId="ADAL" clId="{340A04FB-801D-4D33-9372-268FA29A2369}" dt="2026-06-11T09:59:32.813" v="161" actId="1035"/>
          <ac:graphicFrameMkLst>
            <pc:docMk/>
            <pc:sldMk cId="1787168622" sldId="260"/>
            <ac:graphicFrameMk id="11" creationId="{CC898327-DB1A-ED11-6D00-125AD62F2C2C}"/>
          </ac:graphicFrameMkLst>
        </pc:graphicFrameChg>
        <pc:picChg chg="add del mod">
          <ac:chgData name="Andrew Patterson" userId="6c8ffccf-7c1b-4173-8b93-861005bd5f70" providerId="ADAL" clId="{340A04FB-801D-4D33-9372-268FA29A2369}" dt="2026-06-11T09:39:16.565" v="52" actId="478"/>
          <ac:picMkLst>
            <pc:docMk/>
            <pc:sldMk cId="1787168622" sldId="260"/>
            <ac:picMk id="3" creationId="{A6F14FB2-7461-9D2F-40BC-018BB03C94E7}"/>
          </ac:picMkLst>
        </pc:picChg>
      </pc:sldChg>
      <pc:sldChg chg="addSp delSp modSp new mod setBg modShow">
        <pc:chgData name="Andrew Patterson" userId="6c8ffccf-7c1b-4173-8b93-861005bd5f70" providerId="ADAL" clId="{340A04FB-801D-4D33-9372-268FA29A2369}" dt="2026-06-11T15:26:12.963" v="804" actId="729"/>
        <pc:sldMkLst>
          <pc:docMk/>
          <pc:sldMk cId="3037963120" sldId="261"/>
        </pc:sldMkLst>
        <pc:spChg chg="add del mod">
          <ac:chgData name="Andrew Patterson" userId="6c8ffccf-7c1b-4173-8b93-861005bd5f70" providerId="ADAL" clId="{340A04FB-801D-4D33-9372-268FA29A2369}" dt="2026-06-11T15:13:04.347" v="563" actId="478"/>
          <ac:spMkLst>
            <pc:docMk/>
            <pc:sldMk cId="3037963120" sldId="261"/>
            <ac:spMk id="3" creationId="{FE08CB37-3B02-CB93-0533-4A353DEDB238}"/>
          </ac:spMkLst>
        </pc:spChg>
        <pc:spChg chg="add mod">
          <ac:chgData name="Andrew Patterson" userId="6c8ffccf-7c1b-4173-8b93-861005bd5f70" providerId="ADAL" clId="{340A04FB-801D-4D33-9372-268FA29A2369}" dt="2026-06-11T15:18:53.018" v="775" actId="1076"/>
          <ac:spMkLst>
            <pc:docMk/>
            <pc:sldMk cId="3037963120" sldId="261"/>
            <ac:spMk id="4" creationId="{5C85E10E-E63A-4199-8935-35CF9C4C6579}"/>
          </ac:spMkLst>
        </pc:spChg>
        <pc:picChg chg="add del mod">
          <ac:chgData name="Andrew Patterson" userId="6c8ffccf-7c1b-4173-8b93-861005bd5f70" providerId="ADAL" clId="{340A04FB-801D-4D33-9372-268FA29A2369}" dt="2026-06-11T10:06:33.819" v="201" actId="478"/>
          <ac:picMkLst>
            <pc:docMk/>
            <pc:sldMk cId="3037963120" sldId="261"/>
            <ac:picMk id="5" creationId="{B1EB3053-20D4-63B7-459C-2C7205400248}"/>
          </ac:picMkLst>
        </pc:picChg>
      </pc:sldChg>
      <pc:sldChg chg="addSp delSp modSp new mod setBg modShow">
        <pc:chgData name="Andrew Patterson" userId="6c8ffccf-7c1b-4173-8b93-861005bd5f70" providerId="ADAL" clId="{340A04FB-801D-4D33-9372-268FA29A2369}" dt="2026-06-11T15:26:18.868" v="805" actId="729"/>
        <pc:sldMkLst>
          <pc:docMk/>
          <pc:sldMk cId="2059168296" sldId="262"/>
        </pc:sldMkLst>
        <pc:spChg chg="add del mod">
          <ac:chgData name="Andrew Patterson" userId="6c8ffccf-7c1b-4173-8b93-861005bd5f70" providerId="ADAL" clId="{340A04FB-801D-4D33-9372-268FA29A2369}" dt="2026-06-11T15:19:04.520" v="776" actId="478"/>
          <ac:spMkLst>
            <pc:docMk/>
            <pc:sldMk cId="2059168296" sldId="262"/>
            <ac:spMk id="3" creationId="{1E581083-1A57-B57D-A245-EE26454E1BB5}"/>
          </ac:spMkLst>
        </pc:spChg>
        <pc:spChg chg="add mod">
          <ac:chgData name="Andrew Patterson" userId="6c8ffccf-7c1b-4173-8b93-861005bd5f70" providerId="ADAL" clId="{340A04FB-801D-4D33-9372-268FA29A2369}" dt="2026-06-11T15:21:47.578" v="795" actId="123"/>
          <ac:spMkLst>
            <pc:docMk/>
            <pc:sldMk cId="2059168296" sldId="262"/>
            <ac:spMk id="4" creationId="{CDF7C692-7396-7793-503D-78A137AA8818}"/>
          </ac:spMkLst>
        </pc:spChg>
        <pc:picChg chg="add del mod">
          <ac:chgData name="Andrew Patterson" userId="6c8ffccf-7c1b-4173-8b93-861005bd5f70" providerId="ADAL" clId="{340A04FB-801D-4D33-9372-268FA29A2369}" dt="2026-06-11T10:07:15.263" v="205" actId="478"/>
          <ac:picMkLst>
            <pc:docMk/>
            <pc:sldMk cId="2059168296" sldId="262"/>
            <ac:picMk id="5" creationId="{5B4A0628-280B-8398-04FD-42849D0395E3}"/>
          </ac:picMkLst>
        </pc:picChg>
      </pc:sldChg>
      <pc:sldChg chg="addSp modSp new mod ord modAnim">
        <pc:chgData name="Andrew Patterson" userId="6c8ffccf-7c1b-4173-8b93-861005bd5f70" providerId="ADAL" clId="{340A04FB-801D-4D33-9372-268FA29A2369}" dt="2026-06-11T15:27:07.592" v="811"/>
        <pc:sldMkLst>
          <pc:docMk/>
          <pc:sldMk cId="1454102224" sldId="263"/>
        </pc:sldMkLst>
        <pc:spChg chg="add mod">
          <ac:chgData name="Andrew Patterson" userId="6c8ffccf-7c1b-4173-8b93-861005bd5f70" providerId="ADAL" clId="{340A04FB-801D-4D33-9372-268FA29A2369}" dt="2026-06-11T15:24:46.040" v="797" actId="1076"/>
          <ac:spMkLst>
            <pc:docMk/>
            <pc:sldMk cId="1454102224" sldId="263"/>
            <ac:spMk id="3" creationId="{63AE0DE8-5D6E-285B-FA4A-6F714DF4E05E}"/>
          </ac:spMkLst>
        </pc:spChg>
        <pc:spChg chg="mod">
          <ac:chgData name="Andrew Patterson" userId="6c8ffccf-7c1b-4173-8b93-861005bd5f70" providerId="ADAL" clId="{340A04FB-801D-4D33-9372-268FA29A2369}" dt="2026-06-11T15:24:36.553" v="796"/>
          <ac:spMkLst>
            <pc:docMk/>
            <pc:sldMk cId="1454102224" sldId="263"/>
            <ac:spMk id="5" creationId="{E9DBA491-A323-7DE9-4269-376D1DD52E23}"/>
          </ac:spMkLst>
        </pc:spChg>
        <pc:spChg chg="mod">
          <ac:chgData name="Andrew Patterson" userId="6c8ffccf-7c1b-4173-8b93-861005bd5f70" providerId="ADAL" clId="{340A04FB-801D-4D33-9372-268FA29A2369}" dt="2026-06-11T15:24:36.553" v="796"/>
          <ac:spMkLst>
            <pc:docMk/>
            <pc:sldMk cId="1454102224" sldId="263"/>
            <ac:spMk id="7" creationId="{95296914-5637-44C4-64AC-2D766F613110}"/>
          </ac:spMkLst>
        </pc:spChg>
        <pc:spChg chg="mod">
          <ac:chgData name="Andrew Patterson" userId="6c8ffccf-7c1b-4173-8b93-861005bd5f70" providerId="ADAL" clId="{340A04FB-801D-4D33-9372-268FA29A2369}" dt="2026-06-11T15:24:36.553" v="796"/>
          <ac:spMkLst>
            <pc:docMk/>
            <pc:sldMk cId="1454102224" sldId="263"/>
            <ac:spMk id="8" creationId="{F3E1C5F0-2DCC-0D60-D69F-3282AC27983A}"/>
          </ac:spMkLst>
        </pc:spChg>
        <pc:spChg chg="mod">
          <ac:chgData name="Andrew Patterson" userId="6c8ffccf-7c1b-4173-8b93-861005bd5f70" providerId="ADAL" clId="{340A04FB-801D-4D33-9372-268FA29A2369}" dt="2026-06-11T15:24:36.553" v="796"/>
          <ac:spMkLst>
            <pc:docMk/>
            <pc:sldMk cId="1454102224" sldId="263"/>
            <ac:spMk id="10" creationId="{6148BA76-29F5-4F3B-E0BC-D173C3418AAA}"/>
          </ac:spMkLst>
        </pc:spChg>
        <pc:spChg chg="mod">
          <ac:chgData name="Andrew Patterson" userId="6c8ffccf-7c1b-4173-8b93-861005bd5f70" providerId="ADAL" clId="{340A04FB-801D-4D33-9372-268FA29A2369}" dt="2026-06-11T15:24:36.553" v="796"/>
          <ac:spMkLst>
            <pc:docMk/>
            <pc:sldMk cId="1454102224" sldId="263"/>
            <ac:spMk id="11" creationId="{A6866349-BCD6-31B7-FAC0-42E3EB14B88C}"/>
          </ac:spMkLst>
        </pc:spChg>
        <pc:spChg chg="mod">
          <ac:chgData name="Andrew Patterson" userId="6c8ffccf-7c1b-4173-8b93-861005bd5f70" providerId="ADAL" clId="{340A04FB-801D-4D33-9372-268FA29A2369}" dt="2026-06-11T15:24:36.553" v="796"/>
          <ac:spMkLst>
            <pc:docMk/>
            <pc:sldMk cId="1454102224" sldId="263"/>
            <ac:spMk id="13" creationId="{5CDE1879-2980-6FE3-AB34-E23C317F197F}"/>
          </ac:spMkLst>
        </pc:spChg>
        <pc:spChg chg="mod">
          <ac:chgData name="Andrew Patterson" userId="6c8ffccf-7c1b-4173-8b93-861005bd5f70" providerId="ADAL" clId="{340A04FB-801D-4D33-9372-268FA29A2369}" dt="2026-06-11T15:24:36.553" v="796"/>
          <ac:spMkLst>
            <pc:docMk/>
            <pc:sldMk cId="1454102224" sldId="263"/>
            <ac:spMk id="14" creationId="{E8413283-FB9B-D879-BD97-41DDF9835E72}"/>
          </ac:spMkLst>
        </pc:spChg>
        <pc:spChg chg="mod">
          <ac:chgData name="Andrew Patterson" userId="6c8ffccf-7c1b-4173-8b93-861005bd5f70" providerId="ADAL" clId="{340A04FB-801D-4D33-9372-268FA29A2369}" dt="2026-06-11T15:24:36.553" v="796"/>
          <ac:spMkLst>
            <pc:docMk/>
            <pc:sldMk cId="1454102224" sldId="263"/>
            <ac:spMk id="17" creationId="{FC9EE603-DA32-A73E-2435-B167C24EAA2D}"/>
          </ac:spMkLst>
        </pc:spChg>
        <pc:spChg chg="mod">
          <ac:chgData name="Andrew Patterson" userId="6c8ffccf-7c1b-4173-8b93-861005bd5f70" providerId="ADAL" clId="{340A04FB-801D-4D33-9372-268FA29A2369}" dt="2026-06-11T15:24:36.553" v="796"/>
          <ac:spMkLst>
            <pc:docMk/>
            <pc:sldMk cId="1454102224" sldId="263"/>
            <ac:spMk id="19" creationId="{BD3CE731-6B33-3E8F-6635-7B574B2CD48B}"/>
          </ac:spMkLst>
        </pc:spChg>
        <pc:spChg chg="mod">
          <ac:chgData name="Andrew Patterson" userId="6c8ffccf-7c1b-4173-8b93-861005bd5f70" providerId="ADAL" clId="{340A04FB-801D-4D33-9372-268FA29A2369}" dt="2026-06-11T15:24:36.553" v="796"/>
          <ac:spMkLst>
            <pc:docMk/>
            <pc:sldMk cId="1454102224" sldId="263"/>
            <ac:spMk id="20" creationId="{F85AC405-5EDA-7C6A-50DE-DDF5D67AD347}"/>
          </ac:spMkLst>
        </pc:spChg>
        <pc:grpChg chg="mod">
          <ac:chgData name="Andrew Patterson" userId="6c8ffccf-7c1b-4173-8b93-861005bd5f70" providerId="ADAL" clId="{340A04FB-801D-4D33-9372-268FA29A2369}" dt="2026-06-11T15:25:58.478" v="803" actId="1076"/>
          <ac:grpSpMkLst>
            <pc:docMk/>
            <pc:sldMk cId="1454102224" sldId="263"/>
            <ac:grpSpMk id="2" creationId="{417BF4EC-973E-8513-3F7B-5773549E74D3}"/>
          </ac:grpSpMkLst>
        </pc:grpChg>
        <pc:grpChg chg="mod">
          <ac:chgData name="Andrew Patterson" userId="6c8ffccf-7c1b-4173-8b93-861005bd5f70" providerId="ADAL" clId="{340A04FB-801D-4D33-9372-268FA29A2369}" dt="2026-06-11T15:25:48.063" v="802" actId="1076"/>
          <ac:grpSpMkLst>
            <pc:docMk/>
            <pc:sldMk cId="1454102224" sldId="263"/>
            <ac:grpSpMk id="6" creationId="{5D5369BF-BB20-FC05-155E-303D206EDD07}"/>
          </ac:grpSpMkLst>
        </pc:grpChg>
        <pc:grpChg chg="mod">
          <ac:chgData name="Andrew Patterson" userId="6c8ffccf-7c1b-4173-8b93-861005bd5f70" providerId="ADAL" clId="{340A04FB-801D-4D33-9372-268FA29A2369}" dt="2026-06-11T15:25:31.861" v="801" actId="1076"/>
          <ac:grpSpMkLst>
            <pc:docMk/>
            <pc:sldMk cId="1454102224" sldId="263"/>
            <ac:grpSpMk id="9" creationId="{CAB24A01-CC8C-932A-2F0B-B0832FBFB963}"/>
          </ac:grpSpMkLst>
        </pc:grpChg>
        <pc:grpChg chg="mod">
          <ac:chgData name="Andrew Patterson" userId="6c8ffccf-7c1b-4173-8b93-861005bd5f70" providerId="ADAL" clId="{340A04FB-801D-4D33-9372-268FA29A2369}" dt="2026-06-11T15:25:24.618" v="800" actId="1076"/>
          <ac:grpSpMkLst>
            <pc:docMk/>
            <pc:sldMk cId="1454102224" sldId="263"/>
            <ac:grpSpMk id="12" creationId="{69F58030-DE36-681F-DC88-1D7538A1E094}"/>
          </ac:grpSpMkLst>
        </pc:grpChg>
        <pc:grpChg chg="mod">
          <ac:chgData name="Andrew Patterson" userId="6c8ffccf-7c1b-4173-8b93-861005bd5f70" providerId="ADAL" clId="{340A04FB-801D-4D33-9372-268FA29A2369}" dt="2026-06-11T15:25:09.373" v="799" actId="1076"/>
          <ac:grpSpMkLst>
            <pc:docMk/>
            <pc:sldMk cId="1454102224" sldId="263"/>
            <ac:grpSpMk id="15" creationId="{0FC460AB-84D3-7170-933F-AA6E37CC3246}"/>
          </ac:grpSpMkLst>
        </pc:grpChg>
        <pc:grpChg chg="mod">
          <ac:chgData name="Andrew Patterson" userId="6c8ffccf-7c1b-4173-8b93-861005bd5f70" providerId="ADAL" clId="{340A04FB-801D-4D33-9372-268FA29A2369}" dt="2026-06-11T15:25:03.814" v="798" actId="1076"/>
          <ac:grpSpMkLst>
            <pc:docMk/>
            <pc:sldMk cId="1454102224" sldId="263"/>
            <ac:grpSpMk id="18" creationId="{5481FDBF-5FC3-A3FF-21A6-34F04F2CF6E1}"/>
          </ac:grpSpMkLst>
        </pc:grpChg>
      </pc:sldChg>
      <pc:sldChg chg="addSp modSp new mod ord">
        <pc:chgData name="Andrew Patterson" userId="6c8ffccf-7c1b-4173-8b93-861005bd5f70" providerId="ADAL" clId="{340A04FB-801D-4D33-9372-268FA29A2369}" dt="2026-06-11T15:27:02.096" v="809"/>
        <pc:sldMkLst>
          <pc:docMk/>
          <pc:sldMk cId="3027068706" sldId="264"/>
        </pc:sldMkLst>
        <pc:spChg chg="add mod">
          <ac:chgData name="Andrew Patterson" userId="6c8ffccf-7c1b-4173-8b93-861005bd5f70" providerId="ADAL" clId="{340A04FB-801D-4D33-9372-268FA29A2369}" dt="2026-06-11T10:04:51.839" v="185" actId="1076"/>
          <ac:spMkLst>
            <pc:docMk/>
            <pc:sldMk cId="3027068706" sldId="264"/>
            <ac:spMk id="3" creationId="{71BE527E-3A99-9711-8557-3BCD20F28DFA}"/>
          </ac:spMkLst>
        </pc:spChg>
      </pc:sldChg>
      <pc:sldChg chg="addSp delSp modSp new mod modAnim">
        <pc:chgData name="Andrew Patterson" userId="6c8ffccf-7c1b-4173-8b93-861005bd5f70" providerId="ADAL" clId="{340A04FB-801D-4D33-9372-268FA29A2369}" dt="2026-06-11T15:11:14.284" v="549"/>
        <pc:sldMkLst>
          <pc:docMk/>
          <pc:sldMk cId="3717062374" sldId="265"/>
        </pc:sldMkLst>
        <pc:spChg chg="add del mod">
          <ac:chgData name="Andrew Patterson" userId="6c8ffccf-7c1b-4173-8b93-861005bd5f70" providerId="ADAL" clId="{340A04FB-801D-4D33-9372-268FA29A2369}" dt="2026-06-11T14:53:08.165" v="491" actId="478"/>
          <ac:spMkLst>
            <pc:docMk/>
            <pc:sldMk cId="3717062374" sldId="265"/>
            <ac:spMk id="4" creationId="{C044BF7C-49F3-1ADC-D8FE-17489C709425}"/>
          </ac:spMkLst>
        </pc:spChg>
        <pc:spChg chg="add mod">
          <ac:chgData name="Andrew Patterson" userId="6c8ffccf-7c1b-4173-8b93-861005bd5f70" providerId="ADAL" clId="{340A04FB-801D-4D33-9372-268FA29A2369}" dt="2026-06-11T15:04:10.583" v="507" actId="1076"/>
          <ac:spMkLst>
            <pc:docMk/>
            <pc:sldMk cId="3717062374" sldId="265"/>
            <ac:spMk id="4" creationId="{FE5C45CD-2ACA-338D-271F-0CB66CC1D778}"/>
          </ac:spMkLst>
        </pc:spChg>
        <pc:spChg chg="add">
          <ac:chgData name="Andrew Patterson" userId="6c8ffccf-7c1b-4173-8b93-861005bd5f70" providerId="ADAL" clId="{340A04FB-801D-4D33-9372-268FA29A2369}" dt="2026-06-11T10:24:35.564" v="211"/>
          <ac:spMkLst>
            <pc:docMk/>
            <pc:sldMk cId="3717062374" sldId="265"/>
            <ac:spMk id="6" creationId="{839D3BE3-3EAF-95C9-36D8-68148FE89AAC}"/>
          </ac:spMkLst>
        </pc:spChg>
        <pc:spChg chg="add">
          <ac:chgData name="Andrew Patterson" userId="6c8ffccf-7c1b-4173-8b93-861005bd5f70" providerId="ADAL" clId="{340A04FB-801D-4D33-9372-268FA29A2369}" dt="2026-06-11T14:55:26.260" v="499"/>
          <ac:spMkLst>
            <pc:docMk/>
            <pc:sldMk cId="3717062374" sldId="265"/>
            <ac:spMk id="7" creationId="{28BADADA-394C-381B-0344-8BD7B49B69D1}"/>
          </ac:spMkLst>
        </pc:spChg>
        <pc:spChg chg="add mod">
          <ac:chgData name="Andrew Patterson" userId="6c8ffccf-7c1b-4173-8b93-861005bd5f70" providerId="ADAL" clId="{340A04FB-801D-4D33-9372-268FA29A2369}" dt="2026-06-11T10:26:31.600" v="232" actId="1076"/>
          <ac:spMkLst>
            <pc:docMk/>
            <pc:sldMk cId="3717062374" sldId="265"/>
            <ac:spMk id="8" creationId="{1194B498-933A-A314-3FAF-7F4DA11226C4}"/>
          </ac:spMkLst>
        </pc:spChg>
        <pc:spChg chg="add del mod">
          <ac:chgData name="Andrew Patterson" userId="6c8ffccf-7c1b-4173-8b93-861005bd5f70" providerId="ADAL" clId="{340A04FB-801D-4D33-9372-268FA29A2369}" dt="2026-06-11T14:48:56.775" v="468" actId="478"/>
          <ac:spMkLst>
            <pc:docMk/>
            <pc:sldMk cId="3717062374" sldId="265"/>
            <ac:spMk id="10" creationId="{083DC6D4-0F47-96DD-E196-0F5C3AA69122}"/>
          </ac:spMkLst>
        </pc:spChg>
        <pc:graphicFrameChg chg="add del mod">
          <ac:chgData name="Andrew Patterson" userId="6c8ffccf-7c1b-4173-8b93-861005bd5f70" providerId="ADAL" clId="{340A04FB-801D-4D33-9372-268FA29A2369}" dt="2026-06-11T10:24:41.334" v="212" actId="478"/>
          <ac:graphicFrameMkLst>
            <pc:docMk/>
            <pc:sldMk cId="3717062374" sldId="265"/>
            <ac:graphicFrameMk id="4" creationId="{0EE71EB4-4A6A-B0C9-D08C-27CAB44B7E29}"/>
          </ac:graphicFrameMkLst>
        </pc:graphicFrameChg>
        <pc:graphicFrameChg chg="add del mod modGraphic">
          <ac:chgData name="Andrew Patterson" userId="6c8ffccf-7c1b-4173-8b93-861005bd5f70" providerId="ADAL" clId="{340A04FB-801D-4D33-9372-268FA29A2369}" dt="2026-06-11T14:55:40.394" v="501" actId="478"/>
          <ac:graphicFrameMkLst>
            <pc:docMk/>
            <pc:sldMk cId="3717062374" sldId="265"/>
            <ac:graphicFrameMk id="5" creationId="{45098E54-7D65-BE88-C2C6-6F4B1C4F41F3}"/>
          </ac:graphicFrameMkLst>
        </pc:graphicFrameChg>
        <pc:picChg chg="add mod">
          <ac:chgData name="Andrew Patterson" userId="6c8ffccf-7c1b-4173-8b93-861005bd5f70" providerId="ADAL" clId="{340A04FB-801D-4D33-9372-268FA29A2369}" dt="2026-06-11T10:09:26.010" v="209" actId="14100"/>
          <ac:picMkLst>
            <pc:docMk/>
            <pc:sldMk cId="3717062374" sldId="265"/>
            <ac:picMk id="3" creationId="{0452D22A-6883-F76B-3C6A-97B0FF4A1D98}"/>
          </ac:picMkLst>
        </pc:picChg>
      </pc:sldChg>
      <pc:sldChg chg="addSp delSp modSp new mod modAnim">
        <pc:chgData name="Andrew Patterson" userId="6c8ffccf-7c1b-4173-8b93-861005bd5f70" providerId="ADAL" clId="{340A04FB-801D-4D33-9372-268FA29A2369}" dt="2026-06-11T18:19:12.673" v="1174" actId="1076"/>
        <pc:sldMkLst>
          <pc:docMk/>
          <pc:sldMk cId="2979792761" sldId="266"/>
        </pc:sldMkLst>
        <pc:spChg chg="add mod">
          <ac:chgData name="Andrew Patterson" userId="6c8ffccf-7c1b-4173-8b93-861005bd5f70" providerId="ADAL" clId="{340A04FB-801D-4D33-9372-268FA29A2369}" dt="2026-06-11T14:52:29.529" v="489" actId="20577"/>
          <ac:spMkLst>
            <pc:docMk/>
            <pc:sldMk cId="2979792761" sldId="266"/>
            <ac:spMk id="4" creationId="{9139EB92-8A46-43BA-AD73-BBCEDB2E21A3}"/>
          </ac:spMkLst>
        </pc:spChg>
        <pc:spChg chg="add mod">
          <ac:chgData name="Andrew Patterson" userId="6c8ffccf-7c1b-4173-8b93-861005bd5f70" providerId="ADAL" clId="{340A04FB-801D-4D33-9372-268FA29A2369}" dt="2026-06-11T15:05:29.564" v="515" actId="1076"/>
          <ac:spMkLst>
            <pc:docMk/>
            <pc:sldMk cId="2979792761" sldId="266"/>
            <ac:spMk id="5" creationId="{CE547BD8-DA85-9FC7-A3D8-D9F681E1BEFE}"/>
          </ac:spMkLst>
        </pc:spChg>
        <pc:spChg chg="add">
          <ac:chgData name="Andrew Patterson" userId="6c8ffccf-7c1b-4173-8b93-861005bd5f70" providerId="ADAL" clId="{340A04FB-801D-4D33-9372-268FA29A2369}" dt="2026-06-11T10:31:21.733" v="245"/>
          <ac:spMkLst>
            <pc:docMk/>
            <pc:sldMk cId="2979792761" sldId="266"/>
            <ac:spMk id="6" creationId="{5C0A5988-DBC2-FB72-FED4-E60389E8453F}"/>
          </ac:spMkLst>
        </pc:spChg>
        <pc:spChg chg="add mod">
          <ac:chgData name="Andrew Patterson" userId="6c8ffccf-7c1b-4173-8b93-861005bd5f70" providerId="ADAL" clId="{340A04FB-801D-4D33-9372-268FA29A2369}" dt="2026-06-11T10:32:29.148" v="256" actId="1076"/>
          <ac:spMkLst>
            <pc:docMk/>
            <pc:sldMk cId="2979792761" sldId="266"/>
            <ac:spMk id="8" creationId="{3E628E87-6F92-749C-7D3F-4B27AC85A937}"/>
          </ac:spMkLst>
        </pc:spChg>
        <pc:spChg chg="add del mod">
          <ac:chgData name="Andrew Patterson" userId="6c8ffccf-7c1b-4173-8b93-861005bd5f70" providerId="ADAL" clId="{340A04FB-801D-4D33-9372-268FA29A2369}" dt="2026-06-11T14:50:09.529" v="474"/>
          <ac:spMkLst>
            <pc:docMk/>
            <pc:sldMk cId="2979792761" sldId="266"/>
            <ac:spMk id="9" creationId="{3C1CD3DC-7281-6FB0-D986-EBF1032D98FE}"/>
          </ac:spMkLst>
        </pc:spChg>
        <pc:spChg chg="add mod">
          <ac:chgData name="Andrew Patterson" userId="6c8ffccf-7c1b-4173-8b93-861005bd5f70" providerId="ADAL" clId="{340A04FB-801D-4D33-9372-268FA29A2369}" dt="2026-06-11T18:19:12.673" v="1174" actId="1076"/>
          <ac:spMkLst>
            <pc:docMk/>
            <pc:sldMk cId="2979792761" sldId="266"/>
            <ac:spMk id="11" creationId="{29D578D6-3730-A89C-AFBF-B77EB628AEC2}"/>
          </ac:spMkLst>
        </pc:spChg>
        <pc:spChg chg="add del mod">
          <ac:chgData name="Andrew Patterson" userId="6c8ffccf-7c1b-4173-8b93-861005bd5f70" providerId="ADAL" clId="{340A04FB-801D-4D33-9372-268FA29A2369}" dt="2026-06-11T15:04:22.910" v="508" actId="478"/>
          <ac:spMkLst>
            <pc:docMk/>
            <pc:sldMk cId="2979792761" sldId="266"/>
            <ac:spMk id="13" creationId="{9994ECB9-806F-F75D-0B37-EC1CB651AFCE}"/>
          </ac:spMkLst>
        </pc:spChg>
        <pc:graphicFrameChg chg="add del mod">
          <ac:chgData name="Andrew Patterson" userId="6c8ffccf-7c1b-4173-8b93-861005bd5f70" providerId="ADAL" clId="{340A04FB-801D-4D33-9372-268FA29A2369}" dt="2026-06-11T10:31:26.894" v="246" actId="478"/>
          <ac:graphicFrameMkLst>
            <pc:docMk/>
            <pc:sldMk cId="2979792761" sldId="266"/>
            <ac:graphicFrameMk id="4" creationId="{04CAA42B-B46A-7490-9C56-92197E8B6F5F}"/>
          </ac:graphicFrameMkLst>
        </pc:graphicFrameChg>
        <pc:picChg chg="add mod">
          <ac:chgData name="Andrew Patterson" userId="6c8ffccf-7c1b-4173-8b93-861005bd5f70" providerId="ADAL" clId="{340A04FB-801D-4D33-9372-268FA29A2369}" dt="2026-06-11T15:11:42.742" v="553" actId="1076"/>
          <ac:picMkLst>
            <pc:docMk/>
            <pc:sldMk cId="2979792761" sldId="266"/>
            <ac:picMk id="3" creationId="{3FBDC26E-133F-30AF-B52E-B808D24D8E4A}"/>
          </ac:picMkLst>
        </pc:picChg>
      </pc:sldChg>
      <pc:sldChg chg="addSp delSp modSp new mod modAnim">
        <pc:chgData name="Andrew Patterson" userId="6c8ffccf-7c1b-4173-8b93-861005bd5f70" providerId="ADAL" clId="{340A04FB-801D-4D33-9372-268FA29A2369}" dt="2026-06-11T15:12:42.513" v="562"/>
        <pc:sldMkLst>
          <pc:docMk/>
          <pc:sldMk cId="149856349" sldId="267"/>
        </pc:sldMkLst>
        <pc:spChg chg="add del mod">
          <ac:chgData name="Andrew Patterson" userId="6c8ffccf-7c1b-4173-8b93-861005bd5f70" providerId="ADAL" clId="{340A04FB-801D-4D33-9372-268FA29A2369}" dt="2026-06-11T15:05:49.532" v="516" actId="478"/>
          <ac:spMkLst>
            <pc:docMk/>
            <pc:sldMk cId="149856349" sldId="267"/>
            <ac:spMk id="4" creationId="{B1B8B67E-A896-0961-B655-A9F4D0F4A4F7}"/>
          </ac:spMkLst>
        </pc:spChg>
        <pc:spChg chg="add mod">
          <ac:chgData name="Andrew Patterson" userId="6c8ffccf-7c1b-4173-8b93-861005bd5f70" providerId="ADAL" clId="{340A04FB-801D-4D33-9372-268FA29A2369}" dt="2026-06-11T10:43:37.756" v="292" actId="1076"/>
          <ac:spMkLst>
            <pc:docMk/>
            <pc:sldMk cId="149856349" sldId="267"/>
            <ac:spMk id="5" creationId="{B19707B8-3A2A-F4A8-90EA-7F34B069BB9B}"/>
          </ac:spMkLst>
        </pc:spChg>
        <pc:spChg chg="add del mod">
          <ac:chgData name="Andrew Patterson" userId="6c8ffccf-7c1b-4173-8b93-861005bd5f70" providerId="ADAL" clId="{340A04FB-801D-4D33-9372-268FA29A2369}" dt="2026-06-11T14:51:17.378" v="482"/>
          <ac:spMkLst>
            <pc:docMk/>
            <pc:sldMk cId="149856349" sldId="267"/>
            <ac:spMk id="6" creationId="{0E79B407-70F4-1E0C-F689-1F5A18BB0A64}"/>
          </ac:spMkLst>
        </pc:spChg>
        <pc:spChg chg="add mod">
          <ac:chgData name="Andrew Patterson" userId="6c8ffccf-7c1b-4173-8b93-861005bd5f70" providerId="ADAL" clId="{340A04FB-801D-4D33-9372-268FA29A2369}" dt="2026-06-11T15:08:26.735" v="526"/>
          <ac:spMkLst>
            <pc:docMk/>
            <pc:sldMk cId="149856349" sldId="267"/>
            <ac:spMk id="6" creationId="{396DBD11-C37F-22D7-1A8C-24E6A4C9B1AB}"/>
          </ac:spMkLst>
        </pc:spChg>
        <pc:spChg chg="add mod">
          <ac:chgData name="Andrew Patterson" userId="6c8ffccf-7c1b-4173-8b93-861005bd5f70" providerId="ADAL" clId="{340A04FB-801D-4D33-9372-268FA29A2369}" dt="2026-06-11T10:47:26.466" v="313"/>
          <ac:spMkLst>
            <pc:docMk/>
            <pc:sldMk cId="149856349" sldId="267"/>
            <ac:spMk id="8" creationId="{62C601CB-4F66-639B-2593-8BAF5BEE86DB}"/>
          </ac:spMkLst>
        </pc:spChg>
        <pc:spChg chg="add mod">
          <ac:chgData name="Andrew Patterson" userId="6c8ffccf-7c1b-4173-8b93-861005bd5f70" providerId="ADAL" clId="{340A04FB-801D-4D33-9372-268FA29A2369}" dt="2026-06-11T15:08:58.031" v="532" actId="1076"/>
          <ac:spMkLst>
            <pc:docMk/>
            <pc:sldMk cId="149856349" sldId="267"/>
            <ac:spMk id="9" creationId="{D2A2CA3B-7BCC-7A8A-379E-9D9A87F86548}"/>
          </ac:spMkLst>
        </pc:spChg>
        <pc:spChg chg="add del mod">
          <ac:chgData name="Andrew Patterson" userId="6c8ffccf-7c1b-4173-8b93-861005bd5f70" providerId="ADAL" clId="{340A04FB-801D-4D33-9372-268FA29A2369}" dt="2026-06-11T15:05:57.960" v="517" actId="478"/>
          <ac:spMkLst>
            <pc:docMk/>
            <pc:sldMk cId="149856349" sldId="267"/>
            <ac:spMk id="10" creationId="{55E96AF7-A221-BD25-EAEC-94E9F208A32F}"/>
          </ac:spMkLst>
        </pc:spChg>
        <pc:spChg chg="add mod">
          <ac:chgData name="Andrew Patterson" userId="6c8ffccf-7c1b-4173-8b93-861005bd5f70" providerId="ADAL" clId="{340A04FB-801D-4D33-9372-268FA29A2369}" dt="2026-06-11T10:48:28.894" v="325" actId="1076"/>
          <ac:spMkLst>
            <pc:docMk/>
            <pc:sldMk cId="149856349" sldId="267"/>
            <ac:spMk id="12" creationId="{C9049820-2563-C0A8-07F0-8C6074F89D2B}"/>
          </ac:spMkLst>
        </pc:spChg>
        <pc:spChg chg="add del mod">
          <ac:chgData name="Andrew Patterson" userId="6c8ffccf-7c1b-4173-8b93-861005bd5f70" providerId="ADAL" clId="{340A04FB-801D-4D33-9372-268FA29A2369}" dt="2026-06-11T15:06:02.352" v="518" actId="478"/>
          <ac:spMkLst>
            <pc:docMk/>
            <pc:sldMk cId="149856349" sldId="267"/>
            <ac:spMk id="13" creationId="{03E66BD6-F5EE-F414-7034-CD1401C05393}"/>
          </ac:spMkLst>
        </pc:spChg>
        <pc:spChg chg="add mod">
          <ac:chgData name="Andrew Patterson" userId="6c8ffccf-7c1b-4173-8b93-861005bd5f70" providerId="ADAL" clId="{340A04FB-801D-4D33-9372-268FA29A2369}" dt="2026-06-11T15:10:28.006" v="544" actId="1076"/>
          <ac:spMkLst>
            <pc:docMk/>
            <pc:sldMk cId="149856349" sldId="267"/>
            <ac:spMk id="14" creationId="{9CADC92B-B443-4F83-3993-8D7C88D9906B}"/>
          </ac:spMkLst>
        </pc:spChg>
        <pc:picChg chg="add mod">
          <ac:chgData name="Andrew Patterson" userId="6c8ffccf-7c1b-4173-8b93-861005bd5f70" providerId="ADAL" clId="{340A04FB-801D-4D33-9372-268FA29A2369}" dt="2026-06-11T10:40:59.954" v="276" actId="14100"/>
          <ac:picMkLst>
            <pc:docMk/>
            <pc:sldMk cId="149856349" sldId="267"/>
            <ac:picMk id="3" creationId="{2252B67E-9D51-5F3F-0834-210A0A219A4F}"/>
          </ac:picMkLst>
        </pc:picChg>
      </pc:sldChg>
      <pc:sldChg chg="addSp modSp new mod">
        <pc:chgData name="Andrew Patterson" userId="6c8ffccf-7c1b-4173-8b93-861005bd5f70" providerId="ADAL" clId="{340A04FB-801D-4D33-9372-268FA29A2369}" dt="2026-06-11T10:53:33.509" v="355" actId="14100"/>
        <pc:sldMkLst>
          <pc:docMk/>
          <pc:sldMk cId="577508125" sldId="268"/>
        </pc:sldMkLst>
        <pc:picChg chg="add mod">
          <ac:chgData name="Andrew Patterson" userId="6c8ffccf-7c1b-4173-8b93-861005bd5f70" providerId="ADAL" clId="{340A04FB-801D-4D33-9372-268FA29A2369}" dt="2026-06-11T10:53:33.509" v="355" actId="14100"/>
          <ac:picMkLst>
            <pc:docMk/>
            <pc:sldMk cId="577508125" sldId="268"/>
            <ac:picMk id="2" creationId="{0E34965F-D636-D462-BF47-E7A6566710E6}"/>
          </ac:picMkLst>
        </pc:picChg>
      </pc:sldChg>
      <pc:sldChg chg="addSp modSp new mod addAnim delAnim modAnim">
        <pc:chgData name="Andrew Patterson" userId="6c8ffccf-7c1b-4173-8b93-861005bd5f70" providerId="ADAL" clId="{340A04FB-801D-4D33-9372-268FA29A2369}" dt="2026-06-11T15:30:34.671" v="826" actId="14100"/>
        <pc:sldMkLst>
          <pc:docMk/>
          <pc:sldMk cId="2646714192" sldId="269"/>
        </pc:sldMkLst>
        <pc:spChg chg="add mod">
          <ac:chgData name="Andrew Patterson" userId="6c8ffccf-7c1b-4173-8b93-861005bd5f70" providerId="ADAL" clId="{340A04FB-801D-4D33-9372-268FA29A2369}" dt="2026-06-11T15:30:34.671" v="826" actId="14100"/>
          <ac:spMkLst>
            <pc:docMk/>
            <pc:sldMk cId="2646714192" sldId="269"/>
            <ac:spMk id="2" creationId="{324237EF-99D2-2E90-394D-9C9E8DDBFF61}"/>
          </ac:spMkLst>
        </pc:spChg>
        <pc:spChg chg="add mod">
          <ac:chgData name="Andrew Patterson" userId="6c8ffccf-7c1b-4173-8b93-861005bd5f70" providerId="ADAL" clId="{340A04FB-801D-4D33-9372-268FA29A2369}" dt="2026-06-11T15:29:37.694" v="821" actId="14100"/>
          <ac:spMkLst>
            <pc:docMk/>
            <pc:sldMk cId="2646714192" sldId="269"/>
            <ac:spMk id="4" creationId="{8CAC9B85-9122-5181-5136-457F7435D505}"/>
          </ac:spMkLst>
        </pc:spChg>
        <pc:spChg chg="add mod">
          <ac:chgData name="Andrew Patterson" userId="6c8ffccf-7c1b-4173-8b93-861005bd5f70" providerId="ADAL" clId="{340A04FB-801D-4D33-9372-268FA29A2369}" dt="2026-06-11T15:30:24.007" v="825" actId="14100"/>
          <ac:spMkLst>
            <pc:docMk/>
            <pc:sldMk cId="2646714192" sldId="269"/>
            <ac:spMk id="5" creationId="{42F5DF5D-F147-51E6-3C0C-20D4FFD77FD2}"/>
          </ac:spMkLst>
        </pc:spChg>
        <pc:picChg chg="add mod">
          <ac:chgData name="Andrew Patterson" userId="6c8ffccf-7c1b-4173-8b93-861005bd5f70" providerId="ADAL" clId="{340A04FB-801D-4D33-9372-268FA29A2369}" dt="2026-06-11T10:54:16.859" v="359" actId="14100"/>
          <ac:picMkLst>
            <pc:docMk/>
            <pc:sldMk cId="2646714192" sldId="269"/>
            <ac:picMk id="3" creationId="{DAD9E278-4728-839A-8F90-69A9014E179C}"/>
          </ac:picMkLst>
        </pc:picChg>
      </pc:sldChg>
      <pc:sldChg chg="addSp modSp new mod modAnim">
        <pc:chgData name="Andrew Patterson" userId="6c8ffccf-7c1b-4173-8b93-861005bd5f70" providerId="ADAL" clId="{340A04FB-801D-4D33-9372-268FA29A2369}" dt="2026-06-11T15:32:16.671" v="837"/>
        <pc:sldMkLst>
          <pc:docMk/>
          <pc:sldMk cId="1287234084" sldId="270"/>
        </pc:sldMkLst>
        <pc:spChg chg="mod">
          <ac:chgData name="Andrew Patterson" userId="6c8ffccf-7c1b-4173-8b93-861005bd5f70" providerId="ADAL" clId="{340A04FB-801D-4D33-9372-268FA29A2369}" dt="2026-06-11T15:31:02.255" v="827"/>
          <ac:spMkLst>
            <pc:docMk/>
            <pc:sldMk cId="1287234084" sldId="270"/>
            <ac:spMk id="4" creationId="{26E083B1-DCC9-2E1D-1580-58206B3EFAA2}"/>
          </ac:spMkLst>
        </pc:spChg>
        <pc:spChg chg="mod">
          <ac:chgData name="Andrew Patterson" userId="6c8ffccf-7c1b-4173-8b93-861005bd5f70" providerId="ADAL" clId="{340A04FB-801D-4D33-9372-268FA29A2369}" dt="2026-06-11T15:31:02.255" v="827"/>
          <ac:spMkLst>
            <pc:docMk/>
            <pc:sldMk cId="1287234084" sldId="270"/>
            <ac:spMk id="5" creationId="{0D35C462-78D8-A925-A514-CB945301408F}"/>
          </ac:spMkLst>
        </pc:spChg>
        <pc:spChg chg="mod">
          <ac:chgData name="Andrew Patterson" userId="6c8ffccf-7c1b-4173-8b93-861005bd5f70" providerId="ADAL" clId="{340A04FB-801D-4D33-9372-268FA29A2369}" dt="2026-06-11T15:31:02.255" v="827"/>
          <ac:spMkLst>
            <pc:docMk/>
            <pc:sldMk cId="1287234084" sldId="270"/>
            <ac:spMk id="7" creationId="{B9847A91-AC2E-015A-47CA-04DA2C9D3E46}"/>
          </ac:spMkLst>
        </pc:spChg>
        <pc:spChg chg="mod">
          <ac:chgData name="Andrew Patterson" userId="6c8ffccf-7c1b-4173-8b93-861005bd5f70" providerId="ADAL" clId="{340A04FB-801D-4D33-9372-268FA29A2369}" dt="2026-06-11T15:31:02.255" v="827"/>
          <ac:spMkLst>
            <pc:docMk/>
            <pc:sldMk cId="1287234084" sldId="270"/>
            <ac:spMk id="8" creationId="{07656917-99E4-4A58-5CBC-7C6BF8633F1C}"/>
          </ac:spMkLst>
        </pc:spChg>
        <pc:spChg chg="mod">
          <ac:chgData name="Andrew Patterson" userId="6c8ffccf-7c1b-4173-8b93-861005bd5f70" providerId="ADAL" clId="{340A04FB-801D-4D33-9372-268FA29A2369}" dt="2026-06-11T15:31:02.255" v="827"/>
          <ac:spMkLst>
            <pc:docMk/>
            <pc:sldMk cId="1287234084" sldId="270"/>
            <ac:spMk id="10" creationId="{8E4192BA-F524-BF20-C4A7-2373F9DF1DC8}"/>
          </ac:spMkLst>
        </pc:spChg>
        <pc:spChg chg="mod">
          <ac:chgData name="Andrew Patterson" userId="6c8ffccf-7c1b-4173-8b93-861005bd5f70" providerId="ADAL" clId="{340A04FB-801D-4D33-9372-268FA29A2369}" dt="2026-06-11T15:31:02.255" v="827"/>
          <ac:spMkLst>
            <pc:docMk/>
            <pc:sldMk cId="1287234084" sldId="270"/>
            <ac:spMk id="11" creationId="{A0BE637C-2C9E-3456-5BFA-9C3699C5419E}"/>
          </ac:spMkLst>
        </pc:spChg>
        <pc:spChg chg="mod">
          <ac:chgData name="Andrew Patterson" userId="6c8ffccf-7c1b-4173-8b93-861005bd5f70" providerId="ADAL" clId="{340A04FB-801D-4D33-9372-268FA29A2369}" dt="2026-06-11T15:31:02.255" v="827"/>
          <ac:spMkLst>
            <pc:docMk/>
            <pc:sldMk cId="1287234084" sldId="270"/>
            <ac:spMk id="13" creationId="{087A1D35-27ED-BD66-657D-DFE45FC9E6ED}"/>
          </ac:spMkLst>
        </pc:spChg>
        <pc:spChg chg="mod">
          <ac:chgData name="Andrew Patterson" userId="6c8ffccf-7c1b-4173-8b93-861005bd5f70" providerId="ADAL" clId="{340A04FB-801D-4D33-9372-268FA29A2369}" dt="2026-06-11T15:31:02.255" v="827"/>
          <ac:spMkLst>
            <pc:docMk/>
            <pc:sldMk cId="1287234084" sldId="270"/>
            <ac:spMk id="14" creationId="{95617BF0-5440-9ED5-36C3-C23885B1E4AE}"/>
          </ac:spMkLst>
        </pc:spChg>
        <pc:spChg chg="mod">
          <ac:chgData name="Andrew Patterson" userId="6c8ffccf-7c1b-4173-8b93-861005bd5f70" providerId="ADAL" clId="{340A04FB-801D-4D33-9372-268FA29A2369}" dt="2026-06-11T15:31:02.255" v="827"/>
          <ac:spMkLst>
            <pc:docMk/>
            <pc:sldMk cId="1287234084" sldId="270"/>
            <ac:spMk id="16" creationId="{B0D6253B-F0D4-D1CD-E6BE-FC0FF2CEA99A}"/>
          </ac:spMkLst>
        </pc:spChg>
        <pc:spChg chg="mod">
          <ac:chgData name="Andrew Patterson" userId="6c8ffccf-7c1b-4173-8b93-861005bd5f70" providerId="ADAL" clId="{340A04FB-801D-4D33-9372-268FA29A2369}" dt="2026-06-11T15:31:02.255" v="827"/>
          <ac:spMkLst>
            <pc:docMk/>
            <pc:sldMk cId="1287234084" sldId="270"/>
            <ac:spMk id="17" creationId="{58B24E46-EB5B-D5D7-3417-4B46C4BFCA91}"/>
          </ac:spMkLst>
        </pc:spChg>
        <pc:spChg chg="mod">
          <ac:chgData name="Andrew Patterson" userId="6c8ffccf-7c1b-4173-8b93-861005bd5f70" providerId="ADAL" clId="{340A04FB-801D-4D33-9372-268FA29A2369}" dt="2026-06-11T15:32:04.391" v="834"/>
          <ac:spMkLst>
            <pc:docMk/>
            <pc:sldMk cId="1287234084" sldId="270"/>
            <ac:spMk id="22" creationId="{17350000-F584-2455-3FDA-8E65AC145015}"/>
          </ac:spMkLst>
        </pc:spChg>
        <pc:spChg chg="mod">
          <ac:chgData name="Andrew Patterson" userId="6c8ffccf-7c1b-4173-8b93-861005bd5f70" providerId="ADAL" clId="{340A04FB-801D-4D33-9372-268FA29A2369}" dt="2026-06-11T15:32:04.391" v="834"/>
          <ac:spMkLst>
            <pc:docMk/>
            <pc:sldMk cId="1287234084" sldId="270"/>
            <ac:spMk id="23" creationId="{CAECEC89-696C-9283-3A4D-8D49C8A8B71B}"/>
          </ac:spMkLst>
        </pc:spChg>
        <pc:spChg chg="mod">
          <ac:chgData name="Andrew Patterson" userId="6c8ffccf-7c1b-4173-8b93-861005bd5f70" providerId="ADAL" clId="{340A04FB-801D-4D33-9372-268FA29A2369}" dt="2026-06-11T15:32:15.278" v="836"/>
          <ac:spMkLst>
            <pc:docMk/>
            <pc:sldMk cId="1287234084" sldId="270"/>
            <ac:spMk id="25" creationId="{E3D32383-09D3-4241-F9A6-ADDAA1B4E0A1}"/>
          </ac:spMkLst>
        </pc:spChg>
        <pc:spChg chg="mod">
          <ac:chgData name="Andrew Patterson" userId="6c8ffccf-7c1b-4173-8b93-861005bd5f70" providerId="ADAL" clId="{340A04FB-801D-4D33-9372-268FA29A2369}" dt="2026-06-11T15:32:15.278" v="836"/>
          <ac:spMkLst>
            <pc:docMk/>
            <pc:sldMk cId="1287234084" sldId="270"/>
            <ac:spMk id="26" creationId="{E3CE36F1-99E7-D784-E6C4-D13748E523DF}"/>
          </ac:spMkLst>
        </pc:spChg>
        <pc:spChg chg="mod">
          <ac:chgData name="Andrew Patterson" userId="6c8ffccf-7c1b-4173-8b93-861005bd5f70" providerId="ADAL" clId="{340A04FB-801D-4D33-9372-268FA29A2369}" dt="2026-06-11T15:32:16.671" v="837"/>
          <ac:spMkLst>
            <pc:docMk/>
            <pc:sldMk cId="1287234084" sldId="270"/>
            <ac:spMk id="28" creationId="{1CC33A5B-5E25-AD2B-ADC8-4D24A8BF186C}"/>
          </ac:spMkLst>
        </pc:spChg>
        <pc:spChg chg="mod">
          <ac:chgData name="Andrew Patterson" userId="6c8ffccf-7c1b-4173-8b93-861005bd5f70" providerId="ADAL" clId="{340A04FB-801D-4D33-9372-268FA29A2369}" dt="2026-06-11T15:32:16.671" v="837"/>
          <ac:spMkLst>
            <pc:docMk/>
            <pc:sldMk cId="1287234084" sldId="270"/>
            <ac:spMk id="29" creationId="{FDCA6888-DE22-905A-B50B-6D85017DE2B5}"/>
          </ac:spMkLst>
        </pc:spChg>
        <pc:grpChg chg="mod">
          <ac:chgData name="Andrew Patterson" userId="6c8ffccf-7c1b-4173-8b93-861005bd5f70" providerId="ADAL" clId="{340A04FB-801D-4D33-9372-268FA29A2369}" dt="2026-06-11T15:31:17.708" v="828" actId="1076"/>
          <ac:grpSpMkLst>
            <pc:docMk/>
            <pc:sldMk cId="1287234084" sldId="270"/>
            <ac:grpSpMk id="2" creationId="{9579D81D-C9BA-E278-069E-FE48258459F2}"/>
          </ac:grpSpMkLst>
        </pc:grpChg>
        <pc:grpChg chg="mod">
          <ac:chgData name="Andrew Patterson" userId="6c8ffccf-7c1b-4173-8b93-861005bd5f70" providerId="ADAL" clId="{340A04FB-801D-4D33-9372-268FA29A2369}" dt="2026-06-11T15:31:17.708" v="828" actId="1076"/>
          <ac:grpSpMkLst>
            <pc:docMk/>
            <pc:sldMk cId="1287234084" sldId="270"/>
            <ac:grpSpMk id="6" creationId="{0908998A-0700-A814-6DF1-2C5DC545C5B3}"/>
          </ac:grpSpMkLst>
        </pc:grpChg>
        <pc:grpChg chg="mod">
          <ac:chgData name="Andrew Patterson" userId="6c8ffccf-7c1b-4173-8b93-861005bd5f70" providerId="ADAL" clId="{340A04FB-801D-4D33-9372-268FA29A2369}" dt="2026-06-11T15:31:33.100" v="829" actId="1076"/>
          <ac:grpSpMkLst>
            <pc:docMk/>
            <pc:sldMk cId="1287234084" sldId="270"/>
            <ac:grpSpMk id="9" creationId="{FCB71558-BAE3-9DC7-B430-04FE9E16286B}"/>
          </ac:grpSpMkLst>
        </pc:grpChg>
        <pc:grpChg chg="mod">
          <ac:chgData name="Andrew Patterson" userId="6c8ffccf-7c1b-4173-8b93-861005bd5f70" providerId="ADAL" clId="{340A04FB-801D-4D33-9372-268FA29A2369}" dt="2026-06-11T15:31:38.396" v="830" actId="1076"/>
          <ac:grpSpMkLst>
            <pc:docMk/>
            <pc:sldMk cId="1287234084" sldId="270"/>
            <ac:grpSpMk id="12" creationId="{09A1026F-1637-38D4-E8CB-36786C8B8D9E}"/>
          </ac:grpSpMkLst>
        </pc:grpChg>
        <pc:grpChg chg="mod">
          <ac:chgData name="Andrew Patterson" userId="6c8ffccf-7c1b-4173-8b93-861005bd5f70" providerId="ADAL" clId="{340A04FB-801D-4D33-9372-268FA29A2369}" dt="2026-06-11T15:31:43.888" v="831" actId="1076"/>
          <ac:grpSpMkLst>
            <pc:docMk/>
            <pc:sldMk cId="1287234084" sldId="270"/>
            <ac:grpSpMk id="15" creationId="{BDCA7B01-09A9-FBAC-1D73-87C9A1881E3C}"/>
          </ac:grpSpMkLst>
        </pc:grpChg>
        <pc:grpChg chg="mod">
          <ac:chgData name="Andrew Patterson" userId="6c8ffccf-7c1b-4173-8b93-861005bd5f70" providerId="ADAL" clId="{340A04FB-801D-4D33-9372-268FA29A2369}" dt="2026-06-11T15:32:01.468" v="833" actId="1076"/>
          <ac:grpSpMkLst>
            <pc:docMk/>
            <pc:sldMk cId="1287234084" sldId="270"/>
            <ac:grpSpMk id="18" creationId="{B2F151B6-DD31-1E19-5403-41CA7D6D4955}"/>
          </ac:grpSpMkLst>
        </pc:grpChg>
        <pc:grpChg chg="add mod">
          <ac:chgData name="Andrew Patterson" userId="6c8ffccf-7c1b-4173-8b93-861005bd5f70" providerId="ADAL" clId="{340A04FB-801D-4D33-9372-268FA29A2369}" dt="2026-06-11T15:32:12.658" v="835" actId="1076"/>
          <ac:grpSpMkLst>
            <pc:docMk/>
            <pc:sldMk cId="1287234084" sldId="270"/>
            <ac:grpSpMk id="21" creationId="{4BDF5CEC-B240-D290-0F62-EC86B262BA1E}"/>
          </ac:grpSpMkLst>
        </pc:grpChg>
        <pc:grpChg chg="add mod">
          <ac:chgData name="Andrew Patterson" userId="6c8ffccf-7c1b-4173-8b93-861005bd5f70" providerId="ADAL" clId="{340A04FB-801D-4D33-9372-268FA29A2369}" dt="2026-06-11T15:32:15.278" v="836"/>
          <ac:grpSpMkLst>
            <pc:docMk/>
            <pc:sldMk cId="1287234084" sldId="270"/>
            <ac:grpSpMk id="24" creationId="{176CA9BB-AB24-151A-35D4-E25629C0AACC}"/>
          </ac:grpSpMkLst>
        </pc:grpChg>
        <pc:grpChg chg="add mod">
          <ac:chgData name="Andrew Patterson" userId="6c8ffccf-7c1b-4173-8b93-861005bd5f70" providerId="ADAL" clId="{340A04FB-801D-4D33-9372-268FA29A2369}" dt="2026-06-11T15:32:16.671" v="837"/>
          <ac:grpSpMkLst>
            <pc:docMk/>
            <pc:sldMk cId="1287234084" sldId="270"/>
            <ac:grpSpMk id="27" creationId="{0ACF26DE-F1E2-3E5F-45F5-5F8BE4D416E1}"/>
          </ac:grpSpMkLst>
        </pc:grpChg>
        <pc:picChg chg="add mod">
          <ac:chgData name="Andrew Patterson" userId="6c8ffccf-7c1b-4173-8b93-861005bd5f70" providerId="ADAL" clId="{340A04FB-801D-4D33-9372-268FA29A2369}" dt="2026-06-11T15:31:51.716" v="832" actId="1076"/>
          <ac:picMkLst>
            <pc:docMk/>
            <pc:sldMk cId="1287234084" sldId="270"/>
            <ac:picMk id="3" creationId="{CB71249E-A279-C378-01A2-DFEB06DD2D9A}"/>
          </ac:picMkLst>
        </pc:picChg>
      </pc:sldChg>
      <pc:sldChg chg="addSp modSp new mod modAnim">
        <pc:chgData name="Andrew Patterson" userId="6c8ffccf-7c1b-4173-8b93-861005bd5f70" providerId="ADAL" clId="{340A04FB-801D-4D33-9372-268FA29A2369}" dt="2026-06-11T15:33:37.097" v="873" actId="1035"/>
        <pc:sldMkLst>
          <pc:docMk/>
          <pc:sldMk cId="3297359537" sldId="271"/>
        </pc:sldMkLst>
        <pc:spChg chg="mod">
          <ac:chgData name="Andrew Patterson" userId="6c8ffccf-7c1b-4173-8b93-861005bd5f70" providerId="ADAL" clId="{340A04FB-801D-4D33-9372-268FA29A2369}" dt="2026-06-11T15:32:34.745" v="838"/>
          <ac:spMkLst>
            <pc:docMk/>
            <pc:sldMk cId="3297359537" sldId="271"/>
            <ac:spMk id="4" creationId="{D96778C0-6B73-A79C-5C86-99BA3FF72F43}"/>
          </ac:spMkLst>
        </pc:spChg>
        <pc:spChg chg="mod">
          <ac:chgData name="Andrew Patterson" userId="6c8ffccf-7c1b-4173-8b93-861005bd5f70" providerId="ADAL" clId="{340A04FB-801D-4D33-9372-268FA29A2369}" dt="2026-06-11T15:32:34.745" v="838"/>
          <ac:spMkLst>
            <pc:docMk/>
            <pc:sldMk cId="3297359537" sldId="271"/>
            <ac:spMk id="5" creationId="{95C788A1-B469-E328-3F4C-BFA11DCA45E5}"/>
          </ac:spMkLst>
        </pc:spChg>
        <pc:spChg chg="mod">
          <ac:chgData name="Andrew Patterson" userId="6c8ffccf-7c1b-4173-8b93-861005bd5f70" providerId="ADAL" clId="{340A04FB-801D-4D33-9372-268FA29A2369}" dt="2026-06-11T15:32:34.745" v="838"/>
          <ac:spMkLst>
            <pc:docMk/>
            <pc:sldMk cId="3297359537" sldId="271"/>
            <ac:spMk id="7" creationId="{1ACAEABA-F027-E7C1-00AA-B4CBD950EF64}"/>
          </ac:spMkLst>
        </pc:spChg>
        <pc:spChg chg="mod">
          <ac:chgData name="Andrew Patterson" userId="6c8ffccf-7c1b-4173-8b93-861005bd5f70" providerId="ADAL" clId="{340A04FB-801D-4D33-9372-268FA29A2369}" dt="2026-06-11T15:32:34.745" v="838"/>
          <ac:spMkLst>
            <pc:docMk/>
            <pc:sldMk cId="3297359537" sldId="271"/>
            <ac:spMk id="8" creationId="{4AD2756D-A64D-680A-330F-702BD0C765D1}"/>
          </ac:spMkLst>
        </pc:spChg>
        <pc:spChg chg="mod">
          <ac:chgData name="Andrew Patterson" userId="6c8ffccf-7c1b-4173-8b93-861005bd5f70" providerId="ADAL" clId="{340A04FB-801D-4D33-9372-268FA29A2369}" dt="2026-06-11T15:32:34.745" v="838"/>
          <ac:spMkLst>
            <pc:docMk/>
            <pc:sldMk cId="3297359537" sldId="271"/>
            <ac:spMk id="10" creationId="{C110F6E8-52AD-5B1C-A294-92049A813D0F}"/>
          </ac:spMkLst>
        </pc:spChg>
        <pc:spChg chg="mod">
          <ac:chgData name="Andrew Patterson" userId="6c8ffccf-7c1b-4173-8b93-861005bd5f70" providerId="ADAL" clId="{340A04FB-801D-4D33-9372-268FA29A2369}" dt="2026-06-11T15:32:34.745" v="838"/>
          <ac:spMkLst>
            <pc:docMk/>
            <pc:sldMk cId="3297359537" sldId="271"/>
            <ac:spMk id="14" creationId="{4B1B5412-1003-D9E4-C373-D522E37377E5}"/>
          </ac:spMkLst>
        </pc:spChg>
        <pc:spChg chg="mod">
          <ac:chgData name="Andrew Patterson" userId="6c8ffccf-7c1b-4173-8b93-861005bd5f70" providerId="ADAL" clId="{340A04FB-801D-4D33-9372-268FA29A2369}" dt="2026-06-11T15:32:34.745" v="838"/>
          <ac:spMkLst>
            <pc:docMk/>
            <pc:sldMk cId="3297359537" sldId="271"/>
            <ac:spMk id="16" creationId="{AAFF59D9-E482-2535-49B8-90FB4EF46AB2}"/>
          </ac:spMkLst>
        </pc:spChg>
        <pc:spChg chg="mod">
          <ac:chgData name="Andrew Patterson" userId="6c8ffccf-7c1b-4173-8b93-861005bd5f70" providerId="ADAL" clId="{340A04FB-801D-4D33-9372-268FA29A2369}" dt="2026-06-11T15:32:34.745" v="838"/>
          <ac:spMkLst>
            <pc:docMk/>
            <pc:sldMk cId="3297359537" sldId="271"/>
            <ac:spMk id="17" creationId="{89DD3FA2-0C1C-5951-D641-0479F9EADB90}"/>
          </ac:spMkLst>
        </pc:spChg>
        <pc:spChg chg="mod">
          <ac:chgData name="Andrew Patterson" userId="6c8ffccf-7c1b-4173-8b93-861005bd5f70" providerId="ADAL" clId="{340A04FB-801D-4D33-9372-268FA29A2369}" dt="2026-06-11T15:32:34.745" v="838"/>
          <ac:spMkLst>
            <pc:docMk/>
            <pc:sldMk cId="3297359537" sldId="271"/>
            <ac:spMk id="19" creationId="{2EBD7FCB-41B2-470B-0261-5109CE18D10F}"/>
          </ac:spMkLst>
        </pc:spChg>
        <pc:spChg chg="mod">
          <ac:chgData name="Andrew Patterson" userId="6c8ffccf-7c1b-4173-8b93-861005bd5f70" providerId="ADAL" clId="{340A04FB-801D-4D33-9372-268FA29A2369}" dt="2026-06-11T15:32:34.745" v="838"/>
          <ac:spMkLst>
            <pc:docMk/>
            <pc:sldMk cId="3297359537" sldId="271"/>
            <ac:spMk id="20" creationId="{EA73DF09-1743-4507-FFA8-A03A39BA1789}"/>
          </ac:spMkLst>
        </pc:spChg>
        <pc:spChg chg="mod">
          <ac:chgData name="Andrew Patterson" userId="6c8ffccf-7c1b-4173-8b93-861005bd5f70" providerId="ADAL" clId="{340A04FB-801D-4D33-9372-268FA29A2369}" dt="2026-06-11T15:33:17.614" v="844"/>
          <ac:spMkLst>
            <pc:docMk/>
            <pc:sldMk cId="3297359537" sldId="271"/>
            <ac:spMk id="22" creationId="{90E8F6B5-DA85-4703-634A-16BBBFBE7A2E}"/>
          </ac:spMkLst>
        </pc:spChg>
        <pc:spChg chg="mod">
          <ac:chgData name="Andrew Patterson" userId="6c8ffccf-7c1b-4173-8b93-861005bd5f70" providerId="ADAL" clId="{340A04FB-801D-4D33-9372-268FA29A2369}" dt="2026-06-11T15:33:17.614" v="844"/>
          <ac:spMkLst>
            <pc:docMk/>
            <pc:sldMk cId="3297359537" sldId="271"/>
            <ac:spMk id="23" creationId="{A107B2EC-637E-D0B0-1BD9-1239D27B07F0}"/>
          </ac:spMkLst>
        </pc:spChg>
        <pc:spChg chg="mod">
          <ac:chgData name="Andrew Patterson" userId="6c8ffccf-7c1b-4173-8b93-861005bd5f70" providerId="ADAL" clId="{340A04FB-801D-4D33-9372-268FA29A2369}" dt="2026-06-11T15:33:25.126" v="846"/>
          <ac:spMkLst>
            <pc:docMk/>
            <pc:sldMk cId="3297359537" sldId="271"/>
            <ac:spMk id="25" creationId="{D7A73B05-7C3B-90FA-CC01-C59A881592ED}"/>
          </ac:spMkLst>
        </pc:spChg>
        <pc:spChg chg="mod">
          <ac:chgData name="Andrew Patterson" userId="6c8ffccf-7c1b-4173-8b93-861005bd5f70" providerId="ADAL" clId="{340A04FB-801D-4D33-9372-268FA29A2369}" dt="2026-06-11T15:33:25.126" v="846"/>
          <ac:spMkLst>
            <pc:docMk/>
            <pc:sldMk cId="3297359537" sldId="271"/>
            <ac:spMk id="26" creationId="{A1D3EA25-F7DD-795C-2D03-73ED37AC17C3}"/>
          </ac:spMkLst>
        </pc:spChg>
        <pc:spChg chg="mod">
          <ac:chgData name="Andrew Patterson" userId="6c8ffccf-7c1b-4173-8b93-861005bd5f70" providerId="ADAL" clId="{340A04FB-801D-4D33-9372-268FA29A2369}" dt="2026-06-11T15:33:33.038" v="861"/>
          <ac:spMkLst>
            <pc:docMk/>
            <pc:sldMk cId="3297359537" sldId="271"/>
            <ac:spMk id="28" creationId="{CA2AB232-F9C3-372A-3062-BE725962A285}"/>
          </ac:spMkLst>
        </pc:spChg>
        <pc:spChg chg="mod">
          <ac:chgData name="Andrew Patterson" userId="6c8ffccf-7c1b-4173-8b93-861005bd5f70" providerId="ADAL" clId="{340A04FB-801D-4D33-9372-268FA29A2369}" dt="2026-06-11T15:33:33.038" v="861"/>
          <ac:spMkLst>
            <pc:docMk/>
            <pc:sldMk cId="3297359537" sldId="271"/>
            <ac:spMk id="29" creationId="{FF16138F-D0C3-D08C-24E8-B5136BC26B3E}"/>
          </ac:spMkLst>
        </pc:spChg>
        <pc:grpChg chg="mod">
          <ac:chgData name="Andrew Patterson" userId="6c8ffccf-7c1b-4173-8b93-861005bd5f70" providerId="ADAL" clId="{340A04FB-801D-4D33-9372-268FA29A2369}" dt="2026-06-11T15:32:42.359" v="839" actId="1076"/>
          <ac:grpSpMkLst>
            <pc:docMk/>
            <pc:sldMk cId="3297359537" sldId="271"/>
            <ac:grpSpMk id="2" creationId="{E6869363-D633-419D-6EEA-20DAD080AEF9}"/>
          </ac:grpSpMkLst>
        </pc:grpChg>
        <pc:grpChg chg="mod">
          <ac:chgData name="Andrew Patterson" userId="6c8ffccf-7c1b-4173-8b93-861005bd5f70" providerId="ADAL" clId="{340A04FB-801D-4D33-9372-268FA29A2369}" dt="2026-06-11T15:32:42.359" v="839" actId="1076"/>
          <ac:grpSpMkLst>
            <pc:docMk/>
            <pc:sldMk cId="3297359537" sldId="271"/>
            <ac:grpSpMk id="6" creationId="{43763562-E01A-9E6A-801B-61E13615013E}"/>
          </ac:grpSpMkLst>
        </pc:grpChg>
        <pc:grpChg chg="mod">
          <ac:chgData name="Andrew Patterson" userId="6c8ffccf-7c1b-4173-8b93-861005bd5f70" providerId="ADAL" clId="{340A04FB-801D-4D33-9372-268FA29A2369}" dt="2026-06-11T15:32:51.793" v="840" actId="1076"/>
          <ac:grpSpMkLst>
            <pc:docMk/>
            <pc:sldMk cId="3297359537" sldId="271"/>
            <ac:grpSpMk id="9" creationId="{358C1DD2-37AC-1B2A-1BF3-4475FE8984C7}"/>
          </ac:grpSpMkLst>
        </pc:grpChg>
        <pc:grpChg chg="mod">
          <ac:chgData name="Andrew Patterson" userId="6c8ffccf-7c1b-4173-8b93-861005bd5f70" providerId="ADAL" clId="{340A04FB-801D-4D33-9372-268FA29A2369}" dt="2026-06-11T15:32:58.605" v="841" actId="1076"/>
          <ac:grpSpMkLst>
            <pc:docMk/>
            <pc:sldMk cId="3297359537" sldId="271"/>
            <ac:grpSpMk id="12" creationId="{D0A931A1-36CE-448E-99CD-64A530D3C518}"/>
          </ac:grpSpMkLst>
        </pc:grpChg>
        <pc:grpChg chg="mod">
          <ac:chgData name="Andrew Patterson" userId="6c8ffccf-7c1b-4173-8b93-861005bd5f70" providerId="ADAL" clId="{340A04FB-801D-4D33-9372-268FA29A2369}" dt="2026-06-11T15:33:08.252" v="842" actId="1076"/>
          <ac:grpSpMkLst>
            <pc:docMk/>
            <pc:sldMk cId="3297359537" sldId="271"/>
            <ac:grpSpMk id="15" creationId="{A6235B3A-8926-E8CE-C1FF-EC528A20B79D}"/>
          </ac:grpSpMkLst>
        </pc:grpChg>
        <pc:grpChg chg="mod">
          <ac:chgData name="Andrew Patterson" userId="6c8ffccf-7c1b-4173-8b93-861005bd5f70" providerId="ADAL" clId="{340A04FB-801D-4D33-9372-268FA29A2369}" dt="2026-06-11T15:33:15.009" v="843" actId="1076"/>
          <ac:grpSpMkLst>
            <pc:docMk/>
            <pc:sldMk cId="3297359537" sldId="271"/>
            <ac:grpSpMk id="18" creationId="{EF4943C3-8E36-CE97-8F5D-E82BFBE3EAF5}"/>
          </ac:grpSpMkLst>
        </pc:grpChg>
        <pc:grpChg chg="add mod">
          <ac:chgData name="Andrew Patterson" userId="6c8ffccf-7c1b-4173-8b93-861005bd5f70" providerId="ADAL" clId="{340A04FB-801D-4D33-9372-268FA29A2369}" dt="2026-06-11T15:33:23.041" v="845" actId="1076"/>
          <ac:grpSpMkLst>
            <pc:docMk/>
            <pc:sldMk cId="3297359537" sldId="271"/>
            <ac:grpSpMk id="21" creationId="{C462AD19-5E92-C2C9-71CA-00A2682D7CC9}"/>
          </ac:grpSpMkLst>
        </pc:grpChg>
        <pc:grpChg chg="add mod">
          <ac:chgData name="Andrew Patterson" userId="6c8ffccf-7c1b-4173-8b93-861005bd5f70" providerId="ADAL" clId="{340A04FB-801D-4D33-9372-268FA29A2369}" dt="2026-06-11T15:33:30.137" v="860" actId="1036"/>
          <ac:grpSpMkLst>
            <pc:docMk/>
            <pc:sldMk cId="3297359537" sldId="271"/>
            <ac:grpSpMk id="24" creationId="{4D461971-3B6E-6CB1-5B9C-90DA827051E3}"/>
          </ac:grpSpMkLst>
        </pc:grpChg>
        <pc:grpChg chg="add mod">
          <ac:chgData name="Andrew Patterson" userId="6c8ffccf-7c1b-4173-8b93-861005bd5f70" providerId="ADAL" clId="{340A04FB-801D-4D33-9372-268FA29A2369}" dt="2026-06-11T15:33:37.097" v="873" actId="1035"/>
          <ac:grpSpMkLst>
            <pc:docMk/>
            <pc:sldMk cId="3297359537" sldId="271"/>
            <ac:grpSpMk id="27" creationId="{8E9F1CCD-77F2-B059-CBB2-1B9C2221D17A}"/>
          </ac:grpSpMkLst>
        </pc:grpChg>
        <pc:picChg chg="add mod">
          <ac:chgData name="Andrew Patterson" userId="6c8ffccf-7c1b-4173-8b93-861005bd5f70" providerId="ADAL" clId="{340A04FB-801D-4D33-9372-268FA29A2369}" dt="2026-06-11T10:55:44.202" v="368" actId="14100"/>
          <ac:picMkLst>
            <pc:docMk/>
            <pc:sldMk cId="3297359537" sldId="271"/>
            <ac:picMk id="3" creationId="{F605465D-9FFA-5470-734B-D22088BBE176}"/>
          </ac:picMkLst>
        </pc:picChg>
      </pc:sldChg>
      <pc:sldChg chg="addSp modSp new mod">
        <pc:chgData name="Andrew Patterson" userId="6c8ffccf-7c1b-4173-8b93-861005bd5f70" providerId="ADAL" clId="{340A04FB-801D-4D33-9372-268FA29A2369}" dt="2026-06-11T10:57:58.750" v="381" actId="1076"/>
        <pc:sldMkLst>
          <pc:docMk/>
          <pc:sldMk cId="1510876569" sldId="272"/>
        </pc:sldMkLst>
        <pc:picChg chg="add mod">
          <ac:chgData name="Andrew Patterson" userId="6c8ffccf-7c1b-4173-8b93-861005bd5f70" providerId="ADAL" clId="{340A04FB-801D-4D33-9372-268FA29A2369}" dt="2026-06-11T10:57:58.750" v="381" actId="1076"/>
          <ac:picMkLst>
            <pc:docMk/>
            <pc:sldMk cId="1510876569" sldId="272"/>
            <ac:picMk id="3" creationId="{A202C53F-0EAB-AEEB-A0F2-6E5C5D8C2C0C}"/>
          </ac:picMkLst>
        </pc:picChg>
      </pc:sldChg>
      <pc:sldChg chg="addSp delSp modSp new mod delAnim modAnim">
        <pc:chgData name="Andrew Patterson" userId="6c8ffccf-7c1b-4173-8b93-861005bd5f70" providerId="ADAL" clId="{340A04FB-801D-4D33-9372-268FA29A2369}" dt="2026-06-11T16:44:29.381" v="1101"/>
        <pc:sldMkLst>
          <pc:docMk/>
          <pc:sldMk cId="3607983370" sldId="273"/>
        </pc:sldMkLst>
        <pc:graphicFrameChg chg="add del mod modGraphic">
          <ac:chgData name="Andrew Patterson" userId="6c8ffccf-7c1b-4173-8b93-861005bd5f70" providerId="ADAL" clId="{340A04FB-801D-4D33-9372-268FA29A2369}" dt="2026-06-11T16:36:47.623" v="1011" actId="478"/>
          <ac:graphicFrameMkLst>
            <pc:docMk/>
            <pc:sldMk cId="3607983370" sldId="273"/>
            <ac:graphicFrameMk id="5" creationId="{2B237F26-7F51-6A5B-3BC9-3378CC6F42D3}"/>
          </ac:graphicFrameMkLst>
        </pc:graphicFrameChg>
        <pc:picChg chg="add mod">
          <ac:chgData name="Andrew Patterson" userId="6c8ffccf-7c1b-4173-8b93-861005bd5f70" providerId="ADAL" clId="{340A04FB-801D-4D33-9372-268FA29A2369}" dt="2026-06-11T16:33:03.685" v="980"/>
          <ac:picMkLst>
            <pc:docMk/>
            <pc:sldMk cId="3607983370" sldId="273"/>
            <ac:picMk id="2" creationId="{2349DF64-F88B-506E-59AD-AEFF61AE16FE}"/>
          </ac:picMkLst>
        </pc:picChg>
        <pc:picChg chg="add mod">
          <ac:chgData name="Andrew Patterson" userId="6c8ffccf-7c1b-4173-8b93-861005bd5f70" providerId="ADAL" clId="{340A04FB-801D-4D33-9372-268FA29A2369}" dt="2026-06-11T16:32:59.598" v="979" actId="14100"/>
          <ac:picMkLst>
            <pc:docMk/>
            <pc:sldMk cId="3607983370" sldId="273"/>
            <ac:picMk id="3" creationId="{ED25E783-DA32-8FB7-64A0-30E32EE424D4}"/>
          </ac:picMkLst>
        </pc:picChg>
        <pc:picChg chg="add mod">
          <ac:chgData name="Andrew Patterson" userId="6c8ffccf-7c1b-4173-8b93-861005bd5f70" providerId="ADAL" clId="{340A04FB-801D-4D33-9372-268FA29A2369}" dt="2026-06-11T16:37:37.382" v="1014" actId="1076"/>
          <ac:picMkLst>
            <pc:docMk/>
            <pc:sldMk cId="3607983370" sldId="273"/>
            <ac:picMk id="7" creationId="{1F9EED23-392A-CF0D-40CF-A61121A77281}"/>
          </ac:picMkLst>
        </pc:picChg>
        <pc:picChg chg="add del mod">
          <ac:chgData name="Andrew Patterson" userId="6c8ffccf-7c1b-4173-8b93-861005bd5f70" providerId="ADAL" clId="{340A04FB-801D-4D33-9372-268FA29A2369}" dt="2026-06-11T16:44:10.160" v="1096" actId="478"/>
          <ac:picMkLst>
            <pc:docMk/>
            <pc:sldMk cId="3607983370" sldId="273"/>
            <ac:picMk id="9" creationId="{35AB85BA-4253-AE0D-B82B-4D4347F44E8F}"/>
          </ac:picMkLst>
        </pc:picChg>
        <pc:picChg chg="add del mod ord">
          <ac:chgData name="Andrew Patterson" userId="6c8ffccf-7c1b-4173-8b93-861005bd5f70" providerId="ADAL" clId="{340A04FB-801D-4D33-9372-268FA29A2369}" dt="2026-06-11T16:41:33.086" v="1062" actId="478"/>
          <ac:picMkLst>
            <pc:docMk/>
            <pc:sldMk cId="3607983370" sldId="273"/>
            <ac:picMk id="11" creationId="{EFCC7A07-81A5-A506-5D32-013818D87A7E}"/>
          </ac:picMkLst>
        </pc:picChg>
        <pc:picChg chg="add del mod">
          <ac:chgData name="Andrew Patterson" userId="6c8ffccf-7c1b-4173-8b93-861005bd5f70" providerId="ADAL" clId="{340A04FB-801D-4D33-9372-268FA29A2369}" dt="2026-06-11T16:44:10.160" v="1096" actId="478"/>
          <ac:picMkLst>
            <pc:docMk/>
            <pc:sldMk cId="3607983370" sldId="273"/>
            <ac:picMk id="13" creationId="{F7C23B19-6391-7BEC-F5D3-6EEC96A3FF7B}"/>
          </ac:picMkLst>
        </pc:picChg>
        <pc:picChg chg="add del mod">
          <ac:chgData name="Andrew Patterson" userId="6c8ffccf-7c1b-4173-8b93-861005bd5f70" providerId="ADAL" clId="{340A04FB-801D-4D33-9372-268FA29A2369}" dt="2026-06-11T16:44:10.160" v="1096" actId="478"/>
          <ac:picMkLst>
            <pc:docMk/>
            <pc:sldMk cId="3607983370" sldId="273"/>
            <ac:picMk id="15" creationId="{0477A77F-628F-0DC7-886C-531A5663AD97}"/>
          </ac:picMkLst>
        </pc:picChg>
        <pc:picChg chg="add del mod">
          <ac:chgData name="Andrew Patterson" userId="6c8ffccf-7c1b-4173-8b93-861005bd5f70" providerId="ADAL" clId="{340A04FB-801D-4D33-9372-268FA29A2369}" dt="2026-06-11T16:44:10.160" v="1096" actId="478"/>
          <ac:picMkLst>
            <pc:docMk/>
            <pc:sldMk cId="3607983370" sldId="273"/>
            <ac:picMk id="16" creationId="{1DFC2171-9D51-FA71-45FA-E6D176D9CB3E}"/>
          </ac:picMkLst>
        </pc:picChg>
        <pc:picChg chg="add mod">
          <ac:chgData name="Andrew Patterson" userId="6c8ffccf-7c1b-4173-8b93-861005bd5f70" providerId="ADAL" clId="{340A04FB-801D-4D33-9372-268FA29A2369}" dt="2026-06-11T16:44:25.059" v="1100" actId="1076"/>
          <ac:picMkLst>
            <pc:docMk/>
            <pc:sldMk cId="3607983370" sldId="273"/>
            <ac:picMk id="18" creationId="{0CD4E045-8D06-A19F-BFCC-6AB3B7A68A29}"/>
          </ac:picMkLst>
        </pc:picChg>
      </pc:sldChg>
      <pc:sldChg chg="addSp modSp new mod modAnim">
        <pc:chgData name="Andrew Patterson" userId="6c8ffccf-7c1b-4173-8b93-861005bd5f70" providerId="ADAL" clId="{340A04FB-801D-4D33-9372-268FA29A2369}" dt="2026-06-11T15:50:53.276" v="927"/>
        <pc:sldMkLst>
          <pc:docMk/>
          <pc:sldMk cId="4275591127" sldId="274"/>
        </pc:sldMkLst>
        <pc:spChg chg="add mod">
          <ac:chgData name="Andrew Patterson" userId="6c8ffccf-7c1b-4173-8b93-861005bd5f70" providerId="ADAL" clId="{340A04FB-801D-4D33-9372-268FA29A2369}" dt="2026-06-11T15:50:34.237" v="926" actId="948"/>
          <ac:spMkLst>
            <pc:docMk/>
            <pc:sldMk cId="4275591127" sldId="274"/>
            <ac:spMk id="4" creationId="{C3406381-C96D-F808-FE1B-41B3DDED0870}"/>
          </ac:spMkLst>
        </pc:spChg>
        <pc:picChg chg="add mod">
          <ac:chgData name="Andrew Patterson" userId="6c8ffccf-7c1b-4173-8b93-861005bd5f70" providerId="ADAL" clId="{340A04FB-801D-4D33-9372-268FA29A2369}" dt="2026-06-11T10:59:51.599" v="392" actId="14100"/>
          <ac:picMkLst>
            <pc:docMk/>
            <pc:sldMk cId="4275591127" sldId="274"/>
            <ac:picMk id="3" creationId="{657EFFB7-0A74-785F-04B0-CD8E76E395E2}"/>
          </ac:picMkLst>
        </pc:picChg>
      </pc:sldChg>
      <pc:sldChg chg="addSp delSp modSp new mod modAnim">
        <pc:chgData name="Andrew Patterson" userId="6c8ffccf-7c1b-4173-8b93-861005bd5f70" providerId="ADAL" clId="{340A04FB-801D-4D33-9372-268FA29A2369}" dt="2026-06-11T15:56:53.127" v="955"/>
        <pc:sldMkLst>
          <pc:docMk/>
          <pc:sldMk cId="731378232" sldId="275"/>
        </pc:sldMkLst>
        <pc:spChg chg="add">
          <ac:chgData name="Andrew Patterson" userId="6c8ffccf-7c1b-4173-8b93-861005bd5f70" providerId="ADAL" clId="{340A04FB-801D-4D33-9372-268FA29A2369}" dt="2026-06-11T15:53:13.919" v="929"/>
          <ac:spMkLst>
            <pc:docMk/>
            <pc:sldMk cId="731378232" sldId="275"/>
            <ac:spMk id="5" creationId="{269827DC-BC63-7FF1-768A-0CEE952B4337}"/>
          </ac:spMkLst>
        </pc:spChg>
        <pc:spChg chg="add mod">
          <ac:chgData name="Andrew Patterson" userId="6c8ffccf-7c1b-4173-8b93-861005bd5f70" providerId="ADAL" clId="{340A04FB-801D-4D33-9372-268FA29A2369}" dt="2026-06-11T15:56:40.098" v="954" actId="948"/>
          <ac:spMkLst>
            <pc:docMk/>
            <pc:sldMk cId="731378232" sldId="275"/>
            <ac:spMk id="7" creationId="{5AC09F5B-81E4-9D87-3662-AFD14EDCFB0A}"/>
          </ac:spMkLst>
        </pc:spChg>
        <pc:graphicFrameChg chg="add del mod modGraphic">
          <ac:chgData name="Andrew Patterson" userId="6c8ffccf-7c1b-4173-8b93-861005bd5f70" providerId="ADAL" clId="{340A04FB-801D-4D33-9372-268FA29A2369}" dt="2026-06-11T15:53:28.891" v="931" actId="478"/>
          <ac:graphicFrameMkLst>
            <pc:docMk/>
            <pc:sldMk cId="731378232" sldId="275"/>
            <ac:graphicFrameMk id="2" creationId="{43E07BA7-B436-1A06-A7BD-608CC7255EC4}"/>
          </ac:graphicFrameMkLst>
        </pc:graphicFrameChg>
        <pc:picChg chg="add mod">
          <ac:chgData name="Andrew Patterson" userId="6c8ffccf-7c1b-4173-8b93-861005bd5f70" providerId="ADAL" clId="{340A04FB-801D-4D33-9372-268FA29A2369}" dt="2026-06-11T15:56:02.892" v="952" actId="14100"/>
          <ac:picMkLst>
            <pc:docMk/>
            <pc:sldMk cId="731378232" sldId="275"/>
            <ac:picMk id="3" creationId="{CED27784-0E19-C5C4-4990-35FB5FB00210}"/>
          </ac:picMkLst>
        </pc:picChg>
      </pc:sldChg>
      <pc:sldChg chg="addSp modSp new del mod">
        <pc:chgData name="Andrew Patterson" userId="6c8ffccf-7c1b-4173-8b93-861005bd5f70" providerId="ADAL" clId="{340A04FB-801D-4D33-9372-268FA29A2369}" dt="2026-06-11T16:44:35.659" v="1102" actId="47"/>
        <pc:sldMkLst>
          <pc:docMk/>
          <pc:sldMk cId="3493817666" sldId="276"/>
        </pc:sldMkLst>
        <pc:picChg chg="add mod">
          <ac:chgData name="Andrew Patterson" userId="6c8ffccf-7c1b-4173-8b93-861005bd5f70" providerId="ADAL" clId="{340A04FB-801D-4D33-9372-268FA29A2369}" dt="2026-06-11T16:38:22.255" v="1027" actId="1038"/>
          <ac:picMkLst>
            <pc:docMk/>
            <pc:sldMk cId="3493817666" sldId="276"/>
            <ac:picMk id="2" creationId="{82F529A1-5950-6182-A7CC-4A1D32657068}"/>
          </ac:picMkLst>
        </pc:picChg>
        <pc:picChg chg="add mod">
          <ac:chgData name="Andrew Patterson" userId="6c8ffccf-7c1b-4173-8b93-861005bd5f70" providerId="ADAL" clId="{340A04FB-801D-4D33-9372-268FA29A2369}" dt="2026-06-11T16:34:18.458" v="989" actId="14100"/>
          <ac:picMkLst>
            <pc:docMk/>
            <pc:sldMk cId="3493817666" sldId="276"/>
            <ac:picMk id="3" creationId="{5D3CF9EF-63DD-7C58-37A1-FF36B4761A9E}"/>
          </ac:picMkLst>
        </pc:picChg>
        <pc:picChg chg="add mod">
          <ac:chgData name="Andrew Patterson" userId="6c8ffccf-7c1b-4173-8b93-861005bd5f70" providerId="ADAL" clId="{340A04FB-801D-4D33-9372-268FA29A2369}" dt="2026-06-11T16:43:15.345" v="1092" actId="14100"/>
          <ac:picMkLst>
            <pc:docMk/>
            <pc:sldMk cId="3493817666" sldId="276"/>
            <ac:picMk id="5" creationId="{C46617BE-8672-8177-2CD1-D55B6C38A8C4}"/>
          </ac:picMkLst>
        </pc:picChg>
      </pc:sldChg>
      <pc:sldChg chg="addSp delSp modSp new del mod">
        <pc:chgData name="Andrew Patterson" userId="6c8ffccf-7c1b-4173-8b93-861005bd5f70" providerId="ADAL" clId="{340A04FB-801D-4D33-9372-268FA29A2369}" dt="2026-06-11T16:36:37.644" v="1010" actId="47"/>
        <pc:sldMkLst>
          <pc:docMk/>
          <pc:sldMk cId="606918131" sldId="277"/>
        </pc:sldMkLst>
        <pc:picChg chg="add del mod">
          <ac:chgData name="Andrew Patterson" userId="6c8ffccf-7c1b-4173-8b93-861005bd5f70" providerId="ADAL" clId="{340A04FB-801D-4D33-9372-268FA29A2369}" dt="2026-06-11T16:33:40.028" v="982" actId="478"/>
          <ac:picMkLst>
            <pc:docMk/>
            <pc:sldMk cId="606918131" sldId="277"/>
            <ac:picMk id="3" creationId="{BCC360DF-1C56-5CC5-0219-C61128B57141}"/>
          </ac:picMkLst>
        </pc:picChg>
      </pc:sldChg>
      <pc:sldChg chg="addSp delSp modSp new del mod">
        <pc:chgData name="Andrew Patterson" userId="6c8ffccf-7c1b-4173-8b93-861005bd5f70" providerId="ADAL" clId="{340A04FB-801D-4D33-9372-268FA29A2369}" dt="2026-06-11T15:10:54.233" v="547" actId="47"/>
        <pc:sldMkLst>
          <pc:docMk/>
          <pc:sldMk cId="4113974220" sldId="278"/>
        </pc:sldMkLst>
        <pc:spChg chg="add">
          <ac:chgData name="Andrew Patterson" userId="6c8ffccf-7c1b-4173-8b93-861005bd5f70" providerId="ADAL" clId="{340A04FB-801D-4D33-9372-268FA29A2369}" dt="2026-06-11T10:50:48.062" v="330"/>
          <ac:spMkLst>
            <pc:docMk/>
            <pc:sldMk cId="4113974220" sldId="278"/>
            <ac:spMk id="4" creationId="{92C6F62F-37F3-8E34-5847-5FDCFDACC8CE}"/>
          </ac:spMkLst>
        </pc:spChg>
        <pc:spChg chg="add del mod">
          <ac:chgData name="Andrew Patterson" userId="6c8ffccf-7c1b-4173-8b93-861005bd5f70" providerId="ADAL" clId="{340A04FB-801D-4D33-9372-268FA29A2369}" dt="2026-06-11T15:10:51.162" v="546" actId="478"/>
          <ac:spMkLst>
            <pc:docMk/>
            <pc:sldMk cId="4113974220" sldId="278"/>
            <ac:spMk id="7" creationId="{44352180-7DBD-F12C-2B89-79861ED178E3}"/>
          </ac:spMkLst>
        </pc:spChg>
        <pc:graphicFrameChg chg="add del mod">
          <ac:chgData name="Andrew Patterson" userId="6c8ffccf-7c1b-4173-8b93-861005bd5f70" providerId="ADAL" clId="{340A04FB-801D-4D33-9372-268FA29A2369}" dt="2026-06-11T10:50:59.084" v="331" actId="478"/>
          <ac:graphicFrameMkLst>
            <pc:docMk/>
            <pc:sldMk cId="4113974220" sldId="278"/>
            <ac:graphicFrameMk id="2" creationId="{A7AFB30C-D59B-63A6-26BD-E76B9F0AC505}"/>
          </ac:graphicFrameMkLst>
        </pc:graphicFrameChg>
        <pc:graphicFrameChg chg="add del mod modGraphic">
          <ac:chgData name="Andrew Patterson" userId="6c8ffccf-7c1b-4173-8b93-861005bd5f70" providerId="ADAL" clId="{340A04FB-801D-4D33-9372-268FA29A2369}" dt="2026-06-11T15:10:51.162" v="546" actId="478"/>
          <ac:graphicFrameMkLst>
            <pc:docMk/>
            <pc:sldMk cId="4113974220" sldId="278"/>
            <ac:graphicFrameMk id="5" creationId="{568A3501-B9F7-8CC6-2452-989D44A5D12C}"/>
          </ac:graphicFrameMkLst>
        </pc:graphicFrameChg>
      </pc:sldChg>
      <pc:sldChg chg="addSp delSp modSp new mod modAnim">
        <pc:chgData name="Andrew Patterson" userId="6c8ffccf-7c1b-4173-8b93-861005bd5f70" providerId="ADAL" clId="{340A04FB-801D-4D33-9372-268FA29A2369}" dt="2026-06-11T15:34:56.865" v="911" actId="1035"/>
        <pc:sldMkLst>
          <pc:docMk/>
          <pc:sldMk cId="3233885700" sldId="279"/>
        </pc:sldMkLst>
        <pc:spChg chg="mod">
          <ac:chgData name="Andrew Patterson" userId="6c8ffccf-7c1b-4173-8b93-861005bd5f70" providerId="ADAL" clId="{340A04FB-801D-4D33-9372-268FA29A2369}" dt="2026-06-11T15:34:14.329" v="876"/>
          <ac:spMkLst>
            <pc:docMk/>
            <pc:sldMk cId="3233885700" sldId="279"/>
            <ac:spMk id="3" creationId="{7D84CC6D-3EDC-8C25-EFCB-5F64D8C328C7}"/>
          </ac:spMkLst>
        </pc:spChg>
        <pc:spChg chg="mod">
          <ac:chgData name="Andrew Patterson" userId="6c8ffccf-7c1b-4173-8b93-861005bd5f70" providerId="ADAL" clId="{340A04FB-801D-4D33-9372-268FA29A2369}" dt="2026-06-11T15:34:14.329" v="876"/>
          <ac:spMkLst>
            <pc:docMk/>
            <pc:sldMk cId="3233885700" sldId="279"/>
            <ac:spMk id="4" creationId="{98DE4CA2-59AB-89F3-8A53-326362F16C51}"/>
          </ac:spMkLst>
        </pc:spChg>
        <pc:spChg chg="mod">
          <ac:chgData name="Andrew Patterson" userId="6c8ffccf-7c1b-4173-8b93-861005bd5f70" providerId="ADAL" clId="{340A04FB-801D-4D33-9372-268FA29A2369}" dt="2026-06-11T15:34:14.329" v="876"/>
          <ac:spMkLst>
            <pc:docMk/>
            <pc:sldMk cId="3233885700" sldId="279"/>
            <ac:spMk id="7" creationId="{4B90A1FC-44A7-492B-994A-AE16D643E383}"/>
          </ac:spMkLst>
        </pc:spChg>
        <pc:spChg chg="mod">
          <ac:chgData name="Andrew Patterson" userId="6c8ffccf-7c1b-4173-8b93-861005bd5f70" providerId="ADAL" clId="{340A04FB-801D-4D33-9372-268FA29A2369}" dt="2026-06-11T15:34:14.329" v="876"/>
          <ac:spMkLst>
            <pc:docMk/>
            <pc:sldMk cId="3233885700" sldId="279"/>
            <ac:spMk id="8" creationId="{78DA9F37-AFCF-B7EF-8AA7-598728D6DD45}"/>
          </ac:spMkLst>
        </pc:spChg>
        <pc:spChg chg="mod">
          <ac:chgData name="Andrew Patterson" userId="6c8ffccf-7c1b-4173-8b93-861005bd5f70" providerId="ADAL" clId="{340A04FB-801D-4D33-9372-268FA29A2369}" dt="2026-06-11T15:34:14.329" v="876"/>
          <ac:spMkLst>
            <pc:docMk/>
            <pc:sldMk cId="3233885700" sldId="279"/>
            <ac:spMk id="10" creationId="{C34F143E-54AE-36B2-09C4-0903C206AED3}"/>
          </ac:spMkLst>
        </pc:spChg>
        <pc:spChg chg="mod">
          <ac:chgData name="Andrew Patterson" userId="6c8ffccf-7c1b-4173-8b93-861005bd5f70" providerId="ADAL" clId="{340A04FB-801D-4D33-9372-268FA29A2369}" dt="2026-06-11T15:34:14.329" v="876"/>
          <ac:spMkLst>
            <pc:docMk/>
            <pc:sldMk cId="3233885700" sldId="279"/>
            <ac:spMk id="11" creationId="{4FC70DFD-D871-21C9-3724-7FC17B8E8D6F}"/>
          </ac:spMkLst>
        </pc:spChg>
        <pc:grpChg chg="add mod">
          <ac:chgData name="Andrew Patterson" userId="6c8ffccf-7c1b-4173-8b93-861005bd5f70" providerId="ADAL" clId="{340A04FB-801D-4D33-9372-268FA29A2369}" dt="2026-06-11T15:34:37.730" v="890" actId="1035"/>
          <ac:grpSpMkLst>
            <pc:docMk/>
            <pc:sldMk cId="3233885700" sldId="279"/>
            <ac:grpSpMk id="2" creationId="{F14252F6-28C5-F420-8962-BC13E0D83F04}"/>
          </ac:grpSpMkLst>
        </pc:grpChg>
        <pc:grpChg chg="add mod">
          <ac:chgData name="Andrew Patterson" userId="6c8ffccf-7c1b-4173-8b93-861005bd5f70" providerId="ADAL" clId="{340A04FB-801D-4D33-9372-268FA29A2369}" dt="2026-06-11T15:34:45.993" v="896" actId="1035"/>
          <ac:grpSpMkLst>
            <pc:docMk/>
            <pc:sldMk cId="3233885700" sldId="279"/>
            <ac:grpSpMk id="6" creationId="{0C9F6950-4ECA-7112-6B2B-A109E05ACBE4}"/>
          </ac:grpSpMkLst>
        </pc:grpChg>
        <pc:grpChg chg="add mod">
          <ac:chgData name="Andrew Patterson" userId="6c8ffccf-7c1b-4173-8b93-861005bd5f70" providerId="ADAL" clId="{340A04FB-801D-4D33-9372-268FA29A2369}" dt="2026-06-11T15:34:56.865" v="911" actId="1035"/>
          <ac:grpSpMkLst>
            <pc:docMk/>
            <pc:sldMk cId="3233885700" sldId="279"/>
            <ac:grpSpMk id="9" creationId="{E1E0F155-E811-E858-90BF-A0B4E36BCB03}"/>
          </ac:grpSpMkLst>
        </pc:grpChg>
        <pc:picChg chg="add del mod">
          <ac:chgData name="Andrew Patterson" userId="6c8ffccf-7c1b-4173-8b93-861005bd5f70" providerId="ADAL" clId="{340A04FB-801D-4D33-9372-268FA29A2369}" dt="2026-06-11T10:56:36.688" v="373" actId="478"/>
          <ac:picMkLst>
            <pc:docMk/>
            <pc:sldMk cId="3233885700" sldId="279"/>
            <ac:picMk id="3" creationId="{3FA53015-A81C-6C47-EE64-B858DB649E5E}"/>
          </ac:picMkLst>
        </pc:picChg>
        <pc:picChg chg="add mod">
          <ac:chgData name="Andrew Patterson" userId="6c8ffccf-7c1b-4173-8b93-861005bd5f70" providerId="ADAL" clId="{340A04FB-801D-4D33-9372-268FA29A2369}" dt="2026-06-11T10:57:16.808" v="377" actId="1076"/>
          <ac:picMkLst>
            <pc:docMk/>
            <pc:sldMk cId="3233885700" sldId="279"/>
            <ac:picMk id="5" creationId="{72247CF8-1D7F-CD2D-AF9F-FBAA2F751E3E}"/>
          </ac:picMkLst>
        </pc:picChg>
      </pc:sldChg>
      <pc:sldChg chg="addSp delSp modSp new mod modAnim">
        <pc:chgData name="Andrew Patterson" userId="6c8ffccf-7c1b-4173-8b93-861005bd5f70" providerId="ADAL" clId="{340A04FB-801D-4D33-9372-268FA29A2369}" dt="2026-06-11T16:00:16.171" v="978"/>
        <pc:sldMkLst>
          <pc:docMk/>
          <pc:sldMk cId="515132957" sldId="280"/>
        </pc:sldMkLst>
        <pc:spChg chg="add">
          <ac:chgData name="Andrew Patterson" userId="6c8ffccf-7c1b-4173-8b93-861005bd5f70" providerId="ADAL" clId="{340A04FB-801D-4D33-9372-268FA29A2369}" dt="2026-06-11T15:58:34.059" v="959"/>
          <ac:spMkLst>
            <pc:docMk/>
            <pc:sldMk cId="515132957" sldId="280"/>
            <ac:spMk id="5" creationId="{29A65C07-9AB0-072B-B008-213EA68017C2}"/>
          </ac:spMkLst>
        </pc:spChg>
        <pc:spChg chg="add mod">
          <ac:chgData name="Andrew Patterson" userId="6c8ffccf-7c1b-4173-8b93-861005bd5f70" providerId="ADAL" clId="{340A04FB-801D-4D33-9372-268FA29A2369}" dt="2026-06-11T15:59:48.494" v="977" actId="20577"/>
          <ac:spMkLst>
            <pc:docMk/>
            <pc:sldMk cId="515132957" sldId="280"/>
            <ac:spMk id="7" creationId="{2AC6E076-AF7E-8BB7-E757-06A3BD6F147B}"/>
          </ac:spMkLst>
        </pc:spChg>
        <pc:graphicFrameChg chg="add del mod">
          <ac:chgData name="Andrew Patterson" userId="6c8ffccf-7c1b-4173-8b93-861005bd5f70" providerId="ADAL" clId="{340A04FB-801D-4D33-9372-268FA29A2369}" dt="2026-06-11T15:58:41.179" v="960" actId="478"/>
          <ac:graphicFrameMkLst>
            <pc:docMk/>
            <pc:sldMk cId="515132957" sldId="280"/>
            <ac:graphicFrameMk id="2" creationId="{9D80CC0C-DA57-178D-B579-8F1DBA5CD025}"/>
          </ac:graphicFrameMkLst>
        </pc:graphicFrameChg>
        <pc:picChg chg="add mod">
          <ac:chgData name="Andrew Patterson" userId="6c8ffccf-7c1b-4173-8b93-861005bd5f70" providerId="ADAL" clId="{340A04FB-801D-4D33-9372-268FA29A2369}" dt="2026-06-11T15:58:29.175" v="957" actId="14100"/>
          <ac:picMkLst>
            <pc:docMk/>
            <pc:sldMk cId="515132957" sldId="280"/>
            <ac:picMk id="3" creationId="{2801BAD9-3A47-8CF7-C7CB-B4C9F5B04DF7}"/>
          </ac:picMkLst>
        </pc:picChg>
      </pc:sldChg>
      <pc:sldChg chg="addSp modSp new mod">
        <pc:chgData name="Andrew Patterson" userId="6c8ffccf-7c1b-4173-8b93-861005bd5f70" providerId="ADAL" clId="{340A04FB-801D-4D33-9372-268FA29A2369}" dt="2026-06-11T11:03:24.160" v="414" actId="14100"/>
        <pc:sldMkLst>
          <pc:docMk/>
          <pc:sldMk cId="4122186183" sldId="281"/>
        </pc:sldMkLst>
        <pc:picChg chg="add mod">
          <ac:chgData name="Andrew Patterson" userId="6c8ffccf-7c1b-4173-8b93-861005bd5f70" providerId="ADAL" clId="{340A04FB-801D-4D33-9372-268FA29A2369}" dt="2026-06-11T11:03:24.160" v="414" actId="14100"/>
          <ac:picMkLst>
            <pc:docMk/>
            <pc:sldMk cId="4122186183" sldId="281"/>
            <ac:picMk id="3" creationId="{22187CDF-E535-3761-B739-A07473B048DF}"/>
          </ac:picMkLst>
        </pc:picChg>
      </pc:sldChg>
      <pc:sldChg chg="addSp modSp new mod">
        <pc:chgData name="Andrew Patterson" userId="6c8ffccf-7c1b-4173-8b93-861005bd5f70" providerId="ADAL" clId="{340A04FB-801D-4D33-9372-268FA29A2369}" dt="2026-06-11T11:04:01.464" v="419" actId="14100"/>
        <pc:sldMkLst>
          <pc:docMk/>
          <pc:sldMk cId="2566685571" sldId="282"/>
        </pc:sldMkLst>
        <pc:picChg chg="add mod">
          <ac:chgData name="Andrew Patterson" userId="6c8ffccf-7c1b-4173-8b93-861005bd5f70" providerId="ADAL" clId="{340A04FB-801D-4D33-9372-268FA29A2369}" dt="2026-06-11T11:04:01.464" v="419" actId="14100"/>
          <ac:picMkLst>
            <pc:docMk/>
            <pc:sldMk cId="2566685571" sldId="282"/>
            <ac:picMk id="3" creationId="{291BEFA7-FCC6-AE68-44C2-6F441741C7F9}"/>
          </ac:picMkLst>
        </pc:picChg>
      </pc:sldChg>
      <pc:sldChg chg="addSp modSp new mod">
        <pc:chgData name="Andrew Patterson" userId="6c8ffccf-7c1b-4173-8b93-861005bd5f70" providerId="ADAL" clId="{340A04FB-801D-4D33-9372-268FA29A2369}" dt="2026-06-11T11:04:41.480" v="425" actId="1076"/>
        <pc:sldMkLst>
          <pc:docMk/>
          <pc:sldMk cId="3684232140" sldId="283"/>
        </pc:sldMkLst>
        <pc:picChg chg="add mod">
          <ac:chgData name="Andrew Patterson" userId="6c8ffccf-7c1b-4173-8b93-861005bd5f70" providerId="ADAL" clId="{340A04FB-801D-4D33-9372-268FA29A2369}" dt="2026-06-11T11:04:41.480" v="425" actId="1076"/>
          <ac:picMkLst>
            <pc:docMk/>
            <pc:sldMk cId="3684232140" sldId="283"/>
            <ac:picMk id="3" creationId="{B548C4B6-1F4F-80F5-4507-EC5BC53B4D24}"/>
          </ac:picMkLst>
        </pc:picChg>
      </pc:sldChg>
      <pc:sldChg chg="addSp modSp new mod">
        <pc:chgData name="Andrew Patterson" userId="6c8ffccf-7c1b-4173-8b93-861005bd5f70" providerId="ADAL" clId="{340A04FB-801D-4D33-9372-268FA29A2369}" dt="2026-06-11T11:05:18.968" v="431" actId="1076"/>
        <pc:sldMkLst>
          <pc:docMk/>
          <pc:sldMk cId="3193128185" sldId="284"/>
        </pc:sldMkLst>
        <pc:picChg chg="add mod">
          <ac:chgData name="Andrew Patterson" userId="6c8ffccf-7c1b-4173-8b93-861005bd5f70" providerId="ADAL" clId="{340A04FB-801D-4D33-9372-268FA29A2369}" dt="2026-06-11T11:05:18.968" v="431" actId="1076"/>
          <ac:picMkLst>
            <pc:docMk/>
            <pc:sldMk cId="3193128185" sldId="284"/>
            <ac:picMk id="3" creationId="{39642C49-C174-089B-DE31-33FCC62FABCB}"/>
          </ac:picMkLst>
        </pc:picChg>
      </pc:sldChg>
      <pc:sldChg chg="addSp delSp modSp new del mod modAnim">
        <pc:chgData name="Andrew Patterson" userId="6c8ffccf-7c1b-4173-8b93-861005bd5f70" providerId="ADAL" clId="{340A04FB-801D-4D33-9372-268FA29A2369}" dt="2026-06-11T15:10:35.719" v="545" actId="47"/>
        <pc:sldMkLst>
          <pc:docMk/>
          <pc:sldMk cId="1165619790" sldId="285"/>
        </pc:sldMkLst>
        <pc:spChg chg="add del mod">
          <ac:chgData name="Andrew Patterson" userId="6c8ffccf-7c1b-4173-8b93-861005bd5f70" providerId="ADAL" clId="{340A04FB-801D-4D33-9372-268FA29A2369}" dt="2026-06-11T14:49:23.560" v="471" actId="478"/>
          <ac:spMkLst>
            <pc:docMk/>
            <pc:sldMk cId="1165619790" sldId="285"/>
            <ac:spMk id="4" creationId="{8951189C-D569-D697-204E-AD8194225EF3}"/>
          </ac:spMkLst>
        </pc:spChg>
        <pc:graphicFrameChg chg="add mod modGraphic">
          <ac:chgData name="Andrew Patterson" userId="6c8ffccf-7c1b-4173-8b93-861005bd5f70" providerId="ADAL" clId="{340A04FB-801D-4D33-9372-268FA29A2369}" dt="2026-06-11T14:46:34.391" v="458" actId="20577"/>
          <ac:graphicFrameMkLst>
            <pc:docMk/>
            <pc:sldMk cId="1165619790" sldId="285"/>
            <ac:graphicFrameMk id="2" creationId="{F170BBD7-C052-1445-1E90-0F8F157DBE6D}"/>
          </ac:graphicFrameMkLst>
        </pc:graphicFrameChg>
      </pc:sldChg>
      <pc:sldChg chg="add del">
        <pc:chgData name="Andrew Patterson" userId="6c8ffccf-7c1b-4173-8b93-861005bd5f70" providerId="ADAL" clId="{340A04FB-801D-4D33-9372-268FA29A2369}" dt="2026-06-11T15:34:00.521" v="875" actId="2890"/>
        <pc:sldMkLst>
          <pc:docMk/>
          <pc:sldMk cId="3869046070" sldId="28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Plus FCE Opinion Piece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8494F7-EB7C-D566-E4DE-5BEDC4E08659}"/>
              </a:ext>
            </a:extLst>
          </p:cNvPr>
          <p:cNvPicPr>
            <a:picLocks noChangeAspect="1"/>
          </p:cNvPicPr>
          <p:nvPr/>
        </p:nvPicPr>
        <p:blipFill>
          <a:blip r:embed="rId2"/>
          <a:srcRect l="-2335" r="6925" b="6448"/>
          <a:stretch>
            <a:fillRect/>
          </a:stretch>
        </p:blipFill>
        <p:spPr>
          <a:xfrm>
            <a:off x="0" y="1"/>
            <a:ext cx="11632367" cy="6415790"/>
          </a:xfrm>
          <a:prstGeom prst="rect">
            <a:avLst/>
          </a:prstGeom>
        </p:spPr>
      </p:pic>
    </p:spTree>
    <p:extLst>
      <p:ext uri="{BB962C8B-B14F-4D97-AF65-F5344CB8AC3E}">
        <p14:creationId xmlns:p14="http://schemas.microsoft.com/office/powerpoint/2010/main" val="2663992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87E433-0E73-3190-8D7C-07AD0AEA4E0F}"/>
              </a:ext>
            </a:extLst>
          </p:cNvPr>
          <p:cNvPicPr>
            <a:picLocks noChangeAspect="1"/>
          </p:cNvPicPr>
          <p:nvPr/>
        </p:nvPicPr>
        <p:blipFill>
          <a:blip r:embed="rId2"/>
          <a:stretch>
            <a:fillRect/>
          </a:stretch>
        </p:blipFill>
        <p:spPr>
          <a:xfrm>
            <a:off x="563716" y="2030726"/>
            <a:ext cx="11064566" cy="2796549"/>
          </a:xfrm>
          <a:prstGeom prst="rect">
            <a:avLst/>
          </a:prstGeom>
        </p:spPr>
      </p:pic>
    </p:spTree>
    <p:extLst>
      <p:ext uri="{BB962C8B-B14F-4D97-AF65-F5344CB8AC3E}">
        <p14:creationId xmlns:p14="http://schemas.microsoft.com/office/powerpoint/2010/main" val="2934009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737166-B493-E1EA-691E-2EFA35416764}"/>
              </a:ext>
            </a:extLst>
          </p:cNvPr>
          <p:cNvPicPr>
            <a:picLocks noChangeAspect="1"/>
          </p:cNvPicPr>
          <p:nvPr/>
        </p:nvPicPr>
        <p:blipFill>
          <a:blip r:embed="rId2"/>
          <a:stretch>
            <a:fillRect/>
          </a:stretch>
        </p:blipFill>
        <p:spPr>
          <a:xfrm>
            <a:off x="385627" y="619239"/>
            <a:ext cx="11163122" cy="5979288"/>
          </a:xfrm>
          <a:prstGeom prst="rect">
            <a:avLst/>
          </a:prstGeom>
        </p:spPr>
      </p:pic>
    </p:spTree>
    <p:extLst>
      <p:ext uri="{BB962C8B-B14F-4D97-AF65-F5344CB8AC3E}">
        <p14:creationId xmlns:p14="http://schemas.microsoft.com/office/powerpoint/2010/main" val="1699340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83D4CE-FC20-2882-32B9-9F34D90E9BD1}"/>
              </a:ext>
            </a:extLst>
          </p:cNvPr>
          <p:cNvSpPr txBox="1"/>
          <p:nvPr/>
        </p:nvSpPr>
        <p:spPr>
          <a:xfrm>
            <a:off x="589614" y="175360"/>
            <a:ext cx="10533088" cy="584775"/>
          </a:xfrm>
          <a:prstGeom prst="rect">
            <a:avLst/>
          </a:prstGeom>
          <a:noFill/>
        </p:spPr>
        <p:txBody>
          <a:bodyPr wrap="square">
            <a:spAutoFit/>
          </a:bodyPr>
          <a:lstStyle/>
          <a:p>
            <a:r>
              <a:rPr lang="en-GB" sz="3200" b="1" dirty="0">
                <a:effectLst/>
                <a:latin typeface="Aptos" panose="020B0004020202020204" pitchFamily="34" charset="0"/>
                <a:ea typeface="Aptos" panose="020B0004020202020204" pitchFamily="34" charset="0"/>
                <a:cs typeface="Times New Roman" panose="02020603050405020304" pitchFamily="18" charset="0"/>
              </a:rPr>
              <a:t>3. Why is driving without a licence considered a crime? </a:t>
            </a:r>
            <a:endParaRPr lang="en-GB" sz="3200" dirty="0"/>
          </a:p>
        </p:txBody>
      </p:sp>
      <p:sp>
        <p:nvSpPr>
          <p:cNvPr id="6" name="TextBox 5">
            <a:extLst>
              <a:ext uri="{FF2B5EF4-FFF2-40B4-BE49-F238E27FC236}">
                <a16:creationId xmlns:a16="http://schemas.microsoft.com/office/drawing/2014/main" id="{5FDC0E1A-1F9F-7330-4775-CD89AC613ADA}"/>
              </a:ext>
            </a:extLst>
          </p:cNvPr>
          <p:cNvSpPr txBox="1"/>
          <p:nvPr/>
        </p:nvSpPr>
        <p:spPr>
          <a:xfrm>
            <a:off x="2553325" y="830013"/>
            <a:ext cx="549639" cy="584775"/>
          </a:xfrm>
          <a:prstGeom prst="rect">
            <a:avLst/>
          </a:prstGeom>
          <a:noFill/>
        </p:spPr>
        <p:txBody>
          <a:bodyPr wrap="square">
            <a:spAutoFit/>
          </a:bodyPr>
          <a:lstStyle/>
          <a:p>
            <a:r>
              <a:rPr lang="en-GB" sz="3200" b="1" dirty="0">
                <a:effectLst/>
                <a:latin typeface="Aptos" panose="020B0004020202020204" pitchFamily="34" charset="0"/>
                <a:ea typeface="Aptos" panose="020B0004020202020204" pitchFamily="34" charset="0"/>
                <a:cs typeface="Times New Roman" panose="02020603050405020304" pitchFamily="18" charset="0"/>
              </a:rPr>
              <a:t>A</a:t>
            </a:r>
            <a:endParaRPr lang="en-GB" sz="3200" dirty="0"/>
          </a:p>
        </p:txBody>
      </p:sp>
      <p:sp>
        <p:nvSpPr>
          <p:cNvPr id="7" name="TextBox 6">
            <a:extLst>
              <a:ext uri="{FF2B5EF4-FFF2-40B4-BE49-F238E27FC236}">
                <a16:creationId xmlns:a16="http://schemas.microsoft.com/office/drawing/2014/main" id="{BDB2428C-464C-7CD2-873E-7994B0F4BDF9}"/>
              </a:ext>
            </a:extLst>
          </p:cNvPr>
          <p:cNvSpPr txBox="1"/>
          <p:nvPr/>
        </p:nvSpPr>
        <p:spPr>
          <a:xfrm>
            <a:off x="9089038" y="830013"/>
            <a:ext cx="549639" cy="584775"/>
          </a:xfrm>
          <a:prstGeom prst="rect">
            <a:avLst/>
          </a:prstGeom>
          <a:noFill/>
        </p:spPr>
        <p:txBody>
          <a:bodyPr wrap="square">
            <a:spAutoFit/>
          </a:bodyPr>
          <a:lstStyle/>
          <a:p>
            <a:r>
              <a:rPr lang="en-GB" sz="3200" b="1" dirty="0">
                <a:latin typeface="Aptos" panose="020B0004020202020204" pitchFamily="34" charset="0"/>
                <a:cs typeface="Times New Roman" panose="02020603050405020304" pitchFamily="18" charset="0"/>
              </a:rPr>
              <a:t>B</a:t>
            </a:r>
            <a:endParaRPr lang="en-GB" sz="3200" dirty="0"/>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AB74A792-3F66-8F0A-C388-DFDE4EA8000E}"/>
                  </a:ext>
                </a:extLst>
              </p:cNvPr>
              <p:cNvGraphicFramePr>
                <a:graphicFrameLocks noChangeAspect="1"/>
              </p:cNvGraphicFramePr>
              <p:nvPr>
                <p:extLst>
                  <p:ext uri="{D42A27DB-BD31-4B8C-83A1-F6EECF244321}">
                    <p14:modId xmlns:p14="http://schemas.microsoft.com/office/powerpoint/2010/main" val="3162153426"/>
                  </p:ext>
                </p:extLst>
              </p:nvPr>
            </p:nvGraphicFramePr>
            <p:xfrm>
              <a:off x="0" y="1544467"/>
              <a:ext cx="5939691" cy="3341076"/>
            </p:xfrm>
            <a:graphic>
              <a:graphicData uri="http://schemas.microsoft.com/office/powerpoint/2016/slidezoom">
                <pslz:sldZm>
                  <pslz:sldZmObj sldId="261" cId="3037963120">
                    <pslz:zmPr id="{90039E1E-A91E-402A-8135-13E5719125DC}" transitionDur="1000">
                      <p166:blipFill xmlns:p166="http://schemas.microsoft.com/office/powerpoint/2016/6/main">
                        <a:blip r:embed="rId2"/>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AB74A792-3F66-8F0A-C388-DFDE4EA8000E}"/>
                  </a:ext>
                </a:extLst>
              </p:cNvPr>
              <p:cNvPicPr>
                <a:picLocks noGrp="1" noRot="1" noChangeAspect="1" noMove="1" noResize="1" noEditPoints="1" noAdjustHandles="1" noChangeArrowheads="1" noChangeShapeType="1"/>
              </p:cNvPicPr>
              <p:nvPr/>
            </p:nvPicPr>
            <p:blipFill>
              <a:blip r:embed="rId3"/>
              <a:stretch>
                <a:fillRect/>
              </a:stretch>
            </p:blipFill>
            <p:spPr>
              <a:xfrm>
                <a:off x="0" y="1544467"/>
                <a:ext cx="5939691" cy="33410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CC898327-DB1A-ED11-6D00-125AD62F2C2C}"/>
                  </a:ext>
                </a:extLst>
              </p:cNvPr>
              <p:cNvGraphicFramePr>
                <a:graphicFrameLocks noChangeAspect="1"/>
              </p:cNvGraphicFramePr>
              <p:nvPr>
                <p:extLst>
                  <p:ext uri="{D42A27DB-BD31-4B8C-83A1-F6EECF244321}">
                    <p14:modId xmlns:p14="http://schemas.microsoft.com/office/powerpoint/2010/main" val="483202359"/>
                  </p:ext>
                </p:extLst>
              </p:nvPr>
            </p:nvGraphicFramePr>
            <p:xfrm>
              <a:off x="6252309" y="1544467"/>
              <a:ext cx="5939691" cy="3341076"/>
            </p:xfrm>
            <a:graphic>
              <a:graphicData uri="http://schemas.microsoft.com/office/powerpoint/2016/slidezoom">
                <pslz:sldZm>
                  <pslz:sldZmObj sldId="262" cId="2059168296">
                    <pslz:zmPr id="{E1963132-67C9-4B6F-AF05-262AF5F2921C}" transitionDur="1000">
                      <p166:blipFill xmlns:p166="http://schemas.microsoft.com/office/powerpoint/2016/6/main">
                        <a:blip r:embed="rId4"/>
                        <a:stretch>
                          <a:fillRect/>
                        </a:stretch>
                      </p166:blipFill>
                      <p166:spPr xmlns:p166="http://schemas.microsoft.com/office/powerpoint/2016/6/main">
                        <a:xfrm>
                          <a:off x="0" y="0"/>
                          <a:ext cx="5939691" cy="3341076"/>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CC898327-DB1A-ED11-6D00-125AD62F2C2C}"/>
                  </a:ext>
                </a:extLst>
              </p:cNvPr>
              <p:cNvPicPr>
                <a:picLocks noGrp="1" noRot="1" noChangeAspect="1" noMove="1" noResize="1" noEditPoints="1" noAdjustHandles="1" noChangeArrowheads="1" noChangeShapeType="1"/>
              </p:cNvPicPr>
              <p:nvPr/>
            </p:nvPicPr>
            <p:blipFill>
              <a:blip r:embed="rId5"/>
              <a:stretch>
                <a:fillRect/>
              </a:stretch>
            </p:blipFill>
            <p:spPr>
              <a:xfrm>
                <a:off x="6252309" y="1544467"/>
                <a:ext cx="5939691" cy="3341076"/>
              </a:xfrm>
              <a:prstGeom prst="rect">
                <a:avLst/>
              </a:prstGeom>
              <a:ln w="3175">
                <a:solidFill>
                  <a:prstClr val="ltGray"/>
                </a:solidFill>
              </a:ln>
            </p:spPr>
          </p:pic>
        </mc:Fallback>
      </mc:AlternateContent>
    </p:spTree>
    <p:extLst>
      <p:ext uri="{BB962C8B-B14F-4D97-AF65-F5344CB8AC3E}">
        <p14:creationId xmlns:p14="http://schemas.microsoft.com/office/powerpoint/2010/main" val="1787168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CCE2F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85E10E-E63A-4199-8935-35CF9C4C6579}"/>
              </a:ext>
            </a:extLst>
          </p:cNvPr>
          <p:cNvSpPr txBox="1"/>
          <p:nvPr/>
        </p:nvSpPr>
        <p:spPr>
          <a:xfrm>
            <a:off x="444708" y="325874"/>
            <a:ext cx="11302583" cy="6206251"/>
          </a:xfrm>
          <a:prstGeom prst="rect">
            <a:avLst/>
          </a:prstGeom>
          <a:noFill/>
        </p:spPr>
        <p:txBody>
          <a:bodyPr wrap="square">
            <a:spAutoFit/>
          </a:bodyPr>
          <a:lstStyle/>
          <a:p>
            <a:pPr algn="just">
              <a:lnSpc>
                <a:spcPts val="2800"/>
              </a:lnSpc>
            </a:pPr>
            <a:r>
              <a:rPr lang="en-GB" sz="3200" b="0" i="0" dirty="0">
                <a:solidFill>
                  <a:srgbClr val="424242"/>
                </a:solidFill>
                <a:effectLst/>
                <a:latin typeface="Aptos" panose="020B0004020202020204" pitchFamily="34" charset="0"/>
              </a:rPr>
              <a:t>	</a:t>
            </a:r>
            <a:r>
              <a:rPr lang="en-GB" sz="2800" b="0" i="0" dirty="0">
                <a:solidFill>
                  <a:srgbClr val="424242"/>
                </a:solidFill>
                <a:effectLst/>
                <a:latin typeface="Aptos" panose="020B0004020202020204" pitchFamily="34" charset="0"/>
              </a:rPr>
              <a:t>Nowadays driving has become an essential part of everyday life with the majority of people owning a car. One fact that drivers should take seriously, though, is that they should have a driver’s licence, because driving without a licence is indeed a crime. </a:t>
            </a:r>
          </a:p>
          <a:p>
            <a:pPr algn="just">
              <a:lnSpc>
                <a:spcPts val="2800"/>
              </a:lnSpc>
            </a:pPr>
            <a:r>
              <a:rPr lang="en-GB" sz="2800" dirty="0">
                <a:solidFill>
                  <a:srgbClr val="424242"/>
                </a:solidFill>
                <a:latin typeface="Aptos" panose="020B0004020202020204" pitchFamily="34" charset="0"/>
              </a:rPr>
              <a:t>	</a:t>
            </a:r>
            <a:r>
              <a:rPr lang="en-GB" sz="2800" b="0" i="0" dirty="0">
                <a:solidFill>
                  <a:srgbClr val="424242"/>
                </a:solidFill>
                <a:effectLst/>
                <a:latin typeface="Aptos" panose="020B0004020202020204" pitchFamily="34" charset="0"/>
              </a:rPr>
              <a:t>Firstly, although the laws are different around the world, one thing is certain – driving without a licence is against the law everywhere. Often, police will stop drivers to check that all necessary documents are in order. As a matter of fact, heavy fines and even imprisonment are punishments which are handed out to offenders. </a:t>
            </a:r>
          </a:p>
          <a:p>
            <a:pPr algn="just">
              <a:lnSpc>
                <a:spcPts val="2800"/>
              </a:lnSpc>
            </a:pPr>
            <a:r>
              <a:rPr lang="en-GB" sz="2800" dirty="0">
                <a:solidFill>
                  <a:srgbClr val="424242"/>
                </a:solidFill>
                <a:latin typeface="Aptos" panose="020B0004020202020204" pitchFamily="34" charset="0"/>
              </a:rPr>
              <a:t>	</a:t>
            </a:r>
            <a:r>
              <a:rPr lang="en-GB" sz="2800" b="0" i="0" dirty="0">
                <a:solidFill>
                  <a:srgbClr val="424242"/>
                </a:solidFill>
                <a:effectLst/>
                <a:latin typeface="Aptos" panose="020B0004020202020204" pitchFamily="34" charset="0"/>
              </a:rPr>
              <a:t>Apart from being against the law, driving without a licence is also extremely dangerous. Lack of proper driving instruction may be the cause of road accidents, and consequently this poses a threat to other drivers and pedestrians. These accidents could even prove fatal and as a result, drivers are likely to face charges as serious as manslaughter.</a:t>
            </a:r>
          </a:p>
          <a:p>
            <a:pPr algn="just">
              <a:lnSpc>
                <a:spcPts val="2800"/>
              </a:lnSpc>
            </a:pPr>
            <a:r>
              <a:rPr lang="en-GB" sz="2800" b="0" i="0" dirty="0">
                <a:solidFill>
                  <a:srgbClr val="424242"/>
                </a:solidFill>
                <a:effectLst/>
                <a:latin typeface="Aptos" panose="020B0004020202020204" pitchFamily="34" charset="0"/>
              </a:rPr>
              <a:t> 	To sum up, there is no doubt that driving without a licence is an act prohibited and punished by the law. Of course, this should be the case to ensure the safety of the general public.</a:t>
            </a:r>
            <a:endParaRPr lang="en-GB" sz="2800" dirty="0"/>
          </a:p>
        </p:txBody>
      </p:sp>
    </p:spTree>
    <p:extLst>
      <p:ext uri="{BB962C8B-B14F-4D97-AF65-F5344CB8AC3E}">
        <p14:creationId xmlns:p14="http://schemas.microsoft.com/office/powerpoint/2010/main" val="3037963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BFFE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F7C692-7396-7793-503D-78A137AA8818}"/>
              </a:ext>
            </a:extLst>
          </p:cNvPr>
          <p:cNvSpPr txBox="1"/>
          <p:nvPr/>
        </p:nvSpPr>
        <p:spPr>
          <a:xfrm>
            <a:off x="573374" y="505411"/>
            <a:ext cx="11283846" cy="6206251"/>
          </a:xfrm>
          <a:prstGeom prst="rect">
            <a:avLst/>
          </a:prstGeom>
          <a:noFill/>
        </p:spPr>
        <p:txBody>
          <a:bodyPr wrap="square">
            <a:spAutoFit/>
          </a:bodyPr>
          <a:lstStyle/>
          <a:p>
            <a:pPr algn="just">
              <a:lnSpc>
                <a:spcPts val="2800"/>
              </a:lnSpc>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	Everyone has a car nowadays and uses it quite a lot. Everyone, though, should have a licence. It’s a serious matter. Doesn’t everyone know that driving without a licence is a crime? I know at least five people who are now driving without a licence. </a:t>
            </a:r>
          </a:p>
          <a:p>
            <a:pPr algn="just">
              <a:lnSpc>
                <a:spcPts val="2800"/>
              </a:lnSpc>
              <a:buNone/>
            </a:pPr>
            <a:r>
              <a:rPr lang="en-GB" sz="2800" kern="100" dirty="0">
                <a:latin typeface="Aptos" panose="020B0004020202020204" pitchFamily="34" charset="0"/>
                <a:ea typeface="Aptos" panose="020B0004020202020204" pitchFamily="34" charset="0"/>
                <a:cs typeface="Times New Roman" panose="02020603050405020304" pitchFamily="18" charset="0"/>
              </a:rPr>
              <a:t>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It’s obvious that the laws are different around the world. One thing is the same, though. That driving without a licence is against the law, isn’t it? I think it’s great that police stop drivers to check that everything is OK. People who drive without a licence are given – and rightfully – punishments e.g. fines or even prison sentences. </a:t>
            </a:r>
          </a:p>
          <a:p>
            <a:pPr algn="just">
              <a:lnSpc>
                <a:spcPts val="2800"/>
              </a:lnSpc>
              <a:buNone/>
            </a:pPr>
            <a:r>
              <a:rPr lang="en-GB" sz="2800" kern="100" dirty="0">
                <a:latin typeface="Aptos" panose="020B0004020202020204" pitchFamily="34" charset="0"/>
                <a:ea typeface="Aptos" panose="020B0004020202020204" pitchFamily="34" charset="0"/>
                <a:cs typeface="Times New Roman" panose="02020603050405020304" pitchFamily="18" charset="0"/>
              </a:rPr>
              <a:t>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You see, driving without a licence is against the law. It’s also dangerous. Because these people haven’t had proper driving instruction, they are probably going to cause accidents. This is a threat to other drivers and pedestrians. Someone could get killed, you know. So, some people even end up in jail. I’m glad about that because they deserve it.</a:t>
            </a:r>
          </a:p>
          <a:p>
            <a:pPr algn="just">
              <a:lnSpc>
                <a:spcPts val="2800"/>
              </a:lnSpc>
              <a:buNone/>
            </a:pPr>
            <a:r>
              <a:rPr lang="en-GB" sz="2800" kern="100" dirty="0">
                <a:latin typeface="Aptos" panose="020B0004020202020204" pitchFamily="34" charset="0"/>
                <a:ea typeface="Aptos" panose="020B0004020202020204" pitchFamily="34" charset="0"/>
                <a:cs typeface="Times New Roman" panose="02020603050405020304" pitchFamily="18" charset="0"/>
              </a:rPr>
              <a:t>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For sure, driving without a licence is against the law. I believe it should always be so, to make sure that innocent people are safe. Personally, I would never drive without a licence.</a:t>
            </a:r>
          </a:p>
        </p:txBody>
      </p:sp>
    </p:spTree>
    <p:extLst>
      <p:ext uri="{BB962C8B-B14F-4D97-AF65-F5344CB8AC3E}">
        <p14:creationId xmlns:p14="http://schemas.microsoft.com/office/powerpoint/2010/main" val="2059168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52D22A-6883-F76B-3C6A-97B0FF4A1D98}"/>
              </a:ext>
            </a:extLst>
          </p:cNvPr>
          <p:cNvPicPr>
            <a:picLocks noChangeAspect="1"/>
          </p:cNvPicPr>
          <p:nvPr/>
        </p:nvPicPr>
        <p:blipFill>
          <a:blip r:embed="rId2"/>
          <a:stretch>
            <a:fillRect/>
          </a:stretch>
        </p:blipFill>
        <p:spPr>
          <a:xfrm>
            <a:off x="0" y="1"/>
            <a:ext cx="12192000" cy="6705600"/>
          </a:xfrm>
          <a:prstGeom prst="rect">
            <a:avLst/>
          </a:prstGeom>
        </p:spPr>
      </p:pic>
      <p:sp>
        <p:nvSpPr>
          <p:cNvPr id="8" name="TextBox 7">
            <a:extLst>
              <a:ext uri="{FF2B5EF4-FFF2-40B4-BE49-F238E27FC236}">
                <a16:creationId xmlns:a16="http://schemas.microsoft.com/office/drawing/2014/main" id="{1194B498-933A-A314-3FAF-7F4DA11226C4}"/>
              </a:ext>
            </a:extLst>
          </p:cNvPr>
          <p:cNvSpPr txBox="1"/>
          <p:nvPr/>
        </p:nvSpPr>
        <p:spPr>
          <a:xfrm>
            <a:off x="3376535" y="3940866"/>
            <a:ext cx="4388369" cy="2615524"/>
          </a:xfrm>
          <a:prstGeom prst="rect">
            <a:avLst/>
          </a:prstGeom>
          <a:noFill/>
        </p:spPr>
        <p:txBody>
          <a:bodyPr wrap="square">
            <a:spAutoFit/>
          </a:bodyPr>
          <a:lstStyle/>
          <a:p>
            <a:pPr>
              <a:lnSpc>
                <a:spcPts val="2800"/>
              </a:lnSpc>
              <a:buNone/>
            </a:pPr>
            <a:r>
              <a:rPr lang="en-GB" sz="2800" kern="100" dirty="0">
                <a:latin typeface="Aptos" panose="020B0004020202020204" pitchFamily="34" charset="0"/>
                <a:ea typeface="Aptos" panose="020B0004020202020204" pitchFamily="34" charset="0"/>
                <a:cs typeface="Times New Roman" panose="02020603050405020304" pitchFamily="18" charset="0"/>
              </a:rPr>
              <a:t>G</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ood range of structures: complex sentences (“although the laws are different…”, “as a result…”), passive forms (“are handed out”), and modal meaning (“may cause”).</a:t>
            </a:r>
          </a:p>
        </p:txBody>
      </p:sp>
      <p:sp>
        <p:nvSpPr>
          <p:cNvPr id="4" name="TextBox 3">
            <a:extLst>
              <a:ext uri="{FF2B5EF4-FFF2-40B4-BE49-F238E27FC236}">
                <a16:creationId xmlns:a16="http://schemas.microsoft.com/office/drawing/2014/main" id="{FE5C45CD-2ACA-338D-271F-0CB66CC1D778}"/>
              </a:ext>
            </a:extLst>
          </p:cNvPr>
          <p:cNvSpPr txBox="1"/>
          <p:nvPr/>
        </p:nvSpPr>
        <p:spPr>
          <a:xfrm>
            <a:off x="7929796" y="4340687"/>
            <a:ext cx="3713811" cy="1815882"/>
          </a:xfrm>
          <a:prstGeom prst="rect">
            <a:avLst/>
          </a:prstGeom>
          <a:noFill/>
        </p:spPr>
        <p:txBody>
          <a:bodyPr wrap="square">
            <a:spAutoFit/>
          </a:bodyPr>
          <a:lstStyle/>
          <a:p>
            <a:r>
              <a:rPr lang="en-GB" sz="2800" dirty="0">
                <a:effectLst/>
                <a:latin typeface="Aptos" panose="020B0004020202020204" pitchFamily="34" charset="0"/>
                <a:ea typeface="Aptos" panose="020B0004020202020204" pitchFamily="34" charset="0"/>
                <a:cs typeface="Times New Roman" panose="02020603050405020304" pitchFamily="18" charset="0"/>
              </a:rPr>
              <a:t>Use of simple and basic grammatical structures. e.g. “It’s a serious matter.”</a:t>
            </a:r>
            <a:endParaRPr lang="en-GB" sz="2800" dirty="0"/>
          </a:p>
        </p:txBody>
      </p:sp>
    </p:spTree>
    <p:extLst>
      <p:ext uri="{BB962C8B-B14F-4D97-AF65-F5344CB8AC3E}">
        <p14:creationId xmlns:p14="http://schemas.microsoft.com/office/powerpoint/2010/main" val="371706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BDC26E-133F-30AF-B52E-B808D24D8E4A}"/>
              </a:ext>
            </a:extLst>
          </p:cNvPr>
          <p:cNvPicPr>
            <a:picLocks noChangeAspect="1"/>
          </p:cNvPicPr>
          <p:nvPr/>
        </p:nvPicPr>
        <p:blipFill>
          <a:blip r:embed="rId2"/>
          <a:stretch>
            <a:fillRect/>
          </a:stretch>
        </p:blipFill>
        <p:spPr>
          <a:xfrm>
            <a:off x="0" y="312821"/>
            <a:ext cx="12192000" cy="6545179"/>
          </a:xfrm>
          <a:prstGeom prst="rect">
            <a:avLst/>
          </a:prstGeom>
        </p:spPr>
      </p:pic>
      <p:sp>
        <p:nvSpPr>
          <p:cNvPr id="8" name="TextBox 7">
            <a:extLst>
              <a:ext uri="{FF2B5EF4-FFF2-40B4-BE49-F238E27FC236}">
                <a16:creationId xmlns:a16="http://schemas.microsoft.com/office/drawing/2014/main" id="{3E628E87-6F92-749C-7D3F-4B27AC85A937}"/>
              </a:ext>
            </a:extLst>
          </p:cNvPr>
          <p:cNvSpPr txBox="1"/>
          <p:nvPr/>
        </p:nvSpPr>
        <p:spPr>
          <a:xfrm>
            <a:off x="3782518" y="977327"/>
            <a:ext cx="3345305" cy="1920654"/>
          </a:xfrm>
          <a:prstGeom prst="rect">
            <a:avLst/>
          </a:prstGeom>
          <a:noFill/>
        </p:spPr>
        <p:txBody>
          <a:bodyPr wrap="square">
            <a:spAutoFit/>
          </a:bodyPr>
          <a:lstStyle/>
          <a:p>
            <a:pPr>
              <a:lnSpc>
                <a:spcPct val="1070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No use of first person. The tone is impersonal and formal. </a:t>
            </a:r>
          </a:p>
        </p:txBody>
      </p:sp>
      <p:sp>
        <p:nvSpPr>
          <p:cNvPr id="11" name="TextBox 10">
            <a:extLst>
              <a:ext uri="{FF2B5EF4-FFF2-40B4-BE49-F238E27FC236}">
                <a16:creationId xmlns:a16="http://schemas.microsoft.com/office/drawing/2014/main" id="{29D578D6-3730-A89C-AFBF-B77EB628AEC2}"/>
              </a:ext>
            </a:extLst>
          </p:cNvPr>
          <p:cNvSpPr txBox="1"/>
          <p:nvPr/>
        </p:nvSpPr>
        <p:spPr>
          <a:xfrm>
            <a:off x="3706319" y="3585410"/>
            <a:ext cx="4148526" cy="3067506"/>
          </a:xfrm>
          <a:prstGeom prst="rect">
            <a:avLst/>
          </a:prstGeom>
          <a:noFill/>
        </p:spPr>
        <p:txBody>
          <a:bodyPr wrap="square">
            <a:spAutoFit/>
          </a:bodyPr>
          <a:lstStyle/>
          <a:p>
            <a:pPr lvl="0">
              <a:lnSpc>
                <a:spcPts val="3200"/>
              </a:lnSpc>
              <a:buSzPts val="1000"/>
              <a:tabLst>
                <a:tab pos="457200" algn="l"/>
              </a:tabLst>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Uses a fairly wide and formal vocabulary (e.g. </a:t>
            </a:r>
            <a:r>
              <a:rPr lang="en-GB" sz="2800" i="1" kern="100" dirty="0">
                <a:effectLst/>
                <a:latin typeface="Aptos" panose="020B0004020202020204" pitchFamily="34" charset="0"/>
                <a:ea typeface="Aptos" panose="020B0004020202020204" pitchFamily="34" charset="0"/>
                <a:cs typeface="Times New Roman" panose="02020603050405020304" pitchFamily="18" charset="0"/>
              </a:rPr>
              <a:t>essential, majority, imprisonment, offenders, manslaughter, pose a threat, prohibited,</a:t>
            </a:r>
          </a:p>
          <a:p>
            <a:pPr lvl="0">
              <a:lnSpc>
                <a:spcPts val="3200"/>
              </a:lnSpc>
              <a:buSzPts val="1000"/>
              <a:tabLst>
                <a:tab pos="457200" algn="l"/>
              </a:tabLst>
            </a:pPr>
            <a:r>
              <a:rPr lang="en-GB" sz="2800" i="1" kern="100" dirty="0">
                <a:latin typeface="Aptos" panose="020B0004020202020204" pitchFamily="34" charset="0"/>
                <a:ea typeface="Aptos" panose="020B0004020202020204" pitchFamily="34" charset="0"/>
                <a:cs typeface="Times New Roman" panose="02020603050405020304" pitchFamily="18" charset="0"/>
              </a:rPr>
              <a:t>pedestrians</a:t>
            </a:r>
            <a:r>
              <a:rPr lang="en-GB" sz="2800" i="1" kern="100" dirty="0">
                <a:effectLst/>
                <a:latin typeface="Aptos" panose="020B0004020202020204" pitchFamily="34" charset="0"/>
                <a:ea typeface="Aptos" panose="020B0004020202020204" pitchFamily="34" charset="0"/>
                <a:cs typeface="Times New Roman" panose="02020603050405020304" pitchFamily="18" charset="0"/>
              </a:rPr>
              <a:t>.)</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139EB92-8A46-43BA-AD73-BBCEDB2E21A3}"/>
              </a:ext>
            </a:extLst>
          </p:cNvPr>
          <p:cNvSpPr txBox="1"/>
          <p:nvPr/>
        </p:nvSpPr>
        <p:spPr>
          <a:xfrm>
            <a:off x="7987258" y="1161383"/>
            <a:ext cx="3720060" cy="1655133"/>
          </a:xfrm>
          <a:prstGeom prst="rect">
            <a:avLst/>
          </a:prstGeom>
          <a:noFill/>
        </p:spPr>
        <p:txBody>
          <a:bodyPr wrap="square">
            <a:spAutoFit/>
          </a:bodyPr>
          <a:lstStyle/>
          <a:p>
            <a:pPr>
              <a:lnSpc>
                <a:spcPts val="2800"/>
              </a:lnSpc>
              <a:spcAft>
                <a:spcPts val="800"/>
              </a:spcAft>
              <a:buNone/>
            </a:pPr>
            <a:r>
              <a:rPr lang="en-GB" sz="3200" kern="100" dirty="0">
                <a:effectLst/>
              </a:rPr>
              <a:t>Frequent use of first person. </a:t>
            </a:r>
          </a:p>
          <a:p>
            <a:pPr>
              <a:lnSpc>
                <a:spcPts val="2800"/>
              </a:lnSpc>
              <a:spcAft>
                <a:spcPts val="800"/>
              </a:spcAft>
              <a:buNone/>
            </a:pPr>
            <a:r>
              <a:rPr lang="en-GB" sz="3200" kern="100" dirty="0">
                <a:effectLst/>
              </a:rPr>
              <a:t>e.g. “I know…”, “I think…”</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547BD8-DA85-9FC7-A3D8-D9F681E1BEFE}"/>
              </a:ext>
            </a:extLst>
          </p:cNvPr>
          <p:cNvSpPr txBox="1"/>
          <p:nvPr/>
        </p:nvSpPr>
        <p:spPr>
          <a:xfrm>
            <a:off x="8163392" y="4029237"/>
            <a:ext cx="3720061" cy="1459630"/>
          </a:xfrm>
          <a:prstGeom prst="rect">
            <a:avLst/>
          </a:prstGeom>
          <a:noFill/>
        </p:spPr>
        <p:txBody>
          <a:bodyPr wrap="square">
            <a:spAutoFit/>
          </a:bodyPr>
          <a:lstStyle/>
          <a:p>
            <a:pPr>
              <a:lnSpc>
                <a:spcPct val="1070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Limited range of basic vocabulary. e.g. “OK”, “a lot”, “get killed”</a:t>
            </a:r>
          </a:p>
        </p:txBody>
      </p:sp>
    </p:spTree>
    <p:extLst>
      <p:ext uri="{BB962C8B-B14F-4D97-AF65-F5344CB8AC3E}">
        <p14:creationId xmlns:p14="http://schemas.microsoft.com/office/powerpoint/2010/main" val="297979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52B67E-9D51-5F3F-0834-210A0A219A4F}"/>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B19707B8-3A2A-F4A8-90EA-7F34B069BB9B}"/>
              </a:ext>
            </a:extLst>
          </p:cNvPr>
          <p:cNvSpPr txBox="1"/>
          <p:nvPr/>
        </p:nvSpPr>
        <p:spPr>
          <a:xfrm>
            <a:off x="3632616" y="240265"/>
            <a:ext cx="3847476" cy="1920654"/>
          </a:xfrm>
          <a:prstGeom prst="rect">
            <a:avLst/>
          </a:prstGeom>
          <a:noFill/>
        </p:spPr>
        <p:txBody>
          <a:bodyPr wrap="square">
            <a:spAutoFit/>
          </a:bodyPr>
          <a:lstStyle/>
          <a:p>
            <a:pPr lvl="0">
              <a:lnSpc>
                <a:spcPct val="107000"/>
              </a:lnSpc>
              <a:spcAft>
                <a:spcPts val="800"/>
              </a:spcAft>
              <a:buSzPts val="1000"/>
              <a:tabLst>
                <a:tab pos="457200" algn="l"/>
              </a:tabLst>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Clear cohesive devices: </a:t>
            </a:r>
            <a:r>
              <a:rPr lang="en-GB" sz="2800" i="1" kern="100" dirty="0">
                <a:effectLst/>
                <a:latin typeface="Aptos" panose="020B0004020202020204" pitchFamily="34" charset="0"/>
                <a:ea typeface="Aptos" panose="020B0004020202020204" pitchFamily="34" charset="0"/>
                <a:cs typeface="Times New Roman" panose="02020603050405020304" pitchFamily="18" charset="0"/>
              </a:rPr>
              <a:t>Firstly, although, Apart from, also, as a result, To sum up</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8" name="TextBox 7">
            <a:extLst>
              <a:ext uri="{FF2B5EF4-FFF2-40B4-BE49-F238E27FC236}">
                <a16:creationId xmlns:a16="http://schemas.microsoft.com/office/drawing/2014/main" id="{62C601CB-4F66-639B-2593-8BAF5BEE86DB}"/>
              </a:ext>
            </a:extLst>
          </p:cNvPr>
          <p:cNvSpPr txBox="1"/>
          <p:nvPr/>
        </p:nvSpPr>
        <p:spPr>
          <a:xfrm>
            <a:off x="3886199" y="2796463"/>
            <a:ext cx="2994286" cy="954107"/>
          </a:xfrm>
          <a:prstGeom prst="rect">
            <a:avLst/>
          </a:prstGeom>
          <a:noFill/>
        </p:spPr>
        <p:txBody>
          <a:bodyPr wrap="square">
            <a:spAutoFit/>
          </a:bodyPr>
          <a:lstStyle/>
          <a:p>
            <a:r>
              <a:rPr lang="en-GB" sz="2800" dirty="0">
                <a:effectLst/>
                <a:latin typeface="Aptos" panose="020B0004020202020204" pitchFamily="34" charset="0"/>
                <a:ea typeface="Aptos" panose="020B0004020202020204" pitchFamily="34" charset="0"/>
                <a:cs typeface="Times New Roman" panose="02020603050405020304" pitchFamily="18" charset="0"/>
              </a:rPr>
              <a:t>None used.</a:t>
            </a:r>
          </a:p>
          <a:p>
            <a:r>
              <a:rPr lang="en-GB" sz="2800" dirty="0">
                <a:effectLst/>
                <a:latin typeface="Aptos" panose="020B0004020202020204" pitchFamily="34" charset="0"/>
                <a:ea typeface="Aptos" panose="020B0004020202020204" pitchFamily="34" charset="0"/>
                <a:cs typeface="Times New Roman" panose="02020603050405020304" pitchFamily="18" charset="0"/>
              </a:rPr>
              <a:t>Fully formal style.</a:t>
            </a:r>
            <a:endParaRPr lang="en-GB" sz="2800" dirty="0"/>
          </a:p>
        </p:txBody>
      </p:sp>
      <p:sp>
        <p:nvSpPr>
          <p:cNvPr id="12" name="TextBox 11">
            <a:extLst>
              <a:ext uri="{FF2B5EF4-FFF2-40B4-BE49-F238E27FC236}">
                <a16:creationId xmlns:a16="http://schemas.microsoft.com/office/drawing/2014/main" id="{C9049820-2563-C0A8-07F0-8C6074F89D2B}"/>
              </a:ext>
            </a:extLst>
          </p:cNvPr>
          <p:cNvSpPr txBox="1"/>
          <p:nvPr/>
        </p:nvSpPr>
        <p:spPr>
          <a:xfrm>
            <a:off x="4081073" y="5267137"/>
            <a:ext cx="2244776" cy="601255"/>
          </a:xfrm>
          <a:prstGeom prst="rect">
            <a:avLst/>
          </a:prstGeom>
          <a:noFill/>
        </p:spPr>
        <p:txBody>
          <a:bodyPr wrap="square">
            <a:spAutoFit/>
          </a:bodyPr>
          <a:lstStyle/>
          <a:p>
            <a:pPr lvl="0">
              <a:lnSpc>
                <a:spcPct val="107000"/>
              </a:lnSpc>
              <a:spcAft>
                <a:spcPts val="800"/>
              </a:spcAft>
              <a:buSzPts val="1000"/>
              <a:tabLst>
                <a:tab pos="457200" algn="l"/>
              </a:tabLst>
            </a:pPr>
            <a:r>
              <a:rPr lang="en-GB" sz="3200" kern="100" dirty="0">
                <a:effectLst/>
                <a:latin typeface="Aptos" panose="020B0004020202020204" pitchFamily="34" charset="0"/>
                <a:ea typeface="Aptos" panose="020B0004020202020204" pitchFamily="34" charset="0"/>
                <a:cs typeface="Times New Roman" panose="02020603050405020304" pitchFamily="18" charset="0"/>
              </a:rPr>
              <a:t>None used.</a:t>
            </a:r>
          </a:p>
        </p:txBody>
      </p:sp>
      <p:sp>
        <p:nvSpPr>
          <p:cNvPr id="6" name="TextBox 5">
            <a:extLst>
              <a:ext uri="{FF2B5EF4-FFF2-40B4-BE49-F238E27FC236}">
                <a16:creationId xmlns:a16="http://schemas.microsoft.com/office/drawing/2014/main" id="{396DBD11-C37F-22D7-1A8C-24E6A4C9B1AB}"/>
              </a:ext>
            </a:extLst>
          </p:cNvPr>
          <p:cNvSpPr txBox="1"/>
          <p:nvPr/>
        </p:nvSpPr>
        <p:spPr>
          <a:xfrm>
            <a:off x="8419475" y="470777"/>
            <a:ext cx="3044251" cy="1459630"/>
          </a:xfrm>
          <a:prstGeom prst="rect">
            <a:avLst/>
          </a:prstGeom>
          <a:noFill/>
        </p:spPr>
        <p:txBody>
          <a:bodyPr wrap="square">
            <a:spAutoFit/>
          </a:bodyPr>
          <a:lstStyle/>
          <a:p>
            <a:pPr>
              <a:lnSpc>
                <a:spcPct val="1070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Limited use of linking words. e.g. “So”, “Though”</a:t>
            </a:r>
          </a:p>
        </p:txBody>
      </p:sp>
      <p:sp>
        <p:nvSpPr>
          <p:cNvPr id="9" name="TextBox 8">
            <a:extLst>
              <a:ext uri="{FF2B5EF4-FFF2-40B4-BE49-F238E27FC236}">
                <a16:creationId xmlns:a16="http://schemas.microsoft.com/office/drawing/2014/main" id="{D2A2CA3B-7BCC-7A8A-379E-9D9A87F86548}"/>
              </a:ext>
            </a:extLst>
          </p:cNvPr>
          <p:cNvSpPr txBox="1"/>
          <p:nvPr/>
        </p:nvSpPr>
        <p:spPr>
          <a:xfrm>
            <a:off x="8238340" y="2543701"/>
            <a:ext cx="3847477" cy="1459630"/>
          </a:xfrm>
          <a:prstGeom prst="rect">
            <a:avLst/>
          </a:prstGeom>
          <a:noFill/>
        </p:spPr>
        <p:txBody>
          <a:bodyPr wrap="square">
            <a:spAutoFit/>
          </a:bodyPr>
          <a:lstStyle/>
          <a:p>
            <a:pPr>
              <a:lnSpc>
                <a:spcPct val="107000"/>
              </a:lnSpc>
              <a:spcAft>
                <a:spcPts val="800"/>
              </a:spcAft>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Frequent use of contractions. e.g. “It’s”, “Doesn’t”, “haven’t”</a:t>
            </a:r>
          </a:p>
        </p:txBody>
      </p:sp>
      <p:sp>
        <p:nvSpPr>
          <p:cNvPr id="14" name="TextBox 13">
            <a:extLst>
              <a:ext uri="{FF2B5EF4-FFF2-40B4-BE49-F238E27FC236}">
                <a16:creationId xmlns:a16="http://schemas.microsoft.com/office/drawing/2014/main" id="{9CADC92B-B443-4F83-3993-8D7C88D9906B}"/>
              </a:ext>
            </a:extLst>
          </p:cNvPr>
          <p:cNvSpPr txBox="1"/>
          <p:nvPr/>
        </p:nvSpPr>
        <p:spPr>
          <a:xfrm>
            <a:off x="7871396" y="4649653"/>
            <a:ext cx="4140407" cy="1897379"/>
          </a:xfrm>
          <a:prstGeom prst="rect">
            <a:avLst/>
          </a:prstGeom>
          <a:noFill/>
        </p:spPr>
        <p:txBody>
          <a:bodyPr wrap="square">
            <a:spAutoFit/>
          </a:bodyPr>
          <a:lstStyle/>
          <a:p>
            <a:pPr>
              <a:lnSpc>
                <a:spcPts val="2800"/>
              </a:lnSpc>
              <a:buNone/>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Use of rhetorical questions. e.g. “Doesn’t everyone know that driving without a licence is a crime?”</a:t>
            </a:r>
          </a:p>
        </p:txBody>
      </p:sp>
    </p:spTree>
    <p:extLst>
      <p:ext uri="{BB962C8B-B14F-4D97-AF65-F5344CB8AC3E}">
        <p14:creationId xmlns:p14="http://schemas.microsoft.com/office/powerpoint/2010/main" val="14985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2" grpId="0"/>
      <p:bldP spid="6" grpId="0"/>
      <p:bldP spid="9"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AE0DE8-5D6E-285B-FA4A-6F714DF4E05E}"/>
              </a:ext>
            </a:extLst>
          </p:cNvPr>
          <p:cNvSpPr txBox="1"/>
          <p:nvPr/>
        </p:nvSpPr>
        <p:spPr>
          <a:xfrm>
            <a:off x="858375" y="325874"/>
            <a:ext cx="11347554" cy="6206251"/>
          </a:xfrm>
          <a:prstGeom prst="rect">
            <a:avLst/>
          </a:prstGeom>
          <a:noFill/>
        </p:spPr>
        <p:txBody>
          <a:bodyPr wrap="square">
            <a:spAutoFit/>
          </a:bodyPr>
          <a:lstStyle/>
          <a:p>
            <a:pPr>
              <a:lnSpc>
                <a:spcPts val="2800"/>
              </a:lnSpc>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Why Essay A is the better essay.</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ts val="2800"/>
              </a:lnSpc>
              <a:buNone/>
            </a:pP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ts val="2800"/>
              </a:lnSpc>
              <a:buFont typeface="+mj-lt"/>
              <a:buAutoNum type="arabicPeriod"/>
              <a:tabLst>
                <a:tab pos="457200" algn="l"/>
              </a:tabLs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Clear Structure:</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Essay A follows a logical structure with an introduction, clear main points, supporting arguments, and a conclusion. Each paragraph has a clear purpose, making the essay easy to follow.</a:t>
            </a:r>
          </a:p>
          <a:p>
            <a:pPr marL="342900" lvl="0" indent="-342900">
              <a:lnSpc>
                <a:spcPts val="2800"/>
              </a:lnSpc>
              <a:buFont typeface="+mj-lt"/>
              <a:buAutoNum type="arabicPeriod"/>
              <a:tabLst>
                <a:tab pos="457200" algn="l"/>
              </a:tabLs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Formal Tone:</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The language in Essay A is formal and appropriate for an academic essay. It avoids slang and personal anecdotes, which makes it more suitable for the task.</a:t>
            </a:r>
          </a:p>
          <a:p>
            <a:pPr marL="342900" lvl="0" indent="-342900">
              <a:lnSpc>
                <a:spcPts val="2800"/>
              </a:lnSpc>
              <a:buFont typeface="+mj-lt"/>
              <a:buAutoNum type="arabicPeriod"/>
              <a:tabLst>
                <a:tab pos="457200" algn="l"/>
              </a:tabLs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Relevant Arguments:</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Essay A provides strong reasons why driving without a licence is a crime, such as legal consequences and public safety risks. It explains both the legal and safety aspects in detail.</a:t>
            </a:r>
          </a:p>
          <a:p>
            <a:pPr marL="342900" lvl="0" indent="-342900">
              <a:lnSpc>
                <a:spcPts val="2800"/>
              </a:lnSpc>
              <a:buFont typeface="+mj-lt"/>
              <a:buAutoNum type="arabicPeriod"/>
              <a:tabLst>
                <a:tab pos="457200" algn="l"/>
              </a:tabLs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Use of Examples:</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The essay gives concrete examples, such as the possibility of fines, imprisonment, and even manslaughter charges if accidents occur.</a:t>
            </a:r>
          </a:p>
          <a:p>
            <a:pPr marL="342900" lvl="0" indent="-342900">
              <a:lnSpc>
                <a:spcPts val="2800"/>
              </a:lnSpc>
              <a:buFont typeface="+mj-lt"/>
              <a:buAutoNum type="arabicPeriod"/>
              <a:tabLst>
                <a:tab pos="457200" algn="l"/>
              </a:tabLs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Effective Conclusion:</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Essay A ends with a clear summary that reinforces the main argument and connects back to public safety.</a:t>
            </a:r>
          </a:p>
        </p:txBody>
      </p:sp>
      <p:grpSp>
        <p:nvGrpSpPr>
          <p:cNvPr id="2" name="Group 1">
            <a:extLst>
              <a:ext uri="{FF2B5EF4-FFF2-40B4-BE49-F238E27FC236}">
                <a16:creationId xmlns:a16="http://schemas.microsoft.com/office/drawing/2014/main" id="{417BF4EC-973E-8513-3F7B-5773549E74D3}"/>
              </a:ext>
            </a:extLst>
          </p:cNvPr>
          <p:cNvGrpSpPr>
            <a:grpSpLocks noChangeAspect="1"/>
          </p:cNvGrpSpPr>
          <p:nvPr/>
        </p:nvGrpSpPr>
        <p:grpSpPr>
          <a:xfrm>
            <a:off x="462559" y="314172"/>
            <a:ext cx="395804" cy="396000"/>
            <a:chOff x="1752597" y="2171695"/>
            <a:chExt cx="4317849" cy="4320005"/>
          </a:xfrm>
        </p:grpSpPr>
        <p:sp>
          <p:nvSpPr>
            <p:cNvPr id="4" name="Free-form: Shape 3">
              <a:extLst>
                <a:ext uri="{FF2B5EF4-FFF2-40B4-BE49-F238E27FC236}">
                  <a16:creationId xmlns:a16="http://schemas.microsoft.com/office/drawing/2014/main" id="{21675FA9-43CB-DEAA-8548-A4CB541474D0}"/>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Free-form: Shape 4">
              <a:extLst>
                <a:ext uri="{FF2B5EF4-FFF2-40B4-BE49-F238E27FC236}">
                  <a16:creationId xmlns:a16="http://schemas.microsoft.com/office/drawing/2014/main" id="{E9DBA491-A323-7DE9-4269-376D1DD52E23}"/>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5D5369BF-BB20-FC05-155E-303D206EDD07}"/>
              </a:ext>
            </a:extLst>
          </p:cNvPr>
          <p:cNvGrpSpPr>
            <a:grpSpLocks noChangeAspect="1"/>
          </p:cNvGrpSpPr>
          <p:nvPr/>
        </p:nvGrpSpPr>
        <p:grpSpPr>
          <a:xfrm>
            <a:off x="462563" y="997806"/>
            <a:ext cx="395804" cy="396000"/>
            <a:chOff x="1752597" y="2171695"/>
            <a:chExt cx="4317849" cy="4320005"/>
          </a:xfrm>
        </p:grpSpPr>
        <p:sp>
          <p:nvSpPr>
            <p:cNvPr id="7" name="Free-form: Shape 6">
              <a:extLst>
                <a:ext uri="{FF2B5EF4-FFF2-40B4-BE49-F238E27FC236}">
                  <a16:creationId xmlns:a16="http://schemas.microsoft.com/office/drawing/2014/main" id="{95296914-5637-44C4-64AC-2D766F613110}"/>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F3E1C5F0-2DCC-0D60-D69F-3282AC27983A}"/>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CAB24A01-CC8C-932A-2F0B-B0832FBFB963}"/>
              </a:ext>
            </a:extLst>
          </p:cNvPr>
          <p:cNvGrpSpPr>
            <a:grpSpLocks noChangeAspect="1"/>
          </p:cNvGrpSpPr>
          <p:nvPr/>
        </p:nvGrpSpPr>
        <p:grpSpPr>
          <a:xfrm>
            <a:off x="462563" y="2432832"/>
            <a:ext cx="395804" cy="396000"/>
            <a:chOff x="1752597" y="2171695"/>
            <a:chExt cx="4317849" cy="4320005"/>
          </a:xfrm>
        </p:grpSpPr>
        <p:sp>
          <p:nvSpPr>
            <p:cNvPr id="10" name="Free-form: Shape 9">
              <a:extLst>
                <a:ext uri="{FF2B5EF4-FFF2-40B4-BE49-F238E27FC236}">
                  <a16:creationId xmlns:a16="http://schemas.microsoft.com/office/drawing/2014/main" id="{6148BA76-29F5-4F3B-E0BC-D173C3418AAA}"/>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A6866349-BCD6-31B7-FAC0-42E3EB14B88C}"/>
                </a:ext>
              </a:extLst>
            </p:cNvPr>
            <p:cNvSpPr/>
            <p:nvPr/>
          </p:nvSpPr>
          <p:spPr>
            <a:xfrm>
              <a:off x="1752597" y="2171695"/>
              <a:ext cx="4317805" cy="2160003"/>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2" name="Group 11">
            <a:extLst>
              <a:ext uri="{FF2B5EF4-FFF2-40B4-BE49-F238E27FC236}">
                <a16:creationId xmlns:a16="http://schemas.microsoft.com/office/drawing/2014/main" id="{69F58030-DE36-681F-DC88-1D7538A1E094}"/>
              </a:ext>
            </a:extLst>
          </p:cNvPr>
          <p:cNvGrpSpPr>
            <a:grpSpLocks noChangeAspect="1"/>
          </p:cNvGrpSpPr>
          <p:nvPr/>
        </p:nvGrpSpPr>
        <p:grpSpPr>
          <a:xfrm>
            <a:off x="462567" y="3512368"/>
            <a:ext cx="395804" cy="396000"/>
            <a:chOff x="1752601" y="2171698"/>
            <a:chExt cx="4317847" cy="4320004"/>
          </a:xfrm>
        </p:grpSpPr>
        <p:sp>
          <p:nvSpPr>
            <p:cNvPr id="13" name="Free-form: Shape 12">
              <a:extLst>
                <a:ext uri="{FF2B5EF4-FFF2-40B4-BE49-F238E27FC236}">
                  <a16:creationId xmlns:a16="http://schemas.microsoft.com/office/drawing/2014/main" id="{5CDE1879-2980-6FE3-AB34-E23C317F197F}"/>
                </a:ext>
              </a:extLst>
            </p:cNvPr>
            <p:cNvSpPr/>
            <p:nvPr/>
          </p:nvSpPr>
          <p:spPr>
            <a:xfrm>
              <a:off x="1753779" y="4331700"/>
              <a:ext cx="4316669" cy="2160002"/>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E8413283-FB9B-D879-BD97-41DDF9835E72}"/>
                </a:ext>
              </a:extLst>
            </p:cNvPr>
            <p:cNvSpPr/>
            <p:nvPr/>
          </p:nvSpPr>
          <p:spPr>
            <a:xfrm>
              <a:off x="1752601" y="2171698"/>
              <a:ext cx="4317803" cy="2160002"/>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5" name="Group 14">
            <a:extLst>
              <a:ext uri="{FF2B5EF4-FFF2-40B4-BE49-F238E27FC236}">
                <a16:creationId xmlns:a16="http://schemas.microsoft.com/office/drawing/2014/main" id="{0FC460AB-84D3-7170-933F-AA6E37CC3246}"/>
              </a:ext>
            </a:extLst>
          </p:cNvPr>
          <p:cNvGrpSpPr>
            <a:grpSpLocks noChangeAspect="1"/>
          </p:cNvGrpSpPr>
          <p:nvPr/>
        </p:nvGrpSpPr>
        <p:grpSpPr>
          <a:xfrm>
            <a:off x="462567" y="4562202"/>
            <a:ext cx="395804" cy="396000"/>
            <a:chOff x="1752597" y="2171695"/>
            <a:chExt cx="4317849" cy="4320005"/>
          </a:xfrm>
        </p:grpSpPr>
        <p:sp>
          <p:nvSpPr>
            <p:cNvPr id="16" name="Free-form: Shape 15">
              <a:extLst>
                <a:ext uri="{FF2B5EF4-FFF2-40B4-BE49-F238E27FC236}">
                  <a16:creationId xmlns:a16="http://schemas.microsoft.com/office/drawing/2014/main" id="{2C51546B-7AAA-3872-E857-692A3153B39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FC9EE603-DA32-A73E-2435-B167C24EAA2D}"/>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5481FDBF-5FC3-A3FF-21A6-34F04F2CF6E1}"/>
              </a:ext>
            </a:extLst>
          </p:cNvPr>
          <p:cNvGrpSpPr>
            <a:grpSpLocks noChangeAspect="1"/>
          </p:cNvGrpSpPr>
          <p:nvPr/>
        </p:nvGrpSpPr>
        <p:grpSpPr>
          <a:xfrm>
            <a:off x="462571" y="5643575"/>
            <a:ext cx="395804" cy="396000"/>
            <a:chOff x="1752597" y="2171695"/>
            <a:chExt cx="4317849" cy="4320005"/>
          </a:xfrm>
        </p:grpSpPr>
        <p:sp>
          <p:nvSpPr>
            <p:cNvPr id="19" name="Free-form: Shape 18">
              <a:extLst>
                <a:ext uri="{FF2B5EF4-FFF2-40B4-BE49-F238E27FC236}">
                  <a16:creationId xmlns:a16="http://schemas.microsoft.com/office/drawing/2014/main" id="{BD3CE731-6B33-3E8F-6635-7B574B2CD48B}"/>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F85AC405-5EDA-7C6A-50DE-DDF5D67AD34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145410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BE527E-3A99-9711-8557-3BCD20F28DFA}"/>
              </a:ext>
            </a:extLst>
          </p:cNvPr>
          <p:cNvSpPr txBox="1"/>
          <p:nvPr/>
        </p:nvSpPr>
        <p:spPr>
          <a:xfrm>
            <a:off x="510602" y="649906"/>
            <a:ext cx="11170795" cy="5558188"/>
          </a:xfrm>
          <a:prstGeom prst="rect">
            <a:avLst/>
          </a:prstGeom>
          <a:noFill/>
        </p:spPr>
        <p:txBody>
          <a:bodyPr wrap="square">
            <a:spAutoFit/>
          </a:bodyPr>
          <a:lstStyle/>
          <a:p>
            <a:pPr>
              <a:lnSpc>
                <a:spcPct val="107000"/>
              </a:lnSpc>
              <a:spcAft>
                <a:spcPts val="800"/>
              </a:spcAft>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Comparison with Essay B:</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07000"/>
              </a:lnSpc>
              <a:spcAft>
                <a:spcPts val="800"/>
              </a:spcAft>
              <a:buSzPts val="1000"/>
              <a:tabLst>
                <a:tab pos="457200" algn="l"/>
              </a:tabLst>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 Essay B is less formal and includes personal opinions and anecdotes (e.g., "I know at least five people who are now driving without a licence"), which are less appropriate for a discursive essay.</a:t>
            </a:r>
          </a:p>
          <a:p>
            <a:pPr lvl="0">
              <a:lnSpc>
                <a:spcPct val="107000"/>
              </a:lnSpc>
              <a:spcAft>
                <a:spcPts val="800"/>
              </a:spcAft>
              <a:buSzPts val="1000"/>
              <a:tabLst>
                <a:tab pos="457200" algn="l"/>
              </a:tabLst>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 The structure of Essay B is less organized, with ideas presented in a more conversational and repetitive manner.</a:t>
            </a:r>
          </a:p>
          <a:p>
            <a:pPr lvl="0">
              <a:lnSpc>
                <a:spcPct val="107000"/>
              </a:lnSpc>
              <a:spcAft>
                <a:spcPts val="800"/>
              </a:spcAft>
              <a:buSzPts val="1000"/>
              <a:tabLst>
                <a:tab pos="457200" algn="l"/>
              </a:tabLst>
            </a:pPr>
            <a:r>
              <a:rPr lang="en-GB" sz="2800" kern="100" dirty="0">
                <a:effectLst/>
                <a:latin typeface="Aptos" panose="020B0004020202020204" pitchFamily="34" charset="0"/>
                <a:ea typeface="Aptos" panose="020B0004020202020204" pitchFamily="34" charset="0"/>
                <a:cs typeface="Times New Roman" panose="02020603050405020304" pitchFamily="18" charset="0"/>
              </a:rPr>
              <a:t>• Essay B uses rhetorical questions and informal language, which weakens its academic tone.</a:t>
            </a:r>
          </a:p>
          <a:p>
            <a:pPr>
              <a:lnSpc>
                <a:spcPct val="107000"/>
              </a:lnSpc>
              <a:spcAft>
                <a:spcPts val="800"/>
              </a:spcAft>
              <a:buNone/>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In summary, Essay A is better because it is well-organized, uses formal language, provides clear arguments, and effectively addresses the essay prompt.</a:t>
            </a:r>
            <a:endParaRPr lang="en-GB"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27068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34965F-D636-D462-BF47-E7A6566710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455" y="352926"/>
            <a:ext cx="11169091" cy="6063916"/>
          </a:xfrm>
          <a:prstGeom prst="rect">
            <a:avLst/>
          </a:prstGeom>
          <a:noFill/>
          <a:ln>
            <a:noFill/>
          </a:ln>
        </p:spPr>
      </p:pic>
    </p:spTree>
    <p:extLst>
      <p:ext uri="{BB962C8B-B14F-4D97-AF65-F5344CB8AC3E}">
        <p14:creationId xmlns:p14="http://schemas.microsoft.com/office/powerpoint/2010/main" val="577508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D9E278-4728-839A-8F90-69A9014E179C}"/>
              </a:ext>
            </a:extLst>
          </p:cNvPr>
          <p:cNvPicPr>
            <a:picLocks noChangeAspect="1"/>
          </p:cNvPicPr>
          <p:nvPr/>
        </p:nvPicPr>
        <p:blipFill>
          <a:blip r:embed="rId2"/>
          <a:stretch>
            <a:fillRect/>
          </a:stretch>
        </p:blipFill>
        <p:spPr>
          <a:xfrm>
            <a:off x="0" y="144379"/>
            <a:ext cx="11839074" cy="6448926"/>
          </a:xfrm>
          <a:prstGeom prst="rect">
            <a:avLst/>
          </a:prstGeom>
        </p:spPr>
      </p:pic>
      <p:sp>
        <p:nvSpPr>
          <p:cNvPr id="2" name="Rectangle 1">
            <a:extLst>
              <a:ext uri="{FF2B5EF4-FFF2-40B4-BE49-F238E27FC236}">
                <a16:creationId xmlns:a16="http://schemas.microsoft.com/office/drawing/2014/main" id="{324237EF-99D2-2E90-394D-9C9E8DDBFF61}"/>
              </a:ext>
            </a:extLst>
          </p:cNvPr>
          <p:cNvSpPr/>
          <p:nvPr/>
        </p:nvSpPr>
        <p:spPr>
          <a:xfrm>
            <a:off x="134911" y="1469036"/>
            <a:ext cx="11407514" cy="1109272"/>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CAC9B85-9122-5181-5136-457F7435D505}"/>
              </a:ext>
            </a:extLst>
          </p:cNvPr>
          <p:cNvSpPr/>
          <p:nvPr/>
        </p:nvSpPr>
        <p:spPr>
          <a:xfrm>
            <a:off x="134911" y="2730708"/>
            <a:ext cx="11407515" cy="2658256"/>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42F5DF5D-F147-51E6-3C0C-20D4FFD77FD2}"/>
              </a:ext>
            </a:extLst>
          </p:cNvPr>
          <p:cNvSpPr/>
          <p:nvPr/>
        </p:nvSpPr>
        <p:spPr>
          <a:xfrm>
            <a:off x="134910" y="5388963"/>
            <a:ext cx="11407515" cy="1204341"/>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4671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5" grpId="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71249E-A279-C378-01A2-DFEB06DD2D9A}"/>
              </a:ext>
            </a:extLst>
          </p:cNvPr>
          <p:cNvPicPr>
            <a:picLocks noChangeAspect="1"/>
          </p:cNvPicPr>
          <p:nvPr/>
        </p:nvPicPr>
        <p:blipFill>
          <a:blip r:embed="rId2"/>
          <a:stretch>
            <a:fillRect/>
          </a:stretch>
        </p:blipFill>
        <p:spPr>
          <a:xfrm>
            <a:off x="320842" y="220754"/>
            <a:ext cx="11550316" cy="6288505"/>
          </a:xfrm>
          <a:prstGeom prst="rect">
            <a:avLst/>
          </a:prstGeom>
        </p:spPr>
      </p:pic>
      <p:grpSp>
        <p:nvGrpSpPr>
          <p:cNvPr id="2" name="Group 1">
            <a:extLst>
              <a:ext uri="{FF2B5EF4-FFF2-40B4-BE49-F238E27FC236}">
                <a16:creationId xmlns:a16="http://schemas.microsoft.com/office/drawing/2014/main" id="{9579D81D-C9BA-E278-069E-FE48258459F2}"/>
              </a:ext>
            </a:extLst>
          </p:cNvPr>
          <p:cNvGrpSpPr>
            <a:grpSpLocks noChangeAspect="1"/>
          </p:cNvGrpSpPr>
          <p:nvPr/>
        </p:nvGrpSpPr>
        <p:grpSpPr>
          <a:xfrm>
            <a:off x="320842" y="393032"/>
            <a:ext cx="395804" cy="396000"/>
            <a:chOff x="1752597" y="2171695"/>
            <a:chExt cx="4317849" cy="4320005"/>
          </a:xfrm>
        </p:grpSpPr>
        <p:sp>
          <p:nvSpPr>
            <p:cNvPr id="4" name="Free-form: Shape 3">
              <a:extLst>
                <a:ext uri="{FF2B5EF4-FFF2-40B4-BE49-F238E27FC236}">
                  <a16:creationId xmlns:a16="http://schemas.microsoft.com/office/drawing/2014/main" id="{26E083B1-DCC9-2E1D-1580-58206B3EFAA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Free-form: Shape 4">
              <a:extLst>
                <a:ext uri="{FF2B5EF4-FFF2-40B4-BE49-F238E27FC236}">
                  <a16:creationId xmlns:a16="http://schemas.microsoft.com/office/drawing/2014/main" id="{0D35C462-78D8-A925-A514-CB945301408F}"/>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0908998A-0700-A814-6DF1-2C5DC545C5B3}"/>
              </a:ext>
            </a:extLst>
          </p:cNvPr>
          <p:cNvGrpSpPr>
            <a:grpSpLocks noChangeAspect="1"/>
          </p:cNvGrpSpPr>
          <p:nvPr/>
        </p:nvGrpSpPr>
        <p:grpSpPr>
          <a:xfrm>
            <a:off x="320846" y="1076666"/>
            <a:ext cx="395804" cy="396000"/>
            <a:chOff x="1752597" y="2171695"/>
            <a:chExt cx="4317849" cy="4320005"/>
          </a:xfrm>
        </p:grpSpPr>
        <p:sp>
          <p:nvSpPr>
            <p:cNvPr id="7" name="Free-form: Shape 6">
              <a:extLst>
                <a:ext uri="{FF2B5EF4-FFF2-40B4-BE49-F238E27FC236}">
                  <a16:creationId xmlns:a16="http://schemas.microsoft.com/office/drawing/2014/main" id="{B9847A91-AC2E-015A-47CA-04DA2C9D3E46}"/>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07656917-99E4-4A58-5CBC-7C6BF8633F1C}"/>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FCB71558-BAE3-9DC7-B430-04FE9E16286B}"/>
              </a:ext>
            </a:extLst>
          </p:cNvPr>
          <p:cNvGrpSpPr>
            <a:grpSpLocks noChangeAspect="1"/>
          </p:cNvGrpSpPr>
          <p:nvPr/>
        </p:nvGrpSpPr>
        <p:grpSpPr>
          <a:xfrm>
            <a:off x="320842" y="2036947"/>
            <a:ext cx="395804" cy="396000"/>
            <a:chOff x="1752597" y="2171695"/>
            <a:chExt cx="4317849" cy="4320005"/>
          </a:xfrm>
        </p:grpSpPr>
        <p:sp>
          <p:nvSpPr>
            <p:cNvPr id="10" name="Free-form: Shape 9">
              <a:extLst>
                <a:ext uri="{FF2B5EF4-FFF2-40B4-BE49-F238E27FC236}">
                  <a16:creationId xmlns:a16="http://schemas.microsoft.com/office/drawing/2014/main" id="{8E4192BA-F524-BF20-C4A7-2373F9DF1DC8}"/>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A0BE637C-2C9E-3456-5BFA-9C3699C5419E}"/>
                </a:ext>
              </a:extLst>
            </p:cNvPr>
            <p:cNvSpPr/>
            <p:nvPr/>
          </p:nvSpPr>
          <p:spPr>
            <a:xfrm>
              <a:off x="1752597" y="2171695"/>
              <a:ext cx="4317805" cy="2160003"/>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2" name="Group 11">
            <a:extLst>
              <a:ext uri="{FF2B5EF4-FFF2-40B4-BE49-F238E27FC236}">
                <a16:creationId xmlns:a16="http://schemas.microsoft.com/office/drawing/2014/main" id="{09A1026F-1637-38D4-E8CB-36786C8B8D9E}"/>
              </a:ext>
            </a:extLst>
          </p:cNvPr>
          <p:cNvGrpSpPr>
            <a:grpSpLocks noChangeAspect="1"/>
          </p:cNvGrpSpPr>
          <p:nvPr/>
        </p:nvGrpSpPr>
        <p:grpSpPr>
          <a:xfrm>
            <a:off x="320838" y="2993676"/>
            <a:ext cx="395804" cy="396000"/>
            <a:chOff x="1752601" y="2171698"/>
            <a:chExt cx="4317847" cy="4320004"/>
          </a:xfrm>
        </p:grpSpPr>
        <p:sp>
          <p:nvSpPr>
            <p:cNvPr id="13" name="Free-form: Shape 12">
              <a:extLst>
                <a:ext uri="{FF2B5EF4-FFF2-40B4-BE49-F238E27FC236}">
                  <a16:creationId xmlns:a16="http://schemas.microsoft.com/office/drawing/2014/main" id="{087A1D35-27ED-BD66-657D-DFE45FC9E6ED}"/>
                </a:ext>
              </a:extLst>
            </p:cNvPr>
            <p:cNvSpPr/>
            <p:nvPr/>
          </p:nvSpPr>
          <p:spPr>
            <a:xfrm>
              <a:off x="1753779" y="4331700"/>
              <a:ext cx="4316669" cy="2160002"/>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95617BF0-5440-9ED5-36C3-C23885B1E4AE}"/>
                </a:ext>
              </a:extLst>
            </p:cNvPr>
            <p:cNvSpPr/>
            <p:nvPr/>
          </p:nvSpPr>
          <p:spPr>
            <a:xfrm>
              <a:off x="1752601" y="2171698"/>
              <a:ext cx="4317803" cy="2160002"/>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5" name="Group 14">
            <a:extLst>
              <a:ext uri="{FF2B5EF4-FFF2-40B4-BE49-F238E27FC236}">
                <a16:creationId xmlns:a16="http://schemas.microsoft.com/office/drawing/2014/main" id="{BDCA7B01-09A9-FBAC-1D73-87C9A1881E3C}"/>
              </a:ext>
            </a:extLst>
          </p:cNvPr>
          <p:cNvGrpSpPr>
            <a:grpSpLocks noChangeAspect="1"/>
          </p:cNvGrpSpPr>
          <p:nvPr/>
        </p:nvGrpSpPr>
        <p:grpSpPr>
          <a:xfrm>
            <a:off x="320838" y="3587676"/>
            <a:ext cx="395804" cy="396000"/>
            <a:chOff x="1752597" y="2171695"/>
            <a:chExt cx="4317849" cy="4320005"/>
          </a:xfrm>
        </p:grpSpPr>
        <p:sp>
          <p:nvSpPr>
            <p:cNvPr id="16" name="Free-form: Shape 15">
              <a:extLst>
                <a:ext uri="{FF2B5EF4-FFF2-40B4-BE49-F238E27FC236}">
                  <a16:creationId xmlns:a16="http://schemas.microsoft.com/office/drawing/2014/main" id="{B0D6253B-F0D4-D1CD-E6BE-FC0FF2CEA99A}"/>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58B24E46-EB5B-D5D7-3417-4B46C4BFCA9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B2F151B6-DD31-1E19-5403-41CA7D6D4955}"/>
              </a:ext>
            </a:extLst>
          </p:cNvPr>
          <p:cNvGrpSpPr>
            <a:grpSpLocks noChangeAspect="1"/>
          </p:cNvGrpSpPr>
          <p:nvPr/>
        </p:nvGrpSpPr>
        <p:grpSpPr>
          <a:xfrm>
            <a:off x="320838" y="4157467"/>
            <a:ext cx="395804" cy="396000"/>
            <a:chOff x="1752597" y="2171695"/>
            <a:chExt cx="4317849" cy="4320005"/>
          </a:xfrm>
        </p:grpSpPr>
        <p:sp>
          <p:nvSpPr>
            <p:cNvPr id="19" name="Free-form: Shape 18">
              <a:extLst>
                <a:ext uri="{FF2B5EF4-FFF2-40B4-BE49-F238E27FC236}">
                  <a16:creationId xmlns:a16="http://schemas.microsoft.com/office/drawing/2014/main" id="{59FF05B0-B2A4-56A9-6289-775DC140C13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A318275C-455F-9BE9-9796-114A6C583117}"/>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1" name="Group 20">
            <a:extLst>
              <a:ext uri="{FF2B5EF4-FFF2-40B4-BE49-F238E27FC236}">
                <a16:creationId xmlns:a16="http://schemas.microsoft.com/office/drawing/2014/main" id="{4BDF5CEC-B240-D290-0F62-EC86B262BA1E}"/>
              </a:ext>
            </a:extLst>
          </p:cNvPr>
          <p:cNvGrpSpPr>
            <a:grpSpLocks noChangeAspect="1"/>
          </p:cNvGrpSpPr>
          <p:nvPr/>
        </p:nvGrpSpPr>
        <p:grpSpPr>
          <a:xfrm>
            <a:off x="320838" y="4696781"/>
            <a:ext cx="395804" cy="396000"/>
            <a:chOff x="1752597" y="2171695"/>
            <a:chExt cx="4317849" cy="4320005"/>
          </a:xfrm>
        </p:grpSpPr>
        <p:sp>
          <p:nvSpPr>
            <p:cNvPr id="22" name="Free-form: Shape 21">
              <a:extLst>
                <a:ext uri="{FF2B5EF4-FFF2-40B4-BE49-F238E27FC236}">
                  <a16:creationId xmlns:a16="http://schemas.microsoft.com/office/drawing/2014/main" id="{17350000-F584-2455-3FDA-8E65AC145015}"/>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CAECEC89-696C-9283-3A4D-8D49C8A8B71B}"/>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4" name="Group 23">
            <a:extLst>
              <a:ext uri="{FF2B5EF4-FFF2-40B4-BE49-F238E27FC236}">
                <a16:creationId xmlns:a16="http://schemas.microsoft.com/office/drawing/2014/main" id="{176CA9BB-AB24-151A-35D4-E25629C0AACC}"/>
              </a:ext>
            </a:extLst>
          </p:cNvPr>
          <p:cNvGrpSpPr>
            <a:grpSpLocks noChangeAspect="1"/>
          </p:cNvGrpSpPr>
          <p:nvPr/>
        </p:nvGrpSpPr>
        <p:grpSpPr>
          <a:xfrm>
            <a:off x="320838" y="5236095"/>
            <a:ext cx="395804" cy="396000"/>
            <a:chOff x="1752597" y="2171695"/>
            <a:chExt cx="4317849" cy="4320005"/>
          </a:xfrm>
        </p:grpSpPr>
        <p:sp>
          <p:nvSpPr>
            <p:cNvPr id="25" name="Free-form: Shape 24">
              <a:extLst>
                <a:ext uri="{FF2B5EF4-FFF2-40B4-BE49-F238E27FC236}">
                  <a16:creationId xmlns:a16="http://schemas.microsoft.com/office/drawing/2014/main" id="{E3D32383-09D3-4241-F9A6-ADDAA1B4E0A1}"/>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E3CE36F1-99E7-D784-E6C4-D13748E523DF}"/>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7" name="Group 26">
            <a:extLst>
              <a:ext uri="{FF2B5EF4-FFF2-40B4-BE49-F238E27FC236}">
                <a16:creationId xmlns:a16="http://schemas.microsoft.com/office/drawing/2014/main" id="{0ACF26DE-F1E2-3E5F-45F5-5F8BE4D416E1}"/>
              </a:ext>
            </a:extLst>
          </p:cNvPr>
          <p:cNvGrpSpPr>
            <a:grpSpLocks noChangeAspect="1"/>
          </p:cNvGrpSpPr>
          <p:nvPr/>
        </p:nvGrpSpPr>
        <p:grpSpPr>
          <a:xfrm>
            <a:off x="320838" y="5775409"/>
            <a:ext cx="395804" cy="396000"/>
            <a:chOff x="1752597" y="2171695"/>
            <a:chExt cx="4317849" cy="4320005"/>
          </a:xfrm>
        </p:grpSpPr>
        <p:sp>
          <p:nvSpPr>
            <p:cNvPr id="28" name="Free-form: Shape 27">
              <a:extLst>
                <a:ext uri="{FF2B5EF4-FFF2-40B4-BE49-F238E27FC236}">
                  <a16:creationId xmlns:a16="http://schemas.microsoft.com/office/drawing/2014/main" id="{1CC33A5B-5E25-AD2B-ADC8-4D24A8BF186C}"/>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FDCA6888-DE22-905A-B50B-6D85017DE2B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128723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05465D-9FFA-5470-734B-D22088BBE176}"/>
              </a:ext>
            </a:extLst>
          </p:cNvPr>
          <p:cNvPicPr>
            <a:picLocks noChangeAspect="1"/>
          </p:cNvPicPr>
          <p:nvPr/>
        </p:nvPicPr>
        <p:blipFill>
          <a:blip r:embed="rId2"/>
          <a:stretch>
            <a:fillRect/>
          </a:stretch>
        </p:blipFill>
        <p:spPr>
          <a:xfrm>
            <a:off x="545432" y="121988"/>
            <a:ext cx="11261557" cy="6614024"/>
          </a:xfrm>
          <a:prstGeom prst="rect">
            <a:avLst/>
          </a:prstGeom>
        </p:spPr>
      </p:pic>
      <p:grpSp>
        <p:nvGrpSpPr>
          <p:cNvPr id="2" name="Group 1">
            <a:extLst>
              <a:ext uri="{FF2B5EF4-FFF2-40B4-BE49-F238E27FC236}">
                <a16:creationId xmlns:a16="http://schemas.microsoft.com/office/drawing/2014/main" id="{E6869363-D633-419D-6EEA-20DAD080AEF9}"/>
              </a:ext>
            </a:extLst>
          </p:cNvPr>
          <p:cNvGrpSpPr>
            <a:grpSpLocks noChangeAspect="1"/>
          </p:cNvGrpSpPr>
          <p:nvPr/>
        </p:nvGrpSpPr>
        <p:grpSpPr>
          <a:xfrm>
            <a:off x="187109" y="284191"/>
            <a:ext cx="395804" cy="396000"/>
            <a:chOff x="1752597" y="2171695"/>
            <a:chExt cx="4317849" cy="4320005"/>
          </a:xfrm>
        </p:grpSpPr>
        <p:sp>
          <p:nvSpPr>
            <p:cNvPr id="4" name="Free-form: Shape 3">
              <a:extLst>
                <a:ext uri="{FF2B5EF4-FFF2-40B4-BE49-F238E27FC236}">
                  <a16:creationId xmlns:a16="http://schemas.microsoft.com/office/drawing/2014/main" id="{D96778C0-6B73-A79C-5C86-99BA3FF72F43}"/>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5" name="Free-form: Shape 4">
              <a:extLst>
                <a:ext uri="{FF2B5EF4-FFF2-40B4-BE49-F238E27FC236}">
                  <a16:creationId xmlns:a16="http://schemas.microsoft.com/office/drawing/2014/main" id="{95C788A1-B469-E328-3F4C-BFA11DCA45E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43763562-E01A-9E6A-801B-61E13615013E}"/>
              </a:ext>
            </a:extLst>
          </p:cNvPr>
          <p:cNvGrpSpPr>
            <a:grpSpLocks noChangeAspect="1"/>
          </p:cNvGrpSpPr>
          <p:nvPr/>
        </p:nvGrpSpPr>
        <p:grpSpPr>
          <a:xfrm>
            <a:off x="187113" y="967825"/>
            <a:ext cx="395804" cy="396000"/>
            <a:chOff x="1752597" y="2171695"/>
            <a:chExt cx="4317849" cy="4320005"/>
          </a:xfrm>
        </p:grpSpPr>
        <p:sp>
          <p:nvSpPr>
            <p:cNvPr id="7" name="Free-form: Shape 6">
              <a:extLst>
                <a:ext uri="{FF2B5EF4-FFF2-40B4-BE49-F238E27FC236}">
                  <a16:creationId xmlns:a16="http://schemas.microsoft.com/office/drawing/2014/main" id="{1ACAEABA-F027-E7C1-00AA-B4CBD950EF64}"/>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4AD2756D-A64D-680A-330F-702BD0C765D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358C1DD2-37AC-1B2A-1BF3-4475FE8984C7}"/>
              </a:ext>
            </a:extLst>
          </p:cNvPr>
          <p:cNvGrpSpPr>
            <a:grpSpLocks noChangeAspect="1"/>
          </p:cNvGrpSpPr>
          <p:nvPr/>
        </p:nvGrpSpPr>
        <p:grpSpPr>
          <a:xfrm>
            <a:off x="187109" y="1770376"/>
            <a:ext cx="395804" cy="396000"/>
            <a:chOff x="1752597" y="2171695"/>
            <a:chExt cx="4317849" cy="4320005"/>
          </a:xfrm>
        </p:grpSpPr>
        <p:sp>
          <p:nvSpPr>
            <p:cNvPr id="10" name="Free-form: Shape 9">
              <a:extLst>
                <a:ext uri="{FF2B5EF4-FFF2-40B4-BE49-F238E27FC236}">
                  <a16:creationId xmlns:a16="http://schemas.microsoft.com/office/drawing/2014/main" id="{C110F6E8-52AD-5B1C-A294-92049A813D0F}"/>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BE189F42-31CD-33A5-C67C-D19C529249E9}"/>
                </a:ext>
              </a:extLst>
            </p:cNvPr>
            <p:cNvSpPr/>
            <p:nvPr/>
          </p:nvSpPr>
          <p:spPr>
            <a:xfrm>
              <a:off x="1752597" y="2171695"/>
              <a:ext cx="4317805" cy="2160003"/>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2" name="Group 11">
            <a:extLst>
              <a:ext uri="{FF2B5EF4-FFF2-40B4-BE49-F238E27FC236}">
                <a16:creationId xmlns:a16="http://schemas.microsoft.com/office/drawing/2014/main" id="{D0A931A1-36CE-448E-99CD-64A530D3C518}"/>
              </a:ext>
            </a:extLst>
          </p:cNvPr>
          <p:cNvGrpSpPr>
            <a:grpSpLocks noChangeAspect="1"/>
          </p:cNvGrpSpPr>
          <p:nvPr/>
        </p:nvGrpSpPr>
        <p:grpSpPr>
          <a:xfrm>
            <a:off x="149628" y="2578588"/>
            <a:ext cx="395804" cy="396000"/>
            <a:chOff x="1752601" y="2171698"/>
            <a:chExt cx="4317847" cy="4320004"/>
          </a:xfrm>
        </p:grpSpPr>
        <p:sp>
          <p:nvSpPr>
            <p:cNvPr id="13" name="Free-form: Shape 12">
              <a:extLst>
                <a:ext uri="{FF2B5EF4-FFF2-40B4-BE49-F238E27FC236}">
                  <a16:creationId xmlns:a16="http://schemas.microsoft.com/office/drawing/2014/main" id="{042CEDE1-CCB0-3A04-640D-CAA3C8C054E1}"/>
                </a:ext>
              </a:extLst>
            </p:cNvPr>
            <p:cNvSpPr/>
            <p:nvPr/>
          </p:nvSpPr>
          <p:spPr>
            <a:xfrm>
              <a:off x="1753779" y="4331700"/>
              <a:ext cx="4316669" cy="2160002"/>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4" name="Free-form: Shape 13">
              <a:extLst>
                <a:ext uri="{FF2B5EF4-FFF2-40B4-BE49-F238E27FC236}">
                  <a16:creationId xmlns:a16="http://schemas.microsoft.com/office/drawing/2014/main" id="{4B1B5412-1003-D9E4-C373-D522E37377E5}"/>
                </a:ext>
              </a:extLst>
            </p:cNvPr>
            <p:cNvSpPr/>
            <p:nvPr/>
          </p:nvSpPr>
          <p:spPr>
            <a:xfrm>
              <a:off x="1752601" y="2171698"/>
              <a:ext cx="4317803" cy="2160002"/>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5" name="Group 14">
            <a:extLst>
              <a:ext uri="{FF2B5EF4-FFF2-40B4-BE49-F238E27FC236}">
                <a16:creationId xmlns:a16="http://schemas.microsoft.com/office/drawing/2014/main" id="{A6235B3A-8926-E8CE-C1FF-EC528A20B79D}"/>
              </a:ext>
            </a:extLst>
          </p:cNvPr>
          <p:cNvGrpSpPr>
            <a:grpSpLocks noChangeAspect="1"/>
          </p:cNvGrpSpPr>
          <p:nvPr/>
        </p:nvGrpSpPr>
        <p:grpSpPr>
          <a:xfrm>
            <a:off x="187105" y="3205304"/>
            <a:ext cx="395804" cy="396000"/>
            <a:chOff x="1752597" y="2171695"/>
            <a:chExt cx="4317849" cy="4320005"/>
          </a:xfrm>
        </p:grpSpPr>
        <p:sp>
          <p:nvSpPr>
            <p:cNvPr id="16" name="Free-form: Shape 15">
              <a:extLst>
                <a:ext uri="{FF2B5EF4-FFF2-40B4-BE49-F238E27FC236}">
                  <a16:creationId xmlns:a16="http://schemas.microsoft.com/office/drawing/2014/main" id="{AAFF59D9-E482-2535-49B8-90FB4EF46AB2}"/>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89DD3FA2-0C1C-5951-D641-0479F9EADB90}"/>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8" name="Group 17">
            <a:extLst>
              <a:ext uri="{FF2B5EF4-FFF2-40B4-BE49-F238E27FC236}">
                <a16:creationId xmlns:a16="http://schemas.microsoft.com/office/drawing/2014/main" id="{EF4943C3-8E36-CE97-8F5D-E82BFBE3EAF5}"/>
              </a:ext>
            </a:extLst>
          </p:cNvPr>
          <p:cNvGrpSpPr>
            <a:grpSpLocks noChangeAspect="1"/>
          </p:cNvGrpSpPr>
          <p:nvPr/>
        </p:nvGrpSpPr>
        <p:grpSpPr>
          <a:xfrm>
            <a:off x="152382" y="3947942"/>
            <a:ext cx="395804" cy="396000"/>
            <a:chOff x="1752597" y="2171695"/>
            <a:chExt cx="4317849" cy="4320005"/>
          </a:xfrm>
        </p:grpSpPr>
        <p:sp>
          <p:nvSpPr>
            <p:cNvPr id="19" name="Free-form: Shape 18">
              <a:extLst>
                <a:ext uri="{FF2B5EF4-FFF2-40B4-BE49-F238E27FC236}">
                  <a16:creationId xmlns:a16="http://schemas.microsoft.com/office/drawing/2014/main" id="{2EBD7FCB-41B2-470B-0261-5109CE18D10F}"/>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EA73DF09-1743-4507-FFA8-A03A39BA1789}"/>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1" name="Group 20">
            <a:extLst>
              <a:ext uri="{FF2B5EF4-FFF2-40B4-BE49-F238E27FC236}">
                <a16:creationId xmlns:a16="http://schemas.microsoft.com/office/drawing/2014/main" id="{C462AD19-5E92-C2C9-71CA-00A2682D7CC9}"/>
              </a:ext>
            </a:extLst>
          </p:cNvPr>
          <p:cNvGrpSpPr>
            <a:grpSpLocks noChangeAspect="1"/>
          </p:cNvGrpSpPr>
          <p:nvPr/>
        </p:nvGrpSpPr>
        <p:grpSpPr>
          <a:xfrm>
            <a:off x="149628" y="4541942"/>
            <a:ext cx="395804" cy="396000"/>
            <a:chOff x="1752597" y="2171695"/>
            <a:chExt cx="4317849" cy="4320005"/>
          </a:xfrm>
        </p:grpSpPr>
        <p:sp>
          <p:nvSpPr>
            <p:cNvPr id="22" name="Free-form: Shape 21">
              <a:extLst>
                <a:ext uri="{FF2B5EF4-FFF2-40B4-BE49-F238E27FC236}">
                  <a16:creationId xmlns:a16="http://schemas.microsoft.com/office/drawing/2014/main" id="{90E8F6B5-DA85-4703-634A-16BBBFBE7A2E}"/>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3" name="Free-form: Shape 22">
              <a:extLst>
                <a:ext uri="{FF2B5EF4-FFF2-40B4-BE49-F238E27FC236}">
                  <a16:creationId xmlns:a16="http://schemas.microsoft.com/office/drawing/2014/main" id="{A107B2EC-637E-D0B0-1BD9-1239D27B07F0}"/>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4" name="Group 23">
            <a:extLst>
              <a:ext uri="{FF2B5EF4-FFF2-40B4-BE49-F238E27FC236}">
                <a16:creationId xmlns:a16="http://schemas.microsoft.com/office/drawing/2014/main" id="{4D461971-3B6E-6CB1-5B9C-90DA827051E3}"/>
              </a:ext>
            </a:extLst>
          </p:cNvPr>
          <p:cNvGrpSpPr>
            <a:grpSpLocks noChangeAspect="1"/>
          </p:cNvGrpSpPr>
          <p:nvPr/>
        </p:nvGrpSpPr>
        <p:grpSpPr>
          <a:xfrm>
            <a:off x="146874" y="5420752"/>
            <a:ext cx="395804" cy="396000"/>
            <a:chOff x="1752597" y="2171695"/>
            <a:chExt cx="4317849" cy="4320005"/>
          </a:xfrm>
        </p:grpSpPr>
        <p:sp>
          <p:nvSpPr>
            <p:cNvPr id="25" name="Free-form: Shape 24">
              <a:extLst>
                <a:ext uri="{FF2B5EF4-FFF2-40B4-BE49-F238E27FC236}">
                  <a16:creationId xmlns:a16="http://schemas.microsoft.com/office/drawing/2014/main" id="{D7A73B05-7C3B-90FA-CC01-C59A881592ED}"/>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6" name="Free-form: Shape 25">
              <a:extLst>
                <a:ext uri="{FF2B5EF4-FFF2-40B4-BE49-F238E27FC236}">
                  <a16:creationId xmlns:a16="http://schemas.microsoft.com/office/drawing/2014/main" id="{A1D3EA25-F7DD-795C-2D03-73ED37AC17C3}"/>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27" name="Group 26">
            <a:extLst>
              <a:ext uri="{FF2B5EF4-FFF2-40B4-BE49-F238E27FC236}">
                <a16:creationId xmlns:a16="http://schemas.microsoft.com/office/drawing/2014/main" id="{8E9F1CCD-77F2-B059-CBB2-1B9C2221D17A}"/>
              </a:ext>
            </a:extLst>
          </p:cNvPr>
          <p:cNvGrpSpPr>
            <a:grpSpLocks noChangeAspect="1"/>
          </p:cNvGrpSpPr>
          <p:nvPr/>
        </p:nvGrpSpPr>
        <p:grpSpPr>
          <a:xfrm>
            <a:off x="144120" y="6074712"/>
            <a:ext cx="395804" cy="396000"/>
            <a:chOff x="1752597" y="2171695"/>
            <a:chExt cx="4317849" cy="4320005"/>
          </a:xfrm>
        </p:grpSpPr>
        <p:sp>
          <p:nvSpPr>
            <p:cNvPr id="28" name="Free-form: Shape 27">
              <a:extLst>
                <a:ext uri="{FF2B5EF4-FFF2-40B4-BE49-F238E27FC236}">
                  <a16:creationId xmlns:a16="http://schemas.microsoft.com/office/drawing/2014/main" id="{CA2AB232-F9C3-372A-3062-BE725962A285}"/>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29" name="Free-form: Shape 28">
              <a:extLst>
                <a:ext uri="{FF2B5EF4-FFF2-40B4-BE49-F238E27FC236}">
                  <a16:creationId xmlns:a16="http://schemas.microsoft.com/office/drawing/2014/main" id="{FF16138F-D0C3-D08C-24E8-B5136BC26B3E}"/>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329735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247CF8-1D7F-CD2D-AF9F-FBAA2F751E3E}"/>
              </a:ext>
            </a:extLst>
          </p:cNvPr>
          <p:cNvPicPr>
            <a:picLocks noChangeAspect="1"/>
          </p:cNvPicPr>
          <p:nvPr/>
        </p:nvPicPr>
        <p:blipFill>
          <a:blip r:embed="rId2"/>
          <a:stretch>
            <a:fillRect/>
          </a:stretch>
        </p:blipFill>
        <p:spPr>
          <a:xfrm>
            <a:off x="528917" y="2355114"/>
            <a:ext cx="11134165" cy="2147771"/>
          </a:xfrm>
          <a:prstGeom prst="rect">
            <a:avLst/>
          </a:prstGeom>
        </p:spPr>
      </p:pic>
      <p:grpSp>
        <p:nvGrpSpPr>
          <p:cNvPr id="2" name="Group 1">
            <a:extLst>
              <a:ext uri="{FF2B5EF4-FFF2-40B4-BE49-F238E27FC236}">
                <a16:creationId xmlns:a16="http://schemas.microsoft.com/office/drawing/2014/main" id="{F14252F6-28C5-F420-8962-BC13E0D83F04}"/>
              </a:ext>
            </a:extLst>
          </p:cNvPr>
          <p:cNvGrpSpPr>
            <a:grpSpLocks noChangeAspect="1"/>
          </p:cNvGrpSpPr>
          <p:nvPr/>
        </p:nvGrpSpPr>
        <p:grpSpPr>
          <a:xfrm>
            <a:off x="208063" y="2532715"/>
            <a:ext cx="395804" cy="396000"/>
            <a:chOff x="1752597" y="2171695"/>
            <a:chExt cx="4317849" cy="4320005"/>
          </a:xfrm>
        </p:grpSpPr>
        <p:sp>
          <p:nvSpPr>
            <p:cNvPr id="3" name="Free-form: Shape 2">
              <a:extLst>
                <a:ext uri="{FF2B5EF4-FFF2-40B4-BE49-F238E27FC236}">
                  <a16:creationId xmlns:a16="http://schemas.microsoft.com/office/drawing/2014/main" id="{7D84CC6D-3EDC-8C25-EFCB-5F64D8C328C7}"/>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4" name="Free-form: Shape 3">
              <a:extLst>
                <a:ext uri="{FF2B5EF4-FFF2-40B4-BE49-F238E27FC236}">
                  <a16:creationId xmlns:a16="http://schemas.microsoft.com/office/drawing/2014/main" id="{98DE4CA2-59AB-89F3-8A53-326362F16C51}"/>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6" name="Group 5">
            <a:extLst>
              <a:ext uri="{FF2B5EF4-FFF2-40B4-BE49-F238E27FC236}">
                <a16:creationId xmlns:a16="http://schemas.microsoft.com/office/drawing/2014/main" id="{0C9F6950-4ECA-7112-6B2B-A109E05ACBE4}"/>
              </a:ext>
            </a:extLst>
          </p:cNvPr>
          <p:cNvGrpSpPr>
            <a:grpSpLocks noChangeAspect="1"/>
          </p:cNvGrpSpPr>
          <p:nvPr/>
        </p:nvGrpSpPr>
        <p:grpSpPr>
          <a:xfrm>
            <a:off x="208067" y="3126409"/>
            <a:ext cx="395804" cy="396000"/>
            <a:chOff x="1752597" y="2171695"/>
            <a:chExt cx="4317849" cy="4320005"/>
          </a:xfrm>
        </p:grpSpPr>
        <p:sp>
          <p:nvSpPr>
            <p:cNvPr id="7" name="Free-form: Shape 6">
              <a:extLst>
                <a:ext uri="{FF2B5EF4-FFF2-40B4-BE49-F238E27FC236}">
                  <a16:creationId xmlns:a16="http://schemas.microsoft.com/office/drawing/2014/main" id="{4B90A1FC-44A7-492B-994A-AE16D643E383}"/>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8" name="Free-form: Shape 7">
              <a:extLst>
                <a:ext uri="{FF2B5EF4-FFF2-40B4-BE49-F238E27FC236}">
                  <a16:creationId xmlns:a16="http://schemas.microsoft.com/office/drawing/2014/main" id="{78DA9F37-AFCF-B7EF-8AA7-598728D6DD45}"/>
                </a:ext>
              </a:extLst>
            </p:cNvPr>
            <p:cNvSpPr/>
            <p:nvPr/>
          </p:nvSpPr>
          <p:spPr>
            <a:xfrm>
              <a:off x="1752597" y="2171695"/>
              <a:ext cx="4317809" cy="2160005"/>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9" name="Group 8">
            <a:extLst>
              <a:ext uri="{FF2B5EF4-FFF2-40B4-BE49-F238E27FC236}">
                <a16:creationId xmlns:a16="http://schemas.microsoft.com/office/drawing/2014/main" id="{E1E0F155-E811-E858-90BF-A0B4E36BCB03}"/>
              </a:ext>
            </a:extLst>
          </p:cNvPr>
          <p:cNvGrpSpPr>
            <a:grpSpLocks noChangeAspect="1"/>
          </p:cNvGrpSpPr>
          <p:nvPr/>
        </p:nvGrpSpPr>
        <p:grpSpPr>
          <a:xfrm>
            <a:off x="208063" y="3779060"/>
            <a:ext cx="395804" cy="396000"/>
            <a:chOff x="1752597" y="2171695"/>
            <a:chExt cx="4317849" cy="4320005"/>
          </a:xfrm>
        </p:grpSpPr>
        <p:sp>
          <p:nvSpPr>
            <p:cNvPr id="10" name="Free-form: Shape 9">
              <a:extLst>
                <a:ext uri="{FF2B5EF4-FFF2-40B4-BE49-F238E27FC236}">
                  <a16:creationId xmlns:a16="http://schemas.microsoft.com/office/drawing/2014/main" id="{C34F143E-54AE-36B2-09C4-0903C206AED3}"/>
                </a:ext>
              </a:extLst>
            </p:cNvPr>
            <p:cNvSpPr/>
            <p:nvPr/>
          </p:nvSpPr>
          <p:spPr>
            <a:xfrm>
              <a:off x="1753779" y="4331700"/>
              <a:ext cx="4316667" cy="2160000"/>
            </a:xfrm>
            <a:custGeom>
              <a:avLst/>
              <a:gdLst>
                <a:gd name="connsiteX0" fmla="*/ 685032 w 4316667"/>
                <a:gd name="connsiteY0" fmla="*/ 0 h 2160000"/>
                <a:gd name="connsiteX1" fmla="*/ 4316627 w 4316667"/>
                <a:gd name="connsiteY1" fmla="*/ 0 h 2160000"/>
                <a:gd name="connsiteX2" fmla="*/ 4316634 w 4316667"/>
                <a:gd name="connsiteY2" fmla="*/ 35 h 2160000"/>
                <a:gd name="connsiteX3" fmla="*/ 4276395 w 4316667"/>
                <a:gd name="connsiteY3" fmla="*/ 103397 h 2160000"/>
                <a:gd name="connsiteX4" fmla="*/ 4237526 w 4316667"/>
                <a:gd name="connsiteY4" fmla="*/ 131665 h 2160000"/>
                <a:gd name="connsiteX5" fmla="*/ 209768 w 4316667"/>
                <a:gd name="connsiteY5" fmla="*/ 2145214 h 2160000"/>
                <a:gd name="connsiteX6" fmla="*/ 145837 w 4316667"/>
                <a:gd name="connsiteY6" fmla="*/ 2160000 h 2160000"/>
                <a:gd name="connsiteX7" fmla="*/ 145751 w 4316667"/>
                <a:gd name="connsiteY7" fmla="*/ 2160000 h 2160000"/>
                <a:gd name="connsiteX8" fmla="*/ 81820 w 4316667"/>
                <a:gd name="connsiteY8" fmla="*/ 2145214 h 2160000"/>
                <a:gd name="connsiteX9" fmla="*/ 14825 w 4316667"/>
                <a:gd name="connsiteY9" fmla="*/ 1950287 h 2160000"/>
                <a:gd name="connsiteX10" fmla="*/ 685621 w 4316667"/>
                <a:gd name="connsiteY10" fmla="*/ 524476 h 2160000"/>
                <a:gd name="connsiteX11" fmla="*/ 685032 w 4316667"/>
                <a:gd name="connsiteY11" fmla="*/ 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6667" h="2160000">
                  <a:moveTo>
                    <a:pt x="685032" y="0"/>
                  </a:moveTo>
                  <a:lnTo>
                    <a:pt x="4316627" y="0"/>
                  </a:lnTo>
                  <a:lnTo>
                    <a:pt x="4316634" y="35"/>
                  </a:lnTo>
                  <a:cubicBezTo>
                    <a:pt x="4317430" y="37114"/>
                    <a:pt x="4304080" y="74496"/>
                    <a:pt x="4276395" y="103397"/>
                  </a:cubicBezTo>
                  <a:cubicBezTo>
                    <a:pt x="4265052" y="114855"/>
                    <a:pt x="4251929" y="124406"/>
                    <a:pt x="4237526" y="131665"/>
                  </a:cubicBezTo>
                  <a:lnTo>
                    <a:pt x="209768" y="2145214"/>
                  </a:lnTo>
                  <a:lnTo>
                    <a:pt x="145837" y="2160000"/>
                  </a:lnTo>
                  <a:lnTo>
                    <a:pt x="145751" y="2160000"/>
                  </a:lnTo>
                  <a:lnTo>
                    <a:pt x="81820" y="2145214"/>
                  </a:lnTo>
                  <a:cubicBezTo>
                    <a:pt x="9486" y="2109892"/>
                    <a:pt x="-20510" y="2022607"/>
                    <a:pt x="14825" y="1950287"/>
                  </a:cubicBezTo>
                  <a:lnTo>
                    <a:pt x="685621" y="524476"/>
                  </a:lnTo>
                  <a:lnTo>
                    <a:pt x="685032" y="0"/>
                  </a:lnTo>
                  <a:close/>
                </a:path>
              </a:pathLst>
            </a:cu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1" name="Free-form: Shape 10">
              <a:extLst>
                <a:ext uri="{FF2B5EF4-FFF2-40B4-BE49-F238E27FC236}">
                  <a16:creationId xmlns:a16="http://schemas.microsoft.com/office/drawing/2014/main" id="{4FC70DFD-D871-21C9-3724-7FC17B8E8D6F}"/>
                </a:ext>
              </a:extLst>
            </p:cNvPr>
            <p:cNvSpPr/>
            <p:nvPr/>
          </p:nvSpPr>
          <p:spPr>
            <a:xfrm>
              <a:off x="1752597" y="2171695"/>
              <a:ext cx="4317805" cy="2160003"/>
            </a:xfrm>
            <a:custGeom>
              <a:avLst/>
              <a:gdLst>
                <a:gd name="connsiteX0" fmla="*/ 152459 w 4317809"/>
                <a:gd name="connsiteY0" fmla="*/ 149 h 2160005"/>
                <a:gd name="connsiteX1" fmla="*/ 208594 w 4317809"/>
                <a:gd name="connsiteY1" fmla="*/ 14267 h 2160005"/>
                <a:gd name="connsiteX2" fmla="*/ 4236942 w 4317809"/>
                <a:gd name="connsiteY2" fmla="*/ 2033129 h 2160005"/>
                <a:gd name="connsiteX3" fmla="*/ 4273185 w 4317809"/>
                <a:gd name="connsiteY3" fmla="*/ 2058503 h 2160005"/>
                <a:gd name="connsiteX4" fmla="*/ 4306038 w 4317809"/>
                <a:gd name="connsiteY4" fmla="*/ 2105749 h 2160005"/>
                <a:gd name="connsiteX5" fmla="*/ 4317809 w 4317809"/>
                <a:gd name="connsiteY5" fmla="*/ 2160005 h 2160005"/>
                <a:gd name="connsiteX6" fmla="*/ 686214 w 4317809"/>
                <a:gd name="connsiteY6" fmla="*/ 2160005 h 2160005"/>
                <a:gd name="connsiteX7" fmla="*/ 685625 w 4317809"/>
                <a:gd name="connsiteY7" fmla="*/ 1636182 h 2160005"/>
                <a:gd name="connsiteX8" fmla="*/ 14240 w 4317809"/>
                <a:gd name="connsiteY8" fmla="*/ 208618 h 2160005"/>
                <a:gd name="connsiteX9" fmla="*/ 14240 w 4317809"/>
                <a:gd name="connsiteY9" fmla="*/ 82951 h 2160005"/>
                <a:gd name="connsiteX10" fmla="*/ 97187 w 4317809"/>
                <a:gd name="connsiteY10" fmla="*/ 8365 h 2160005"/>
                <a:gd name="connsiteX11" fmla="*/ 152459 w 4317809"/>
                <a:gd name="connsiteY11" fmla="*/ 149 h 216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7809" h="2160005">
                  <a:moveTo>
                    <a:pt x="152459" y="149"/>
                  </a:moveTo>
                  <a:cubicBezTo>
                    <a:pt x="171375" y="1010"/>
                    <a:pt x="190434" y="5593"/>
                    <a:pt x="208594" y="14267"/>
                  </a:cubicBezTo>
                  <a:lnTo>
                    <a:pt x="4236942" y="2033129"/>
                  </a:lnTo>
                  <a:cubicBezTo>
                    <a:pt x="4250256" y="2039671"/>
                    <a:pt x="4262470" y="2048235"/>
                    <a:pt x="4273185" y="2058503"/>
                  </a:cubicBezTo>
                  <a:cubicBezTo>
                    <a:pt x="4287633" y="2072345"/>
                    <a:pt x="4298592" y="2088460"/>
                    <a:pt x="4306038" y="2105749"/>
                  </a:cubicBezTo>
                  <a:lnTo>
                    <a:pt x="4317809" y="2160005"/>
                  </a:lnTo>
                  <a:lnTo>
                    <a:pt x="686214" y="2160005"/>
                  </a:lnTo>
                  <a:lnTo>
                    <a:pt x="685625" y="1636182"/>
                  </a:lnTo>
                  <a:lnTo>
                    <a:pt x="14240" y="208618"/>
                  </a:lnTo>
                  <a:cubicBezTo>
                    <a:pt x="-4746" y="168879"/>
                    <a:pt x="-4746" y="122689"/>
                    <a:pt x="14240" y="82951"/>
                  </a:cubicBezTo>
                  <a:cubicBezTo>
                    <a:pt x="31588" y="46631"/>
                    <a:pt x="62019" y="20783"/>
                    <a:pt x="97187" y="8365"/>
                  </a:cubicBezTo>
                  <a:cubicBezTo>
                    <a:pt x="114772" y="2149"/>
                    <a:pt x="133543" y="-712"/>
                    <a:pt x="152459" y="149"/>
                  </a:cubicBezTo>
                  <a:close/>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spTree>
    <p:extLst>
      <p:ext uri="{BB962C8B-B14F-4D97-AF65-F5344CB8AC3E}">
        <p14:creationId xmlns:p14="http://schemas.microsoft.com/office/powerpoint/2010/main" val="323388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2C53F-0EAB-AEEB-A0F2-6E5C5D8C2C0C}"/>
              </a:ext>
            </a:extLst>
          </p:cNvPr>
          <p:cNvPicPr>
            <a:picLocks noChangeAspect="1"/>
          </p:cNvPicPr>
          <p:nvPr/>
        </p:nvPicPr>
        <p:blipFill>
          <a:blip r:embed="rId2"/>
          <a:stretch>
            <a:fillRect/>
          </a:stretch>
        </p:blipFill>
        <p:spPr>
          <a:xfrm>
            <a:off x="0" y="156410"/>
            <a:ext cx="12192000" cy="6545179"/>
          </a:xfrm>
          <a:prstGeom prst="rect">
            <a:avLst/>
          </a:prstGeom>
        </p:spPr>
      </p:pic>
    </p:spTree>
    <p:extLst>
      <p:ext uri="{BB962C8B-B14F-4D97-AF65-F5344CB8AC3E}">
        <p14:creationId xmlns:p14="http://schemas.microsoft.com/office/powerpoint/2010/main" val="1510876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25E783-DA32-8FB7-64A0-30E32EE424D4}"/>
              </a:ext>
            </a:extLst>
          </p:cNvPr>
          <p:cNvPicPr>
            <a:picLocks noChangeAspect="1"/>
          </p:cNvPicPr>
          <p:nvPr/>
        </p:nvPicPr>
        <p:blipFill>
          <a:blip r:embed="rId2"/>
          <a:stretch>
            <a:fillRect/>
          </a:stretch>
        </p:blipFill>
        <p:spPr>
          <a:xfrm>
            <a:off x="0" y="176464"/>
            <a:ext cx="12192000" cy="1560896"/>
          </a:xfrm>
          <a:prstGeom prst="rect">
            <a:avLst/>
          </a:prstGeom>
        </p:spPr>
      </p:pic>
      <p:pic>
        <p:nvPicPr>
          <p:cNvPr id="7" name="Picture 6">
            <a:extLst>
              <a:ext uri="{FF2B5EF4-FFF2-40B4-BE49-F238E27FC236}">
                <a16:creationId xmlns:a16="http://schemas.microsoft.com/office/drawing/2014/main" id="{1F9EED23-392A-CF0D-40CF-A61121A77281}"/>
              </a:ext>
            </a:extLst>
          </p:cNvPr>
          <p:cNvPicPr>
            <a:picLocks noChangeAspect="1"/>
          </p:cNvPicPr>
          <p:nvPr/>
        </p:nvPicPr>
        <p:blipFill>
          <a:blip r:embed="rId3"/>
          <a:stretch>
            <a:fillRect/>
          </a:stretch>
        </p:blipFill>
        <p:spPr>
          <a:xfrm>
            <a:off x="4914735" y="1452777"/>
            <a:ext cx="2362530" cy="895475"/>
          </a:xfrm>
          <a:prstGeom prst="rect">
            <a:avLst/>
          </a:prstGeom>
        </p:spPr>
      </p:pic>
      <p:pic>
        <p:nvPicPr>
          <p:cNvPr id="18" name="Picture 17">
            <a:extLst>
              <a:ext uri="{FF2B5EF4-FFF2-40B4-BE49-F238E27FC236}">
                <a16:creationId xmlns:a16="http://schemas.microsoft.com/office/drawing/2014/main" id="{0CD4E045-8D06-A19F-BFCC-6AB3B7A68A29}"/>
              </a:ext>
            </a:extLst>
          </p:cNvPr>
          <p:cNvPicPr>
            <a:picLocks noChangeAspect="1"/>
          </p:cNvPicPr>
          <p:nvPr/>
        </p:nvPicPr>
        <p:blipFill>
          <a:blip r:embed="rId4"/>
          <a:stretch>
            <a:fillRect/>
          </a:stretch>
        </p:blipFill>
        <p:spPr>
          <a:xfrm>
            <a:off x="345449" y="1585294"/>
            <a:ext cx="11501101" cy="4882100"/>
          </a:xfrm>
          <a:prstGeom prst="rect">
            <a:avLst/>
          </a:prstGeom>
        </p:spPr>
      </p:pic>
    </p:spTree>
    <p:extLst>
      <p:ext uri="{BB962C8B-B14F-4D97-AF65-F5344CB8AC3E}">
        <p14:creationId xmlns:p14="http://schemas.microsoft.com/office/powerpoint/2010/main" val="360798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7EFFB7-0A74-785F-04B0-CD8E76E395E2}"/>
              </a:ext>
            </a:extLst>
          </p:cNvPr>
          <p:cNvPicPr>
            <a:picLocks noChangeAspect="1"/>
          </p:cNvPicPr>
          <p:nvPr/>
        </p:nvPicPr>
        <p:blipFill>
          <a:blip r:embed="rId2"/>
          <a:stretch>
            <a:fillRect/>
          </a:stretch>
        </p:blipFill>
        <p:spPr>
          <a:xfrm>
            <a:off x="545432" y="609600"/>
            <a:ext cx="10828421" cy="5759116"/>
          </a:xfrm>
          <a:prstGeom prst="rect">
            <a:avLst/>
          </a:prstGeom>
        </p:spPr>
      </p:pic>
      <p:sp>
        <p:nvSpPr>
          <p:cNvPr id="4" name="TextBox 3">
            <a:extLst>
              <a:ext uri="{FF2B5EF4-FFF2-40B4-BE49-F238E27FC236}">
                <a16:creationId xmlns:a16="http://schemas.microsoft.com/office/drawing/2014/main" id="{C3406381-C96D-F808-FE1B-41B3DDED0870}"/>
              </a:ext>
            </a:extLst>
          </p:cNvPr>
          <p:cNvSpPr txBox="1"/>
          <p:nvPr/>
        </p:nvSpPr>
        <p:spPr>
          <a:xfrm>
            <a:off x="873768" y="1335235"/>
            <a:ext cx="10444463" cy="4985980"/>
          </a:xfrm>
          <a:prstGeom prst="rect">
            <a:avLst/>
          </a:prstGeom>
          <a:noFill/>
        </p:spPr>
        <p:txBody>
          <a:bodyPr wrap="square">
            <a:spAutoFit/>
          </a:bodyPr>
          <a:lstStyle/>
          <a:p>
            <a:pPr>
              <a:lnSpc>
                <a:spcPts val="48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			They may meet older criminals who can have a bad influence on them. As a result, instead of improving their behaviour, they may learn new crimes. In addition, prison can be a violent and stressful place, which can affect young people’s mental health. Therefore, sending teenagers to prison can make the situation worse rather than better.</a:t>
            </a:r>
          </a:p>
        </p:txBody>
      </p:sp>
    </p:spTree>
    <p:extLst>
      <p:ext uri="{BB962C8B-B14F-4D97-AF65-F5344CB8AC3E}">
        <p14:creationId xmlns:p14="http://schemas.microsoft.com/office/powerpoint/2010/main" val="4275591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D27784-0E19-C5C4-4990-35FB5FB00210}"/>
              </a:ext>
            </a:extLst>
          </p:cNvPr>
          <p:cNvPicPr>
            <a:picLocks noChangeAspect="1"/>
          </p:cNvPicPr>
          <p:nvPr/>
        </p:nvPicPr>
        <p:blipFill>
          <a:blip r:embed="rId2"/>
          <a:stretch>
            <a:fillRect/>
          </a:stretch>
        </p:blipFill>
        <p:spPr>
          <a:xfrm>
            <a:off x="238461" y="828716"/>
            <a:ext cx="11715078" cy="5512123"/>
          </a:xfrm>
          <a:prstGeom prst="rect">
            <a:avLst/>
          </a:prstGeom>
        </p:spPr>
      </p:pic>
      <p:sp>
        <p:nvSpPr>
          <p:cNvPr id="7" name="TextBox 6">
            <a:extLst>
              <a:ext uri="{FF2B5EF4-FFF2-40B4-BE49-F238E27FC236}">
                <a16:creationId xmlns:a16="http://schemas.microsoft.com/office/drawing/2014/main" id="{5AC09F5B-81E4-9D87-3662-AFD14EDCFB0A}"/>
              </a:ext>
            </a:extLst>
          </p:cNvPr>
          <p:cNvSpPr txBox="1"/>
          <p:nvPr/>
        </p:nvSpPr>
        <p:spPr>
          <a:xfrm>
            <a:off x="618969" y="1130957"/>
            <a:ext cx="10954062" cy="3952364"/>
          </a:xfrm>
          <a:prstGeom prst="rect">
            <a:avLst/>
          </a:prstGeom>
          <a:noFill/>
        </p:spPr>
        <p:txBody>
          <a:bodyPr wrap="square">
            <a:spAutoFit/>
          </a:bodyPr>
          <a:lstStyle/>
          <a:p>
            <a:pPr>
              <a:lnSpc>
                <a:spcPts val="43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								Employers may not want to hire someone with a criminal record. As a result, these young people may feel frustrated and excluded from society. Because of this, they might return to crime as the only way to survive. Therefore, sending teenagers to prison can have long-term negative effects on their future.</a:t>
            </a:r>
          </a:p>
        </p:txBody>
      </p:sp>
    </p:spTree>
    <p:extLst>
      <p:ext uri="{BB962C8B-B14F-4D97-AF65-F5344CB8AC3E}">
        <p14:creationId xmlns:p14="http://schemas.microsoft.com/office/powerpoint/2010/main" val="73137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01BAD9-3A47-8CF7-C7CB-B4C9F5B04DF7}"/>
              </a:ext>
            </a:extLst>
          </p:cNvPr>
          <p:cNvPicPr>
            <a:picLocks noChangeAspect="1"/>
          </p:cNvPicPr>
          <p:nvPr/>
        </p:nvPicPr>
        <p:blipFill>
          <a:blip r:embed="rId2"/>
          <a:stretch>
            <a:fillRect/>
          </a:stretch>
        </p:blipFill>
        <p:spPr>
          <a:xfrm>
            <a:off x="98612" y="1409075"/>
            <a:ext cx="11994776" cy="4182256"/>
          </a:xfrm>
          <a:prstGeom prst="rect">
            <a:avLst/>
          </a:prstGeom>
        </p:spPr>
      </p:pic>
      <p:sp>
        <p:nvSpPr>
          <p:cNvPr id="7" name="TextBox 6">
            <a:extLst>
              <a:ext uri="{FF2B5EF4-FFF2-40B4-BE49-F238E27FC236}">
                <a16:creationId xmlns:a16="http://schemas.microsoft.com/office/drawing/2014/main" id="{2AC6E076-AF7E-8BB7-E757-06A3BD6F147B}"/>
              </a:ext>
            </a:extLst>
          </p:cNvPr>
          <p:cNvSpPr txBox="1"/>
          <p:nvPr/>
        </p:nvSpPr>
        <p:spPr>
          <a:xfrm>
            <a:off x="1922487" y="3151189"/>
            <a:ext cx="9829801" cy="2727029"/>
          </a:xfrm>
          <a:prstGeom prst="rect">
            <a:avLst/>
          </a:prstGeom>
          <a:noFill/>
        </p:spPr>
        <p:txBody>
          <a:bodyPr wrap="square">
            <a:spAutoFit/>
          </a:bodyPr>
          <a:lstStyle/>
          <a:p>
            <a:pPr>
              <a:lnSpc>
                <a:spcPct val="107000"/>
              </a:lnSpc>
              <a:spcAft>
                <a:spcPts val="800"/>
              </a:spcAft>
              <a:buNone/>
            </a:pPr>
            <a:r>
              <a:rPr lang="en-GB" sz="3200" kern="100" dirty="0">
                <a:solidFill>
                  <a:srgbClr val="0070C0"/>
                </a:solidFill>
                <a:effectLst/>
                <a:latin typeface="Segoe Print" panose="02000600000000000000" pitchFamily="2" charset="0"/>
                <a:ea typeface="Aptos" panose="020B0004020202020204" pitchFamily="34" charset="0"/>
                <a:cs typeface="Times New Roman" panose="02020603050405020304" pitchFamily="18" charset="0"/>
              </a:rPr>
              <a:t>						Instead of prison, they should be given education and support to help them change their behaviour. This will help them become better members of society and reduce crime in the future.</a:t>
            </a:r>
          </a:p>
        </p:txBody>
      </p:sp>
    </p:spTree>
    <p:extLst>
      <p:ext uri="{BB962C8B-B14F-4D97-AF65-F5344CB8AC3E}">
        <p14:creationId xmlns:p14="http://schemas.microsoft.com/office/powerpoint/2010/main" val="51513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187CDF-E535-3761-B739-A07473B048DF}"/>
              </a:ext>
            </a:extLst>
          </p:cNvPr>
          <p:cNvPicPr>
            <a:picLocks noChangeAspect="1"/>
          </p:cNvPicPr>
          <p:nvPr/>
        </p:nvPicPr>
        <p:blipFill>
          <a:blip r:embed="rId2"/>
          <a:stretch>
            <a:fillRect/>
          </a:stretch>
        </p:blipFill>
        <p:spPr>
          <a:xfrm>
            <a:off x="336884" y="481263"/>
            <a:ext cx="11389895" cy="5759116"/>
          </a:xfrm>
          <a:prstGeom prst="rect">
            <a:avLst/>
          </a:prstGeom>
        </p:spPr>
      </p:pic>
    </p:spTree>
    <p:extLst>
      <p:ext uri="{BB962C8B-B14F-4D97-AF65-F5344CB8AC3E}">
        <p14:creationId xmlns:p14="http://schemas.microsoft.com/office/powerpoint/2010/main" val="4122186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1BEFA7-FCC6-AE68-44C2-6F441741C7F9}"/>
              </a:ext>
            </a:extLst>
          </p:cNvPr>
          <p:cNvPicPr>
            <a:picLocks noChangeAspect="1"/>
          </p:cNvPicPr>
          <p:nvPr/>
        </p:nvPicPr>
        <p:blipFill>
          <a:blip r:embed="rId2"/>
          <a:stretch>
            <a:fillRect/>
          </a:stretch>
        </p:blipFill>
        <p:spPr>
          <a:xfrm>
            <a:off x="673768" y="418238"/>
            <a:ext cx="10812379" cy="6021523"/>
          </a:xfrm>
          <a:prstGeom prst="rect">
            <a:avLst/>
          </a:prstGeom>
        </p:spPr>
      </p:pic>
    </p:spTree>
    <p:extLst>
      <p:ext uri="{BB962C8B-B14F-4D97-AF65-F5344CB8AC3E}">
        <p14:creationId xmlns:p14="http://schemas.microsoft.com/office/powerpoint/2010/main" val="2566685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48C4B6-1F4F-80F5-4507-EC5BC53B4D24}"/>
              </a:ext>
            </a:extLst>
          </p:cNvPr>
          <p:cNvPicPr>
            <a:picLocks noChangeAspect="1"/>
          </p:cNvPicPr>
          <p:nvPr/>
        </p:nvPicPr>
        <p:blipFill>
          <a:blip r:embed="rId2"/>
          <a:stretch>
            <a:fillRect/>
          </a:stretch>
        </p:blipFill>
        <p:spPr>
          <a:xfrm>
            <a:off x="320842" y="1073901"/>
            <a:ext cx="11550316" cy="5246688"/>
          </a:xfrm>
          <a:prstGeom prst="rect">
            <a:avLst/>
          </a:prstGeom>
        </p:spPr>
      </p:pic>
    </p:spTree>
    <p:extLst>
      <p:ext uri="{BB962C8B-B14F-4D97-AF65-F5344CB8AC3E}">
        <p14:creationId xmlns:p14="http://schemas.microsoft.com/office/powerpoint/2010/main" val="3684232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42C49-C174-089B-DE31-33FCC62FABCB}"/>
              </a:ext>
            </a:extLst>
          </p:cNvPr>
          <p:cNvPicPr>
            <a:picLocks noChangeAspect="1"/>
          </p:cNvPicPr>
          <p:nvPr/>
        </p:nvPicPr>
        <p:blipFill>
          <a:blip r:embed="rId2"/>
          <a:stretch>
            <a:fillRect/>
          </a:stretch>
        </p:blipFill>
        <p:spPr>
          <a:xfrm>
            <a:off x="753979" y="2342832"/>
            <a:ext cx="10684042" cy="2172335"/>
          </a:xfrm>
          <a:prstGeom prst="rect">
            <a:avLst/>
          </a:prstGeom>
        </p:spPr>
      </p:pic>
    </p:spTree>
    <p:extLst>
      <p:ext uri="{BB962C8B-B14F-4D97-AF65-F5344CB8AC3E}">
        <p14:creationId xmlns:p14="http://schemas.microsoft.com/office/powerpoint/2010/main" val="3193128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1F05C3-41FE-4117-B4D3-CFE8BC42D5B8}">
  <ds:schemaRefs>
    <ds:schemaRef ds:uri="http://schemas.microsoft.com/sharepoint/v3/contenttype/forms"/>
  </ds:schemaRefs>
</ds:datastoreItem>
</file>

<file path=customXml/itemProps2.xml><?xml version="1.0" encoding="utf-8"?>
<ds:datastoreItem xmlns:ds="http://schemas.openxmlformats.org/officeDocument/2006/customXml" ds:itemID="{0B3C06ED-3672-4FD8-9CF2-8F6F7539CA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A3727A-0D49-40F8-B4BB-FCAB0D1B6FAA}">
  <ds:schemaRefs>
    <ds:schemaRef ds:uri="http://purl.org/dc/term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31635c7e-3a11-4128-b6ca-f17fd774e46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324</TotalTime>
  <Words>1140</Words>
  <Application>Microsoft Office PowerPoint</Application>
  <PresentationFormat>Widescreen</PresentationFormat>
  <Paragraphs>42</Paragraphs>
  <Slides>26</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Segoe Print</vt:lpstr>
      <vt:lpstr>office theme</vt:lpstr>
      <vt:lpstr>Plus FCE Opinion Piece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Andrew Patterson</cp:lastModifiedBy>
  <cp:revision>5</cp:revision>
  <dcterms:created xsi:type="dcterms:W3CDTF">2026-06-11T09:33:30Z</dcterms:created>
  <dcterms:modified xsi:type="dcterms:W3CDTF">2026-06-11T18:19:14Z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