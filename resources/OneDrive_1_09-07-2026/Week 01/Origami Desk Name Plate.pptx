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06" r:id="rId6"/>
    <p:sldId id="307" r:id="rId7"/>
    <p:sldId id="308" r:id="rId8"/>
    <p:sldId id="309" r:id="rId9"/>
    <p:sldId id="310" r:id="rId10"/>
    <p:sldId id="302" r:id="rId11"/>
    <p:sldId id="305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D555E0-C54E-46AC-8190-D0955619DCEC}" v="14" dt="2026-02-26T11:45:36.941"/>
    <p1510:client id="{C2C970CF-A846-44EF-B1CA-8A36ECBCE152}" v="17" dt="2026-02-26T12:13:39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Origami Desk Nameplate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B04C73-29C5-76E8-9B8E-5DE1F2A197A2}"/>
              </a:ext>
            </a:extLst>
          </p:cNvPr>
          <p:cNvSpPr/>
          <p:nvPr/>
        </p:nvSpPr>
        <p:spPr>
          <a:xfrm>
            <a:off x="1804791" y="690600"/>
            <a:ext cx="8582418" cy="5476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F4324-8B66-1780-2463-2CA599CC5EFE}"/>
              </a:ext>
            </a:extLst>
          </p:cNvPr>
          <p:cNvSpPr txBox="1"/>
          <p:nvPr/>
        </p:nvSpPr>
        <p:spPr>
          <a:xfrm>
            <a:off x="3563815" y="2367170"/>
            <a:ext cx="53222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Take a piece of A4 paper.</a:t>
            </a:r>
          </a:p>
        </p:txBody>
      </p:sp>
    </p:spTree>
    <p:extLst>
      <p:ext uri="{BB962C8B-B14F-4D97-AF65-F5344CB8AC3E}">
        <p14:creationId xmlns:p14="http://schemas.microsoft.com/office/powerpoint/2010/main" val="309158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0730F-AAB4-5277-CD8D-8DAB39AD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98AD7-BF6D-C860-0BE7-1F905D9F2DAE}"/>
              </a:ext>
            </a:extLst>
          </p:cNvPr>
          <p:cNvSpPr/>
          <p:nvPr/>
        </p:nvSpPr>
        <p:spPr>
          <a:xfrm>
            <a:off x="1207476" y="807831"/>
            <a:ext cx="5615917" cy="5476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38D41-45F7-E14A-01E9-F91517C79A48}"/>
              </a:ext>
            </a:extLst>
          </p:cNvPr>
          <p:cNvSpPr/>
          <p:nvPr/>
        </p:nvSpPr>
        <p:spPr>
          <a:xfrm>
            <a:off x="1207476" y="807831"/>
            <a:ext cx="1887417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52248"/>
              <a:gd name="csY0" fmla="*/ 0 h 5476799"/>
              <a:gd name="csX1" fmla="*/ 1852248 w 1852248"/>
              <a:gd name="csY1" fmla="*/ 82061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87417"/>
              <a:gd name="csY0" fmla="*/ 0 h 5476799"/>
              <a:gd name="csX1" fmla="*/ 1852248 w 1887417"/>
              <a:gd name="csY1" fmla="*/ 82061 h 5476799"/>
              <a:gd name="csX2" fmla="*/ 1887417 w 1887417"/>
              <a:gd name="csY2" fmla="*/ 5394738 h 5476799"/>
              <a:gd name="csX3" fmla="*/ 0 w 1887417"/>
              <a:gd name="csY3" fmla="*/ 5476799 h 5476799"/>
              <a:gd name="csX4" fmla="*/ 0 w 1887417"/>
              <a:gd name="csY4" fmla="*/ 0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7417" h="5476799">
                <a:moveTo>
                  <a:pt x="0" y="0"/>
                </a:moveTo>
                <a:lnTo>
                  <a:pt x="1852248" y="82061"/>
                </a:lnTo>
                <a:lnTo>
                  <a:pt x="1887417" y="5394738"/>
                </a:lnTo>
                <a:lnTo>
                  <a:pt x="0" y="54767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43530E-31F7-ABFE-4B61-FACAFE950E8A}"/>
              </a:ext>
            </a:extLst>
          </p:cNvPr>
          <p:cNvSpPr/>
          <p:nvPr/>
        </p:nvSpPr>
        <p:spPr>
          <a:xfrm>
            <a:off x="4959421" y="807830"/>
            <a:ext cx="1863972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476799 h 5476799"/>
              <a:gd name="csX4" fmla="*/ 0 w 1863972"/>
              <a:gd name="csY4" fmla="*/ 82062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383014 h 5476799"/>
              <a:gd name="csX4" fmla="*/ 0 w 1863972"/>
              <a:gd name="csY4" fmla="*/ 82062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3972" h="5476799">
                <a:moveTo>
                  <a:pt x="0" y="82062"/>
                </a:moveTo>
                <a:lnTo>
                  <a:pt x="1863972" y="0"/>
                </a:lnTo>
                <a:lnTo>
                  <a:pt x="1863972" y="5476799"/>
                </a:lnTo>
                <a:lnTo>
                  <a:pt x="11724" y="5383014"/>
                </a:lnTo>
                <a:lnTo>
                  <a:pt x="0" y="8206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11BE4-DFE3-7E7F-31C2-6C9F79E94E2A}"/>
              </a:ext>
            </a:extLst>
          </p:cNvPr>
          <p:cNvSpPr txBox="1"/>
          <p:nvPr/>
        </p:nvSpPr>
        <p:spPr>
          <a:xfrm>
            <a:off x="7769624" y="1859339"/>
            <a:ext cx="35156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Fold it </a:t>
            </a:r>
          </a:p>
          <a:p>
            <a:r>
              <a:rPr lang="en-GB" sz="6600" dirty="0"/>
              <a:t>like this inwards.</a:t>
            </a:r>
          </a:p>
        </p:txBody>
      </p:sp>
    </p:spTree>
    <p:extLst>
      <p:ext uri="{BB962C8B-B14F-4D97-AF65-F5344CB8AC3E}">
        <p14:creationId xmlns:p14="http://schemas.microsoft.com/office/powerpoint/2010/main" val="103519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1EA5-B98F-8843-1120-44A58BE8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317C53-6DA2-832D-DA73-281B9EE8DA7C}"/>
              </a:ext>
            </a:extLst>
          </p:cNvPr>
          <p:cNvSpPr/>
          <p:nvPr/>
        </p:nvSpPr>
        <p:spPr>
          <a:xfrm>
            <a:off x="1207476" y="807831"/>
            <a:ext cx="5615917" cy="5476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91CE5-6361-E54B-D18A-A4DB6D3DDD1A}"/>
              </a:ext>
            </a:extLst>
          </p:cNvPr>
          <p:cNvSpPr/>
          <p:nvPr/>
        </p:nvSpPr>
        <p:spPr>
          <a:xfrm>
            <a:off x="1207476" y="807831"/>
            <a:ext cx="1887417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52248"/>
              <a:gd name="csY0" fmla="*/ 0 h 5476799"/>
              <a:gd name="csX1" fmla="*/ 1852248 w 1852248"/>
              <a:gd name="csY1" fmla="*/ 82061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87417"/>
              <a:gd name="csY0" fmla="*/ 0 h 5476799"/>
              <a:gd name="csX1" fmla="*/ 1852248 w 1887417"/>
              <a:gd name="csY1" fmla="*/ 82061 h 5476799"/>
              <a:gd name="csX2" fmla="*/ 1887417 w 1887417"/>
              <a:gd name="csY2" fmla="*/ 5394738 h 5476799"/>
              <a:gd name="csX3" fmla="*/ 0 w 1887417"/>
              <a:gd name="csY3" fmla="*/ 5476799 h 5476799"/>
              <a:gd name="csX4" fmla="*/ 0 w 1887417"/>
              <a:gd name="csY4" fmla="*/ 0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7417" h="5476799">
                <a:moveTo>
                  <a:pt x="0" y="0"/>
                </a:moveTo>
                <a:lnTo>
                  <a:pt x="1852248" y="82061"/>
                </a:lnTo>
                <a:lnTo>
                  <a:pt x="1887417" y="5394738"/>
                </a:lnTo>
                <a:lnTo>
                  <a:pt x="0" y="54767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0B5B96-1D0E-E2AC-3936-BB35D7881862}"/>
              </a:ext>
            </a:extLst>
          </p:cNvPr>
          <p:cNvSpPr/>
          <p:nvPr/>
        </p:nvSpPr>
        <p:spPr>
          <a:xfrm>
            <a:off x="4959421" y="807830"/>
            <a:ext cx="1863972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476799 h 5476799"/>
              <a:gd name="csX4" fmla="*/ 0 w 1863972"/>
              <a:gd name="csY4" fmla="*/ 82062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383014 h 5476799"/>
              <a:gd name="csX4" fmla="*/ 0 w 1863972"/>
              <a:gd name="csY4" fmla="*/ 82062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3972" h="5476799">
                <a:moveTo>
                  <a:pt x="0" y="82062"/>
                </a:moveTo>
                <a:lnTo>
                  <a:pt x="1863972" y="0"/>
                </a:lnTo>
                <a:lnTo>
                  <a:pt x="1863972" y="5476799"/>
                </a:lnTo>
                <a:lnTo>
                  <a:pt x="11724" y="5383014"/>
                </a:lnTo>
                <a:lnTo>
                  <a:pt x="0" y="8206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ADAFF-BF10-68C1-C7DE-174A78E69D4F}"/>
              </a:ext>
            </a:extLst>
          </p:cNvPr>
          <p:cNvSpPr txBox="1"/>
          <p:nvPr/>
        </p:nvSpPr>
        <p:spPr>
          <a:xfrm>
            <a:off x="7709663" y="1351508"/>
            <a:ext cx="351568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Fold it in half and open it up again.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74280E-638B-6E9F-5975-4A94891CEAF5}"/>
              </a:ext>
            </a:extLst>
          </p:cNvPr>
          <p:cNvCxnSpPr/>
          <p:nvPr/>
        </p:nvCxnSpPr>
        <p:spPr>
          <a:xfrm>
            <a:off x="1207476" y="3429000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5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761B-FA4C-F16E-6088-CBF65B06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59A4D6-6084-637F-A5FD-7144D39AF1E4}"/>
              </a:ext>
            </a:extLst>
          </p:cNvPr>
          <p:cNvSpPr/>
          <p:nvPr/>
        </p:nvSpPr>
        <p:spPr>
          <a:xfrm>
            <a:off x="1207476" y="807831"/>
            <a:ext cx="5615917" cy="5476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3C4F2-C1C6-B253-2D13-6EE0E1CD2BEF}"/>
              </a:ext>
            </a:extLst>
          </p:cNvPr>
          <p:cNvSpPr/>
          <p:nvPr/>
        </p:nvSpPr>
        <p:spPr>
          <a:xfrm>
            <a:off x="1207476" y="807831"/>
            <a:ext cx="1887417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52248"/>
              <a:gd name="csY0" fmla="*/ 0 h 5476799"/>
              <a:gd name="csX1" fmla="*/ 1852248 w 1852248"/>
              <a:gd name="csY1" fmla="*/ 82061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87417"/>
              <a:gd name="csY0" fmla="*/ 0 h 5476799"/>
              <a:gd name="csX1" fmla="*/ 1852248 w 1887417"/>
              <a:gd name="csY1" fmla="*/ 82061 h 5476799"/>
              <a:gd name="csX2" fmla="*/ 1887417 w 1887417"/>
              <a:gd name="csY2" fmla="*/ 5394738 h 5476799"/>
              <a:gd name="csX3" fmla="*/ 0 w 1887417"/>
              <a:gd name="csY3" fmla="*/ 5476799 h 5476799"/>
              <a:gd name="csX4" fmla="*/ 0 w 1887417"/>
              <a:gd name="csY4" fmla="*/ 0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7417" h="5476799">
                <a:moveTo>
                  <a:pt x="0" y="0"/>
                </a:moveTo>
                <a:lnTo>
                  <a:pt x="1852248" y="82061"/>
                </a:lnTo>
                <a:lnTo>
                  <a:pt x="1887417" y="5394738"/>
                </a:lnTo>
                <a:lnTo>
                  <a:pt x="0" y="54767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4EEC3-CAD8-C827-E886-61E1EE94E5FB}"/>
              </a:ext>
            </a:extLst>
          </p:cNvPr>
          <p:cNvSpPr/>
          <p:nvPr/>
        </p:nvSpPr>
        <p:spPr>
          <a:xfrm>
            <a:off x="4959421" y="807830"/>
            <a:ext cx="1863972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476799 h 5476799"/>
              <a:gd name="csX4" fmla="*/ 0 w 1863972"/>
              <a:gd name="csY4" fmla="*/ 82062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383014 h 5476799"/>
              <a:gd name="csX4" fmla="*/ 0 w 1863972"/>
              <a:gd name="csY4" fmla="*/ 82062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3972" h="5476799">
                <a:moveTo>
                  <a:pt x="0" y="82062"/>
                </a:moveTo>
                <a:lnTo>
                  <a:pt x="1863972" y="0"/>
                </a:lnTo>
                <a:lnTo>
                  <a:pt x="1863972" y="5476799"/>
                </a:lnTo>
                <a:lnTo>
                  <a:pt x="11724" y="5383014"/>
                </a:lnTo>
                <a:lnTo>
                  <a:pt x="0" y="8206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742F7-162B-082E-A1FE-03386403215B}"/>
              </a:ext>
            </a:extLst>
          </p:cNvPr>
          <p:cNvSpPr txBox="1"/>
          <p:nvPr/>
        </p:nvSpPr>
        <p:spPr>
          <a:xfrm>
            <a:off x="7225259" y="1351507"/>
            <a:ext cx="44071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Now fold the top down. Then open up.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900CD1-5ACF-B75A-61E3-70E30C6565EA}"/>
              </a:ext>
            </a:extLst>
          </p:cNvPr>
          <p:cNvCxnSpPr/>
          <p:nvPr/>
        </p:nvCxnSpPr>
        <p:spPr>
          <a:xfrm>
            <a:off x="1207476" y="3429000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D84F09-2A58-D728-9065-0FC94FF7BE9A}"/>
              </a:ext>
            </a:extLst>
          </p:cNvPr>
          <p:cNvCxnSpPr/>
          <p:nvPr/>
        </p:nvCxnSpPr>
        <p:spPr>
          <a:xfrm>
            <a:off x="1207476" y="2202305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6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655B-6110-B52D-7E91-09F87AA4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40029A-DB15-5933-45C2-995C6C9E7FE9}"/>
              </a:ext>
            </a:extLst>
          </p:cNvPr>
          <p:cNvSpPr/>
          <p:nvPr/>
        </p:nvSpPr>
        <p:spPr>
          <a:xfrm>
            <a:off x="1207476" y="807831"/>
            <a:ext cx="5615917" cy="54767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7DB43-A342-39DC-E5DA-C3D70CB5D2E7}"/>
              </a:ext>
            </a:extLst>
          </p:cNvPr>
          <p:cNvSpPr/>
          <p:nvPr/>
        </p:nvSpPr>
        <p:spPr>
          <a:xfrm>
            <a:off x="1207476" y="807831"/>
            <a:ext cx="1887417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52248"/>
              <a:gd name="csY0" fmla="*/ 0 h 5476799"/>
              <a:gd name="csX1" fmla="*/ 1852248 w 1852248"/>
              <a:gd name="csY1" fmla="*/ 82061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87417"/>
              <a:gd name="csY0" fmla="*/ 0 h 5476799"/>
              <a:gd name="csX1" fmla="*/ 1852248 w 1887417"/>
              <a:gd name="csY1" fmla="*/ 82061 h 5476799"/>
              <a:gd name="csX2" fmla="*/ 1887417 w 1887417"/>
              <a:gd name="csY2" fmla="*/ 5394738 h 5476799"/>
              <a:gd name="csX3" fmla="*/ 0 w 1887417"/>
              <a:gd name="csY3" fmla="*/ 5476799 h 5476799"/>
              <a:gd name="csX4" fmla="*/ 0 w 1887417"/>
              <a:gd name="csY4" fmla="*/ 0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87417" h="5476799">
                <a:moveTo>
                  <a:pt x="0" y="0"/>
                </a:moveTo>
                <a:lnTo>
                  <a:pt x="1852248" y="82061"/>
                </a:lnTo>
                <a:lnTo>
                  <a:pt x="1887417" y="5394738"/>
                </a:lnTo>
                <a:lnTo>
                  <a:pt x="0" y="54767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1CE682-2852-FBF1-EC40-4B427EFFC975}"/>
              </a:ext>
            </a:extLst>
          </p:cNvPr>
          <p:cNvSpPr/>
          <p:nvPr/>
        </p:nvSpPr>
        <p:spPr>
          <a:xfrm>
            <a:off x="4959421" y="807830"/>
            <a:ext cx="1863972" cy="5476799"/>
          </a:xfrm>
          <a:custGeom>
            <a:avLst/>
            <a:gdLst>
              <a:gd name="csX0" fmla="*/ 0 w 1852248"/>
              <a:gd name="csY0" fmla="*/ 0 h 5476799"/>
              <a:gd name="csX1" fmla="*/ 1852248 w 1852248"/>
              <a:gd name="csY1" fmla="*/ 0 h 5476799"/>
              <a:gd name="csX2" fmla="*/ 1852248 w 1852248"/>
              <a:gd name="csY2" fmla="*/ 5476799 h 5476799"/>
              <a:gd name="csX3" fmla="*/ 0 w 1852248"/>
              <a:gd name="csY3" fmla="*/ 5476799 h 5476799"/>
              <a:gd name="csX4" fmla="*/ 0 w 1852248"/>
              <a:gd name="csY4" fmla="*/ 0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476799 h 5476799"/>
              <a:gd name="csX4" fmla="*/ 0 w 1863972"/>
              <a:gd name="csY4" fmla="*/ 82062 h 5476799"/>
              <a:gd name="csX0" fmla="*/ 0 w 1863972"/>
              <a:gd name="csY0" fmla="*/ 82062 h 5476799"/>
              <a:gd name="csX1" fmla="*/ 1863972 w 1863972"/>
              <a:gd name="csY1" fmla="*/ 0 h 5476799"/>
              <a:gd name="csX2" fmla="*/ 1863972 w 1863972"/>
              <a:gd name="csY2" fmla="*/ 5476799 h 5476799"/>
              <a:gd name="csX3" fmla="*/ 11724 w 1863972"/>
              <a:gd name="csY3" fmla="*/ 5383014 h 5476799"/>
              <a:gd name="csX4" fmla="*/ 0 w 1863972"/>
              <a:gd name="csY4" fmla="*/ 82062 h 5476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3972" h="5476799">
                <a:moveTo>
                  <a:pt x="0" y="82062"/>
                </a:moveTo>
                <a:lnTo>
                  <a:pt x="1863972" y="0"/>
                </a:lnTo>
                <a:lnTo>
                  <a:pt x="1863972" y="5476799"/>
                </a:lnTo>
                <a:lnTo>
                  <a:pt x="11724" y="5383014"/>
                </a:lnTo>
                <a:lnTo>
                  <a:pt x="0" y="8206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68E5B-9EF8-64CC-3B1C-285A93854875}"/>
              </a:ext>
            </a:extLst>
          </p:cNvPr>
          <p:cNvSpPr txBox="1"/>
          <p:nvPr/>
        </p:nvSpPr>
        <p:spPr>
          <a:xfrm>
            <a:off x="7285219" y="1859339"/>
            <a:ext cx="46169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Do the same with the bottom.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7463E6-778C-3D94-D151-4DB798C59651}"/>
              </a:ext>
            </a:extLst>
          </p:cNvPr>
          <p:cNvCxnSpPr/>
          <p:nvPr/>
        </p:nvCxnSpPr>
        <p:spPr>
          <a:xfrm>
            <a:off x="1207476" y="3429000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91C25-0539-D840-1FA7-E12A7B680D1B}"/>
              </a:ext>
            </a:extLst>
          </p:cNvPr>
          <p:cNvCxnSpPr/>
          <p:nvPr/>
        </p:nvCxnSpPr>
        <p:spPr>
          <a:xfrm>
            <a:off x="1207476" y="2172325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3FA13A-A277-AB62-F6BF-4F8C34EF479A}"/>
              </a:ext>
            </a:extLst>
          </p:cNvPr>
          <p:cNvCxnSpPr/>
          <p:nvPr/>
        </p:nvCxnSpPr>
        <p:spPr>
          <a:xfrm>
            <a:off x="1207475" y="4798101"/>
            <a:ext cx="5615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26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B948C2-A777-5DEC-4EA8-D424689002FB}"/>
              </a:ext>
            </a:extLst>
          </p:cNvPr>
          <p:cNvSpPr txBox="1"/>
          <p:nvPr/>
        </p:nvSpPr>
        <p:spPr>
          <a:xfrm>
            <a:off x="7415318" y="1536174"/>
            <a:ext cx="42899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err="1"/>
              <a:t>Turn over</a:t>
            </a:r>
            <a:r>
              <a:rPr lang="en-GB" sz="6000" dirty="0"/>
              <a:t> and write </a:t>
            </a:r>
            <a:r>
              <a:rPr lang="en-GB" sz="6000" b="1" dirty="0"/>
              <a:t>your</a:t>
            </a:r>
            <a:r>
              <a:rPr lang="en-GB" sz="6000" dirty="0"/>
              <a:t> name like this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8BC6D-AEC7-B55C-A525-D7025227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10" y="657851"/>
            <a:ext cx="6046144" cy="554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97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B03CE3-7AF4-4057-99EE-31F77B265DAE}"/>
              </a:ext>
            </a:extLst>
          </p:cNvPr>
          <p:cNvSpPr/>
          <p:nvPr/>
        </p:nvSpPr>
        <p:spPr>
          <a:xfrm>
            <a:off x="967735" y="541333"/>
            <a:ext cx="6448097" cy="16345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b="1" dirty="0">
                <a:solidFill>
                  <a:schemeClr val="tx2"/>
                </a:solidFill>
                <a:latin typeface="Segoe Print" panose="02000600000000000000" pitchFamily="2" charset="0"/>
              </a:rPr>
              <a:t>ANDREW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83AD7D58-0AC0-4E95-AF4A-BED6BFCCD192}"/>
              </a:ext>
            </a:extLst>
          </p:cNvPr>
          <p:cNvSpPr/>
          <p:nvPr/>
        </p:nvSpPr>
        <p:spPr>
          <a:xfrm rot="831423">
            <a:off x="505400" y="1037987"/>
            <a:ext cx="1291640" cy="179847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F8BE6-9706-8B83-1C61-47FDB1AD75AE}"/>
              </a:ext>
            </a:extLst>
          </p:cNvPr>
          <p:cNvSpPr txBox="1"/>
          <p:nvPr/>
        </p:nvSpPr>
        <p:spPr>
          <a:xfrm>
            <a:off x="1151220" y="3250915"/>
            <a:ext cx="101099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Now tuck the one end into the other and place it on the table so that we know who you are.</a:t>
            </a:r>
          </a:p>
        </p:txBody>
      </p:sp>
    </p:spTree>
    <p:extLst>
      <p:ext uri="{BB962C8B-B14F-4D97-AF65-F5344CB8AC3E}">
        <p14:creationId xmlns:p14="http://schemas.microsoft.com/office/powerpoint/2010/main" val="73386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EBDCF2-C439-4C43-88C7-FE2A251928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A6E3E8-F56C-4E91-A7B6-566CFBF3F06E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5377d1b6-a992-4594-8d27-be72872f60e2"/>
    <ds:schemaRef ds:uri="http://purl.org/dc/elements/1.1/"/>
    <ds:schemaRef ds:uri="http://schemas.microsoft.com/office/infopath/2007/PartnerControls"/>
    <ds:schemaRef ds:uri="http://purl.org/dc/terms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953FF75-026B-4D35-8E00-75F82648804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74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Print</vt:lpstr>
      <vt:lpstr>office theme</vt:lpstr>
      <vt:lpstr>Origami Desk Nameplate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Patterson</dc:creator>
  <cp:lastModifiedBy>Andrew Patterson</cp:lastModifiedBy>
  <cp:revision>5</cp:revision>
  <dcterms:created xsi:type="dcterms:W3CDTF">2026-02-26T11:45:15Z</dcterms:created>
  <dcterms:modified xsi:type="dcterms:W3CDTF">2026-02-26T12:13:39Z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83600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