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7" r:id="rId5"/>
    <p:sldId id="266" r:id="rId6"/>
    <p:sldId id="278" r:id="rId7"/>
    <p:sldId id="291" r:id="rId8"/>
    <p:sldId id="297" r:id="rId9"/>
    <p:sldId id="279" r:id="rId10"/>
    <p:sldId id="277" r:id="rId11"/>
    <p:sldId id="274" r:id="rId12"/>
    <p:sldId id="292" r:id="rId13"/>
    <p:sldId id="293" r:id="rId14"/>
    <p:sldId id="288" r:id="rId15"/>
    <p:sldId id="289" r:id="rId16"/>
    <p:sldId id="276" r:id="rId17"/>
    <p:sldId id="275" r:id="rId18"/>
    <p:sldId id="280" r:id="rId19"/>
    <p:sldId id="296" r:id="rId20"/>
    <p:sldId id="281" r:id="rId21"/>
    <p:sldId id="29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402993-24CB-762A-80C2-DC9E7C5D324B}" v="3" dt="2025-06-26T10:07:30.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4660"/>
  </p:normalViewPr>
  <p:slideViewPr>
    <p:cSldViewPr snapToGrid="0">
      <p:cViewPr varScale="1">
        <p:scale>
          <a:sx n="72" d="100"/>
          <a:sy n="72" d="100"/>
        </p:scale>
        <p:origin x="77"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 Pacchiarini" userId="S::mpacchiarini@cavc.ac.uk::d4d30edc-8228-4e7c-948a-7fb647a247c5" providerId="AD" clId="Web-{F4E74892-4944-1C84-4634-99F06AC41268}"/>
    <pc:docChg chg="modSld addMainMaster delMainMaster">
      <pc:chgData name="Marie Pacchiarini" userId="S::mpacchiarini@cavc.ac.uk::d4d30edc-8228-4e7c-948a-7fb647a247c5" providerId="AD" clId="Web-{F4E74892-4944-1C84-4634-99F06AC41268}" dt="2023-12-14T09:06:33.952" v="27" actId="20577"/>
      <pc:docMkLst>
        <pc:docMk/>
      </pc:docMkLst>
      <pc:sldChg chg="addSp delSp modSp mod setBg modClrScheme chgLayout">
        <pc:chgData name="Marie Pacchiarini" userId="S::mpacchiarini@cavc.ac.uk::d4d30edc-8228-4e7c-948a-7fb647a247c5" providerId="AD" clId="Web-{F4E74892-4944-1C84-4634-99F06AC41268}" dt="2023-12-14T08:54:08.961" v="10" actId="1076"/>
        <pc:sldMkLst>
          <pc:docMk/>
          <pc:sldMk cId="2833072398" sldId="256"/>
        </pc:sldMkLst>
      </pc:sldChg>
      <pc:sldChg chg="modSp mod modClrScheme chgLayout">
        <pc:chgData name="Marie Pacchiarini" userId="S::mpacchiarini@cavc.ac.uk::d4d30edc-8228-4e7c-948a-7fb647a247c5" providerId="AD" clId="Web-{F4E74892-4944-1C84-4634-99F06AC41268}" dt="2023-12-14T08:53:14.256" v="1"/>
        <pc:sldMkLst>
          <pc:docMk/>
          <pc:sldMk cId="1204435729" sldId="257"/>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476816556" sldId="266"/>
        </pc:sldMkLst>
      </pc:sldChg>
      <pc:sldChg chg="addSp delSp modSp mod setBg modClrScheme chgLayout">
        <pc:chgData name="Marie Pacchiarini" userId="S::mpacchiarini@cavc.ac.uk::d4d30edc-8228-4e7c-948a-7fb647a247c5" providerId="AD" clId="Web-{F4E74892-4944-1C84-4634-99F06AC41268}" dt="2023-12-14T08:53:31.069" v="4" actId="1076"/>
        <pc:sldMkLst>
          <pc:docMk/>
          <pc:sldMk cId="1528056902" sldId="272"/>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4090399974" sldId="273"/>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381391176" sldId="274"/>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645112155" sldId="275"/>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951276901" sldId="276"/>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290045799" sldId="277"/>
        </pc:sldMkLst>
      </pc:sldChg>
      <pc:sldChg chg="modSp mod modClrScheme chgLayout">
        <pc:chgData name="Marie Pacchiarini" userId="S::mpacchiarini@cavc.ac.uk::d4d30edc-8228-4e7c-948a-7fb647a247c5" providerId="AD" clId="Web-{F4E74892-4944-1C84-4634-99F06AC41268}" dt="2023-12-14T08:53:14.256" v="1"/>
        <pc:sldMkLst>
          <pc:docMk/>
          <pc:sldMk cId="1850621754" sldId="278"/>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542688628" sldId="279"/>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2710216300" sldId="280"/>
        </pc:sldMkLst>
      </pc:sldChg>
      <pc:sldChg chg="addSp delSp modSp mod modClrScheme delDesignElem chgLayout">
        <pc:chgData name="Marie Pacchiarini" userId="S::mpacchiarini@cavc.ac.uk::d4d30edc-8228-4e7c-948a-7fb647a247c5" providerId="AD" clId="Web-{F4E74892-4944-1C84-4634-99F06AC41268}" dt="2023-12-14T08:54:50.665" v="11" actId="14100"/>
        <pc:sldMkLst>
          <pc:docMk/>
          <pc:sldMk cId="3056965411" sldId="281"/>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3681131977" sldId="282"/>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551325799" sldId="283"/>
        </pc:sldMkLst>
      </pc:sldChg>
      <pc:sldChg chg="modSp mod modClrScheme chgLayout">
        <pc:chgData name="Marie Pacchiarini" userId="S::mpacchiarini@cavc.ac.uk::d4d30edc-8228-4e7c-948a-7fb647a247c5" providerId="AD" clId="Web-{F4E74892-4944-1C84-4634-99F06AC41268}" dt="2023-12-14T08:53:14.256" v="1"/>
        <pc:sldMkLst>
          <pc:docMk/>
          <pc:sldMk cId="40073865" sldId="284"/>
        </pc:sldMkLst>
      </pc:sldChg>
      <pc:sldChg chg="addSp delSp modSp mod modClrScheme delDesignElem chgLayout">
        <pc:chgData name="Marie Pacchiarini" userId="S::mpacchiarini@cavc.ac.uk::d4d30edc-8228-4e7c-948a-7fb647a247c5" providerId="AD" clId="Web-{F4E74892-4944-1C84-4634-99F06AC41268}" dt="2023-12-14T08:53:14.256" v="1"/>
        <pc:sldMkLst>
          <pc:docMk/>
          <pc:sldMk cId="405079603" sldId="285"/>
        </pc:sldMkLst>
      </pc:sldChg>
      <pc:sldChg chg="modSp mod modClrScheme chgLayout">
        <pc:chgData name="Marie Pacchiarini" userId="S::mpacchiarini@cavc.ac.uk::d4d30edc-8228-4e7c-948a-7fb647a247c5" providerId="AD" clId="Web-{F4E74892-4944-1C84-4634-99F06AC41268}" dt="2023-12-14T08:53:14.256" v="1"/>
        <pc:sldMkLst>
          <pc:docMk/>
          <pc:sldMk cId="2343038283" sldId="286"/>
        </pc:sldMkLst>
      </pc:sldChg>
      <pc:sldChg chg="addSp delSp modSp mod modClrScheme delDesignElem chgLayout">
        <pc:chgData name="Marie Pacchiarini" userId="S::mpacchiarini@cavc.ac.uk::d4d30edc-8228-4e7c-948a-7fb647a247c5" providerId="AD" clId="Web-{F4E74892-4944-1C84-4634-99F06AC41268}" dt="2023-12-14T09:06:33.952" v="27" actId="20577"/>
        <pc:sldMkLst>
          <pc:docMk/>
          <pc:sldMk cId="2854313246" sldId="287"/>
        </pc:sldMkLst>
      </pc:sldChg>
      <pc:sldMasterChg chg="add del addSldLayout delSldLayout">
        <pc:chgData name="Marie Pacchiarini" userId="S::mpacchiarini@cavc.ac.uk::d4d30edc-8228-4e7c-948a-7fb647a247c5" providerId="AD" clId="Web-{F4E74892-4944-1C84-4634-99F06AC41268}" dt="2023-12-14T08:53:14.256" v="1"/>
        <pc:sldMasterMkLst>
          <pc:docMk/>
          <pc:sldMasterMk cId="1452494109" sldId="2147483648"/>
        </pc:sldMasterMkLst>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206051035" sldId="2147483649"/>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429816337" sldId="2147483650"/>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21416440" sldId="2147483651"/>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2973115413" sldId="2147483652"/>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104718514" sldId="2147483653"/>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886860097" sldId="2147483654"/>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2742238846" sldId="2147483655"/>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765280742" sldId="2147483656"/>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939483899" sldId="2147483657"/>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2336384035" sldId="2147483658"/>
          </pc:sldLayoutMkLst>
        </pc:sldLayoutChg>
        <pc:sldLayoutChg chg="add del">
          <pc:chgData name="Marie Pacchiarini" userId="S::mpacchiarini@cavc.ac.uk::d4d30edc-8228-4e7c-948a-7fb647a247c5" providerId="AD" clId="Web-{F4E74892-4944-1C84-4634-99F06AC41268}" dt="2023-12-14T08:53:14.256" v="1"/>
          <pc:sldLayoutMkLst>
            <pc:docMk/>
            <pc:sldMasterMk cId="1452494109" sldId="2147483648"/>
            <pc:sldLayoutMk cId="3408457224" sldId="2147483659"/>
          </pc:sldLayoutMkLst>
        </pc:sldLayoutChg>
      </pc:sldMasterChg>
      <pc:sldMasterChg chg="add del addSldLayout delSldLayout modSldLayout">
        <pc:chgData name="Marie Pacchiarini" userId="S::mpacchiarini@cavc.ac.uk::d4d30edc-8228-4e7c-948a-7fb647a247c5" providerId="AD" clId="Web-{F4E74892-4944-1C84-4634-99F06AC41268}" dt="2023-12-14T08:53:14.256" v="1"/>
        <pc:sldMasterMkLst>
          <pc:docMk/>
          <pc:sldMasterMk cId="369899963" sldId="2147483660"/>
        </pc:sldMasterMkLst>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16073545" sldId="2147483661"/>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82858053" sldId="2147483662"/>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672724433" sldId="2147483663"/>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090882299" sldId="2147483664"/>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2155744491" sldId="2147483665"/>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896441677" sldId="2147483666"/>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2351794770" sldId="2147483667"/>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531638989" sldId="2147483668"/>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307681600" sldId="2147483669"/>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1663969070" sldId="2147483670"/>
          </pc:sldLayoutMkLst>
        </pc:sldLayoutChg>
        <pc:sldLayoutChg chg="add del mod replId">
          <pc:chgData name="Marie Pacchiarini" userId="S::mpacchiarini@cavc.ac.uk::d4d30edc-8228-4e7c-948a-7fb647a247c5" providerId="AD" clId="Web-{F4E74892-4944-1C84-4634-99F06AC41268}" dt="2023-12-14T08:53:14.256" v="1"/>
          <pc:sldLayoutMkLst>
            <pc:docMk/>
            <pc:sldMasterMk cId="369899963" sldId="2147483660"/>
            <pc:sldLayoutMk cId="972261279" sldId="2147483671"/>
          </pc:sldLayoutMkLst>
        </pc:sldLayoutChg>
      </pc:sldMasterChg>
    </pc:docChg>
  </pc:docChgLst>
  <pc:docChgLst>
    <pc:chgData name="Veronique Whittle" userId="S::vwhittle@cavc.ac.uk::a5d74751-e3c3-49c0-aa58-a7f05de6ae97" providerId="AD" clId="Web-{C2402993-24CB-762A-80C2-DC9E7C5D324B}"/>
    <pc:docChg chg="modSld">
      <pc:chgData name="Veronique Whittle" userId="S::vwhittle@cavc.ac.uk::a5d74751-e3c3-49c0-aa58-a7f05de6ae97" providerId="AD" clId="Web-{C2402993-24CB-762A-80C2-DC9E7C5D324B}" dt="2025-06-26T10:07:30.979" v="15" actId="20577"/>
      <pc:docMkLst>
        <pc:docMk/>
      </pc:docMkLst>
      <pc:sldChg chg="modSp">
        <pc:chgData name="Veronique Whittle" userId="S::vwhittle@cavc.ac.uk::a5d74751-e3c3-49c0-aa58-a7f05de6ae97" providerId="AD" clId="Web-{C2402993-24CB-762A-80C2-DC9E7C5D324B}" dt="2025-06-26T10:05:48.054" v="12" actId="20577"/>
        <pc:sldMkLst>
          <pc:docMk/>
          <pc:sldMk cId="3645112155" sldId="275"/>
        </pc:sldMkLst>
        <pc:graphicFrameChg chg="modGraphic">
          <ac:chgData name="Veronique Whittle" userId="S::vwhittle@cavc.ac.uk::a5d74751-e3c3-49c0-aa58-a7f05de6ae97" providerId="AD" clId="Web-{C2402993-24CB-762A-80C2-DC9E7C5D324B}" dt="2025-06-26T10:05:48.054" v="12" actId="20577"/>
          <ac:graphicFrameMkLst>
            <pc:docMk/>
            <pc:sldMk cId="3645112155" sldId="275"/>
            <ac:graphicFrameMk id="5" creationId="{A4085FDC-1463-A4FE-ECDA-22CF11CC6046}"/>
          </ac:graphicFrameMkLst>
        </pc:graphicFrameChg>
      </pc:sldChg>
      <pc:sldChg chg="modSp">
        <pc:chgData name="Veronique Whittle" userId="S::vwhittle@cavc.ac.uk::a5d74751-e3c3-49c0-aa58-a7f05de6ae97" providerId="AD" clId="Web-{C2402993-24CB-762A-80C2-DC9E7C5D324B}" dt="2025-06-26T10:07:30.979" v="15" actId="20577"/>
        <pc:sldMkLst>
          <pc:docMk/>
          <pc:sldMk cId="2810843991" sldId="296"/>
        </pc:sldMkLst>
        <pc:spChg chg="mod">
          <ac:chgData name="Veronique Whittle" userId="S::vwhittle@cavc.ac.uk::a5d74751-e3c3-49c0-aa58-a7f05de6ae97" providerId="AD" clId="Web-{C2402993-24CB-762A-80C2-DC9E7C5D324B}" dt="2025-06-26T10:07:30.979" v="15" actId="20577"/>
          <ac:spMkLst>
            <pc:docMk/>
            <pc:sldMk cId="2810843991" sldId="296"/>
            <ac:spMk id="3" creationId="{BD434A4C-EA81-C270-3079-12ED911D5501}"/>
          </ac:spMkLst>
        </pc:spChg>
      </pc:sldChg>
    </pc:docChg>
  </pc:docChgLst>
  <pc:docChgLst>
    <pc:chgData name="Marie Pacchiarini" userId="d4d30edc-8228-4e7c-948a-7fb647a247c5" providerId="ADAL" clId="{B428B43F-549A-4113-9EAC-F452D5184419}"/>
    <pc:docChg chg="undo custSel addSld delSld modSld sldOrd">
      <pc:chgData name="Marie Pacchiarini" userId="d4d30edc-8228-4e7c-948a-7fb647a247c5" providerId="ADAL" clId="{B428B43F-549A-4113-9EAC-F452D5184419}" dt="2024-01-08T15:48:43.771" v="3654" actId="20577"/>
      <pc:docMkLst>
        <pc:docMk/>
      </pc:docMkLst>
      <pc:sldChg chg="del">
        <pc:chgData name="Marie Pacchiarini" userId="d4d30edc-8228-4e7c-948a-7fb647a247c5" providerId="ADAL" clId="{B428B43F-549A-4113-9EAC-F452D5184419}" dt="2024-01-03T19:23:42.127" v="51" actId="47"/>
        <pc:sldMkLst>
          <pc:docMk/>
          <pc:sldMk cId="2833072398" sldId="256"/>
        </pc:sldMkLst>
      </pc:sldChg>
      <pc:sldChg chg="modSp mod">
        <pc:chgData name="Marie Pacchiarini" userId="d4d30edc-8228-4e7c-948a-7fb647a247c5" providerId="ADAL" clId="{B428B43F-549A-4113-9EAC-F452D5184419}" dt="2024-01-03T19:59:33.322" v="1326" actId="6549"/>
        <pc:sldMkLst>
          <pc:docMk/>
          <pc:sldMk cId="1204435729" sldId="257"/>
        </pc:sldMkLst>
      </pc:sldChg>
      <pc:sldChg chg="del">
        <pc:chgData name="Marie Pacchiarini" userId="d4d30edc-8228-4e7c-948a-7fb647a247c5" providerId="ADAL" clId="{B428B43F-549A-4113-9EAC-F452D5184419}" dt="2024-01-03T19:23:27.968" v="50" actId="47"/>
        <pc:sldMkLst>
          <pc:docMk/>
          <pc:sldMk cId="1528056902" sldId="272"/>
        </pc:sldMkLst>
      </pc:sldChg>
      <pc:sldChg chg="del">
        <pc:chgData name="Marie Pacchiarini" userId="d4d30edc-8228-4e7c-948a-7fb647a247c5" providerId="ADAL" clId="{B428B43F-549A-4113-9EAC-F452D5184419}" dt="2024-01-03T19:27:27.336" v="111" actId="47"/>
        <pc:sldMkLst>
          <pc:docMk/>
          <pc:sldMk cId="4090399974" sldId="273"/>
        </pc:sldMkLst>
      </pc:sldChg>
      <pc:sldChg chg="modSp mod ord">
        <pc:chgData name="Marie Pacchiarini" userId="d4d30edc-8228-4e7c-948a-7fb647a247c5" providerId="ADAL" clId="{B428B43F-549A-4113-9EAC-F452D5184419}" dt="2024-01-05T11:11:51.076" v="2674" actId="20577"/>
        <pc:sldMkLst>
          <pc:docMk/>
          <pc:sldMk cId="2381391176" sldId="274"/>
        </pc:sldMkLst>
      </pc:sldChg>
      <pc:sldChg chg="modSp mod">
        <pc:chgData name="Marie Pacchiarini" userId="d4d30edc-8228-4e7c-948a-7fb647a247c5" providerId="ADAL" clId="{B428B43F-549A-4113-9EAC-F452D5184419}" dt="2024-01-03T20:23:15.946" v="1720" actId="20577"/>
        <pc:sldMkLst>
          <pc:docMk/>
          <pc:sldMk cId="3645112155" sldId="275"/>
        </pc:sldMkLst>
      </pc:sldChg>
      <pc:sldChg chg="modSp mod">
        <pc:chgData name="Marie Pacchiarini" userId="d4d30edc-8228-4e7c-948a-7fb647a247c5" providerId="ADAL" clId="{B428B43F-549A-4113-9EAC-F452D5184419}" dt="2024-01-03T19:56:00.532" v="1231" actId="20577"/>
        <pc:sldMkLst>
          <pc:docMk/>
          <pc:sldMk cId="2951276901" sldId="276"/>
        </pc:sldMkLst>
      </pc:sldChg>
      <pc:sldChg chg="modSp mod">
        <pc:chgData name="Marie Pacchiarini" userId="d4d30edc-8228-4e7c-948a-7fb647a247c5" providerId="ADAL" clId="{B428B43F-549A-4113-9EAC-F452D5184419}" dt="2024-01-03T19:26:07.638" v="101" actId="1076"/>
        <pc:sldMkLst>
          <pc:docMk/>
          <pc:sldMk cId="2290045799" sldId="277"/>
        </pc:sldMkLst>
      </pc:sldChg>
      <pc:sldChg chg="modSp">
        <pc:chgData name="Marie Pacchiarini" userId="d4d30edc-8228-4e7c-948a-7fb647a247c5" providerId="ADAL" clId="{B428B43F-549A-4113-9EAC-F452D5184419}" dt="2024-01-08T15:37:29.658" v="3339" actId="20577"/>
        <pc:sldMkLst>
          <pc:docMk/>
          <pc:sldMk cId="1850621754" sldId="278"/>
        </pc:sldMkLst>
      </pc:sldChg>
      <pc:sldChg chg="addSp modSp mod">
        <pc:chgData name="Marie Pacchiarini" userId="d4d30edc-8228-4e7c-948a-7fb647a247c5" providerId="ADAL" clId="{B428B43F-549A-4113-9EAC-F452D5184419}" dt="2024-01-08T15:46:43.145" v="3634" actId="20577"/>
        <pc:sldMkLst>
          <pc:docMk/>
          <pc:sldMk cId="3542688628" sldId="279"/>
        </pc:sldMkLst>
      </pc:sldChg>
      <pc:sldChg chg="modSp">
        <pc:chgData name="Marie Pacchiarini" userId="d4d30edc-8228-4e7c-948a-7fb647a247c5" providerId="ADAL" clId="{B428B43F-549A-4113-9EAC-F452D5184419}" dt="2024-01-03T20:23:47.796" v="1721" actId="115"/>
        <pc:sldMkLst>
          <pc:docMk/>
          <pc:sldMk cId="2710216300" sldId="280"/>
        </pc:sldMkLst>
      </pc:sldChg>
      <pc:sldChg chg="addSp modSp mod">
        <pc:chgData name="Marie Pacchiarini" userId="d4d30edc-8228-4e7c-948a-7fb647a247c5" providerId="ADAL" clId="{B428B43F-549A-4113-9EAC-F452D5184419}" dt="2024-01-08T15:48:43.771" v="3654" actId="20577"/>
        <pc:sldMkLst>
          <pc:docMk/>
          <pc:sldMk cId="3056965411" sldId="281"/>
        </pc:sldMkLst>
      </pc:sldChg>
      <pc:sldChg chg="addSp modSp del mod ord">
        <pc:chgData name="Marie Pacchiarini" userId="d4d30edc-8228-4e7c-948a-7fb647a247c5" providerId="ADAL" clId="{B428B43F-549A-4113-9EAC-F452D5184419}" dt="2024-01-08T10:08:06.733" v="2735" actId="47"/>
        <pc:sldMkLst>
          <pc:docMk/>
          <pc:sldMk cId="3681131977" sldId="282"/>
        </pc:sldMkLst>
      </pc:sldChg>
      <pc:sldChg chg="del">
        <pc:chgData name="Marie Pacchiarini" userId="d4d30edc-8228-4e7c-948a-7fb647a247c5" providerId="ADAL" clId="{B428B43F-549A-4113-9EAC-F452D5184419}" dt="2024-01-03T19:27:35.461" v="112" actId="47"/>
        <pc:sldMkLst>
          <pc:docMk/>
          <pc:sldMk cId="551325799" sldId="283"/>
        </pc:sldMkLst>
      </pc:sldChg>
      <pc:sldChg chg="del">
        <pc:chgData name="Marie Pacchiarini" userId="d4d30edc-8228-4e7c-948a-7fb647a247c5" providerId="ADAL" clId="{B428B43F-549A-4113-9EAC-F452D5184419}" dt="2024-01-03T20:02:56.395" v="1346" actId="47"/>
        <pc:sldMkLst>
          <pc:docMk/>
          <pc:sldMk cId="405079603" sldId="285"/>
        </pc:sldMkLst>
      </pc:sldChg>
      <pc:sldChg chg="delSp modSp add del mod">
        <pc:chgData name="Marie Pacchiarini" userId="d4d30edc-8228-4e7c-948a-7fb647a247c5" providerId="ADAL" clId="{B428B43F-549A-4113-9EAC-F452D5184419}" dt="2024-01-03T19:59:14.409" v="1325" actId="47"/>
        <pc:sldMkLst>
          <pc:docMk/>
          <pc:sldMk cId="2343038283" sldId="286"/>
        </pc:sldMkLst>
      </pc:sldChg>
      <pc:sldChg chg="del">
        <pc:chgData name="Marie Pacchiarini" userId="d4d30edc-8228-4e7c-948a-7fb647a247c5" providerId="ADAL" clId="{B428B43F-549A-4113-9EAC-F452D5184419}" dt="2024-01-03T19:47:51.898" v="1205" actId="47"/>
        <pc:sldMkLst>
          <pc:docMk/>
          <pc:sldMk cId="2854313246" sldId="287"/>
        </pc:sldMkLst>
      </pc:sldChg>
      <pc:sldChg chg="addSp delSp modSp new mod ord setBg">
        <pc:chgData name="Marie Pacchiarini" userId="d4d30edc-8228-4e7c-948a-7fb647a247c5" providerId="ADAL" clId="{B428B43F-549A-4113-9EAC-F452D5184419}" dt="2024-01-08T10:19:54.400" v="2831"/>
        <pc:sldMkLst>
          <pc:docMk/>
          <pc:sldMk cId="2219050989" sldId="288"/>
        </pc:sldMkLst>
      </pc:sldChg>
      <pc:sldChg chg="del ord">
        <pc:chgData name="Marie Pacchiarini" userId="d4d30edc-8228-4e7c-948a-7fb647a247c5" providerId="ADAL" clId="{B428B43F-549A-4113-9EAC-F452D5184419}" dt="2024-01-03T19:26:43.476" v="106" actId="47"/>
        <pc:sldMkLst>
          <pc:docMk/>
          <pc:sldMk cId="3242608637" sldId="288"/>
        </pc:sldMkLst>
      </pc:sldChg>
      <pc:sldChg chg="addSp modSp mod">
        <pc:chgData name="Marie Pacchiarini" userId="d4d30edc-8228-4e7c-948a-7fb647a247c5" providerId="ADAL" clId="{B428B43F-549A-4113-9EAC-F452D5184419}" dt="2024-01-03T20:36:32.945" v="2535" actId="1076"/>
        <pc:sldMkLst>
          <pc:docMk/>
          <pc:sldMk cId="2539685723" sldId="289"/>
        </pc:sldMkLst>
      </pc:sldChg>
      <pc:sldChg chg="addSp delSp modSp new mod setBg">
        <pc:chgData name="Marie Pacchiarini" userId="d4d30edc-8228-4e7c-948a-7fb647a247c5" providerId="ADAL" clId="{B428B43F-549A-4113-9EAC-F452D5184419}" dt="2024-01-05T22:21:08.884" v="2699" actId="20577"/>
        <pc:sldMkLst>
          <pc:docMk/>
          <pc:sldMk cId="1029847274" sldId="290"/>
        </pc:sldMkLst>
      </pc:sldChg>
      <pc:sldChg chg="addSp delSp modSp new mod setBg">
        <pc:chgData name="Marie Pacchiarini" userId="d4d30edc-8228-4e7c-948a-7fb647a247c5" providerId="ADAL" clId="{B428B43F-549A-4113-9EAC-F452D5184419}" dt="2024-01-08T15:45:59.102" v="3617" actId="1076"/>
        <pc:sldMkLst>
          <pc:docMk/>
          <pc:sldMk cId="3833288925" sldId="291"/>
        </pc:sldMkLst>
      </pc:sldChg>
      <pc:sldChg chg="addSp delSp modSp new mod setBg">
        <pc:chgData name="Marie Pacchiarini" userId="d4d30edc-8228-4e7c-948a-7fb647a247c5" providerId="ADAL" clId="{B428B43F-549A-4113-9EAC-F452D5184419}" dt="2024-01-08T10:08:31.744" v="2758" actId="20577"/>
        <pc:sldMkLst>
          <pc:docMk/>
          <pc:sldMk cId="1208485590" sldId="292"/>
        </pc:sldMkLst>
      </pc:sldChg>
      <pc:sldChg chg="addSp delSp modSp new mod ord setBg">
        <pc:chgData name="Marie Pacchiarini" userId="d4d30edc-8228-4e7c-948a-7fb647a247c5" providerId="ADAL" clId="{B428B43F-549A-4113-9EAC-F452D5184419}" dt="2024-01-08T10:34:33.417" v="3258"/>
        <pc:sldMkLst>
          <pc:docMk/>
          <pc:sldMk cId="1233619161" sldId="293"/>
        </pc:sldMkLst>
      </pc:sldChg>
      <pc:sldChg chg="new del">
        <pc:chgData name="Marie Pacchiarini" userId="d4d30edc-8228-4e7c-948a-7fb647a247c5" providerId="ADAL" clId="{B428B43F-549A-4113-9EAC-F452D5184419}" dt="2024-01-08T10:17:21.073" v="2796" actId="47"/>
        <pc:sldMkLst>
          <pc:docMk/>
          <pc:sldMk cId="2666002839" sldId="294"/>
        </pc:sldMkLst>
      </pc:sldChg>
      <pc:sldChg chg="addSp delSp modSp add del mod setBg delDesignElem">
        <pc:chgData name="Marie Pacchiarini" userId="d4d30edc-8228-4e7c-948a-7fb647a247c5" providerId="ADAL" clId="{B428B43F-549A-4113-9EAC-F452D5184419}" dt="2024-01-08T15:48:14.415" v="3637" actId="47"/>
        <pc:sldMkLst>
          <pc:docMk/>
          <pc:sldMk cId="1877849652" sldId="295"/>
        </pc:sldMkLst>
      </pc:sldChg>
      <pc:sldChg chg="delSp add del setBg delDesignElem">
        <pc:chgData name="Marie Pacchiarini" userId="d4d30edc-8228-4e7c-948a-7fb647a247c5" providerId="ADAL" clId="{B428B43F-549A-4113-9EAC-F452D5184419}" dt="2024-01-08T10:18:41.872" v="2815" actId="2696"/>
        <pc:sldMkLst>
          <pc:docMk/>
          <pc:sldMk cId="2545265990" sldId="296"/>
        </pc:sldMkLst>
      </pc:sldChg>
      <pc:sldChg chg="modSp add mod ord">
        <pc:chgData name="Marie Pacchiarini" userId="d4d30edc-8228-4e7c-948a-7fb647a247c5" providerId="ADAL" clId="{B428B43F-549A-4113-9EAC-F452D5184419}" dt="2024-01-08T10:33:42.057" v="3230" actId="20577"/>
        <pc:sldMkLst>
          <pc:docMk/>
          <pc:sldMk cId="2810843991" sldId="296"/>
        </pc:sldMkLst>
      </pc:sldChg>
      <pc:sldChg chg="modSp mod delDesignElem">
        <pc:chgData name="Marie Pacchiarini" userId="d4d30edc-8228-4e7c-948a-7fb647a247c5" providerId="ADAL" clId="{B428B43F-549A-4113-9EAC-F452D5184419}" dt="2024-01-08T15:46:18.734" v="3619" actId="1076"/>
        <pc:sldMkLst>
          <pc:docMk/>
          <pc:sldMk cId="2471979821" sldId="297"/>
        </pc:sldMkLst>
      </pc:sldChg>
      <pc:sldChg chg="add del">
        <pc:chgData name="Marie Pacchiarini" userId="d4d30edc-8228-4e7c-948a-7fb647a247c5" providerId="ADAL" clId="{B428B43F-549A-4113-9EAC-F452D5184419}" dt="2024-01-08T15:48:12.161" v="3636" actId="47"/>
        <pc:sldMkLst>
          <pc:docMk/>
          <pc:sldMk cId="110509669" sldId="298"/>
        </pc:sldMkLst>
      </pc:sldChg>
    </pc:docChg>
  </pc:docChgLst>
  <pc:docChgLst>
    <pc:chgData name="Julia Nasrallah" userId="S::jnasrallah1@cavc.ac.uk::a195ca03-6986-4630-8fa7-5c8ad63c348f" providerId="AD" clId="Web-{3869964A-38A4-4E9E-8E67-80A65C74B4E0}"/>
    <pc:docChg chg="modSld">
      <pc:chgData name="Julia Nasrallah" userId="S::jnasrallah1@cavc.ac.uk::a195ca03-6986-4630-8fa7-5c8ad63c348f" providerId="AD" clId="Web-{3869964A-38A4-4E9E-8E67-80A65C74B4E0}" dt="2024-01-12T10:07:40.589" v="4" actId="20577"/>
      <pc:docMkLst>
        <pc:docMk/>
      </pc:docMkLst>
      <pc:sldChg chg="modSp">
        <pc:chgData name="Julia Nasrallah" userId="S::jnasrallah1@cavc.ac.uk::a195ca03-6986-4630-8fa7-5c8ad63c348f" providerId="AD" clId="Web-{3869964A-38A4-4E9E-8E67-80A65C74B4E0}" dt="2024-01-12T10:07:40.589" v="4" actId="20577"/>
        <pc:sldMkLst>
          <pc:docMk/>
          <pc:sldMk cId="1233619161" sldId="293"/>
        </pc:sldMkLst>
      </pc:sldChg>
    </pc:docChg>
  </pc:docChgLst>
  <pc:docChgLst>
    <pc:chgData name="Marie Pacchiarini" userId="S::mpacchiarini@cavc.ac.uk::d4d30edc-8228-4e7c-948a-7fb647a247c5" providerId="AD" clId="Web-{06C4A63E-A370-36FB-4863-6C58366A8853}"/>
    <pc:docChg chg="modSld">
      <pc:chgData name="Marie Pacchiarini" userId="S::mpacchiarini@cavc.ac.uk::d4d30edc-8228-4e7c-948a-7fb647a247c5" providerId="AD" clId="Web-{06C4A63E-A370-36FB-4863-6C58366A8853}" dt="2023-12-14T11:28:16.860" v="4"/>
      <pc:docMkLst>
        <pc:docMk/>
      </pc:docMkLst>
      <pc:sldChg chg="addSp delSp modSp">
        <pc:chgData name="Marie Pacchiarini" userId="S::mpacchiarini@cavc.ac.uk::d4d30edc-8228-4e7c-948a-7fb647a247c5" providerId="AD" clId="Web-{06C4A63E-A370-36FB-4863-6C58366A8853}" dt="2023-12-14T11:28:16.860" v="4"/>
        <pc:sldMkLst>
          <pc:docMk/>
          <pc:sldMk cId="2833072398" sldId="256"/>
        </pc:sldMkLst>
      </pc:sldChg>
    </pc:docChg>
  </pc:docChgLst>
  <pc:docChgLst>
    <pc:chgData name="Julia Nasrallah" userId="S::jnasrallah1@cavc.ac.uk::a195ca03-6986-4630-8fa7-5c8ad63c348f" providerId="AD" clId="Web-{5326B09C-D2C7-6279-D021-E78F57E41104}"/>
    <pc:docChg chg="modSld">
      <pc:chgData name="Julia Nasrallah" userId="S::jnasrallah1@cavc.ac.uk::a195ca03-6986-4630-8fa7-5c8ad63c348f" providerId="AD" clId="Web-{5326B09C-D2C7-6279-D021-E78F57E41104}" dt="2024-09-10T08:33:22.941" v="1" actId="20577"/>
      <pc:docMkLst>
        <pc:docMk/>
      </pc:docMkLst>
      <pc:sldChg chg="modSp">
        <pc:chgData name="Julia Nasrallah" userId="S::jnasrallah1@cavc.ac.uk::a195ca03-6986-4630-8fa7-5c8ad63c348f" providerId="AD" clId="Web-{5326B09C-D2C7-6279-D021-E78F57E41104}" dt="2024-09-10T08:33:22.941" v="1" actId="20577"/>
        <pc:sldMkLst>
          <pc:docMk/>
          <pc:sldMk cId="1850621754" sldId="278"/>
        </pc:sldMkLst>
      </pc:sldChg>
    </pc:docChg>
  </pc:docChgLst>
  <pc:docChgLst>
    <pc:chgData name="Marie Pacchiarini" userId="d4d30edc-8228-4e7c-948a-7fb647a247c5" providerId="ADAL" clId="{8052CA11-9980-454A-9A68-2E824E0B6E26}"/>
    <pc:docChg chg="undo custSel addSld delSld modSld sldOrd">
      <pc:chgData name="Marie Pacchiarini" userId="d4d30edc-8228-4e7c-948a-7fb647a247c5" providerId="ADAL" clId="{8052CA11-9980-454A-9A68-2E824E0B6E26}" dt="2023-12-19T10:54:01.905" v="2153" actId="20577"/>
      <pc:docMkLst>
        <pc:docMk/>
      </pc:docMkLst>
      <pc:sldChg chg="addSp delSp modSp mod setBg">
        <pc:chgData name="Marie Pacchiarini" userId="d4d30edc-8228-4e7c-948a-7fb647a247c5" providerId="ADAL" clId="{8052CA11-9980-454A-9A68-2E824E0B6E26}" dt="2023-12-11T19:27:20.657" v="1156" actId="26606"/>
        <pc:sldMkLst>
          <pc:docMk/>
          <pc:sldMk cId="2833072398" sldId="256"/>
        </pc:sldMkLst>
      </pc:sldChg>
      <pc:sldChg chg="modSp">
        <pc:chgData name="Marie Pacchiarini" userId="d4d30edc-8228-4e7c-948a-7fb647a247c5" providerId="ADAL" clId="{8052CA11-9980-454A-9A68-2E824E0B6E26}" dt="2023-12-13T10:23:12.542" v="1819" actId="20577"/>
        <pc:sldMkLst>
          <pc:docMk/>
          <pc:sldMk cId="1204435729" sldId="257"/>
        </pc:sldMkLst>
      </pc:sldChg>
      <pc:sldChg chg="modSp">
        <pc:chgData name="Marie Pacchiarini" userId="d4d30edc-8228-4e7c-948a-7fb647a247c5" providerId="ADAL" clId="{8052CA11-9980-454A-9A68-2E824E0B6E26}" dt="2023-12-13T10:23:45.736" v="1822" actId="255"/>
        <pc:sldMkLst>
          <pc:docMk/>
          <pc:sldMk cId="3476816556" sldId="266"/>
        </pc:sldMkLst>
      </pc:sldChg>
      <pc:sldChg chg="del ord">
        <pc:chgData name="Marie Pacchiarini" userId="d4d30edc-8228-4e7c-948a-7fb647a247c5" providerId="ADAL" clId="{8052CA11-9980-454A-9A68-2E824E0B6E26}" dt="2023-12-13T10:07:35.125" v="1616" actId="2696"/>
        <pc:sldMkLst>
          <pc:docMk/>
          <pc:sldMk cId="3996156448" sldId="271"/>
        </pc:sldMkLst>
      </pc:sldChg>
      <pc:sldChg chg="ord">
        <pc:chgData name="Marie Pacchiarini" userId="d4d30edc-8228-4e7c-948a-7fb647a247c5" providerId="ADAL" clId="{8052CA11-9980-454A-9A68-2E824E0B6E26}" dt="2023-12-13T09:54:37.524" v="1425"/>
        <pc:sldMkLst>
          <pc:docMk/>
          <pc:sldMk cId="1528056902" sldId="272"/>
        </pc:sldMkLst>
      </pc:sldChg>
      <pc:sldChg chg="addSp delSp modSp mod ord setBg">
        <pc:chgData name="Marie Pacchiarini" userId="d4d30edc-8228-4e7c-948a-7fb647a247c5" providerId="ADAL" clId="{8052CA11-9980-454A-9A68-2E824E0B6E26}" dt="2023-12-13T10:18:35.229" v="1671" actId="26606"/>
        <pc:sldMkLst>
          <pc:docMk/>
          <pc:sldMk cId="4090399974" sldId="273"/>
        </pc:sldMkLst>
      </pc:sldChg>
      <pc:sldChg chg="addSp delSp modSp mod ord setBg">
        <pc:chgData name="Marie Pacchiarini" userId="d4d30edc-8228-4e7c-948a-7fb647a247c5" providerId="ADAL" clId="{8052CA11-9980-454A-9A68-2E824E0B6E26}" dt="2023-12-13T10:10:18.406" v="1627" actId="14100"/>
        <pc:sldMkLst>
          <pc:docMk/>
          <pc:sldMk cId="2381391176" sldId="274"/>
        </pc:sldMkLst>
      </pc:sldChg>
      <pc:sldChg chg="addSp delSp modSp mod setBg">
        <pc:chgData name="Marie Pacchiarini" userId="d4d30edc-8228-4e7c-948a-7fb647a247c5" providerId="ADAL" clId="{8052CA11-9980-454A-9A68-2E824E0B6E26}" dt="2023-12-11T19:25:06.464" v="1149" actId="26606"/>
        <pc:sldMkLst>
          <pc:docMk/>
          <pc:sldMk cId="3645112155" sldId="275"/>
        </pc:sldMkLst>
      </pc:sldChg>
      <pc:sldChg chg="addSp delSp modSp mod ord setBg">
        <pc:chgData name="Marie Pacchiarini" userId="d4d30edc-8228-4e7c-948a-7fb647a247c5" providerId="ADAL" clId="{8052CA11-9980-454A-9A68-2E824E0B6E26}" dt="2023-12-13T10:09:42.866" v="1624" actId="20577"/>
        <pc:sldMkLst>
          <pc:docMk/>
          <pc:sldMk cId="2951276901" sldId="276"/>
        </pc:sldMkLst>
      </pc:sldChg>
      <pc:sldChg chg="addSp delSp modSp new mod setBg">
        <pc:chgData name="Marie Pacchiarini" userId="d4d30edc-8228-4e7c-948a-7fb647a247c5" providerId="ADAL" clId="{8052CA11-9980-454A-9A68-2E824E0B6E26}" dt="2023-12-13T10:25:11.832" v="1836" actId="20577"/>
        <pc:sldMkLst>
          <pc:docMk/>
          <pc:sldMk cId="2290045799" sldId="277"/>
        </pc:sldMkLst>
      </pc:sldChg>
      <pc:sldChg chg="modSp add mod ord">
        <pc:chgData name="Marie Pacchiarini" userId="d4d30edc-8228-4e7c-948a-7fb647a247c5" providerId="ADAL" clId="{8052CA11-9980-454A-9A68-2E824E0B6E26}" dt="2023-12-11T19:16:11.710" v="951"/>
        <pc:sldMkLst>
          <pc:docMk/>
          <pc:sldMk cId="1850621754" sldId="278"/>
        </pc:sldMkLst>
      </pc:sldChg>
      <pc:sldChg chg="addSp delSp modSp new mod ord setBg">
        <pc:chgData name="Marie Pacchiarini" userId="d4d30edc-8228-4e7c-948a-7fb647a247c5" providerId="ADAL" clId="{8052CA11-9980-454A-9A68-2E824E0B6E26}" dt="2023-12-13T10:17:12.393" v="1668" actId="20577"/>
        <pc:sldMkLst>
          <pc:docMk/>
          <pc:sldMk cId="3542688628" sldId="279"/>
        </pc:sldMkLst>
      </pc:sldChg>
      <pc:sldChg chg="addSp delSp modSp new mod ord setBg">
        <pc:chgData name="Marie Pacchiarini" userId="d4d30edc-8228-4e7c-948a-7fb647a247c5" providerId="ADAL" clId="{8052CA11-9980-454A-9A68-2E824E0B6E26}" dt="2023-12-11T20:39:06.064" v="1280"/>
        <pc:sldMkLst>
          <pc:docMk/>
          <pc:sldMk cId="2710216300" sldId="280"/>
        </pc:sldMkLst>
      </pc:sldChg>
      <pc:sldChg chg="new del">
        <pc:chgData name="Marie Pacchiarini" userId="d4d30edc-8228-4e7c-948a-7fb647a247c5" providerId="ADAL" clId="{8052CA11-9980-454A-9A68-2E824E0B6E26}" dt="2023-12-11T20:34:31.014" v="1245" actId="47"/>
        <pc:sldMkLst>
          <pc:docMk/>
          <pc:sldMk cId="2724992481" sldId="281"/>
        </pc:sldMkLst>
      </pc:sldChg>
      <pc:sldChg chg="addSp delSp modSp new mod setBg">
        <pc:chgData name="Marie Pacchiarini" userId="d4d30edc-8228-4e7c-948a-7fb647a247c5" providerId="ADAL" clId="{8052CA11-9980-454A-9A68-2E824E0B6E26}" dt="2023-12-13T10:16:45.154" v="1659" actId="20577"/>
        <pc:sldMkLst>
          <pc:docMk/>
          <pc:sldMk cId="3056965411" sldId="281"/>
        </pc:sldMkLst>
      </pc:sldChg>
      <pc:sldChg chg="modSp add del mod">
        <pc:chgData name="Marie Pacchiarini" userId="d4d30edc-8228-4e7c-948a-7fb647a247c5" providerId="ADAL" clId="{8052CA11-9980-454A-9A68-2E824E0B6E26}" dt="2023-12-11T20:37:19.229" v="1271" actId="2696"/>
        <pc:sldMkLst>
          <pc:docMk/>
          <pc:sldMk cId="1286614446" sldId="282"/>
        </pc:sldMkLst>
      </pc:sldChg>
      <pc:sldChg chg="addSp delSp modSp new mod setBg">
        <pc:chgData name="Marie Pacchiarini" userId="d4d30edc-8228-4e7c-948a-7fb647a247c5" providerId="ADAL" clId="{8052CA11-9980-454A-9A68-2E824E0B6E26}" dt="2023-12-11T20:45:35.445" v="1423" actId="26606"/>
        <pc:sldMkLst>
          <pc:docMk/>
          <pc:sldMk cId="3681131977" sldId="282"/>
        </pc:sldMkLst>
      </pc:sldChg>
      <pc:sldChg chg="addSp modSp new mod setBg">
        <pc:chgData name="Marie Pacchiarini" userId="d4d30edc-8228-4e7c-948a-7fb647a247c5" providerId="ADAL" clId="{8052CA11-9980-454A-9A68-2E824E0B6E26}" dt="2023-12-14T09:43:32.444" v="2152" actId="20577"/>
        <pc:sldMkLst>
          <pc:docMk/>
          <pc:sldMk cId="551325799" sldId="283"/>
        </pc:sldMkLst>
      </pc:sldChg>
      <pc:sldChg chg="new del">
        <pc:chgData name="Marie Pacchiarini" userId="d4d30edc-8228-4e7c-948a-7fb647a247c5" providerId="ADAL" clId="{8052CA11-9980-454A-9A68-2E824E0B6E26}" dt="2023-12-14T09:19:33.661" v="1921" actId="47"/>
        <pc:sldMkLst>
          <pc:docMk/>
          <pc:sldMk cId="40073865" sldId="284"/>
        </pc:sldMkLst>
      </pc:sldChg>
      <pc:sldChg chg="addSp delSp modSp add mod ord setBg addAnim delDesignElem">
        <pc:chgData name="Marie Pacchiarini" userId="d4d30edc-8228-4e7c-948a-7fb647a247c5" providerId="ADAL" clId="{8052CA11-9980-454A-9A68-2E824E0B6E26}" dt="2023-12-14T09:42:47.138" v="2150" actId="27636"/>
        <pc:sldMkLst>
          <pc:docMk/>
          <pc:sldMk cId="405079603" sldId="285"/>
        </pc:sldMkLst>
      </pc:sldChg>
      <pc:sldChg chg="addSp delSp modSp add del mod setBg delDesignElem">
        <pc:chgData name="Marie Pacchiarini" userId="d4d30edc-8228-4e7c-948a-7fb647a247c5" providerId="ADAL" clId="{8052CA11-9980-454A-9A68-2E824E0B6E26}" dt="2023-12-13T10:15:34.415" v="1647" actId="2696"/>
        <pc:sldMkLst>
          <pc:docMk/>
          <pc:sldMk cId="2190346522" sldId="285"/>
        </pc:sldMkLst>
      </pc:sldChg>
      <pc:sldChg chg="addSp delSp modSp new mod setBg">
        <pc:chgData name="Marie Pacchiarini" userId="d4d30edc-8228-4e7c-948a-7fb647a247c5" providerId="ADAL" clId="{8052CA11-9980-454A-9A68-2E824E0B6E26}" dt="2023-12-14T09:18:42.531" v="1920" actId="1076"/>
        <pc:sldMkLst>
          <pc:docMk/>
          <pc:sldMk cId="2343038283" sldId="286"/>
        </pc:sldMkLst>
      </pc:sldChg>
      <pc:sldChg chg="addSp delSp modSp add mod ord">
        <pc:chgData name="Marie Pacchiarini" userId="d4d30edc-8228-4e7c-948a-7fb647a247c5" providerId="ADAL" clId="{8052CA11-9980-454A-9A68-2E824E0B6E26}" dt="2023-12-19T10:54:01.905" v="2153" actId="20577"/>
        <pc:sldMkLst>
          <pc:docMk/>
          <pc:sldMk cId="2854313246" sldId="287"/>
        </pc:sldMkLst>
      </pc:sldChg>
      <pc:sldChg chg="addSp modSp new mod ord setBg">
        <pc:chgData name="Marie Pacchiarini" userId="d4d30edc-8228-4e7c-948a-7fb647a247c5" providerId="ADAL" clId="{8052CA11-9980-454A-9A68-2E824E0B6E26}" dt="2023-12-14T09:40:08.699" v="2065" actId="14100"/>
        <pc:sldMkLst>
          <pc:docMk/>
          <pc:sldMk cId="3242608637" sldId="288"/>
        </pc:sldMkLst>
      </pc:sldChg>
    </pc:docChg>
  </pc:docChgLst>
  <pc:docChgLst>
    <pc:chgData name="Marie Pacchiarini" userId="S::mpacchiarini@cavc.ac.uk::d4d30edc-8228-4e7c-948a-7fb647a247c5" providerId="AD" clId="Web-{2402F4CF-C145-4C47-87CD-5A2547D7F764}"/>
    <pc:docChg chg="modSld">
      <pc:chgData name="Marie Pacchiarini" userId="S::mpacchiarini@cavc.ac.uk::d4d30edc-8228-4e7c-948a-7fb647a247c5" providerId="AD" clId="Web-{2402F4CF-C145-4C47-87CD-5A2547D7F764}" dt="2023-12-12T10:07:39.726" v="35" actId="20577"/>
      <pc:docMkLst>
        <pc:docMk/>
      </pc:docMkLst>
      <pc:sldChg chg="modSp">
        <pc:chgData name="Marie Pacchiarini" userId="S::mpacchiarini@cavc.ac.uk::d4d30edc-8228-4e7c-948a-7fb647a247c5" providerId="AD" clId="Web-{2402F4CF-C145-4C47-87CD-5A2547D7F764}" dt="2023-12-12T10:06:29.568" v="17" actId="20577"/>
        <pc:sldMkLst>
          <pc:docMk/>
          <pc:sldMk cId="3542688628" sldId="279"/>
        </pc:sldMkLst>
      </pc:sldChg>
      <pc:sldChg chg="modSp">
        <pc:chgData name="Marie Pacchiarini" userId="S::mpacchiarini@cavc.ac.uk::d4d30edc-8228-4e7c-948a-7fb647a247c5" providerId="AD" clId="Web-{2402F4CF-C145-4C47-87CD-5A2547D7F764}" dt="2023-12-12T10:07:39.726" v="35" actId="20577"/>
        <pc:sldMkLst>
          <pc:docMk/>
          <pc:sldMk cId="3056965411" sldId="281"/>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png"/></Relationships>
</file>

<file path=ppt/diagrams/_rels/data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1.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4.svg"/></Relationships>
</file>

<file path=ppt/diagrams/_rels/data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svg"/><Relationship Id="rId1" Type="http://schemas.openxmlformats.org/officeDocument/2006/relationships/image" Target="../media/image18.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6.svg"/></Relationships>
</file>

<file path=ppt/diagrams/_rels/data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png"/></Relationships>
</file>

<file path=ppt/diagrams/_rels/drawing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1.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4.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2.svg"/><Relationship Id="rId1" Type="http://schemas.openxmlformats.org/officeDocument/2006/relationships/image" Target="../media/image18.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2.svg"/><Relationship Id="rId1" Type="http://schemas.openxmlformats.org/officeDocument/2006/relationships/image" Target="../media/image18.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B0CDCB-2F62-4DB8-B30B-E0494494311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829BE59-B25F-49D8-827A-3512FF10571E}">
      <dgm:prSet/>
      <dgm:spPr/>
      <dgm:t>
        <a:bodyPr/>
        <a:lstStyle/>
        <a:p>
          <a:pPr>
            <a:lnSpc>
              <a:spcPct val="100000"/>
            </a:lnSpc>
          </a:pPr>
          <a:r>
            <a:rPr lang="en-US" dirty="0"/>
            <a:t>Aims of the session:</a:t>
          </a:r>
        </a:p>
      </dgm:t>
    </dgm:pt>
    <dgm:pt modelId="{68632571-A77B-4DB4-9987-4114673A0F41}" type="parTrans" cxnId="{0C329C3A-2800-4193-82E2-C6E8439398E1}">
      <dgm:prSet/>
      <dgm:spPr/>
      <dgm:t>
        <a:bodyPr/>
        <a:lstStyle/>
        <a:p>
          <a:endParaRPr lang="en-US"/>
        </a:p>
      </dgm:t>
    </dgm:pt>
    <dgm:pt modelId="{5650DD22-ACB2-48A7-B233-2EF920A5389F}" type="sibTrans" cxnId="{0C329C3A-2800-4193-82E2-C6E8439398E1}">
      <dgm:prSet/>
      <dgm:spPr/>
      <dgm:t>
        <a:bodyPr/>
        <a:lstStyle/>
        <a:p>
          <a:endParaRPr lang="en-US"/>
        </a:p>
      </dgm:t>
    </dgm:pt>
    <dgm:pt modelId="{2D0CB367-A2DB-49E2-959A-25D5CF6AC8CB}">
      <dgm:prSet/>
      <dgm:spPr/>
      <dgm:t>
        <a:bodyPr/>
        <a:lstStyle/>
        <a:p>
          <a:pPr>
            <a:lnSpc>
              <a:spcPct val="100000"/>
            </a:lnSpc>
          </a:pPr>
          <a:r>
            <a:rPr lang="en-US" dirty="0"/>
            <a:t>To review the Level 1 Speaking and Listening exam.</a:t>
          </a:r>
        </a:p>
      </dgm:t>
    </dgm:pt>
    <dgm:pt modelId="{CDB2717D-867A-4B13-9127-5B4546D2ADB0}" type="parTrans" cxnId="{7632EDC6-9C62-4F5B-B223-3769F7B88BA6}">
      <dgm:prSet/>
      <dgm:spPr/>
      <dgm:t>
        <a:bodyPr/>
        <a:lstStyle/>
        <a:p>
          <a:endParaRPr lang="en-US"/>
        </a:p>
      </dgm:t>
    </dgm:pt>
    <dgm:pt modelId="{CFF793C4-7EF8-41F1-88F9-1DCC0041AE0D}" type="sibTrans" cxnId="{7632EDC6-9C62-4F5B-B223-3769F7B88BA6}">
      <dgm:prSet/>
      <dgm:spPr/>
      <dgm:t>
        <a:bodyPr/>
        <a:lstStyle/>
        <a:p>
          <a:endParaRPr lang="en-US"/>
        </a:p>
      </dgm:t>
    </dgm:pt>
    <dgm:pt modelId="{D42BF790-E37E-4589-A663-66529796B3C6}">
      <dgm:prSet/>
      <dgm:spPr/>
      <dgm:t>
        <a:bodyPr/>
        <a:lstStyle/>
        <a:p>
          <a:pPr>
            <a:lnSpc>
              <a:spcPct val="100000"/>
            </a:lnSpc>
          </a:pPr>
          <a:r>
            <a:rPr lang="en-US" dirty="0"/>
            <a:t>To discuss ways, you can prepare for the exam.</a:t>
          </a:r>
        </a:p>
      </dgm:t>
    </dgm:pt>
    <dgm:pt modelId="{B82900EA-54C0-47C5-B596-C49123072742}" type="parTrans" cxnId="{40C44997-DD7F-4639-BA77-3382293C4AAA}">
      <dgm:prSet/>
      <dgm:spPr/>
      <dgm:t>
        <a:bodyPr/>
        <a:lstStyle/>
        <a:p>
          <a:endParaRPr lang="en-US"/>
        </a:p>
      </dgm:t>
    </dgm:pt>
    <dgm:pt modelId="{970B212F-D523-450E-A155-9E3C55568195}" type="sibTrans" cxnId="{40C44997-DD7F-4639-BA77-3382293C4AAA}">
      <dgm:prSet/>
      <dgm:spPr/>
      <dgm:t>
        <a:bodyPr/>
        <a:lstStyle/>
        <a:p>
          <a:endParaRPr lang="en-US"/>
        </a:p>
      </dgm:t>
    </dgm:pt>
    <dgm:pt modelId="{DBC32C6F-0E7C-4CFD-A74A-94D59CED7F7F}" type="pres">
      <dgm:prSet presAssocID="{49B0CDCB-2F62-4DB8-B30B-E0494494311E}" presName="linear" presStyleCnt="0">
        <dgm:presLayoutVars>
          <dgm:animLvl val="lvl"/>
          <dgm:resizeHandles val="exact"/>
        </dgm:presLayoutVars>
      </dgm:prSet>
      <dgm:spPr/>
    </dgm:pt>
    <dgm:pt modelId="{7BEF4AD2-FCA6-40CE-825D-EDAB88610CA9}" type="pres">
      <dgm:prSet presAssocID="{3829BE59-B25F-49D8-827A-3512FF10571E}" presName="parentText" presStyleLbl="node1" presStyleIdx="0" presStyleCnt="3">
        <dgm:presLayoutVars>
          <dgm:chMax val="0"/>
          <dgm:bulletEnabled val="1"/>
        </dgm:presLayoutVars>
      </dgm:prSet>
      <dgm:spPr/>
    </dgm:pt>
    <dgm:pt modelId="{24851756-864D-42B2-A5D4-728E1F07224F}" type="pres">
      <dgm:prSet presAssocID="{5650DD22-ACB2-48A7-B233-2EF920A5389F}" presName="spacer" presStyleCnt="0"/>
      <dgm:spPr/>
    </dgm:pt>
    <dgm:pt modelId="{4A964609-0408-4A07-A983-7F186485E1A9}" type="pres">
      <dgm:prSet presAssocID="{2D0CB367-A2DB-49E2-959A-25D5CF6AC8CB}" presName="parentText" presStyleLbl="node1" presStyleIdx="1" presStyleCnt="3">
        <dgm:presLayoutVars>
          <dgm:chMax val="0"/>
          <dgm:bulletEnabled val="1"/>
        </dgm:presLayoutVars>
      </dgm:prSet>
      <dgm:spPr/>
    </dgm:pt>
    <dgm:pt modelId="{2821A390-64B3-42E5-9ED5-3A37E7FB8987}" type="pres">
      <dgm:prSet presAssocID="{CFF793C4-7EF8-41F1-88F9-1DCC0041AE0D}" presName="spacer" presStyleCnt="0"/>
      <dgm:spPr/>
    </dgm:pt>
    <dgm:pt modelId="{78D12D91-716F-40BE-ADF6-975EE8A412C2}" type="pres">
      <dgm:prSet presAssocID="{D42BF790-E37E-4589-A663-66529796B3C6}" presName="parentText" presStyleLbl="node1" presStyleIdx="2" presStyleCnt="3">
        <dgm:presLayoutVars>
          <dgm:chMax val="0"/>
          <dgm:bulletEnabled val="1"/>
        </dgm:presLayoutVars>
      </dgm:prSet>
      <dgm:spPr/>
    </dgm:pt>
  </dgm:ptLst>
  <dgm:cxnLst>
    <dgm:cxn modelId="{DB52FA2C-9458-46DE-A932-1680461EB902}" type="presOf" srcId="{2D0CB367-A2DB-49E2-959A-25D5CF6AC8CB}" destId="{4A964609-0408-4A07-A983-7F186485E1A9}" srcOrd="0" destOrd="0" presId="urn:microsoft.com/office/officeart/2005/8/layout/vList2"/>
    <dgm:cxn modelId="{0C329C3A-2800-4193-82E2-C6E8439398E1}" srcId="{49B0CDCB-2F62-4DB8-B30B-E0494494311E}" destId="{3829BE59-B25F-49D8-827A-3512FF10571E}" srcOrd="0" destOrd="0" parTransId="{68632571-A77B-4DB4-9987-4114673A0F41}" sibTransId="{5650DD22-ACB2-48A7-B233-2EF920A5389F}"/>
    <dgm:cxn modelId="{D3DCB856-D6D5-488D-9323-AC1A4969E5E2}" type="presOf" srcId="{49B0CDCB-2F62-4DB8-B30B-E0494494311E}" destId="{DBC32C6F-0E7C-4CFD-A74A-94D59CED7F7F}" srcOrd="0" destOrd="0" presId="urn:microsoft.com/office/officeart/2005/8/layout/vList2"/>
    <dgm:cxn modelId="{CD49BB88-4289-4608-B469-C03781C4CF63}" type="presOf" srcId="{D42BF790-E37E-4589-A663-66529796B3C6}" destId="{78D12D91-716F-40BE-ADF6-975EE8A412C2}" srcOrd="0" destOrd="0" presId="urn:microsoft.com/office/officeart/2005/8/layout/vList2"/>
    <dgm:cxn modelId="{40C44997-DD7F-4639-BA77-3382293C4AAA}" srcId="{49B0CDCB-2F62-4DB8-B30B-E0494494311E}" destId="{D42BF790-E37E-4589-A663-66529796B3C6}" srcOrd="2" destOrd="0" parTransId="{B82900EA-54C0-47C5-B596-C49123072742}" sibTransId="{970B212F-D523-450E-A155-9E3C55568195}"/>
    <dgm:cxn modelId="{7632EDC6-9C62-4F5B-B223-3769F7B88BA6}" srcId="{49B0CDCB-2F62-4DB8-B30B-E0494494311E}" destId="{2D0CB367-A2DB-49E2-959A-25D5CF6AC8CB}" srcOrd="1" destOrd="0" parTransId="{CDB2717D-867A-4B13-9127-5B4546D2ADB0}" sibTransId="{CFF793C4-7EF8-41F1-88F9-1DCC0041AE0D}"/>
    <dgm:cxn modelId="{FE7142EA-571B-4321-A757-6463B72EB9AB}" type="presOf" srcId="{3829BE59-B25F-49D8-827A-3512FF10571E}" destId="{7BEF4AD2-FCA6-40CE-825D-EDAB88610CA9}" srcOrd="0" destOrd="0" presId="urn:microsoft.com/office/officeart/2005/8/layout/vList2"/>
    <dgm:cxn modelId="{34A71482-9AB6-46F1-9014-FD7EA0156854}" type="presParOf" srcId="{DBC32C6F-0E7C-4CFD-A74A-94D59CED7F7F}" destId="{7BEF4AD2-FCA6-40CE-825D-EDAB88610CA9}" srcOrd="0" destOrd="0" presId="urn:microsoft.com/office/officeart/2005/8/layout/vList2"/>
    <dgm:cxn modelId="{83FB6766-A88E-479B-A582-07BB1D6D33A4}" type="presParOf" srcId="{DBC32C6F-0E7C-4CFD-A74A-94D59CED7F7F}" destId="{24851756-864D-42B2-A5D4-728E1F07224F}" srcOrd="1" destOrd="0" presId="urn:microsoft.com/office/officeart/2005/8/layout/vList2"/>
    <dgm:cxn modelId="{2FD679D1-DA03-411F-8522-32FAB6D6A514}" type="presParOf" srcId="{DBC32C6F-0E7C-4CFD-A74A-94D59CED7F7F}" destId="{4A964609-0408-4A07-A983-7F186485E1A9}" srcOrd="2" destOrd="0" presId="urn:microsoft.com/office/officeart/2005/8/layout/vList2"/>
    <dgm:cxn modelId="{70353905-544D-42D3-B991-20D263C2632A}" type="presParOf" srcId="{DBC32C6F-0E7C-4CFD-A74A-94D59CED7F7F}" destId="{2821A390-64B3-42E5-9ED5-3A37E7FB8987}" srcOrd="3" destOrd="0" presId="urn:microsoft.com/office/officeart/2005/8/layout/vList2"/>
    <dgm:cxn modelId="{144CCC40-9680-4384-B987-0983BC54D7B5}" type="presParOf" srcId="{DBC32C6F-0E7C-4CFD-A74A-94D59CED7F7F}" destId="{78D12D91-716F-40BE-ADF6-975EE8A412C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1BB6BC5-5F3D-44EE-BF00-EDA58DD38F0B}"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48322529-BCEC-4E84-8650-7DC2C361655D}">
      <dgm:prSet custT="1"/>
      <dgm:spPr/>
      <dgm:t>
        <a:bodyPr/>
        <a:lstStyle/>
        <a:p>
          <a:pPr>
            <a:lnSpc>
              <a:spcPct val="100000"/>
            </a:lnSpc>
          </a:pPr>
          <a:r>
            <a:rPr lang="en-US" sz="2400" dirty="0"/>
            <a:t>Task 1: Listening</a:t>
          </a:r>
        </a:p>
        <a:p>
          <a:pPr>
            <a:lnSpc>
              <a:spcPct val="100000"/>
            </a:lnSpc>
          </a:pPr>
          <a:r>
            <a:rPr lang="en-US" sz="2400" dirty="0"/>
            <a:t>Recorded text with 9 questions</a:t>
          </a:r>
        </a:p>
      </dgm:t>
    </dgm:pt>
    <dgm:pt modelId="{2F37C77F-0954-4B70-A4A8-743245ABE592}" type="parTrans" cxnId="{AC6CBB1F-3B75-4023-A5B3-AEEC9AB9F852}">
      <dgm:prSet/>
      <dgm:spPr/>
      <dgm:t>
        <a:bodyPr/>
        <a:lstStyle/>
        <a:p>
          <a:endParaRPr lang="en-US"/>
        </a:p>
      </dgm:t>
    </dgm:pt>
    <dgm:pt modelId="{87471C81-41EF-4666-B2B1-DF4E11D10617}" type="sibTrans" cxnId="{AC6CBB1F-3B75-4023-A5B3-AEEC9AB9F852}">
      <dgm:prSet/>
      <dgm:spPr/>
      <dgm:t>
        <a:bodyPr/>
        <a:lstStyle/>
        <a:p>
          <a:endParaRPr lang="en-US"/>
        </a:p>
      </dgm:t>
    </dgm:pt>
    <dgm:pt modelId="{7E729654-583F-49A5-8F56-1CB8CD845A13}">
      <dgm:prSet custT="1"/>
      <dgm:spPr/>
      <dgm:t>
        <a:bodyPr/>
        <a:lstStyle/>
        <a:p>
          <a:pPr>
            <a:lnSpc>
              <a:spcPct val="100000"/>
            </a:lnSpc>
          </a:pPr>
          <a:r>
            <a:rPr lang="en-US" sz="2000" dirty="0"/>
            <a:t>Task 2: Everyday conversation</a:t>
          </a:r>
        </a:p>
        <a:p>
          <a:pPr>
            <a:lnSpc>
              <a:spcPct val="100000"/>
            </a:lnSpc>
          </a:pPr>
          <a:r>
            <a:rPr lang="en-US" sz="2000" dirty="0"/>
            <a:t>2-4 learners speak informally to each other then formally to the interlocuter.  </a:t>
          </a:r>
        </a:p>
      </dgm:t>
    </dgm:pt>
    <dgm:pt modelId="{31D42485-9B32-48D7-89DA-697AD4B60441}" type="parTrans" cxnId="{50F22B33-FCE9-44FF-A9ED-8BC043ADCC58}">
      <dgm:prSet/>
      <dgm:spPr/>
      <dgm:t>
        <a:bodyPr/>
        <a:lstStyle/>
        <a:p>
          <a:endParaRPr lang="en-US"/>
        </a:p>
      </dgm:t>
    </dgm:pt>
    <dgm:pt modelId="{B9FCE7CE-A9FB-4DA7-90D1-BAEDFB27AAAF}" type="sibTrans" cxnId="{50F22B33-FCE9-44FF-A9ED-8BC043ADCC58}">
      <dgm:prSet/>
      <dgm:spPr/>
      <dgm:t>
        <a:bodyPr/>
        <a:lstStyle/>
        <a:p>
          <a:endParaRPr lang="en-US"/>
        </a:p>
      </dgm:t>
    </dgm:pt>
    <dgm:pt modelId="{17A03FFA-849D-418F-A1DB-54014AA5698B}">
      <dgm:prSet custT="1"/>
      <dgm:spPr/>
      <dgm:t>
        <a:bodyPr/>
        <a:lstStyle/>
        <a:p>
          <a:pPr>
            <a:lnSpc>
              <a:spcPct val="100000"/>
            </a:lnSpc>
          </a:pPr>
          <a:r>
            <a:rPr lang="en-US" sz="2000" dirty="0"/>
            <a:t>Task 3: 2 -4 learners. </a:t>
          </a:r>
        </a:p>
        <a:p>
          <a:pPr>
            <a:lnSpc>
              <a:spcPct val="100000"/>
            </a:lnSpc>
          </a:pPr>
          <a:r>
            <a:rPr lang="en-US" sz="2000" dirty="0"/>
            <a:t>Presentation, questions and discussion.</a:t>
          </a:r>
        </a:p>
        <a:p>
          <a:pPr>
            <a:lnSpc>
              <a:spcPct val="100000"/>
            </a:lnSpc>
          </a:pPr>
          <a:r>
            <a:rPr lang="en-US" sz="2000" dirty="0"/>
            <a:t>(a process or a sequence) </a:t>
          </a:r>
        </a:p>
      </dgm:t>
    </dgm:pt>
    <dgm:pt modelId="{2BD9472A-596B-4C5A-AD8B-8FCDAF80DDC1}" type="parTrans" cxnId="{99626FD9-DE83-48D6-A23A-F3B4C775D7A2}">
      <dgm:prSet/>
      <dgm:spPr/>
      <dgm:t>
        <a:bodyPr/>
        <a:lstStyle/>
        <a:p>
          <a:endParaRPr lang="en-US"/>
        </a:p>
      </dgm:t>
    </dgm:pt>
    <dgm:pt modelId="{7E579955-EF95-40C4-B307-A237FBFAA163}" type="sibTrans" cxnId="{99626FD9-DE83-48D6-A23A-F3B4C775D7A2}">
      <dgm:prSet/>
      <dgm:spPr/>
      <dgm:t>
        <a:bodyPr/>
        <a:lstStyle/>
        <a:p>
          <a:endParaRPr lang="en-US"/>
        </a:p>
      </dgm:t>
    </dgm:pt>
    <dgm:pt modelId="{16FBF733-39FB-440D-BEED-03D2D6A8930D}" type="pres">
      <dgm:prSet presAssocID="{61BB6BC5-5F3D-44EE-BF00-EDA58DD38F0B}" presName="root" presStyleCnt="0">
        <dgm:presLayoutVars>
          <dgm:dir/>
          <dgm:resizeHandles val="exact"/>
        </dgm:presLayoutVars>
      </dgm:prSet>
      <dgm:spPr/>
    </dgm:pt>
    <dgm:pt modelId="{F112AE99-8E1E-4F8A-87CB-22C5E9D8E1B8}" type="pres">
      <dgm:prSet presAssocID="{48322529-BCEC-4E84-8650-7DC2C361655D}" presName="compNode" presStyleCnt="0"/>
      <dgm:spPr/>
    </dgm:pt>
    <dgm:pt modelId="{BF99B4E5-3D1D-43A6-8B27-41C4A6A16042}" type="pres">
      <dgm:prSet presAssocID="{48322529-BCEC-4E84-8650-7DC2C361655D}" presName="bgRect" presStyleLbl="bgShp" presStyleIdx="0" presStyleCnt="3"/>
      <dgm:spPr/>
    </dgm:pt>
    <dgm:pt modelId="{A4EA8CE0-4E4A-4367-9529-391A132DC450}" type="pres">
      <dgm:prSet presAssocID="{48322529-BCEC-4E84-8650-7DC2C361655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6AE7177D-AB25-40BB-BD59-B8F9B93E0CC3}" type="pres">
      <dgm:prSet presAssocID="{48322529-BCEC-4E84-8650-7DC2C361655D}" presName="spaceRect" presStyleCnt="0"/>
      <dgm:spPr/>
    </dgm:pt>
    <dgm:pt modelId="{18F8B0FD-ECF6-49B4-8D2F-14891C5E3E0D}" type="pres">
      <dgm:prSet presAssocID="{48322529-BCEC-4E84-8650-7DC2C361655D}" presName="parTx" presStyleLbl="revTx" presStyleIdx="0" presStyleCnt="3">
        <dgm:presLayoutVars>
          <dgm:chMax val="0"/>
          <dgm:chPref val="0"/>
        </dgm:presLayoutVars>
      </dgm:prSet>
      <dgm:spPr/>
    </dgm:pt>
    <dgm:pt modelId="{01ACCA7E-75E7-4AA7-93EC-2E491BF92298}" type="pres">
      <dgm:prSet presAssocID="{87471C81-41EF-4666-B2B1-DF4E11D10617}" presName="sibTrans" presStyleCnt="0"/>
      <dgm:spPr/>
    </dgm:pt>
    <dgm:pt modelId="{89129283-AB9A-4C76-A0EC-947F00650789}" type="pres">
      <dgm:prSet presAssocID="{7E729654-583F-49A5-8F56-1CB8CD845A13}" presName="compNode" presStyleCnt="0"/>
      <dgm:spPr/>
    </dgm:pt>
    <dgm:pt modelId="{0BB16C84-62DB-422C-BCF7-0E3BA8CE5008}" type="pres">
      <dgm:prSet presAssocID="{7E729654-583F-49A5-8F56-1CB8CD845A13}" presName="bgRect" presStyleLbl="bgShp" presStyleIdx="1" presStyleCnt="3"/>
      <dgm:spPr/>
    </dgm:pt>
    <dgm:pt modelId="{9FD2551B-0DF0-423B-A51A-B817B683A00D}" type="pres">
      <dgm:prSet presAssocID="{7E729654-583F-49A5-8F56-1CB8CD845A1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72AC0B22-6BB4-41BE-8F1C-F17DEFAC0D6D}" type="pres">
      <dgm:prSet presAssocID="{7E729654-583F-49A5-8F56-1CB8CD845A13}" presName="spaceRect" presStyleCnt="0"/>
      <dgm:spPr/>
    </dgm:pt>
    <dgm:pt modelId="{B342C8FB-CF50-4AA4-A93C-4CD83CEBC5F9}" type="pres">
      <dgm:prSet presAssocID="{7E729654-583F-49A5-8F56-1CB8CD845A13}" presName="parTx" presStyleLbl="revTx" presStyleIdx="1" presStyleCnt="3">
        <dgm:presLayoutVars>
          <dgm:chMax val="0"/>
          <dgm:chPref val="0"/>
        </dgm:presLayoutVars>
      </dgm:prSet>
      <dgm:spPr/>
    </dgm:pt>
    <dgm:pt modelId="{0ED08EAC-A8EC-4A26-9AD9-4D772508F67F}" type="pres">
      <dgm:prSet presAssocID="{B9FCE7CE-A9FB-4DA7-90D1-BAEDFB27AAAF}" presName="sibTrans" presStyleCnt="0"/>
      <dgm:spPr/>
    </dgm:pt>
    <dgm:pt modelId="{4D6DA398-DBCE-4B1C-90CF-A44C794A0B73}" type="pres">
      <dgm:prSet presAssocID="{17A03FFA-849D-418F-A1DB-54014AA5698B}" presName="compNode" presStyleCnt="0"/>
      <dgm:spPr/>
    </dgm:pt>
    <dgm:pt modelId="{72C80A67-0033-4909-8F18-C7586AB5E019}" type="pres">
      <dgm:prSet presAssocID="{17A03FFA-849D-418F-A1DB-54014AA5698B}" presName="bgRect" presStyleLbl="bgShp" presStyleIdx="2" presStyleCnt="3"/>
      <dgm:spPr/>
    </dgm:pt>
    <dgm:pt modelId="{06413665-4430-4965-9A9B-ABEE07A68C41}" type="pres">
      <dgm:prSet presAssocID="{17A03FFA-849D-418F-A1DB-54014AA5698B}" presName="iconRect" presStyleLbl="node1" presStyleIdx="2" presStyleCnt="3"/>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pt>
    <dgm:pt modelId="{CF267D46-974E-43E5-943D-200131680060}" type="pres">
      <dgm:prSet presAssocID="{17A03FFA-849D-418F-A1DB-54014AA5698B}" presName="spaceRect" presStyleCnt="0"/>
      <dgm:spPr/>
    </dgm:pt>
    <dgm:pt modelId="{D57EA2D8-0986-458A-AC49-68E31ADADEB3}" type="pres">
      <dgm:prSet presAssocID="{17A03FFA-849D-418F-A1DB-54014AA5698B}" presName="parTx" presStyleLbl="revTx" presStyleIdx="2" presStyleCnt="3">
        <dgm:presLayoutVars>
          <dgm:chMax val="0"/>
          <dgm:chPref val="0"/>
        </dgm:presLayoutVars>
      </dgm:prSet>
      <dgm:spPr/>
    </dgm:pt>
  </dgm:ptLst>
  <dgm:cxnLst>
    <dgm:cxn modelId="{AC6CBB1F-3B75-4023-A5B3-AEEC9AB9F852}" srcId="{61BB6BC5-5F3D-44EE-BF00-EDA58DD38F0B}" destId="{48322529-BCEC-4E84-8650-7DC2C361655D}" srcOrd="0" destOrd="0" parTransId="{2F37C77F-0954-4B70-A4A8-743245ABE592}" sibTransId="{87471C81-41EF-4666-B2B1-DF4E11D10617}"/>
    <dgm:cxn modelId="{50F22B33-FCE9-44FF-A9ED-8BC043ADCC58}" srcId="{61BB6BC5-5F3D-44EE-BF00-EDA58DD38F0B}" destId="{7E729654-583F-49A5-8F56-1CB8CD845A13}" srcOrd="1" destOrd="0" parTransId="{31D42485-9B32-48D7-89DA-697AD4B60441}" sibTransId="{B9FCE7CE-A9FB-4DA7-90D1-BAEDFB27AAAF}"/>
    <dgm:cxn modelId="{E7687170-D0C0-4ABD-9886-604FDB0AE622}" type="presOf" srcId="{48322529-BCEC-4E84-8650-7DC2C361655D}" destId="{18F8B0FD-ECF6-49B4-8D2F-14891C5E3E0D}" srcOrd="0" destOrd="0" presId="urn:microsoft.com/office/officeart/2018/2/layout/IconVerticalSolidList"/>
    <dgm:cxn modelId="{9B240FB3-33CA-49A3-8896-2164F4A5AAF2}" type="presOf" srcId="{17A03FFA-849D-418F-A1DB-54014AA5698B}" destId="{D57EA2D8-0986-458A-AC49-68E31ADADEB3}" srcOrd="0" destOrd="0" presId="urn:microsoft.com/office/officeart/2018/2/layout/IconVerticalSolidList"/>
    <dgm:cxn modelId="{99626FD9-DE83-48D6-A23A-F3B4C775D7A2}" srcId="{61BB6BC5-5F3D-44EE-BF00-EDA58DD38F0B}" destId="{17A03FFA-849D-418F-A1DB-54014AA5698B}" srcOrd="2" destOrd="0" parTransId="{2BD9472A-596B-4C5A-AD8B-8FCDAF80DDC1}" sibTransId="{7E579955-EF95-40C4-B307-A237FBFAA163}"/>
    <dgm:cxn modelId="{DCDD62ED-D453-478C-A1FA-7432DB7A27C5}" type="presOf" srcId="{7E729654-583F-49A5-8F56-1CB8CD845A13}" destId="{B342C8FB-CF50-4AA4-A93C-4CD83CEBC5F9}" srcOrd="0" destOrd="0" presId="urn:microsoft.com/office/officeart/2018/2/layout/IconVerticalSolidList"/>
    <dgm:cxn modelId="{1B7CE0FC-9FC5-42B4-BA48-08CB56772B8B}" type="presOf" srcId="{61BB6BC5-5F3D-44EE-BF00-EDA58DD38F0B}" destId="{16FBF733-39FB-440D-BEED-03D2D6A8930D}" srcOrd="0" destOrd="0" presId="urn:microsoft.com/office/officeart/2018/2/layout/IconVerticalSolidList"/>
    <dgm:cxn modelId="{E16DBB76-62F9-42F0-9150-6F55DEEF4C47}" type="presParOf" srcId="{16FBF733-39FB-440D-BEED-03D2D6A8930D}" destId="{F112AE99-8E1E-4F8A-87CB-22C5E9D8E1B8}" srcOrd="0" destOrd="0" presId="urn:microsoft.com/office/officeart/2018/2/layout/IconVerticalSolidList"/>
    <dgm:cxn modelId="{34E953B6-8093-4CCB-98E2-948045526192}" type="presParOf" srcId="{F112AE99-8E1E-4F8A-87CB-22C5E9D8E1B8}" destId="{BF99B4E5-3D1D-43A6-8B27-41C4A6A16042}" srcOrd="0" destOrd="0" presId="urn:microsoft.com/office/officeart/2018/2/layout/IconVerticalSolidList"/>
    <dgm:cxn modelId="{7BD45B06-714A-4FA1-B8A4-5043938D3EB9}" type="presParOf" srcId="{F112AE99-8E1E-4F8A-87CB-22C5E9D8E1B8}" destId="{A4EA8CE0-4E4A-4367-9529-391A132DC450}" srcOrd="1" destOrd="0" presId="urn:microsoft.com/office/officeart/2018/2/layout/IconVerticalSolidList"/>
    <dgm:cxn modelId="{C34E034F-033B-4C95-81EA-9969DBD435AB}" type="presParOf" srcId="{F112AE99-8E1E-4F8A-87CB-22C5E9D8E1B8}" destId="{6AE7177D-AB25-40BB-BD59-B8F9B93E0CC3}" srcOrd="2" destOrd="0" presId="urn:microsoft.com/office/officeart/2018/2/layout/IconVerticalSolidList"/>
    <dgm:cxn modelId="{F6600FBA-698A-45A3-BF87-C2145B2CEBEE}" type="presParOf" srcId="{F112AE99-8E1E-4F8A-87CB-22C5E9D8E1B8}" destId="{18F8B0FD-ECF6-49B4-8D2F-14891C5E3E0D}" srcOrd="3" destOrd="0" presId="urn:microsoft.com/office/officeart/2018/2/layout/IconVerticalSolidList"/>
    <dgm:cxn modelId="{AD6D563D-EDD6-4291-B25B-8CD61BF694AD}" type="presParOf" srcId="{16FBF733-39FB-440D-BEED-03D2D6A8930D}" destId="{01ACCA7E-75E7-4AA7-93EC-2E491BF92298}" srcOrd="1" destOrd="0" presId="urn:microsoft.com/office/officeart/2018/2/layout/IconVerticalSolidList"/>
    <dgm:cxn modelId="{2DF6DB9B-FB1E-426D-BE3C-181E1B8A7351}" type="presParOf" srcId="{16FBF733-39FB-440D-BEED-03D2D6A8930D}" destId="{89129283-AB9A-4C76-A0EC-947F00650789}" srcOrd="2" destOrd="0" presId="urn:microsoft.com/office/officeart/2018/2/layout/IconVerticalSolidList"/>
    <dgm:cxn modelId="{4253A570-1A55-44DA-A91A-55E9396BC4A2}" type="presParOf" srcId="{89129283-AB9A-4C76-A0EC-947F00650789}" destId="{0BB16C84-62DB-422C-BCF7-0E3BA8CE5008}" srcOrd="0" destOrd="0" presId="urn:microsoft.com/office/officeart/2018/2/layout/IconVerticalSolidList"/>
    <dgm:cxn modelId="{A9CF179A-0C1C-4198-8A56-AC31B7A44BD6}" type="presParOf" srcId="{89129283-AB9A-4C76-A0EC-947F00650789}" destId="{9FD2551B-0DF0-423B-A51A-B817B683A00D}" srcOrd="1" destOrd="0" presId="urn:microsoft.com/office/officeart/2018/2/layout/IconVerticalSolidList"/>
    <dgm:cxn modelId="{F472A29D-FAC8-474B-9200-64E3DB38A8B5}" type="presParOf" srcId="{89129283-AB9A-4C76-A0EC-947F00650789}" destId="{72AC0B22-6BB4-41BE-8F1C-F17DEFAC0D6D}" srcOrd="2" destOrd="0" presId="urn:microsoft.com/office/officeart/2018/2/layout/IconVerticalSolidList"/>
    <dgm:cxn modelId="{C7220580-F7D4-40ED-A0C1-FBC80B71B192}" type="presParOf" srcId="{89129283-AB9A-4C76-A0EC-947F00650789}" destId="{B342C8FB-CF50-4AA4-A93C-4CD83CEBC5F9}" srcOrd="3" destOrd="0" presId="urn:microsoft.com/office/officeart/2018/2/layout/IconVerticalSolidList"/>
    <dgm:cxn modelId="{43A6A98D-39DA-4FF9-ABDA-0E51477BBC50}" type="presParOf" srcId="{16FBF733-39FB-440D-BEED-03D2D6A8930D}" destId="{0ED08EAC-A8EC-4A26-9AD9-4D772508F67F}" srcOrd="3" destOrd="0" presId="urn:microsoft.com/office/officeart/2018/2/layout/IconVerticalSolidList"/>
    <dgm:cxn modelId="{079F05B7-A786-4003-9971-F0F6A1899963}" type="presParOf" srcId="{16FBF733-39FB-440D-BEED-03D2D6A8930D}" destId="{4D6DA398-DBCE-4B1C-90CF-A44C794A0B73}" srcOrd="4" destOrd="0" presId="urn:microsoft.com/office/officeart/2018/2/layout/IconVerticalSolidList"/>
    <dgm:cxn modelId="{957FC2F6-292F-4761-81FC-6DFDF6745C4A}" type="presParOf" srcId="{4D6DA398-DBCE-4B1C-90CF-A44C794A0B73}" destId="{72C80A67-0033-4909-8F18-C7586AB5E019}" srcOrd="0" destOrd="0" presId="urn:microsoft.com/office/officeart/2018/2/layout/IconVerticalSolidList"/>
    <dgm:cxn modelId="{98642507-3B40-4823-8FD4-F1BF563FAC90}" type="presParOf" srcId="{4D6DA398-DBCE-4B1C-90CF-A44C794A0B73}" destId="{06413665-4430-4965-9A9B-ABEE07A68C41}" srcOrd="1" destOrd="0" presId="urn:microsoft.com/office/officeart/2018/2/layout/IconVerticalSolidList"/>
    <dgm:cxn modelId="{3A0E344B-F3FB-4692-A5E2-B56F01DB6BC4}" type="presParOf" srcId="{4D6DA398-DBCE-4B1C-90CF-A44C794A0B73}" destId="{CF267D46-974E-43E5-943D-200131680060}" srcOrd="2" destOrd="0" presId="urn:microsoft.com/office/officeart/2018/2/layout/IconVerticalSolidList"/>
    <dgm:cxn modelId="{C9A0651E-4E71-4D3F-BC4B-990D0B9B1552}" type="presParOf" srcId="{4D6DA398-DBCE-4B1C-90CF-A44C794A0B73}" destId="{D57EA2D8-0986-458A-AC49-68E31ADADE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9B0CDCB-2F62-4DB8-B30B-E0494494311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3829BE59-B25F-49D8-827A-3512FF10571E}">
      <dgm:prSet/>
      <dgm:spPr/>
      <dgm:t>
        <a:bodyPr/>
        <a:lstStyle/>
        <a:p>
          <a:pPr>
            <a:lnSpc>
              <a:spcPct val="100000"/>
            </a:lnSpc>
          </a:pPr>
          <a:r>
            <a:rPr lang="en-US" dirty="0"/>
            <a:t>1.1 Follow the gist of a verbal </a:t>
          </a:r>
          <a:r>
            <a:rPr lang="en-US" dirty="0">
              <a:latin typeface="Calibri Light" panose="020F0302020204030204"/>
            </a:rPr>
            <a:t>communication</a:t>
          </a:r>
          <a:r>
            <a:rPr lang="en-US" dirty="0"/>
            <a:t> on straightforward topics.</a:t>
          </a:r>
        </a:p>
      </dgm:t>
    </dgm:pt>
    <dgm:pt modelId="{68632571-A77B-4DB4-9987-4114673A0F41}" type="parTrans" cxnId="{0C329C3A-2800-4193-82E2-C6E8439398E1}">
      <dgm:prSet/>
      <dgm:spPr/>
      <dgm:t>
        <a:bodyPr/>
        <a:lstStyle/>
        <a:p>
          <a:endParaRPr lang="en-US"/>
        </a:p>
      </dgm:t>
    </dgm:pt>
    <dgm:pt modelId="{5650DD22-ACB2-48A7-B233-2EF920A5389F}" type="sibTrans" cxnId="{0C329C3A-2800-4193-82E2-C6E8439398E1}">
      <dgm:prSet/>
      <dgm:spPr/>
      <dgm:t>
        <a:bodyPr/>
        <a:lstStyle/>
        <a:p>
          <a:endParaRPr lang="en-US"/>
        </a:p>
      </dgm:t>
    </dgm:pt>
    <dgm:pt modelId="{2D0CB367-A2DB-49E2-959A-25D5CF6AC8CB}">
      <dgm:prSet/>
      <dgm:spPr/>
      <dgm:t>
        <a:bodyPr/>
        <a:lstStyle/>
        <a:p>
          <a:pPr>
            <a:lnSpc>
              <a:spcPct val="100000"/>
            </a:lnSpc>
          </a:pPr>
          <a:r>
            <a:rPr lang="en-US" dirty="0"/>
            <a:t>1.2 Obtain relevant detail from verbal communication on a straightforward topic.</a:t>
          </a:r>
        </a:p>
      </dgm:t>
    </dgm:pt>
    <dgm:pt modelId="{CDB2717D-867A-4B13-9127-5B4546D2ADB0}" type="parTrans" cxnId="{7632EDC6-9C62-4F5B-B223-3769F7B88BA6}">
      <dgm:prSet/>
      <dgm:spPr/>
      <dgm:t>
        <a:bodyPr/>
        <a:lstStyle/>
        <a:p>
          <a:endParaRPr lang="en-US"/>
        </a:p>
      </dgm:t>
    </dgm:pt>
    <dgm:pt modelId="{CFF793C4-7EF8-41F1-88F9-1DCC0041AE0D}" type="sibTrans" cxnId="{7632EDC6-9C62-4F5B-B223-3769F7B88BA6}">
      <dgm:prSet/>
      <dgm:spPr/>
      <dgm:t>
        <a:bodyPr/>
        <a:lstStyle/>
        <a:p>
          <a:endParaRPr lang="en-US"/>
        </a:p>
      </dgm:t>
    </dgm:pt>
    <dgm:pt modelId="{D42BF790-E37E-4589-A663-66529796B3C6}">
      <dgm:prSet/>
      <dgm:spPr/>
      <dgm:t>
        <a:bodyPr/>
        <a:lstStyle/>
        <a:p>
          <a:pPr>
            <a:lnSpc>
              <a:spcPct val="100000"/>
            </a:lnSpc>
          </a:pPr>
          <a:r>
            <a:rPr lang="en-US" dirty="0"/>
            <a:t>1.3 Follow verbal instructions correctly for a given purpose.</a:t>
          </a:r>
        </a:p>
      </dgm:t>
    </dgm:pt>
    <dgm:pt modelId="{B82900EA-54C0-47C5-B596-C49123072742}" type="parTrans" cxnId="{40C44997-DD7F-4639-BA77-3382293C4AAA}">
      <dgm:prSet/>
      <dgm:spPr/>
      <dgm:t>
        <a:bodyPr/>
        <a:lstStyle/>
        <a:p>
          <a:endParaRPr lang="en-US"/>
        </a:p>
      </dgm:t>
    </dgm:pt>
    <dgm:pt modelId="{970B212F-D523-450E-A155-9E3C55568195}" type="sibTrans" cxnId="{40C44997-DD7F-4639-BA77-3382293C4AAA}">
      <dgm:prSet/>
      <dgm:spPr/>
      <dgm:t>
        <a:bodyPr/>
        <a:lstStyle/>
        <a:p>
          <a:endParaRPr lang="en-US"/>
        </a:p>
      </dgm:t>
    </dgm:pt>
    <dgm:pt modelId="{DBC32C6F-0E7C-4CFD-A74A-94D59CED7F7F}" type="pres">
      <dgm:prSet presAssocID="{49B0CDCB-2F62-4DB8-B30B-E0494494311E}" presName="linear" presStyleCnt="0">
        <dgm:presLayoutVars>
          <dgm:animLvl val="lvl"/>
          <dgm:resizeHandles val="exact"/>
        </dgm:presLayoutVars>
      </dgm:prSet>
      <dgm:spPr/>
    </dgm:pt>
    <dgm:pt modelId="{7BEF4AD2-FCA6-40CE-825D-EDAB88610CA9}" type="pres">
      <dgm:prSet presAssocID="{3829BE59-B25F-49D8-827A-3512FF10571E}" presName="parentText" presStyleLbl="node1" presStyleIdx="0" presStyleCnt="3" custLinFactY="-1875" custLinFactNeighborX="-1775" custLinFactNeighborY="-100000">
        <dgm:presLayoutVars>
          <dgm:chMax val="0"/>
          <dgm:bulletEnabled val="1"/>
        </dgm:presLayoutVars>
      </dgm:prSet>
      <dgm:spPr/>
    </dgm:pt>
    <dgm:pt modelId="{24851756-864D-42B2-A5D4-728E1F07224F}" type="pres">
      <dgm:prSet presAssocID="{5650DD22-ACB2-48A7-B233-2EF920A5389F}" presName="spacer" presStyleCnt="0"/>
      <dgm:spPr/>
    </dgm:pt>
    <dgm:pt modelId="{4A964609-0408-4A07-A983-7F186485E1A9}" type="pres">
      <dgm:prSet presAssocID="{2D0CB367-A2DB-49E2-959A-25D5CF6AC8CB}" presName="parentText" presStyleLbl="node1" presStyleIdx="1" presStyleCnt="3">
        <dgm:presLayoutVars>
          <dgm:chMax val="0"/>
          <dgm:bulletEnabled val="1"/>
        </dgm:presLayoutVars>
      </dgm:prSet>
      <dgm:spPr/>
    </dgm:pt>
    <dgm:pt modelId="{2821A390-64B3-42E5-9ED5-3A37E7FB8987}" type="pres">
      <dgm:prSet presAssocID="{CFF793C4-7EF8-41F1-88F9-1DCC0041AE0D}" presName="spacer" presStyleCnt="0"/>
      <dgm:spPr/>
    </dgm:pt>
    <dgm:pt modelId="{78D12D91-716F-40BE-ADF6-975EE8A412C2}" type="pres">
      <dgm:prSet presAssocID="{D42BF790-E37E-4589-A663-66529796B3C6}" presName="parentText" presStyleLbl="node1" presStyleIdx="2" presStyleCnt="3">
        <dgm:presLayoutVars>
          <dgm:chMax val="0"/>
          <dgm:bulletEnabled val="1"/>
        </dgm:presLayoutVars>
      </dgm:prSet>
      <dgm:spPr/>
    </dgm:pt>
  </dgm:ptLst>
  <dgm:cxnLst>
    <dgm:cxn modelId="{DB52FA2C-9458-46DE-A932-1680461EB902}" type="presOf" srcId="{2D0CB367-A2DB-49E2-959A-25D5CF6AC8CB}" destId="{4A964609-0408-4A07-A983-7F186485E1A9}" srcOrd="0" destOrd="0" presId="urn:microsoft.com/office/officeart/2005/8/layout/vList2"/>
    <dgm:cxn modelId="{0C329C3A-2800-4193-82E2-C6E8439398E1}" srcId="{49B0CDCB-2F62-4DB8-B30B-E0494494311E}" destId="{3829BE59-B25F-49D8-827A-3512FF10571E}" srcOrd="0" destOrd="0" parTransId="{68632571-A77B-4DB4-9987-4114673A0F41}" sibTransId="{5650DD22-ACB2-48A7-B233-2EF920A5389F}"/>
    <dgm:cxn modelId="{D3DCB856-D6D5-488D-9323-AC1A4969E5E2}" type="presOf" srcId="{49B0CDCB-2F62-4DB8-B30B-E0494494311E}" destId="{DBC32C6F-0E7C-4CFD-A74A-94D59CED7F7F}" srcOrd="0" destOrd="0" presId="urn:microsoft.com/office/officeart/2005/8/layout/vList2"/>
    <dgm:cxn modelId="{CD49BB88-4289-4608-B469-C03781C4CF63}" type="presOf" srcId="{D42BF790-E37E-4589-A663-66529796B3C6}" destId="{78D12D91-716F-40BE-ADF6-975EE8A412C2}" srcOrd="0" destOrd="0" presId="urn:microsoft.com/office/officeart/2005/8/layout/vList2"/>
    <dgm:cxn modelId="{40C44997-DD7F-4639-BA77-3382293C4AAA}" srcId="{49B0CDCB-2F62-4DB8-B30B-E0494494311E}" destId="{D42BF790-E37E-4589-A663-66529796B3C6}" srcOrd="2" destOrd="0" parTransId="{B82900EA-54C0-47C5-B596-C49123072742}" sibTransId="{970B212F-D523-450E-A155-9E3C55568195}"/>
    <dgm:cxn modelId="{7632EDC6-9C62-4F5B-B223-3769F7B88BA6}" srcId="{49B0CDCB-2F62-4DB8-B30B-E0494494311E}" destId="{2D0CB367-A2DB-49E2-959A-25D5CF6AC8CB}" srcOrd="1" destOrd="0" parTransId="{CDB2717D-867A-4B13-9127-5B4546D2ADB0}" sibTransId="{CFF793C4-7EF8-41F1-88F9-1DCC0041AE0D}"/>
    <dgm:cxn modelId="{FE7142EA-571B-4321-A757-6463B72EB9AB}" type="presOf" srcId="{3829BE59-B25F-49D8-827A-3512FF10571E}" destId="{7BEF4AD2-FCA6-40CE-825D-EDAB88610CA9}" srcOrd="0" destOrd="0" presId="urn:microsoft.com/office/officeart/2005/8/layout/vList2"/>
    <dgm:cxn modelId="{34A71482-9AB6-46F1-9014-FD7EA0156854}" type="presParOf" srcId="{DBC32C6F-0E7C-4CFD-A74A-94D59CED7F7F}" destId="{7BEF4AD2-FCA6-40CE-825D-EDAB88610CA9}" srcOrd="0" destOrd="0" presId="urn:microsoft.com/office/officeart/2005/8/layout/vList2"/>
    <dgm:cxn modelId="{83FB6766-A88E-479B-A582-07BB1D6D33A4}" type="presParOf" srcId="{DBC32C6F-0E7C-4CFD-A74A-94D59CED7F7F}" destId="{24851756-864D-42B2-A5D4-728E1F07224F}" srcOrd="1" destOrd="0" presId="urn:microsoft.com/office/officeart/2005/8/layout/vList2"/>
    <dgm:cxn modelId="{2FD679D1-DA03-411F-8522-32FAB6D6A514}" type="presParOf" srcId="{DBC32C6F-0E7C-4CFD-A74A-94D59CED7F7F}" destId="{4A964609-0408-4A07-A983-7F186485E1A9}" srcOrd="2" destOrd="0" presId="urn:microsoft.com/office/officeart/2005/8/layout/vList2"/>
    <dgm:cxn modelId="{70353905-544D-42D3-B991-20D263C2632A}" type="presParOf" srcId="{DBC32C6F-0E7C-4CFD-A74A-94D59CED7F7F}" destId="{2821A390-64B3-42E5-9ED5-3A37E7FB8987}" srcOrd="3" destOrd="0" presId="urn:microsoft.com/office/officeart/2005/8/layout/vList2"/>
    <dgm:cxn modelId="{144CCC40-9680-4384-B987-0983BC54D7B5}" type="presParOf" srcId="{DBC32C6F-0E7C-4CFD-A74A-94D59CED7F7F}" destId="{78D12D91-716F-40BE-ADF6-975EE8A412C2}"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6CCC4E-3102-4D24-9570-BA8D534F194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DB938C-3126-4990-A0A6-AB7912F5C0A9}">
      <dgm:prSet/>
      <dgm:spPr/>
      <dgm:t>
        <a:bodyPr/>
        <a:lstStyle/>
        <a:p>
          <a:pPr>
            <a:lnSpc>
              <a:spcPct val="100000"/>
            </a:lnSpc>
          </a:pPr>
          <a:r>
            <a:rPr lang="en-US" i="1" dirty="0"/>
            <a:t>Everyday Conversation at Level 1 is a group exercise. You do NOT know the topic before the exam</a:t>
          </a:r>
          <a:endParaRPr lang="en-US" dirty="0"/>
        </a:p>
      </dgm:t>
    </dgm:pt>
    <dgm:pt modelId="{A44E2A33-3BB0-472D-97DF-332AAE10B8DA}" type="parTrans" cxnId="{5F831462-322E-4CB8-8C85-97452F4DEC4B}">
      <dgm:prSet/>
      <dgm:spPr/>
      <dgm:t>
        <a:bodyPr/>
        <a:lstStyle/>
        <a:p>
          <a:endParaRPr lang="en-US"/>
        </a:p>
      </dgm:t>
    </dgm:pt>
    <dgm:pt modelId="{F1278D22-3033-41B1-BFEE-CF80202C0A9B}" type="sibTrans" cxnId="{5F831462-322E-4CB8-8C85-97452F4DEC4B}">
      <dgm:prSet/>
      <dgm:spPr/>
      <dgm:t>
        <a:bodyPr/>
        <a:lstStyle/>
        <a:p>
          <a:endParaRPr lang="en-US"/>
        </a:p>
      </dgm:t>
    </dgm:pt>
    <dgm:pt modelId="{48FDAC75-3EE7-4C80-9E74-EBAD747CA5B3}">
      <dgm:prSet/>
      <dgm:spPr/>
      <dgm:t>
        <a:bodyPr/>
        <a:lstStyle/>
        <a:p>
          <a:pPr>
            <a:lnSpc>
              <a:spcPct val="100000"/>
            </a:lnSpc>
          </a:pPr>
          <a:r>
            <a:rPr lang="en-US" i="1" dirty="0"/>
            <a:t>There are two situations – one informal and the other formal, however there are 3 sections !</a:t>
          </a:r>
          <a:endParaRPr lang="en-US" dirty="0"/>
        </a:p>
      </dgm:t>
    </dgm:pt>
    <dgm:pt modelId="{D4B98D99-BE3E-4ADD-9A8F-35ED4CE1BA63}" type="parTrans" cxnId="{637233F5-6D59-484D-B935-9FD87366853C}">
      <dgm:prSet/>
      <dgm:spPr/>
      <dgm:t>
        <a:bodyPr/>
        <a:lstStyle/>
        <a:p>
          <a:endParaRPr lang="en-US"/>
        </a:p>
      </dgm:t>
    </dgm:pt>
    <dgm:pt modelId="{F3CACF06-8D72-414F-A10B-5AFBECDB7A58}" type="sibTrans" cxnId="{637233F5-6D59-484D-B935-9FD87366853C}">
      <dgm:prSet/>
      <dgm:spPr/>
      <dgm:t>
        <a:bodyPr/>
        <a:lstStyle/>
        <a:p>
          <a:endParaRPr lang="en-US"/>
        </a:p>
      </dgm:t>
    </dgm:pt>
    <dgm:pt modelId="{2B76E1E1-6604-482B-92DB-5476217BFC01}" type="pres">
      <dgm:prSet presAssocID="{336CCC4E-3102-4D24-9570-BA8D534F1940}" presName="root" presStyleCnt="0">
        <dgm:presLayoutVars>
          <dgm:dir/>
          <dgm:resizeHandles val="exact"/>
        </dgm:presLayoutVars>
      </dgm:prSet>
      <dgm:spPr/>
    </dgm:pt>
    <dgm:pt modelId="{518DA424-32F5-4E9E-8B39-D14E5788E990}" type="pres">
      <dgm:prSet presAssocID="{09DB938C-3126-4990-A0A6-AB7912F5C0A9}" presName="compNode" presStyleCnt="0"/>
      <dgm:spPr/>
    </dgm:pt>
    <dgm:pt modelId="{67054BC2-B438-4A1C-969E-1ECEC618BD76}" type="pres">
      <dgm:prSet presAssocID="{09DB938C-3126-4990-A0A6-AB7912F5C0A9}" presName="bgRect" presStyleLbl="bgShp" presStyleIdx="0" presStyleCnt="2"/>
      <dgm:spPr/>
    </dgm:pt>
    <dgm:pt modelId="{29EDE2BB-2DD2-495B-BE8A-6427EF4A2CA8}" type="pres">
      <dgm:prSet presAssocID="{09DB938C-3126-4990-A0A6-AB7912F5C0A9}" presName="iconRect" presStyleLbl="node1" presStyleIdx="0" presStyleCnt="2"/>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pt>
    <dgm:pt modelId="{F5118243-45EE-41E4-B646-66C37AABF9E4}" type="pres">
      <dgm:prSet presAssocID="{09DB938C-3126-4990-A0A6-AB7912F5C0A9}" presName="spaceRect" presStyleCnt="0"/>
      <dgm:spPr/>
    </dgm:pt>
    <dgm:pt modelId="{561FF544-447C-4B8E-B90B-00C7BF58ECE8}" type="pres">
      <dgm:prSet presAssocID="{09DB938C-3126-4990-A0A6-AB7912F5C0A9}" presName="parTx" presStyleLbl="revTx" presStyleIdx="0" presStyleCnt="2">
        <dgm:presLayoutVars>
          <dgm:chMax val="0"/>
          <dgm:chPref val="0"/>
        </dgm:presLayoutVars>
      </dgm:prSet>
      <dgm:spPr/>
    </dgm:pt>
    <dgm:pt modelId="{B55F2AD6-BAFB-40F4-BB8E-9E3F11DEF3E2}" type="pres">
      <dgm:prSet presAssocID="{F1278D22-3033-41B1-BFEE-CF80202C0A9B}" presName="sibTrans" presStyleCnt="0"/>
      <dgm:spPr/>
    </dgm:pt>
    <dgm:pt modelId="{F3BC09EC-5CD1-46FF-9F1D-CF9C9361C88E}" type="pres">
      <dgm:prSet presAssocID="{48FDAC75-3EE7-4C80-9E74-EBAD747CA5B3}" presName="compNode" presStyleCnt="0"/>
      <dgm:spPr/>
    </dgm:pt>
    <dgm:pt modelId="{A9CA2CF9-6B5C-4DB8-8014-1AFAD5F21EA3}" type="pres">
      <dgm:prSet presAssocID="{48FDAC75-3EE7-4C80-9E74-EBAD747CA5B3}" presName="bgRect" presStyleLbl="bgShp" presStyleIdx="1" presStyleCnt="2"/>
      <dgm:spPr/>
    </dgm:pt>
    <dgm:pt modelId="{5AB3F3FE-0334-45DA-A0B5-BA21CDB80F08}" type="pres">
      <dgm:prSet presAssocID="{48FDAC75-3EE7-4C80-9E74-EBAD747CA5B3}" presName="iconRect" presStyleLbl="node1" presStyleIdx="1" presStyleCnt="2"/>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Group of People"/>
        </a:ext>
      </dgm:extLst>
    </dgm:pt>
    <dgm:pt modelId="{902EEAFA-302B-42E0-8A70-4D0C68890477}" type="pres">
      <dgm:prSet presAssocID="{48FDAC75-3EE7-4C80-9E74-EBAD747CA5B3}" presName="spaceRect" presStyleCnt="0"/>
      <dgm:spPr/>
    </dgm:pt>
    <dgm:pt modelId="{93415CD4-60F2-4751-B709-11E2B372C84E}" type="pres">
      <dgm:prSet presAssocID="{48FDAC75-3EE7-4C80-9E74-EBAD747CA5B3}" presName="parTx" presStyleLbl="revTx" presStyleIdx="1" presStyleCnt="2">
        <dgm:presLayoutVars>
          <dgm:chMax val="0"/>
          <dgm:chPref val="0"/>
        </dgm:presLayoutVars>
      </dgm:prSet>
      <dgm:spPr/>
    </dgm:pt>
  </dgm:ptLst>
  <dgm:cxnLst>
    <dgm:cxn modelId="{903C3B5B-8D86-4AC5-B892-79412C9CD99E}" type="presOf" srcId="{09DB938C-3126-4990-A0A6-AB7912F5C0A9}" destId="{561FF544-447C-4B8E-B90B-00C7BF58ECE8}" srcOrd="0" destOrd="0" presId="urn:microsoft.com/office/officeart/2018/2/layout/IconVerticalSolidList"/>
    <dgm:cxn modelId="{5F831462-322E-4CB8-8C85-97452F4DEC4B}" srcId="{336CCC4E-3102-4D24-9570-BA8D534F1940}" destId="{09DB938C-3126-4990-A0A6-AB7912F5C0A9}" srcOrd="0" destOrd="0" parTransId="{A44E2A33-3BB0-472D-97DF-332AAE10B8DA}" sibTransId="{F1278D22-3033-41B1-BFEE-CF80202C0A9B}"/>
    <dgm:cxn modelId="{64F96B8A-2048-4017-B971-D66C39853FE2}" type="presOf" srcId="{336CCC4E-3102-4D24-9570-BA8D534F1940}" destId="{2B76E1E1-6604-482B-92DB-5476217BFC01}" srcOrd="0" destOrd="0" presId="urn:microsoft.com/office/officeart/2018/2/layout/IconVerticalSolidList"/>
    <dgm:cxn modelId="{637233F5-6D59-484D-B935-9FD87366853C}" srcId="{336CCC4E-3102-4D24-9570-BA8D534F1940}" destId="{48FDAC75-3EE7-4C80-9E74-EBAD747CA5B3}" srcOrd="1" destOrd="0" parTransId="{D4B98D99-BE3E-4ADD-9A8F-35ED4CE1BA63}" sibTransId="{F3CACF06-8D72-414F-A10B-5AFBECDB7A58}"/>
    <dgm:cxn modelId="{97C87DFC-CD70-41A3-AD1E-2309814AC6C9}" type="presOf" srcId="{48FDAC75-3EE7-4C80-9E74-EBAD747CA5B3}" destId="{93415CD4-60F2-4751-B709-11E2B372C84E}" srcOrd="0" destOrd="0" presId="urn:microsoft.com/office/officeart/2018/2/layout/IconVerticalSolidList"/>
    <dgm:cxn modelId="{012C7F68-052A-448B-95BE-CC2C17826E1C}" type="presParOf" srcId="{2B76E1E1-6604-482B-92DB-5476217BFC01}" destId="{518DA424-32F5-4E9E-8B39-D14E5788E990}" srcOrd="0" destOrd="0" presId="urn:microsoft.com/office/officeart/2018/2/layout/IconVerticalSolidList"/>
    <dgm:cxn modelId="{8E022F3C-DB22-4861-AA22-FE3A0CDE8033}" type="presParOf" srcId="{518DA424-32F5-4E9E-8B39-D14E5788E990}" destId="{67054BC2-B438-4A1C-969E-1ECEC618BD76}" srcOrd="0" destOrd="0" presId="urn:microsoft.com/office/officeart/2018/2/layout/IconVerticalSolidList"/>
    <dgm:cxn modelId="{41DB2395-23AF-4AF5-BC3A-FD65D99C3193}" type="presParOf" srcId="{518DA424-32F5-4E9E-8B39-D14E5788E990}" destId="{29EDE2BB-2DD2-495B-BE8A-6427EF4A2CA8}" srcOrd="1" destOrd="0" presId="urn:microsoft.com/office/officeart/2018/2/layout/IconVerticalSolidList"/>
    <dgm:cxn modelId="{E9691274-C2E5-47B8-9436-7F772D62B919}" type="presParOf" srcId="{518DA424-32F5-4E9E-8B39-D14E5788E990}" destId="{F5118243-45EE-41E4-B646-66C37AABF9E4}" srcOrd="2" destOrd="0" presId="urn:microsoft.com/office/officeart/2018/2/layout/IconVerticalSolidList"/>
    <dgm:cxn modelId="{B8A8355D-480F-46ED-A673-000145C79DC3}" type="presParOf" srcId="{518DA424-32F5-4E9E-8B39-D14E5788E990}" destId="{561FF544-447C-4B8E-B90B-00C7BF58ECE8}" srcOrd="3" destOrd="0" presId="urn:microsoft.com/office/officeart/2018/2/layout/IconVerticalSolidList"/>
    <dgm:cxn modelId="{9048F8E8-3171-44EE-AE8C-2F4EB06321FE}" type="presParOf" srcId="{2B76E1E1-6604-482B-92DB-5476217BFC01}" destId="{B55F2AD6-BAFB-40F4-BB8E-9E3F11DEF3E2}" srcOrd="1" destOrd="0" presId="urn:microsoft.com/office/officeart/2018/2/layout/IconVerticalSolidList"/>
    <dgm:cxn modelId="{9ABA7DA3-4844-4FF4-9E4C-06E2F76FBDAD}" type="presParOf" srcId="{2B76E1E1-6604-482B-92DB-5476217BFC01}" destId="{F3BC09EC-5CD1-46FF-9F1D-CF9C9361C88E}" srcOrd="2" destOrd="0" presId="urn:microsoft.com/office/officeart/2018/2/layout/IconVerticalSolidList"/>
    <dgm:cxn modelId="{51D1786D-E39A-40B5-B1FF-42F5FE526FA2}" type="presParOf" srcId="{F3BC09EC-5CD1-46FF-9F1D-CF9C9361C88E}" destId="{A9CA2CF9-6B5C-4DB8-8014-1AFAD5F21EA3}" srcOrd="0" destOrd="0" presId="urn:microsoft.com/office/officeart/2018/2/layout/IconVerticalSolidList"/>
    <dgm:cxn modelId="{9CCBA383-2222-4C75-9075-C933532FC560}" type="presParOf" srcId="{F3BC09EC-5CD1-46FF-9F1D-CF9C9361C88E}" destId="{5AB3F3FE-0334-45DA-A0B5-BA21CDB80F08}" srcOrd="1" destOrd="0" presId="urn:microsoft.com/office/officeart/2018/2/layout/IconVerticalSolidList"/>
    <dgm:cxn modelId="{68BD1E56-0A9C-4E66-AEC8-E6214386079F}" type="presParOf" srcId="{F3BC09EC-5CD1-46FF-9F1D-CF9C9361C88E}" destId="{902EEAFA-302B-42E0-8A70-4D0C68890477}" srcOrd="2" destOrd="0" presId="urn:microsoft.com/office/officeart/2018/2/layout/IconVerticalSolidList"/>
    <dgm:cxn modelId="{9E4C078C-D126-45CA-B9EA-3B851786C414}" type="presParOf" srcId="{F3BC09EC-5CD1-46FF-9F1D-CF9C9361C88E}" destId="{93415CD4-60F2-4751-B709-11E2B372C84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A87EC93-2853-46FA-9694-F8A2FCB500C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E487802-17E5-4306-AB8E-DBCB9F519CAE}">
      <dgm:prSet/>
      <dgm:spPr/>
      <dgm:t>
        <a:bodyPr/>
        <a:lstStyle/>
        <a:p>
          <a:r>
            <a:rPr lang="en-US" i="1"/>
            <a:t>You will assume roles as e.g., classmates or flat mates and chat about a mutual problem informally. </a:t>
          </a:r>
          <a:endParaRPr lang="en-US"/>
        </a:p>
      </dgm:t>
    </dgm:pt>
    <dgm:pt modelId="{542E05EB-7A6A-4B49-B6D5-A0318900A97B}" type="parTrans" cxnId="{22B696F7-3C4A-4DDF-9B98-160EAFE54ADF}">
      <dgm:prSet/>
      <dgm:spPr/>
      <dgm:t>
        <a:bodyPr/>
        <a:lstStyle/>
        <a:p>
          <a:endParaRPr lang="en-US"/>
        </a:p>
      </dgm:t>
    </dgm:pt>
    <dgm:pt modelId="{1C9652B9-CF61-477B-8614-8F5991D491C8}" type="sibTrans" cxnId="{22B696F7-3C4A-4DDF-9B98-160EAFE54ADF}">
      <dgm:prSet/>
      <dgm:spPr/>
      <dgm:t>
        <a:bodyPr/>
        <a:lstStyle/>
        <a:p>
          <a:endParaRPr lang="en-US"/>
        </a:p>
      </dgm:t>
    </dgm:pt>
    <dgm:pt modelId="{D00B041E-20DA-45A8-9523-5A9416D1506F}">
      <dgm:prSet/>
      <dgm:spPr/>
      <dgm:t>
        <a:bodyPr/>
        <a:lstStyle/>
        <a:p>
          <a:r>
            <a:rPr lang="en-US" i="1"/>
            <a:t>Then you need to </a:t>
          </a:r>
          <a:r>
            <a:rPr lang="en-US" i="1" u="sng"/>
            <a:t>plan </a:t>
          </a:r>
          <a:r>
            <a:rPr lang="en-US" i="1"/>
            <a:t>who is going to say what in the formal part (one may describe the problem, one may suggest a course of action, and one may summarise and reach an agreement). </a:t>
          </a:r>
          <a:endParaRPr lang="en-US"/>
        </a:p>
      </dgm:t>
    </dgm:pt>
    <dgm:pt modelId="{B2DD55B3-6930-4160-A395-51E8C0744917}" type="parTrans" cxnId="{D7280666-5CF1-4349-B38B-04097BD666FB}">
      <dgm:prSet/>
      <dgm:spPr/>
      <dgm:t>
        <a:bodyPr/>
        <a:lstStyle/>
        <a:p>
          <a:endParaRPr lang="en-US"/>
        </a:p>
      </dgm:t>
    </dgm:pt>
    <dgm:pt modelId="{C663F576-5B3B-4694-B5A3-D895C6C9CE36}" type="sibTrans" cxnId="{D7280666-5CF1-4349-B38B-04097BD666FB}">
      <dgm:prSet/>
      <dgm:spPr/>
      <dgm:t>
        <a:bodyPr/>
        <a:lstStyle/>
        <a:p>
          <a:endParaRPr lang="en-US"/>
        </a:p>
      </dgm:t>
    </dgm:pt>
    <dgm:pt modelId="{8136A583-8F32-40B3-9FAB-4D0667AD7249}">
      <dgm:prSet/>
      <dgm:spPr/>
      <dgm:t>
        <a:bodyPr/>
        <a:lstStyle/>
        <a:p>
          <a:r>
            <a:rPr lang="en-US" i="1"/>
            <a:t>This is to evidence assessment of criteria 4.3 “Plan action with others for a given task”. </a:t>
          </a:r>
          <a:endParaRPr lang="en-US"/>
        </a:p>
      </dgm:t>
    </dgm:pt>
    <dgm:pt modelId="{E4D3CF3C-D17D-465B-B6DE-97BB13F738F2}" type="parTrans" cxnId="{F479B3BE-1EAA-40FD-9204-78019B0AA806}">
      <dgm:prSet/>
      <dgm:spPr/>
      <dgm:t>
        <a:bodyPr/>
        <a:lstStyle/>
        <a:p>
          <a:endParaRPr lang="en-US"/>
        </a:p>
      </dgm:t>
    </dgm:pt>
    <dgm:pt modelId="{F421563E-AFF8-425E-B211-69788EBC15A6}" type="sibTrans" cxnId="{F479B3BE-1EAA-40FD-9204-78019B0AA806}">
      <dgm:prSet/>
      <dgm:spPr/>
      <dgm:t>
        <a:bodyPr/>
        <a:lstStyle/>
        <a:p>
          <a:endParaRPr lang="en-US"/>
        </a:p>
      </dgm:t>
    </dgm:pt>
    <dgm:pt modelId="{217E32DA-431A-4F8D-92A4-F1D713004581}">
      <dgm:prSet/>
      <dgm:spPr/>
      <dgm:t>
        <a:bodyPr/>
        <a:lstStyle/>
        <a:p>
          <a:r>
            <a:rPr lang="en-US" i="1"/>
            <a:t>You will then take the problem for a formal conversation with the assessor who takes the role of e.g., head teacher or landlord.</a:t>
          </a:r>
          <a:endParaRPr lang="en-US"/>
        </a:p>
      </dgm:t>
    </dgm:pt>
    <dgm:pt modelId="{630EDB3B-3BA1-4B36-AB18-84013D215D42}" type="parTrans" cxnId="{B1FC0438-0464-4582-A6B4-112920999805}">
      <dgm:prSet/>
      <dgm:spPr/>
      <dgm:t>
        <a:bodyPr/>
        <a:lstStyle/>
        <a:p>
          <a:endParaRPr lang="en-US"/>
        </a:p>
      </dgm:t>
    </dgm:pt>
    <dgm:pt modelId="{525ADCCC-D123-4DFD-AA2C-1609C5BF79DE}" type="sibTrans" cxnId="{B1FC0438-0464-4582-A6B4-112920999805}">
      <dgm:prSet/>
      <dgm:spPr/>
      <dgm:t>
        <a:bodyPr/>
        <a:lstStyle/>
        <a:p>
          <a:endParaRPr lang="en-US"/>
        </a:p>
      </dgm:t>
    </dgm:pt>
    <dgm:pt modelId="{5B84A5E3-C575-4954-960A-7B3509E746BB}" type="pres">
      <dgm:prSet presAssocID="{8A87EC93-2853-46FA-9694-F8A2FCB500C3}" presName="root" presStyleCnt="0">
        <dgm:presLayoutVars>
          <dgm:dir/>
          <dgm:resizeHandles val="exact"/>
        </dgm:presLayoutVars>
      </dgm:prSet>
      <dgm:spPr/>
    </dgm:pt>
    <dgm:pt modelId="{B0956E6F-81D0-4974-9CCA-AB743A5B1C76}" type="pres">
      <dgm:prSet presAssocID="{AE487802-17E5-4306-AB8E-DBCB9F519CAE}" presName="compNode" presStyleCnt="0"/>
      <dgm:spPr/>
    </dgm:pt>
    <dgm:pt modelId="{1744776A-FF77-4CCA-8CA2-EA44D91B50A4}" type="pres">
      <dgm:prSet presAssocID="{AE487802-17E5-4306-AB8E-DBCB9F519CAE}" presName="bgRect" presStyleLbl="bgShp" presStyleIdx="0" presStyleCnt="4"/>
      <dgm:spPr/>
    </dgm:pt>
    <dgm:pt modelId="{74A3B78E-925B-4703-8EC9-B0A9A3DE6BD4}" type="pres">
      <dgm:prSet presAssocID="{AE487802-17E5-4306-AB8E-DBCB9F519CAE}"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ard Room"/>
        </a:ext>
      </dgm:extLst>
    </dgm:pt>
    <dgm:pt modelId="{89542489-826B-4C9D-9E27-97D2A3B5C53C}" type="pres">
      <dgm:prSet presAssocID="{AE487802-17E5-4306-AB8E-DBCB9F519CAE}" presName="spaceRect" presStyleCnt="0"/>
      <dgm:spPr/>
    </dgm:pt>
    <dgm:pt modelId="{0A130E58-ED15-4021-8467-F113C4278259}" type="pres">
      <dgm:prSet presAssocID="{AE487802-17E5-4306-AB8E-DBCB9F519CAE}" presName="parTx" presStyleLbl="revTx" presStyleIdx="0" presStyleCnt="4">
        <dgm:presLayoutVars>
          <dgm:chMax val="0"/>
          <dgm:chPref val="0"/>
        </dgm:presLayoutVars>
      </dgm:prSet>
      <dgm:spPr/>
    </dgm:pt>
    <dgm:pt modelId="{E6C146F6-AB88-422E-B529-14B260520C5E}" type="pres">
      <dgm:prSet presAssocID="{1C9652B9-CF61-477B-8614-8F5991D491C8}" presName="sibTrans" presStyleCnt="0"/>
      <dgm:spPr/>
    </dgm:pt>
    <dgm:pt modelId="{979A49EC-F580-46D1-8E9A-33BE33255AE6}" type="pres">
      <dgm:prSet presAssocID="{D00B041E-20DA-45A8-9523-5A9416D1506F}" presName="compNode" presStyleCnt="0"/>
      <dgm:spPr/>
    </dgm:pt>
    <dgm:pt modelId="{F9F82991-EDE8-49DB-9B5F-9783C91C420C}" type="pres">
      <dgm:prSet presAssocID="{D00B041E-20DA-45A8-9523-5A9416D1506F}" presName="bgRect" presStyleLbl="bgShp" presStyleIdx="1" presStyleCnt="4"/>
      <dgm:spPr/>
    </dgm:pt>
    <dgm:pt modelId="{7B7D7D71-BDF6-4973-8206-6A6EF814565D}" type="pres">
      <dgm:prSet presAssocID="{D00B041E-20DA-45A8-9523-5A9416D1506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DC115C7E-FAFD-4610-BEBB-0F9C61CF4067}" type="pres">
      <dgm:prSet presAssocID="{D00B041E-20DA-45A8-9523-5A9416D1506F}" presName="spaceRect" presStyleCnt="0"/>
      <dgm:spPr/>
    </dgm:pt>
    <dgm:pt modelId="{FF33795F-2A98-45D9-B412-EBC4B2F36053}" type="pres">
      <dgm:prSet presAssocID="{D00B041E-20DA-45A8-9523-5A9416D1506F}" presName="parTx" presStyleLbl="revTx" presStyleIdx="1" presStyleCnt="4">
        <dgm:presLayoutVars>
          <dgm:chMax val="0"/>
          <dgm:chPref val="0"/>
        </dgm:presLayoutVars>
      </dgm:prSet>
      <dgm:spPr/>
    </dgm:pt>
    <dgm:pt modelId="{F28FC380-962B-4FA0-8CFF-A173AA464F56}" type="pres">
      <dgm:prSet presAssocID="{C663F576-5B3B-4694-B5A3-D895C6C9CE36}" presName="sibTrans" presStyleCnt="0"/>
      <dgm:spPr/>
    </dgm:pt>
    <dgm:pt modelId="{1898BB3F-B4F5-451D-85FA-B695D8D11BFC}" type="pres">
      <dgm:prSet presAssocID="{8136A583-8F32-40B3-9FAB-4D0667AD7249}" presName="compNode" presStyleCnt="0"/>
      <dgm:spPr/>
    </dgm:pt>
    <dgm:pt modelId="{28E28C62-4A13-44CE-8D2C-6C1103EBC61B}" type="pres">
      <dgm:prSet presAssocID="{8136A583-8F32-40B3-9FAB-4D0667AD7249}" presName="bgRect" presStyleLbl="bgShp" presStyleIdx="2" presStyleCnt="4"/>
      <dgm:spPr/>
    </dgm:pt>
    <dgm:pt modelId="{E1B47EAD-5EBA-45C5-99C9-8C9E232A11C0}" type="pres">
      <dgm:prSet presAssocID="{8136A583-8F32-40B3-9FAB-4D0667AD724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 List"/>
        </a:ext>
      </dgm:extLst>
    </dgm:pt>
    <dgm:pt modelId="{2C3A2CA7-893B-4589-9EC6-1D238B7777C9}" type="pres">
      <dgm:prSet presAssocID="{8136A583-8F32-40B3-9FAB-4D0667AD7249}" presName="spaceRect" presStyleCnt="0"/>
      <dgm:spPr/>
    </dgm:pt>
    <dgm:pt modelId="{33363ACC-1953-47F5-8BBD-FD1157F8F129}" type="pres">
      <dgm:prSet presAssocID="{8136A583-8F32-40B3-9FAB-4D0667AD7249}" presName="parTx" presStyleLbl="revTx" presStyleIdx="2" presStyleCnt="4">
        <dgm:presLayoutVars>
          <dgm:chMax val="0"/>
          <dgm:chPref val="0"/>
        </dgm:presLayoutVars>
      </dgm:prSet>
      <dgm:spPr/>
    </dgm:pt>
    <dgm:pt modelId="{BC04B14D-0FE1-4A9F-9570-B9EFAF58C4D1}" type="pres">
      <dgm:prSet presAssocID="{F421563E-AFF8-425E-B211-69788EBC15A6}" presName="sibTrans" presStyleCnt="0"/>
      <dgm:spPr/>
    </dgm:pt>
    <dgm:pt modelId="{04E81E87-897F-4038-8062-DB33F51D88F1}" type="pres">
      <dgm:prSet presAssocID="{217E32DA-431A-4F8D-92A4-F1D713004581}" presName="compNode" presStyleCnt="0"/>
      <dgm:spPr/>
    </dgm:pt>
    <dgm:pt modelId="{1DF4BA38-6E68-4FC5-B300-A591BF000FD8}" type="pres">
      <dgm:prSet presAssocID="{217E32DA-431A-4F8D-92A4-F1D713004581}" presName="bgRect" presStyleLbl="bgShp" presStyleIdx="3" presStyleCnt="4"/>
      <dgm:spPr/>
    </dgm:pt>
    <dgm:pt modelId="{6A940FF0-9242-41DB-80F6-2756F5D1484D}" type="pres">
      <dgm:prSet presAssocID="{217E32DA-431A-4F8D-92A4-F1D71300458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1BE2F50B-E8BD-49E2-B6A6-3B6AB2BD6003}" type="pres">
      <dgm:prSet presAssocID="{217E32DA-431A-4F8D-92A4-F1D713004581}" presName="spaceRect" presStyleCnt="0"/>
      <dgm:spPr/>
    </dgm:pt>
    <dgm:pt modelId="{35104C74-6A12-4F7D-96E7-F234D8118973}" type="pres">
      <dgm:prSet presAssocID="{217E32DA-431A-4F8D-92A4-F1D713004581}" presName="parTx" presStyleLbl="revTx" presStyleIdx="3" presStyleCnt="4">
        <dgm:presLayoutVars>
          <dgm:chMax val="0"/>
          <dgm:chPref val="0"/>
        </dgm:presLayoutVars>
      </dgm:prSet>
      <dgm:spPr/>
    </dgm:pt>
  </dgm:ptLst>
  <dgm:cxnLst>
    <dgm:cxn modelId="{73303908-03D1-460E-83EA-0EDD4CE6D6E6}" type="presOf" srcId="{AE487802-17E5-4306-AB8E-DBCB9F519CAE}" destId="{0A130E58-ED15-4021-8467-F113C4278259}" srcOrd="0" destOrd="0" presId="urn:microsoft.com/office/officeart/2018/2/layout/IconVerticalSolidList"/>
    <dgm:cxn modelId="{CC2D6E19-0914-48E1-87F7-30D082B1F019}" type="presOf" srcId="{217E32DA-431A-4F8D-92A4-F1D713004581}" destId="{35104C74-6A12-4F7D-96E7-F234D8118973}" srcOrd="0" destOrd="0" presId="urn:microsoft.com/office/officeart/2018/2/layout/IconVerticalSolidList"/>
    <dgm:cxn modelId="{B1FC0438-0464-4582-A6B4-112920999805}" srcId="{8A87EC93-2853-46FA-9694-F8A2FCB500C3}" destId="{217E32DA-431A-4F8D-92A4-F1D713004581}" srcOrd="3" destOrd="0" parTransId="{630EDB3B-3BA1-4B36-AB18-84013D215D42}" sibTransId="{525ADCCC-D123-4DFD-AA2C-1609C5BF79DE}"/>
    <dgm:cxn modelId="{D7280666-5CF1-4349-B38B-04097BD666FB}" srcId="{8A87EC93-2853-46FA-9694-F8A2FCB500C3}" destId="{D00B041E-20DA-45A8-9523-5A9416D1506F}" srcOrd="1" destOrd="0" parTransId="{B2DD55B3-6930-4160-A395-51E8C0744917}" sibTransId="{C663F576-5B3B-4694-B5A3-D895C6C9CE36}"/>
    <dgm:cxn modelId="{F479B3BE-1EAA-40FD-9204-78019B0AA806}" srcId="{8A87EC93-2853-46FA-9694-F8A2FCB500C3}" destId="{8136A583-8F32-40B3-9FAB-4D0667AD7249}" srcOrd="2" destOrd="0" parTransId="{E4D3CF3C-D17D-465B-B6DE-97BB13F738F2}" sibTransId="{F421563E-AFF8-425E-B211-69788EBC15A6}"/>
    <dgm:cxn modelId="{C7D982D6-BFE8-4C8F-B7C4-D978E7C4D506}" type="presOf" srcId="{8136A583-8F32-40B3-9FAB-4D0667AD7249}" destId="{33363ACC-1953-47F5-8BBD-FD1157F8F129}" srcOrd="0" destOrd="0" presId="urn:microsoft.com/office/officeart/2018/2/layout/IconVerticalSolidList"/>
    <dgm:cxn modelId="{95C3CBE1-90BC-4763-A91F-EE5DFB01CA7D}" type="presOf" srcId="{8A87EC93-2853-46FA-9694-F8A2FCB500C3}" destId="{5B84A5E3-C575-4954-960A-7B3509E746BB}" srcOrd="0" destOrd="0" presId="urn:microsoft.com/office/officeart/2018/2/layout/IconVerticalSolidList"/>
    <dgm:cxn modelId="{22B696F7-3C4A-4DDF-9B98-160EAFE54ADF}" srcId="{8A87EC93-2853-46FA-9694-F8A2FCB500C3}" destId="{AE487802-17E5-4306-AB8E-DBCB9F519CAE}" srcOrd="0" destOrd="0" parTransId="{542E05EB-7A6A-4B49-B6D5-A0318900A97B}" sibTransId="{1C9652B9-CF61-477B-8614-8F5991D491C8}"/>
    <dgm:cxn modelId="{E265B8FB-451B-43D4-AF26-B3DFCBB38277}" type="presOf" srcId="{D00B041E-20DA-45A8-9523-5A9416D1506F}" destId="{FF33795F-2A98-45D9-B412-EBC4B2F36053}" srcOrd="0" destOrd="0" presId="urn:microsoft.com/office/officeart/2018/2/layout/IconVerticalSolidList"/>
    <dgm:cxn modelId="{F81B5E91-6FE4-4265-ACD7-CD5832099907}" type="presParOf" srcId="{5B84A5E3-C575-4954-960A-7B3509E746BB}" destId="{B0956E6F-81D0-4974-9CCA-AB743A5B1C76}" srcOrd="0" destOrd="0" presId="urn:microsoft.com/office/officeart/2018/2/layout/IconVerticalSolidList"/>
    <dgm:cxn modelId="{C418728B-811C-4B7C-84D6-3B9AB1DDF0A2}" type="presParOf" srcId="{B0956E6F-81D0-4974-9CCA-AB743A5B1C76}" destId="{1744776A-FF77-4CCA-8CA2-EA44D91B50A4}" srcOrd="0" destOrd="0" presId="urn:microsoft.com/office/officeart/2018/2/layout/IconVerticalSolidList"/>
    <dgm:cxn modelId="{6E30FB68-3540-41E2-8E41-6B9346AE3CC6}" type="presParOf" srcId="{B0956E6F-81D0-4974-9CCA-AB743A5B1C76}" destId="{74A3B78E-925B-4703-8EC9-B0A9A3DE6BD4}" srcOrd="1" destOrd="0" presId="urn:microsoft.com/office/officeart/2018/2/layout/IconVerticalSolidList"/>
    <dgm:cxn modelId="{9A8DB578-CCAE-4494-B349-7FEE586C796D}" type="presParOf" srcId="{B0956E6F-81D0-4974-9CCA-AB743A5B1C76}" destId="{89542489-826B-4C9D-9E27-97D2A3B5C53C}" srcOrd="2" destOrd="0" presId="urn:microsoft.com/office/officeart/2018/2/layout/IconVerticalSolidList"/>
    <dgm:cxn modelId="{2F4E34C9-B9AA-41AD-905F-3F021ACC43FD}" type="presParOf" srcId="{B0956E6F-81D0-4974-9CCA-AB743A5B1C76}" destId="{0A130E58-ED15-4021-8467-F113C4278259}" srcOrd="3" destOrd="0" presId="urn:microsoft.com/office/officeart/2018/2/layout/IconVerticalSolidList"/>
    <dgm:cxn modelId="{1E808E23-6C59-4C64-A8C2-1EA39E511CFF}" type="presParOf" srcId="{5B84A5E3-C575-4954-960A-7B3509E746BB}" destId="{E6C146F6-AB88-422E-B529-14B260520C5E}" srcOrd="1" destOrd="0" presId="urn:microsoft.com/office/officeart/2018/2/layout/IconVerticalSolidList"/>
    <dgm:cxn modelId="{7F04C32F-D208-45E1-A04B-388D9A2FB0CE}" type="presParOf" srcId="{5B84A5E3-C575-4954-960A-7B3509E746BB}" destId="{979A49EC-F580-46D1-8E9A-33BE33255AE6}" srcOrd="2" destOrd="0" presId="urn:microsoft.com/office/officeart/2018/2/layout/IconVerticalSolidList"/>
    <dgm:cxn modelId="{04636308-CE92-43CF-AE94-DCB05F3CC5BF}" type="presParOf" srcId="{979A49EC-F580-46D1-8E9A-33BE33255AE6}" destId="{F9F82991-EDE8-49DB-9B5F-9783C91C420C}" srcOrd="0" destOrd="0" presId="urn:microsoft.com/office/officeart/2018/2/layout/IconVerticalSolidList"/>
    <dgm:cxn modelId="{F247C948-7DC5-4006-B734-AE6C88E25A7B}" type="presParOf" srcId="{979A49EC-F580-46D1-8E9A-33BE33255AE6}" destId="{7B7D7D71-BDF6-4973-8206-6A6EF814565D}" srcOrd="1" destOrd="0" presId="urn:microsoft.com/office/officeart/2018/2/layout/IconVerticalSolidList"/>
    <dgm:cxn modelId="{21F5F9D5-D3E3-4F7F-94BB-5F16E858FAF4}" type="presParOf" srcId="{979A49EC-F580-46D1-8E9A-33BE33255AE6}" destId="{DC115C7E-FAFD-4610-BEBB-0F9C61CF4067}" srcOrd="2" destOrd="0" presId="urn:microsoft.com/office/officeart/2018/2/layout/IconVerticalSolidList"/>
    <dgm:cxn modelId="{E027705E-CFDB-49C6-9658-8301E0D24C16}" type="presParOf" srcId="{979A49EC-F580-46D1-8E9A-33BE33255AE6}" destId="{FF33795F-2A98-45D9-B412-EBC4B2F36053}" srcOrd="3" destOrd="0" presId="urn:microsoft.com/office/officeart/2018/2/layout/IconVerticalSolidList"/>
    <dgm:cxn modelId="{B0D1120B-30E8-4232-8EC8-013C163C4C80}" type="presParOf" srcId="{5B84A5E3-C575-4954-960A-7B3509E746BB}" destId="{F28FC380-962B-4FA0-8CFF-A173AA464F56}" srcOrd="3" destOrd="0" presId="urn:microsoft.com/office/officeart/2018/2/layout/IconVerticalSolidList"/>
    <dgm:cxn modelId="{E0F60C71-94A4-4173-995B-CB0E7899A5AE}" type="presParOf" srcId="{5B84A5E3-C575-4954-960A-7B3509E746BB}" destId="{1898BB3F-B4F5-451D-85FA-B695D8D11BFC}" srcOrd="4" destOrd="0" presId="urn:microsoft.com/office/officeart/2018/2/layout/IconVerticalSolidList"/>
    <dgm:cxn modelId="{EE1568BE-7739-4515-800A-EB13CCB47984}" type="presParOf" srcId="{1898BB3F-B4F5-451D-85FA-B695D8D11BFC}" destId="{28E28C62-4A13-44CE-8D2C-6C1103EBC61B}" srcOrd="0" destOrd="0" presId="urn:microsoft.com/office/officeart/2018/2/layout/IconVerticalSolidList"/>
    <dgm:cxn modelId="{DDDCB981-2D68-4706-A2B4-E2861438EBCC}" type="presParOf" srcId="{1898BB3F-B4F5-451D-85FA-B695D8D11BFC}" destId="{E1B47EAD-5EBA-45C5-99C9-8C9E232A11C0}" srcOrd="1" destOrd="0" presId="urn:microsoft.com/office/officeart/2018/2/layout/IconVerticalSolidList"/>
    <dgm:cxn modelId="{1DBB287E-567D-424E-90C7-C147F77F9577}" type="presParOf" srcId="{1898BB3F-B4F5-451D-85FA-B695D8D11BFC}" destId="{2C3A2CA7-893B-4589-9EC6-1D238B7777C9}" srcOrd="2" destOrd="0" presId="urn:microsoft.com/office/officeart/2018/2/layout/IconVerticalSolidList"/>
    <dgm:cxn modelId="{9E8CDC0B-B589-4D59-ACA6-D18F2D124AFD}" type="presParOf" srcId="{1898BB3F-B4F5-451D-85FA-B695D8D11BFC}" destId="{33363ACC-1953-47F5-8BBD-FD1157F8F129}" srcOrd="3" destOrd="0" presId="urn:microsoft.com/office/officeart/2018/2/layout/IconVerticalSolidList"/>
    <dgm:cxn modelId="{464ADB5C-B438-44A5-8E87-DE5688BE1715}" type="presParOf" srcId="{5B84A5E3-C575-4954-960A-7B3509E746BB}" destId="{BC04B14D-0FE1-4A9F-9570-B9EFAF58C4D1}" srcOrd="5" destOrd="0" presId="urn:microsoft.com/office/officeart/2018/2/layout/IconVerticalSolidList"/>
    <dgm:cxn modelId="{217C1D87-5B7C-4E42-9EA4-6C6C3B615833}" type="presParOf" srcId="{5B84A5E3-C575-4954-960A-7B3509E746BB}" destId="{04E81E87-897F-4038-8062-DB33F51D88F1}" srcOrd="6" destOrd="0" presId="urn:microsoft.com/office/officeart/2018/2/layout/IconVerticalSolidList"/>
    <dgm:cxn modelId="{96EA1EA8-883C-4C2D-A605-824E2DE7A9EB}" type="presParOf" srcId="{04E81E87-897F-4038-8062-DB33F51D88F1}" destId="{1DF4BA38-6E68-4FC5-B300-A591BF000FD8}" srcOrd="0" destOrd="0" presId="urn:microsoft.com/office/officeart/2018/2/layout/IconVerticalSolidList"/>
    <dgm:cxn modelId="{EBD2A486-1FFB-456B-9E1E-60586BB7CDE8}" type="presParOf" srcId="{04E81E87-897F-4038-8062-DB33F51D88F1}" destId="{6A940FF0-9242-41DB-80F6-2756F5D1484D}" srcOrd="1" destOrd="0" presId="urn:microsoft.com/office/officeart/2018/2/layout/IconVerticalSolidList"/>
    <dgm:cxn modelId="{CF761DFF-F313-4555-85FF-CD3FB937B295}" type="presParOf" srcId="{04E81E87-897F-4038-8062-DB33F51D88F1}" destId="{1BE2F50B-E8BD-49E2-B6A6-3B6AB2BD6003}" srcOrd="2" destOrd="0" presId="urn:microsoft.com/office/officeart/2018/2/layout/IconVerticalSolidList"/>
    <dgm:cxn modelId="{329DC20D-B701-4302-BDB8-4F4DBBE0FF13}" type="presParOf" srcId="{04E81E87-897F-4038-8062-DB33F51D88F1}" destId="{35104C74-6A12-4F7D-96E7-F234D811897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57B4633-962C-411B-B4BD-FC51D202D79A}"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B661988B-5184-42FF-AC05-3FD470C81F2A}">
      <dgm:prSet/>
      <dgm:spPr/>
      <dgm:t>
        <a:bodyPr/>
        <a:lstStyle/>
        <a:p>
          <a:r>
            <a:rPr lang="en-US" dirty="0"/>
            <a:t>1 Discuss the issue together. Give and ask for opinions. Agree and disagree and give lots of examples that support your points. Don’t just talk about your personal situation. Think about the bigger picture!</a:t>
          </a:r>
        </a:p>
      </dgm:t>
    </dgm:pt>
    <dgm:pt modelId="{DB29B07C-011C-4B43-AE19-0DB2BD45E956}" type="parTrans" cxnId="{33F38C28-F2ED-4AA9-961C-3C76826B2B01}">
      <dgm:prSet/>
      <dgm:spPr/>
      <dgm:t>
        <a:bodyPr/>
        <a:lstStyle/>
        <a:p>
          <a:endParaRPr lang="en-US"/>
        </a:p>
      </dgm:t>
    </dgm:pt>
    <dgm:pt modelId="{3C202B85-06A7-4263-B5FF-01A61285313C}" type="sibTrans" cxnId="{33F38C28-F2ED-4AA9-961C-3C76826B2B01}">
      <dgm:prSet/>
      <dgm:spPr/>
      <dgm:t>
        <a:bodyPr/>
        <a:lstStyle/>
        <a:p>
          <a:endParaRPr lang="en-US"/>
        </a:p>
      </dgm:t>
    </dgm:pt>
    <dgm:pt modelId="{50C10828-FD73-41F2-8441-C23B9BB9089E}">
      <dgm:prSet/>
      <dgm:spPr/>
      <dgm:t>
        <a:bodyPr/>
        <a:lstStyle/>
        <a:p>
          <a:r>
            <a:rPr lang="en-US"/>
            <a:t>2 You are going to take your concerns to a senior person so summarise your thoughts. Decide who will introduce the group, who will then describe the issues and who will say what your group would like to happen.</a:t>
          </a:r>
        </a:p>
      </dgm:t>
    </dgm:pt>
    <dgm:pt modelId="{35F86971-A21A-4957-91D9-2C517F3E18A6}" type="parTrans" cxnId="{BB53732E-0D44-486A-BD99-73E15B476E3B}">
      <dgm:prSet/>
      <dgm:spPr/>
      <dgm:t>
        <a:bodyPr/>
        <a:lstStyle/>
        <a:p>
          <a:endParaRPr lang="en-US"/>
        </a:p>
      </dgm:t>
    </dgm:pt>
    <dgm:pt modelId="{8E10D3A3-DE00-4708-B93E-B68BF20A869A}" type="sibTrans" cxnId="{BB53732E-0D44-486A-BD99-73E15B476E3B}">
      <dgm:prSet/>
      <dgm:spPr/>
      <dgm:t>
        <a:bodyPr/>
        <a:lstStyle/>
        <a:p>
          <a:endParaRPr lang="en-US"/>
        </a:p>
      </dgm:t>
    </dgm:pt>
    <dgm:pt modelId="{0AA52960-AEE4-4440-8A0D-ED1B28ADE453}">
      <dgm:prSet/>
      <dgm:spPr/>
      <dgm:t>
        <a:bodyPr/>
        <a:lstStyle/>
        <a:p>
          <a:r>
            <a:rPr lang="en-US"/>
            <a:t>3 Use FORMAL language! Make sure you all have the opportunity to speak.</a:t>
          </a:r>
        </a:p>
      </dgm:t>
    </dgm:pt>
    <dgm:pt modelId="{B58C4F9C-A386-42D4-9085-E072C84DB513}" type="parTrans" cxnId="{6C0F421C-A6B1-4B33-9EFB-D56CA6931162}">
      <dgm:prSet/>
      <dgm:spPr/>
      <dgm:t>
        <a:bodyPr/>
        <a:lstStyle/>
        <a:p>
          <a:endParaRPr lang="en-US"/>
        </a:p>
      </dgm:t>
    </dgm:pt>
    <dgm:pt modelId="{DA35681A-6682-403D-8644-AA19C38DB5CE}" type="sibTrans" cxnId="{6C0F421C-A6B1-4B33-9EFB-D56CA6931162}">
      <dgm:prSet/>
      <dgm:spPr/>
      <dgm:t>
        <a:bodyPr/>
        <a:lstStyle/>
        <a:p>
          <a:endParaRPr lang="en-US"/>
        </a:p>
      </dgm:t>
    </dgm:pt>
    <dgm:pt modelId="{EE9C2870-8869-4A1B-AB6B-8C6561B1A5E7}" type="pres">
      <dgm:prSet presAssocID="{357B4633-962C-411B-B4BD-FC51D202D79A}" presName="linear" presStyleCnt="0">
        <dgm:presLayoutVars>
          <dgm:animLvl val="lvl"/>
          <dgm:resizeHandles val="exact"/>
        </dgm:presLayoutVars>
      </dgm:prSet>
      <dgm:spPr/>
    </dgm:pt>
    <dgm:pt modelId="{5554CC76-0F97-4E5D-A036-4599EDA19B32}" type="pres">
      <dgm:prSet presAssocID="{B661988B-5184-42FF-AC05-3FD470C81F2A}" presName="parentText" presStyleLbl="node1" presStyleIdx="0" presStyleCnt="3">
        <dgm:presLayoutVars>
          <dgm:chMax val="0"/>
          <dgm:bulletEnabled val="1"/>
        </dgm:presLayoutVars>
      </dgm:prSet>
      <dgm:spPr/>
    </dgm:pt>
    <dgm:pt modelId="{E92C158C-C8B7-4043-90B1-D4E23E52C818}" type="pres">
      <dgm:prSet presAssocID="{3C202B85-06A7-4263-B5FF-01A61285313C}" presName="spacer" presStyleCnt="0"/>
      <dgm:spPr/>
    </dgm:pt>
    <dgm:pt modelId="{772C9C77-6455-4BCC-B002-EE0B038B3676}" type="pres">
      <dgm:prSet presAssocID="{50C10828-FD73-41F2-8441-C23B9BB9089E}" presName="parentText" presStyleLbl="node1" presStyleIdx="1" presStyleCnt="3">
        <dgm:presLayoutVars>
          <dgm:chMax val="0"/>
          <dgm:bulletEnabled val="1"/>
        </dgm:presLayoutVars>
      </dgm:prSet>
      <dgm:spPr/>
    </dgm:pt>
    <dgm:pt modelId="{B440F6B1-5B0B-4C1D-B28C-F99A19436AC9}" type="pres">
      <dgm:prSet presAssocID="{8E10D3A3-DE00-4708-B93E-B68BF20A869A}" presName="spacer" presStyleCnt="0"/>
      <dgm:spPr/>
    </dgm:pt>
    <dgm:pt modelId="{11C4322E-B8F6-42A0-9498-A1834BC04E49}" type="pres">
      <dgm:prSet presAssocID="{0AA52960-AEE4-4440-8A0D-ED1B28ADE453}" presName="parentText" presStyleLbl="node1" presStyleIdx="2" presStyleCnt="3">
        <dgm:presLayoutVars>
          <dgm:chMax val="0"/>
          <dgm:bulletEnabled val="1"/>
        </dgm:presLayoutVars>
      </dgm:prSet>
      <dgm:spPr/>
    </dgm:pt>
  </dgm:ptLst>
  <dgm:cxnLst>
    <dgm:cxn modelId="{8D922205-457A-4016-909F-304F2865F516}" type="presOf" srcId="{B661988B-5184-42FF-AC05-3FD470C81F2A}" destId="{5554CC76-0F97-4E5D-A036-4599EDA19B32}" srcOrd="0" destOrd="0" presId="urn:microsoft.com/office/officeart/2005/8/layout/vList2"/>
    <dgm:cxn modelId="{6C0F421C-A6B1-4B33-9EFB-D56CA6931162}" srcId="{357B4633-962C-411B-B4BD-FC51D202D79A}" destId="{0AA52960-AEE4-4440-8A0D-ED1B28ADE453}" srcOrd="2" destOrd="0" parTransId="{B58C4F9C-A386-42D4-9085-E072C84DB513}" sibTransId="{DA35681A-6682-403D-8644-AA19C38DB5CE}"/>
    <dgm:cxn modelId="{40A1AE24-B9C3-4828-BE7E-AD25CCC00C42}" type="presOf" srcId="{357B4633-962C-411B-B4BD-FC51D202D79A}" destId="{EE9C2870-8869-4A1B-AB6B-8C6561B1A5E7}" srcOrd="0" destOrd="0" presId="urn:microsoft.com/office/officeart/2005/8/layout/vList2"/>
    <dgm:cxn modelId="{33F38C28-F2ED-4AA9-961C-3C76826B2B01}" srcId="{357B4633-962C-411B-B4BD-FC51D202D79A}" destId="{B661988B-5184-42FF-AC05-3FD470C81F2A}" srcOrd="0" destOrd="0" parTransId="{DB29B07C-011C-4B43-AE19-0DB2BD45E956}" sibTransId="{3C202B85-06A7-4263-B5FF-01A61285313C}"/>
    <dgm:cxn modelId="{BB53732E-0D44-486A-BD99-73E15B476E3B}" srcId="{357B4633-962C-411B-B4BD-FC51D202D79A}" destId="{50C10828-FD73-41F2-8441-C23B9BB9089E}" srcOrd="1" destOrd="0" parTransId="{35F86971-A21A-4957-91D9-2C517F3E18A6}" sibTransId="{8E10D3A3-DE00-4708-B93E-B68BF20A869A}"/>
    <dgm:cxn modelId="{43418749-37B5-4672-9E53-E61E9DEE5EAF}" type="presOf" srcId="{0AA52960-AEE4-4440-8A0D-ED1B28ADE453}" destId="{11C4322E-B8F6-42A0-9498-A1834BC04E49}" srcOrd="0" destOrd="0" presId="urn:microsoft.com/office/officeart/2005/8/layout/vList2"/>
    <dgm:cxn modelId="{D01F0CCE-E9DD-4C19-9EB0-FB27E940D34E}" type="presOf" srcId="{50C10828-FD73-41F2-8441-C23B9BB9089E}" destId="{772C9C77-6455-4BCC-B002-EE0B038B3676}" srcOrd="0" destOrd="0" presId="urn:microsoft.com/office/officeart/2005/8/layout/vList2"/>
    <dgm:cxn modelId="{2F7569F9-28D4-4547-9DED-D036E8F083C0}" type="presParOf" srcId="{EE9C2870-8869-4A1B-AB6B-8C6561B1A5E7}" destId="{5554CC76-0F97-4E5D-A036-4599EDA19B32}" srcOrd="0" destOrd="0" presId="urn:microsoft.com/office/officeart/2005/8/layout/vList2"/>
    <dgm:cxn modelId="{41DD3B22-1549-4874-951D-85551F4AA492}" type="presParOf" srcId="{EE9C2870-8869-4A1B-AB6B-8C6561B1A5E7}" destId="{E92C158C-C8B7-4043-90B1-D4E23E52C818}" srcOrd="1" destOrd="0" presId="urn:microsoft.com/office/officeart/2005/8/layout/vList2"/>
    <dgm:cxn modelId="{3C418B52-E1A2-440C-9934-8804DA94E671}" type="presParOf" srcId="{EE9C2870-8869-4A1B-AB6B-8C6561B1A5E7}" destId="{772C9C77-6455-4BCC-B002-EE0B038B3676}" srcOrd="2" destOrd="0" presId="urn:microsoft.com/office/officeart/2005/8/layout/vList2"/>
    <dgm:cxn modelId="{5B86D9D4-EAAD-4BFA-B99F-BA1DA5890C32}" type="presParOf" srcId="{EE9C2870-8869-4A1B-AB6B-8C6561B1A5E7}" destId="{B440F6B1-5B0B-4C1D-B28C-F99A19436AC9}" srcOrd="3" destOrd="0" presId="urn:microsoft.com/office/officeart/2005/8/layout/vList2"/>
    <dgm:cxn modelId="{8DEE3920-3788-4912-8542-4C1085954D85}" type="presParOf" srcId="{EE9C2870-8869-4A1B-AB6B-8C6561B1A5E7}" destId="{11C4322E-B8F6-42A0-9498-A1834BC04E4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842DA8-EB01-44D4-8C8D-7228A0F13A48}"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8BD3C8F-C0F9-4EEE-8CAF-2D221F352805}">
      <dgm:prSet custT="1"/>
      <dgm:spPr/>
      <dgm:t>
        <a:bodyPr/>
        <a:lstStyle/>
        <a:p>
          <a:pPr>
            <a:lnSpc>
              <a:spcPct val="100000"/>
            </a:lnSpc>
            <a:defRPr cap="all"/>
          </a:pPr>
          <a:r>
            <a:rPr lang="en-US" sz="1400" b="1" dirty="0">
              <a:solidFill>
                <a:srgbClr val="C00000"/>
              </a:solidFill>
            </a:rPr>
            <a:t>Task 3 Presentation, Questions and Group Discussion (2-4 learners)</a:t>
          </a:r>
        </a:p>
      </dgm:t>
    </dgm:pt>
    <dgm:pt modelId="{58C0DD14-AA36-4B7A-918B-3754D2545B91}" type="parTrans" cxnId="{EAD2EC13-E99E-4C9C-8AFB-CD2D9FBDBC2A}">
      <dgm:prSet/>
      <dgm:spPr/>
      <dgm:t>
        <a:bodyPr/>
        <a:lstStyle/>
        <a:p>
          <a:endParaRPr lang="en-US"/>
        </a:p>
      </dgm:t>
    </dgm:pt>
    <dgm:pt modelId="{FE97789C-2289-4ECA-9B50-8E400E404DFF}" type="sibTrans" cxnId="{EAD2EC13-E99E-4C9C-8AFB-CD2D9FBDBC2A}">
      <dgm:prSet/>
      <dgm:spPr/>
      <dgm:t>
        <a:bodyPr/>
        <a:lstStyle/>
        <a:p>
          <a:endParaRPr lang="en-US"/>
        </a:p>
      </dgm:t>
    </dgm:pt>
    <dgm:pt modelId="{B896FD08-363B-4F1A-B315-45386B678037}">
      <dgm:prSet custT="1"/>
      <dgm:spPr/>
      <dgm:t>
        <a:bodyPr/>
        <a:lstStyle/>
        <a:p>
          <a:pPr>
            <a:lnSpc>
              <a:spcPct val="100000"/>
            </a:lnSpc>
            <a:defRPr cap="all"/>
          </a:pPr>
          <a:r>
            <a:rPr lang="en-US" sz="1400" b="1" dirty="0">
              <a:solidFill>
                <a:srgbClr val="C00000"/>
              </a:solidFill>
            </a:rPr>
            <a:t>Printed photo or artefact may be used as prop</a:t>
          </a:r>
        </a:p>
      </dgm:t>
    </dgm:pt>
    <dgm:pt modelId="{F308DF67-64AE-4FA0-BCA8-D74E355B830A}" type="parTrans" cxnId="{782373EB-D386-4410-BBF9-A4D87A5BBDD1}">
      <dgm:prSet/>
      <dgm:spPr/>
      <dgm:t>
        <a:bodyPr/>
        <a:lstStyle/>
        <a:p>
          <a:endParaRPr lang="en-US"/>
        </a:p>
      </dgm:t>
    </dgm:pt>
    <dgm:pt modelId="{C192AB90-647A-46C4-8E71-8EE8C59314EA}" type="sibTrans" cxnId="{782373EB-D386-4410-BBF9-A4D87A5BBDD1}">
      <dgm:prSet/>
      <dgm:spPr/>
      <dgm:t>
        <a:bodyPr/>
        <a:lstStyle/>
        <a:p>
          <a:endParaRPr lang="en-US"/>
        </a:p>
      </dgm:t>
    </dgm:pt>
    <dgm:pt modelId="{F5D95A43-51E0-4AD1-985C-A50C23E48E57}" type="pres">
      <dgm:prSet presAssocID="{CF842DA8-EB01-44D4-8C8D-7228A0F13A48}" presName="root" presStyleCnt="0">
        <dgm:presLayoutVars>
          <dgm:dir/>
          <dgm:resizeHandles val="exact"/>
        </dgm:presLayoutVars>
      </dgm:prSet>
      <dgm:spPr/>
    </dgm:pt>
    <dgm:pt modelId="{26AAA9BA-5F5A-4587-BBF1-F5D571A62791}" type="pres">
      <dgm:prSet presAssocID="{D8BD3C8F-C0F9-4EEE-8CAF-2D221F352805}" presName="compNode" presStyleCnt="0"/>
      <dgm:spPr/>
    </dgm:pt>
    <dgm:pt modelId="{63923057-77CF-4AB9-B6D9-5BC1A1515FCD}" type="pres">
      <dgm:prSet presAssocID="{D8BD3C8F-C0F9-4EEE-8CAF-2D221F352805}" presName="iconBgRect" presStyleLbl="bgShp" presStyleIdx="0" presStyleCnt="2"/>
      <dgm:spPr>
        <a:prstGeom prst="round2DiagRect">
          <a:avLst>
            <a:gd name="adj1" fmla="val 29727"/>
            <a:gd name="adj2" fmla="val 0"/>
          </a:avLst>
        </a:prstGeom>
      </dgm:spPr>
    </dgm:pt>
    <dgm:pt modelId="{FAE49BB0-F2DD-4BB0-A33B-9367240FF49F}" type="pres">
      <dgm:prSet presAssocID="{D8BD3C8F-C0F9-4EEE-8CAF-2D221F35280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37CE474E-8F61-47A9-B14D-610C918A7E91}" type="pres">
      <dgm:prSet presAssocID="{D8BD3C8F-C0F9-4EEE-8CAF-2D221F352805}" presName="spaceRect" presStyleCnt="0"/>
      <dgm:spPr/>
    </dgm:pt>
    <dgm:pt modelId="{8C7F1B07-A87B-44FB-B140-5A902A139590}" type="pres">
      <dgm:prSet presAssocID="{D8BD3C8F-C0F9-4EEE-8CAF-2D221F352805}" presName="textRect" presStyleLbl="revTx" presStyleIdx="0" presStyleCnt="2">
        <dgm:presLayoutVars>
          <dgm:chMax val="1"/>
          <dgm:chPref val="1"/>
        </dgm:presLayoutVars>
      </dgm:prSet>
      <dgm:spPr/>
    </dgm:pt>
    <dgm:pt modelId="{DC26679D-686E-4C39-8B67-E16340025360}" type="pres">
      <dgm:prSet presAssocID="{FE97789C-2289-4ECA-9B50-8E400E404DFF}" presName="sibTrans" presStyleCnt="0"/>
      <dgm:spPr/>
    </dgm:pt>
    <dgm:pt modelId="{6F1C6490-C41C-4E01-BBCD-029E2EB99819}" type="pres">
      <dgm:prSet presAssocID="{B896FD08-363B-4F1A-B315-45386B678037}" presName="compNode" presStyleCnt="0"/>
      <dgm:spPr/>
    </dgm:pt>
    <dgm:pt modelId="{53B46AB8-EFED-438A-871A-54D2717E5964}" type="pres">
      <dgm:prSet presAssocID="{B896FD08-363B-4F1A-B315-45386B678037}" presName="iconBgRect" presStyleLbl="bgShp" presStyleIdx="1" presStyleCnt="2"/>
      <dgm:spPr>
        <a:prstGeom prst="round2DiagRect">
          <a:avLst>
            <a:gd name="adj1" fmla="val 29727"/>
            <a:gd name="adj2" fmla="val 0"/>
          </a:avLst>
        </a:prstGeom>
      </dgm:spPr>
    </dgm:pt>
    <dgm:pt modelId="{23423258-D91A-4C15-8C68-792AE1203CEE}" type="pres">
      <dgm:prSet presAssocID="{B896FD08-363B-4F1A-B315-45386B67803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era"/>
        </a:ext>
      </dgm:extLst>
    </dgm:pt>
    <dgm:pt modelId="{B7E46C09-49C7-4979-A696-A1C35F75829F}" type="pres">
      <dgm:prSet presAssocID="{B896FD08-363B-4F1A-B315-45386B678037}" presName="spaceRect" presStyleCnt="0"/>
      <dgm:spPr/>
    </dgm:pt>
    <dgm:pt modelId="{14809349-F323-4360-8921-EACF85DD35E6}" type="pres">
      <dgm:prSet presAssocID="{B896FD08-363B-4F1A-B315-45386B678037}" presName="textRect" presStyleLbl="revTx" presStyleIdx="1" presStyleCnt="2">
        <dgm:presLayoutVars>
          <dgm:chMax val="1"/>
          <dgm:chPref val="1"/>
        </dgm:presLayoutVars>
      </dgm:prSet>
      <dgm:spPr/>
    </dgm:pt>
  </dgm:ptLst>
  <dgm:cxnLst>
    <dgm:cxn modelId="{EAD2EC13-E99E-4C9C-8AFB-CD2D9FBDBC2A}" srcId="{CF842DA8-EB01-44D4-8C8D-7228A0F13A48}" destId="{D8BD3C8F-C0F9-4EEE-8CAF-2D221F352805}" srcOrd="0" destOrd="0" parTransId="{58C0DD14-AA36-4B7A-918B-3754D2545B91}" sibTransId="{FE97789C-2289-4ECA-9B50-8E400E404DFF}"/>
    <dgm:cxn modelId="{CD01B394-0584-42BD-8D9F-392E6F0F26E3}" type="presOf" srcId="{CF842DA8-EB01-44D4-8C8D-7228A0F13A48}" destId="{F5D95A43-51E0-4AD1-985C-A50C23E48E57}" srcOrd="0" destOrd="0" presId="urn:microsoft.com/office/officeart/2018/5/layout/IconLeafLabelList"/>
    <dgm:cxn modelId="{E322D1A5-5B6D-4BDB-89A4-BA05539709F7}" type="presOf" srcId="{D8BD3C8F-C0F9-4EEE-8CAF-2D221F352805}" destId="{8C7F1B07-A87B-44FB-B140-5A902A139590}" srcOrd="0" destOrd="0" presId="urn:microsoft.com/office/officeart/2018/5/layout/IconLeafLabelList"/>
    <dgm:cxn modelId="{AA51B1B9-7673-47B3-BBF0-AA3508A6004D}" type="presOf" srcId="{B896FD08-363B-4F1A-B315-45386B678037}" destId="{14809349-F323-4360-8921-EACF85DD35E6}" srcOrd="0" destOrd="0" presId="urn:microsoft.com/office/officeart/2018/5/layout/IconLeafLabelList"/>
    <dgm:cxn modelId="{782373EB-D386-4410-BBF9-A4D87A5BBDD1}" srcId="{CF842DA8-EB01-44D4-8C8D-7228A0F13A48}" destId="{B896FD08-363B-4F1A-B315-45386B678037}" srcOrd="1" destOrd="0" parTransId="{F308DF67-64AE-4FA0-BCA8-D74E355B830A}" sibTransId="{C192AB90-647A-46C4-8E71-8EE8C59314EA}"/>
    <dgm:cxn modelId="{749E59AF-C43F-4170-A0B9-4215199E62AA}" type="presParOf" srcId="{F5D95A43-51E0-4AD1-985C-A50C23E48E57}" destId="{26AAA9BA-5F5A-4587-BBF1-F5D571A62791}" srcOrd="0" destOrd="0" presId="urn:microsoft.com/office/officeart/2018/5/layout/IconLeafLabelList"/>
    <dgm:cxn modelId="{A91FE58C-D0A4-4F60-A8FA-08F72F7EAE63}" type="presParOf" srcId="{26AAA9BA-5F5A-4587-BBF1-F5D571A62791}" destId="{63923057-77CF-4AB9-B6D9-5BC1A1515FCD}" srcOrd="0" destOrd="0" presId="urn:microsoft.com/office/officeart/2018/5/layout/IconLeafLabelList"/>
    <dgm:cxn modelId="{9F771002-B854-4FD5-B177-C7E2857C0924}" type="presParOf" srcId="{26AAA9BA-5F5A-4587-BBF1-F5D571A62791}" destId="{FAE49BB0-F2DD-4BB0-A33B-9367240FF49F}" srcOrd="1" destOrd="0" presId="urn:microsoft.com/office/officeart/2018/5/layout/IconLeafLabelList"/>
    <dgm:cxn modelId="{F761F711-F155-4B01-9787-F86BD1DB65BD}" type="presParOf" srcId="{26AAA9BA-5F5A-4587-BBF1-F5D571A62791}" destId="{37CE474E-8F61-47A9-B14D-610C918A7E91}" srcOrd="2" destOrd="0" presId="urn:microsoft.com/office/officeart/2018/5/layout/IconLeafLabelList"/>
    <dgm:cxn modelId="{E6DBD896-5B8C-4D99-A10B-55AB7A249C4D}" type="presParOf" srcId="{26AAA9BA-5F5A-4587-BBF1-F5D571A62791}" destId="{8C7F1B07-A87B-44FB-B140-5A902A139590}" srcOrd="3" destOrd="0" presId="urn:microsoft.com/office/officeart/2018/5/layout/IconLeafLabelList"/>
    <dgm:cxn modelId="{E74D2B30-1F41-4A5E-A8A0-D4E583EC4059}" type="presParOf" srcId="{F5D95A43-51E0-4AD1-985C-A50C23E48E57}" destId="{DC26679D-686E-4C39-8B67-E16340025360}" srcOrd="1" destOrd="0" presId="urn:microsoft.com/office/officeart/2018/5/layout/IconLeafLabelList"/>
    <dgm:cxn modelId="{D13B7445-3658-43F4-85E8-6AAC710B667B}" type="presParOf" srcId="{F5D95A43-51E0-4AD1-985C-A50C23E48E57}" destId="{6F1C6490-C41C-4E01-BBCD-029E2EB99819}" srcOrd="2" destOrd="0" presId="urn:microsoft.com/office/officeart/2018/5/layout/IconLeafLabelList"/>
    <dgm:cxn modelId="{9A9C9045-8188-4B99-9BBB-0CBC61BF3227}" type="presParOf" srcId="{6F1C6490-C41C-4E01-BBCD-029E2EB99819}" destId="{53B46AB8-EFED-438A-871A-54D2717E5964}" srcOrd="0" destOrd="0" presId="urn:microsoft.com/office/officeart/2018/5/layout/IconLeafLabelList"/>
    <dgm:cxn modelId="{5FF01BA2-C473-4A4A-99F6-DA2DEB734BDA}" type="presParOf" srcId="{6F1C6490-C41C-4E01-BBCD-029E2EB99819}" destId="{23423258-D91A-4C15-8C68-792AE1203CEE}" srcOrd="1" destOrd="0" presId="urn:microsoft.com/office/officeart/2018/5/layout/IconLeafLabelList"/>
    <dgm:cxn modelId="{DE84EDEB-1F87-4E69-8CFA-1C8678758377}" type="presParOf" srcId="{6F1C6490-C41C-4E01-BBCD-029E2EB99819}" destId="{B7E46C09-49C7-4979-A696-A1C35F75829F}" srcOrd="2" destOrd="0" presId="urn:microsoft.com/office/officeart/2018/5/layout/IconLeafLabelList"/>
    <dgm:cxn modelId="{14B9176D-708D-4E67-A519-5B66A4313838}" type="presParOf" srcId="{6F1C6490-C41C-4E01-BBCD-029E2EB99819}" destId="{14809349-F323-4360-8921-EACF85DD35E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340F16D-293C-4CC6-885C-F784A800EF5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EA38D71-4EBA-4270-93D5-009488D84B88}">
      <dgm:prSet/>
      <dgm:spPr/>
      <dgm:t>
        <a:bodyPr/>
        <a:lstStyle/>
        <a:p>
          <a:pPr>
            <a:lnSpc>
              <a:spcPct val="100000"/>
            </a:lnSpc>
          </a:pPr>
          <a:r>
            <a:rPr lang="en-US" dirty="0"/>
            <a:t>You are given up to four weeks before the assessment to prepare a presentation on a topic of your choice. The topic must be agreed beforehand with your tutor.</a:t>
          </a:r>
        </a:p>
      </dgm:t>
    </dgm:pt>
    <dgm:pt modelId="{AD2A29E6-FF9E-4BA4-B2F0-ABE4D884FC3F}" type="parTrans" cxnId="{EAC75ADC-1A6D-4BEF-B961-D91B6C6D2690}">
      <dgm:prSet/>
      <dgm:spPr/>
      <dgm:t>
        <a:bodyPr/>
        <a:lstStyle/>
        <a:p>
          <a:endParaRPr lang="en-US"/>
        </a:p>
      </dgm:t>
    </dgm:pt>
    <dgm:pt modelId="{DE573D6F-C244-4167-ACB4-0B7010D4D35E}" type="sibTrans" cxnId="{EAC75ADC-1A6D-4BEF-B961-D91B6C6D2690}">
      <dgm:prSet/>
      <dgm:spPr/>
      <dgm:t>
        <a:bodyPr/>
        <a:lstStyle/>
        <a:p>
          <a:endParaRPr lang="en-US"/>
        </a:p>
      </dgm:t>
    </dgm:pt>
    <dgm:pt modelId="{6B5AB56E-2274-4107-8247-C2BD68C81272}">
      <dgm:prSet/>
      <dgm:spPr/>
      <dgm:t>
        <a:bodyPr/>
        <a:lstStyle/>
        <a:p>
          <a:pPr rtl="0">
            <a:lnSpc>
              <a:spcPct val="100000"/>
            </a:lnSpc>
          </a:pPr>
          <a:r>
            <a:rPr lang="en-US" dirty="0"/>
            <a:t>You cannot present on the same or similar topics to prevent unfairly advantaging/disadvantaging anyone.</a:t>
          </a:r>
          <a:r>
            <a:rPr lang="en-US" dirty="0">
              <a:latin typeface="Calibri Light" panose="020F0302020204030204"/>
            </a:rPr>
            <a:t> </a:t>
          </a:r>
          <a:r>
            <a:rPr lang="en-US" dirty="0"/>
            <a:t> </a:t>
          </a:r>
        </a:p>
      </dgm:t>
    </dgm:pt>
    <dgm:pt modelId="{0C4642D1-6610-4BB1-9B99-CEE27F1B789C}" type="parTrans" cxnId="{96B9FADA-F256-43E6-B83A-FBE8F87560C5}">
      <dgm:prSet/>
      <dgm:spPr/>
      <dgm:t>
        <a:bodyPr/>
        <a:lstStyle/>
        <a:p>
          <a:endParaRPr lang="en-US"/>
        </a:p>
      </dgm:t>
    </dgm:pt>
    <dgm:pt modelId="{6E84826B-A24E-4E64-8D9E-22A84F979382}" type="sibTrans" cxnId="{96B9FADA-F256-43E6-B83A-FBE8F87560C5}">
      <dgm:prSet/>
      <dgm:spPr/>
      <dgm:t>
        <a:bodyPr/>
        <a:lstStyle/>
        <a:p>
          <a:endParaRPr lang="en-US"/>
        </a:p>
      </dgm:t>
    </dgm:pt>
    <dgm:pt modelId="{14564EBC-61CE-4183-861D-6DBDFDAEC9C5}">
      <dgm:prSet/>
      <dgm:spPr/>
      <dgm:t>
        <a:bodyPr/>
        <a:lstStyle/>
        <a:p>
          <a:pPr>
            <a:lnSpc>
              <a:spcPct val="100000"/>
            </a:lnSpc>
          </a:pPr>
          <a:r>
            <a:rPr lang="en-US" b="0" i="0" dirty="0"/>
            <a:t>For the presentation it is expected that you prepare and deliver your </a:t>
          </a:r>
          <a:r>
            <a:rPr lang="en-US" b="1" i="0" u="sng" dirty="0"/>
            <a:t>own work</a:t>
          </a:r>
          <a:r>
            <a:rPr lang="en-US" b="0" i="0" dirty="0"/>
            <a:t>.</a:t>
          </a:r>
          <a:endParaRPr lang="en-US" dirty="0"/>
        </a:p>
      </dgm:t>
    </dgm:pt>
    <dgm:pt modelId="{23CFC793-AA90-4EC7-87F8-E03D360418C0}" type="parTrans" cxnId="{C97E8831-4E80-450C-BC46-73C8D4AC089F}">
      <dgm:prSet/>
      <dgm:spPr/>
      <dgm:t>
        <a:bodyPr/>
        <a:lstStyle/>
        <a:p>
          <a:endParaRPr lang="en-US"/>
        </a:p>
      </dgm:t>
    </dgm:pt>
    <dgm:pt modelId="{A3145E5B-F388-43A6-92EB-03D6902B2945}" type="sibTrans" cxnId="{C97E8831-4E80-450C-BC46-73C8D4AC089F}">
      <dgm:prSet/>
      <dgm:spPr/>
      <dgm:t>
        <a:bodyPr/>
        <a:lstStyle/>
        <a:p>
          <a:endParaRPr lang="en-US"/>
        </a:p>
      </dgm:t>
    </dgm:pt>
    <dgm:pt modelId="{1D4DD69A-9407-4D33-A92E-D9AE799A8007}" type="pres">
      <dgm:prSet presAssocID="{1340F16D-293C-4CC6-885C-F784A800EF53}" presName="root" presStyleCnt="0">
        <dgm:presLayoutVars>
          <dgm:dir/>
          <dgm:resizeHandles val="exact"/>
        </dgm:presLayoutVars>
      </dgm:prSet>
      <dgm:spPr/>
    </dgm:pt>
    <dgm:pt modelId="{84020749-1FC2-47AE-AA0F-2018FB551AC2}" type="pres">
      <dgm:prSet presAssocID="{BEA38D71-4EBA-4270-93D5-009488D84B88}" presName="compNode" presStyleCnt="0"/>
      <dgm:spPr/>
    </dgm:pt>
    <dgm:pt modelId="{DAE60ABF-6DB9-4A9F-96B4-ABD2050E6F13}" type="pres">
      <dgm:prSet presAssocID="{BEA38D71-4EBA-4270-93D5-009488D84B88}" presName="bgRect" presStyleLbl="bgShp" presStyleIdx="0" presStyleCnt="3"/>
      <dgm:spPr/>
    </dgm:pt>
    <dgm:pt modelId="{B15BDD37-1A02-4D3D-A970-478A018B34C6}" type="pres">
      <dgm:prSet presAssocID="{BEA38D71-4EBA-4270-93D5-009488D84B8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7CD86BB8-597F-4534-97A7-D2CED6148BE4}" type="pres">
      <dgm:prSet presAssocID="{BEA38D71-4EBA-4270-93D5-009488D84B88}" presName="spaceRect" presStyleCnt="0"/>
      <dgm:spPr/>
    </dgm:pt>
    <dgm:pt modelId="{B511C7F4-96C9-4568-BC68-9B6BA2E5F45C}" type="pres">
      <dgm:prSet presAssocID="{BEA38D71-4EBA-4270-93D5-009488D84B88}" presName="parTx" presStyleLbl="revTx" presStyleIdx="0" presStyleCnt="3">
        <dgm:presLayoutVars>
          <dgm:chMax val="0"/>
          <dgm:chPref val="0"/>
        </dgm:presLayoutVars>
      </dgm:prSet>
      <dgm:spPr/>
    </dgm:pt>
    <dgm:pt modelId="{C62DE02C-6905-48B2-9020-328C97433BC3}" type="pres">
      <dgm:prSet presAssocID="{DE573D6F-C244-4167-ACB4-0B7010D4D35E}" presName="sibTrans" presStyleCnt="0"/>
      <dgm:spPr/>
    </dgm:pt>
    <dgm:pt modelId="{02D3A5D8-2841-4F08-8240-0D084BF58A84}" type="pres">
      <dgm:prSet presAssocID="{6B5AB56E-2274-4107-8247-C2BD68C81272}" presName="compNode" presStyleCnt="0"/>
      <dgm:spPr/>
    </dgm:pt>
    <dgm:pt modelId="{3328F50B-7E46-43F9-9AD7-D71F403C8EBE}" type="pres">
      <dgm:prSet presAssocID="{6B5AB56E-2274-4107-8247-C2BD68C81272}" presName="bgRect" presStyleLbl="bgShp" presStyleIdx="1" presStyleCnt="3"/>
      <dgm:spPr/>
    </dgm:pt>
    <dgm:pt modelId="{498BC252-F5C8-4189-98D6-AFEA6F3FB5E6}" type="pres">
      <dgm:prSet presAssocID="{6B5AB56E-2274-4107-8247-C2BD68C8127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054E2A06-57FF-439B-A2A4-4814513666CA}" type="pres">
      <dgm:prSet presAssocID="{6B5AB56E-2274-4107-8247-C2BD68C81272}" presName="spaceRect" presStyleCnt="0"/>
      <dgm:spPr/>
    </dgm:pt>
    <dgm:pt modelId="{5CEDE564-B7E0-4B8D-B91E-81900B2957F0}" type="pres">
      <dgm:prSet presAssocID="{6B5AB56E-2274-4107-8247-C2BD68C81272}" presName="parTx" presStyleLbl="revTx" presStyleIdx="1" presStyleCnt="3">
        <dgm:presLayoutVars>
          <dgm:chMax val="0"/>
          <dgm:chPref val="0"/>
        </dgm:presLayoutVars>
      </dgm:prSet>
      <dgm:spPr/>
    </dgm:pt>
    <dgm:pt modelId="{F9322784-3F87-4F39-92DA-9665C3F54AAB}" type="pres">
      <dgm:prSet presAssocID="{6E84826B-A24E-4E64-8D9E-22A84F979382}" presName="sibTrans" presStyleCnt="0"/>
      <dgm:spPr/>
    </dgm:pt>
    <dgm:pt modelId="{6DA4CFC4-A30B-4256-BA6B-74D482B906F3}" type="pres">
      <dgm:prSet presAssocID="{14564EBC-61CE-4183-861D-6DBDFDAEC9C5}" presName="compNode" presStyleCnt="0"/>
      <dgm:spPr/>
    </dgm:pt>
    <dgm:pt modelId="{1408D61F-A623-4927-98CD-551EB30F7D4C}" type="pres">
      <dgm:prSet presAssocID="{14564EBC-61CE-4183-861D-6DBDFDAEC9C5}" presName="bgRect" presStyleLbl="bgShp" presStyleIdx="2" presStyleCnt="3"/>
      <dgm:spPr/>
    </dgm:pt>
    <dgm:pt modelId="{376DFB6C-4BAD-4FF8-B998-F90593B36703}" type="pres">
      <dgm:prSet presAssocID="{14564EBC-61CE-4183-861D-6DBDFDAEC9C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ard Room"/>
        </a:ext>
      </dgm:extLst>
    </dgm:pt>
    <dgm:pt modelId="{18F9F7A3-B734-404B-BF35-265F08DB1BA4}" type="pres">
      <dgm:prSet presAssocID="{14564EBC-61CE-4183-861D-6DBDFDAEC9C5}" presName="spaceRect" presStyleCnt="0"/>
      <dgm:spPr/>
    </dgm:pt>
    <dgm:pt modelId="{0D55D7E8-90A6-4DB6-BC39-36778B96D2C7}" type="pres">
      <dgm:prSet presAssocID="{14564EBC-61CE-4183-861D-6DBDFDAEC9C5}" presName="parTx" presStyleLbl="revTx" presStyleIdx="2" presStyleCnt="3">
        <dgm:presLayoutVars>
          <dgm:chMax val="0"/>
          <dgm:chPref val="0"/>
        </dgm:presLayoutVars>
      </dgm:prSet>
      <dgm:spPr/>
    </dgm:pt>
  </dgm:ptLst>
  <dgm:cxnLst>
    <dgm:cxn modelId="{C97E8831-4E80-450C-BC46-73C8D4AC089F}" srcId="{1340F16D-293C-4CC6-885C-F784A800EF53}" destId="{14564EBC-61CE-4183-861D-6DBDFDAEC9C5}" srcOrd="2" destOrd="0" parTransId="{23CFC793-AA90-4EC7-87F8-E03D360418C0}" sibTransId="{A3145E5B-F388-43A6-92EB-03D6902B2945}"/>
    <dgm:cxn modelId="{62F37D3B-0D85-43CE-965E-8381D883473F}" type="presOf" srcId="{1340F16D-293C-4CC6-885C-F784A800EF53}" destId="{1D4DD69A-9407-4D33-A92E-D9AE799A8007}" srcOrd="0" destOrd="0" presId="urn:microsoft.com/office/officeart/2018/2/layout/IconVerticalSolidList"/>
    <dgm:cxn modelId="{CA2EBAAD-2892-42C8-A2BF-BB25A9398BE8}" type="presOf" srcId="{6B5AB56E-2274-4107-8247-C2BD68C81272}" destId="{5CEDE564-B7E0-4B8D-B91E-81900B2957F0}" srcOrd="0" destOrd="0" presId="urn:microsoft.com/office/officeart/2018/2/layout/IconVerticalSolidList"/>
    <dgm:cxn modelId="{A79B1FCB-9850-4F77-80FC-A8F251167731}" type="presOf" srcId="{BEA38D71-4EBA-4270-93D5-009488D84B88}" destId="{B511C7F4-96C9-4568-BC68-9B6BA2E5F45C}" srcOrd="0" destOrd="0" presId="urn:microsoft.com/office/officeart/2018/2/layout/IconVerticalSolidList"/>
    <dgm:cxn modelId="{96B9FADA-F256-43E6-B83A-FBE8F87560C5}" srcId="{1340F16D-293C-4CC6-885C-F784A800EF53}" destId="{6B5AB56E-2274-4107-8247-C2BD68C81272}" srcOrd="1" destOrd="0" parTransId="{0C4642D1-6610-4BB1-9B99-CEE27F1B789C}" sibTransId="{6E84826B-A24E-4E64-8D9E-22A84F979382}"/>
    <dgm:cxn modelId="{EAC75ADC-1A6D-4BEF-B961-D91B6C6D2690}" srcId="{1340F16D-293C-4CC6-885C-F784A800EF53}" destId="{BEA38D71-4EBA-4270-93D5-009488D84B88}" srcOrd="0" destOrd="0" parTransId="{AD2A29E6-FF9E-4BA4-B2F0-ABE4D884FC3F}" sibTransId="{DE573D6F-C244-4167-ACB4-0B7010D4D35E}"/>
    <dgm:cxn modelId="{B4FF82FF-737E-4727-A243-2062E12CBF59}" type="presOf" srcId="{14564EBC-61CE-4183-861D-6DBDFDAEC9C5}" destId="{0D55D7E8-90A6-4DB6-BC39-36778B96D2C7}" srcOrd="0" destOrd="0" presId="urn:microsoft.com/office/officeart/2018/2/layout/IconVerticalSolidList"/>
    <dgm:cxn modelId="{65102242-E078-4B70-99D1-4B54CBAB91E4}" type="presParOf" srcId="{1D4DD69A-9407-4D33-A92E-D9AE799A8007}" destId="{84020749-1FC2-47AE-AA0F-2018FB551AC2}" srcOrd="0" destOrd="0" presId="urn:microsoft.com/office/officeart/2018/2/layout/IconVerticalSolidList"/>
    <dgm:cxn modelId="{0888161E-70D3-4761-B937-CE2432F0291C}" type="presParOf" srcId="{84020749-1FC2-47AE-AA0F-2018FB551AC2}" destId="{DAE60ABF-6DB9-4A9F-96B4-ABD2050E6F13}" srcOrd="0" destOrd="0" presId="urn:microsoft.com/office/officeart/2018/2/layout/IconVerticalSolidList"/>
    <dgm:cxn modelId="{0D11F8CA-CF50-4792-908D-2C1FAE7CA6C4}" type="presParOf" srcId="{84020749-1FC2-47AE-AA0F-2018FB551AC2}" destId="{B15BDD37-1A02-4D3D-A970-478A018B34C6}" srcOrd="1" destOrd="0" presId="urn:microsoft.com/office/officeart/2018/2/layout/IconVerticalSolidList"/>
    <dgm:cxn modelId="{F9090C4F-ADF7-48B6-9116-75B5B5C1288B}" type="presParOf" srcId="{84020749-1FC2-47AE-AA0F-2018FB551AC2}" destId="{7CD86BB8-597F-4534-97A7-D2CED6148BE4}" srcOrd="2" destOrd="0" presId="urn:microsoft.com/office/officeart/2018/2/layout/IconVerticalSolidList"/>
    <dgm:cxn modelId="{FE86BDF5-8FF8-414C-8F48-5FB05C229419}" type="presParOf" srcId="{84020749-1FC2-47AE-AA0F-2018FB551AC2}" destId="{B511C7F4-96C9-4568-BC68-9B6BA2E5F45C}" srcOrd="3" destOrd="0" presId="urn:microsoft.com/office/officeart/2018/2/layout/IconVerticalSolidList"/>
    <dgm:cxn modelId="{B27E6E13-29DE-4E3F-9B95-E6F373844AF1}" type="presParOf" srcId="{1D4DD69A-9407-4D33-A92E-D9AE799A8007}" destId="{C62DE02C-6905-48B2-9020-328C97433BC3}" srcOrd="1" destOrd="0" presId="urn:microsoft.com/office/officeart/2018/2/layout/IconVerticalSolidList"/>
    <dgm:cxn modelId="{9778CFC9-784B-420A-A006-FD2EA9389ED6}" type="presParOf" srcId="{1D4DD69A-9407-4D33-A92E-D9AE799A8007}" destId="{02D3A5D8-2841-4F08-8240-0D084BF58A84}" srcOrd="2" destOrd="0" presId="urn:microsoft.com/office/officeart/2018/2/layout/IconVerticalSolidList"/>
    <dgm:cxn modelId="{50450570-23C2-42C5-9AE5-E6795DF2E870}" type="presParOf" srcId="{02D3A5D8-2841-4F08-8240-0D084BF58A84}" destId="{3328F50B-7E46-43F9-9AD7-D71F403C8EBE}" srcOrd="0" destOrd="0" presId="urn:microsoft.com/office/officeart/2018/2/layout/IconVerticalSolidList"/>
    <dgm:cxn modelId="{A79269CE-BAE9-4CDF-A0C3-E58BFEA210A0}" type="presParOf" srcId="{02D3A5D8-2841-4F08-8240-0D084BF58A84}" destId="{498BC252-F5C8-4189-98D6-AFEA6F3FB5E6}" srcOrd="1" destOrd="0" presId="urn:microsoft.com/office/officeart/2018/2/layout/IconVerticalSolidList"/>
    <dgm:cxn modelId="{2C60D81C-818C-4BD9-9024-A0E7E7EEC2BB}" type="presParOf" srcId="{02D3A5D8-2841-4F08-8240-0D084BF58A84}" destId="{054E2A06-57FF-439B-A2A4-4814513666CA}" srcOrd="2" destOrd="0" presId="urn:microsoft.com/office/officeart/2018/2/layout/IconVerticalSolidList"/>
    <dgm:cxn modelId="{998FC806-58B3-4915-8E5F-EAB2355C2259}" type="presParOf" srcId="{02D3A5D8-2841-4F08-8240-0D084BF58A84}" destId="{5CEDE564-B7E0-4B8D-B91E-81900B2957F0}" srcOrd="3" destOrd="0" presId="urn:microsoft.com/office/officeart/2018/2/layout/IconVerticalSolidList"/>
    <dgm:cxn modelId="{86B9E646-761D-4C4E-B1C1-C8D3A1CE785B}" type="presParOf" srcId="{1D4DD69A-9407-4D33-A92E-D9AE799A8007}" destId="{F9322784-3F87-4F39-92DA-9665C3F54AAB}" srcOrd="3" destOrd="0" presId="urn:microsoft.com/office/officeart/2018/2/layout/IconVerticalSolidList"/>
    <dgm:cxn modelId="{7D2C60F4-964B-4911-A44B-0B21AD02B289}" type="presParOf" srcId="{1D4DD69A-9407-4D33-A92E-D9AE799A8007}" destId="{6DA4CFC4-A30B-4256-BA6B-74D482B906F3}" srcOrd="4" destOrd="0" presId="urn:microsoft.com/office/officeart/2018/2/layout/IconVerticalSolidList"/>
    <dgm:cxn modelId="{B9773165-B0D2-4C04-826C-CB1DC42A97F9}" type="presParOf" srcId="{6DA4CFC4-A30B-4256-BA6B-74D482B906F3}" destId="{1408D61F-A623-4927-98CD-551EB30F7D4C}" srcOrd="0" destOrd="0" presId="urn:microsoft.com/office/officeart/2018/2/layout/IconVerticalSolidList"/>
    <dgm:cxn modelId="{2C883723-A93C-4EA8-8F5D-95AA4C144C6B}" type="presParOf" srcId="{6DA4CFC4-A30B-4256-BA6B-74D482B906F3}" destId="{376DFB6C-4BAD-4FF8-B998-F90593B36703}" srcOrd="1" destOrd="0" presId="urn:microsoft.com/office/officeart/2018/2/layout/IconVerticalSolidList"/>
    <dgm:cxn modelId="{95778758-95F2-426A-8214-0FB5941F32B9}" type="presParOf" srcId="{6DA4CFC4-A30B-4256-BA6B-74D482B906F3}" destId="{18F9F7A3-B734-404B-BF35-265F08DB1BA4}" srcOrd="2" destOrd="0" presId="urn:microsoft.com/office/officeart/2018/2/layout/IconVerticalSolidList"/>
    <dgm:cxn modelId="{A63C653C-BB4F-4275-AB88-9B6BC968AC99}" type="presParOf" srcId="{6DA4CFC4-A30B-4256-BA6B-74D482B906F3}" destId="{0D55D7E8-90A6-4DB6-BC39-36778B96D2C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A448F6E-D3FF-43BE-86B3-EB4461A8C2B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988CED4-06C1-4AD1-9958-CEEE137C6030}">
      <dgm:prSet/>
      <dgm:spPr/>
      <dgm:t>
        <a:bodyPr/>
        <a:lstStyle/>
        <a:p>
          <a:pPr>
            <a:lnSpc>
              <a:spcPct val="100000"/>
            </a:lnSpc>
          </a:pPr>
          <a:r>
            <a:rPr lang="en-US" dirty="0"/>
            <a:t>You can use your candidate paper to make notes as you listen to the other presentations, but you may not take any</a:t>
          </a:r>
          <a:r>
            <a:rPr lang="en-US" u="sng" dirty="0"/>
            <a:t> prepared </a:t>
          </a:r>
          <a:r>
            <a:rPr lang="en-US" dirty="0"/>
            <a:t>notes into the presentation.</a:t>
          </a:r>
        </a:p>
      </dgm:t>
    </dgm:pt>
    <dgm:pt modelId="{94A3B851-BEF8-4EF7-BE19-7BC1F83CEF54}" type="parTrans" cxnId="{AB8E5D4D-16AB-49A2-A0EE-FD0B80D0B786}">
      <dgm:prSet/>
      <dgm:spPr/>
      <dgm:t>
        <a:bodyPr/>
        <a:lstStyle/>
        <a:p>
          <a:endParaRPr lang="en-US"/>
        </a:p>
      </dgm:t>
    </dgm:pt>
    <dgm:pt modelId="{5B4B9E33-F8BF-44E3-A957-53FF6845FD4F}" type="sibTrans" cxnId="{AB8E5D4D-16AB-49A2-A0EE-FD0B80D0B786}">
      <dgm:prSet/>
      <dgm:spPr/>
      <dgm:t>
        <a:bodyPr/>
        <a:lstStyle/>
        <a:p>
          <a:endParaRPr lang="en-US"/>
        </a:p>
      </dgm:t>
    </dgm:pt>
    <dgm:pt modelId="{4E9E21EA-64A0-43A2-86DF-8191B579831B}">
      <dgm:prSet/>
      <dgm:spPr/>
      <dgm:t>
        <a:bodyPr/>
        <a:lstStyle/>
        <a:p>
          <a:pPr>
            <a:lnSpc>
              <a:spcPct val="100000"/>
            </a:lnSpc>
          </a:pPr>
          <a:r>
            <a:rPr lang="en-US" dirty="0"/>
            <a:t>To pass you must give a structured account with an introduction, development, and conclusion –  You also need to ask questions to the other candidates about their presentations.</a:t>
          </a:r>
        </a:p>
      </dgm:t>
    </dgm:pt>
    <dgm:pt modelId="{D344777B-A459-420E-AF23-5D062395BE1A}" type="parTrans" cxnId="{BE2A0EE3-7367-47F6-A0A5-0CF0AC3C21F6}">
      <dgm:prSet/>
      <dgm:spPr/>
      <dgm:t>
        <a:bodyPr/>
        <a:lstStyle/>
        <a:p>
          <a:endParaRPr lang="en-US"/>
        </a:p>
      </dgm:t>
    </dgm:pt>
    <dgm:pt modelId="{F8B15621-E511-45CE-A2DE-6A64DD29BE4D}" type="sibTrans" cxnId="{BE2A0EE3-7367-47F6-A0A5-0CF0AC3C21F6}">
      <dgm:prSet/>
      <dgm:spPr/>
      <dgm:t>
        <a:bodyPr/>
        <a:lstStyle/>
        <a:p>
          <a:endParaRPr lang="en-US"/>
        </a:p>
      </dgm:t>
    </dgm:pt>
    <dgm:pt modelId="{E069323A-93FC-4973-9B8C-B3061F371AD4}" type="pres">
      <dgm:prSet presAssocID="{2A448F6E-D3FF-43BE-86B3-EB4461A8C2BF}" presName="root" presStyleCnt="0">
        <dgm:presLayoutVars>
          <dgm:dir/>
          <dgm:resizeHandles val="exact"/>
        </dgm:presLayoutVars>
      </dgm:prSet>
      <dgm:spPr/>
    </dgm:pt>
    <dgm:pt modelId="{473644B5-80DE-4EEA-BC0D-BAEADF2A3993}" type="pres">
      <dgm:prSet presAssocID="{4988CED4-06C1-4AD1-9958-CEEE137C6030}" presName="compNode" presStyleCnt="0"/>
      <dgm:spPr/>
    </dgm:pt>
    <dgm:pt modelId="{FB4D69B0-9D80-49A8-B3D9-F4E86A8A8E2D}" type="pres">
      <dgm:prSet presAssocID="{4988CED4-06C1-4AD1-9958-CEEE137C6030}" presName="bgRect" presStyleLbl="bgShp" presStyleIdx="0" presStyleCnt="2"/>
      <dgm:spPr/>
    </dgm:pt>
    <dgm:pt modelId="{3E2CD8EE-A5ED-4AB3-89CA-5A82E5197951}" type="pres">
      <dgm:prSet presAssocID="{4988CED4-06C1-4AD1-9958-CEEE137C603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B63DBEB7-EC06-449F-891B-F8BFD5CBA7D2}" type="pres">
      <dgm:prSet presAssocID="{4988CED4-06C1-4AD1-9958-CEEE137C6030}" presName="spaceRect" presStyleCnt="0"/>
      <dgm:spPr/>
    </dgm:pt>
    <dgm:pt modelId="{E3B5C44B-C415-417B-AFE6-64C4B38E9F95}" type="pres">
      <dgm:prSet presAssocID="{4988CED4-06C1-4AD1-9958-CEEE137C6030}" presName="parTx" presStyleLbl="revTx" presStyleIdx="0" presStyleCnt="2">
        <dgm:presLayoutVars>
          <dgm:chMax val="0"/>
          <dgm:chPref val="0"/>
        </dgm:presLayoutVars>
      </dgm:prSet>
      <dgm:spPr/>
    </dgm:pt>
    <dgm:pt modelId="{5F0F7B5A-A96D-440C-BB85-435B9C67873C}" type="pres">
      <dgm:prSet presAssocID="{5B4B9E33-F8BF-44E3-A957-53FF6845FD4F}" presName="sibTrans" presStyleCnt="0"/>
      <dgm:spPr/>
    </dgm:pt>
    <dgm:pt modelId="{505D6A63-6D14-4FC3-8DCD-C034D945B8FF}" type="pres">
      <dgm:prSet presAssocID="{4E9E21EA-64A0-43A2-86DF-8191B579831B}" presName="compNode" presStyleCnt="0"/>
      <dgm:spPr/>
    </dgm:pt>
    <dgm:pt modelId="{8234D077-7755-44B1-B215-5717208FF97B}" type="pres">
      <dgm:prSet presAssocID="{4E9E21EA-64A0-43A2-86DF-8191B579831B}" presName="bgRect" presStyleLbl="bgShp" presStyleIdx="1" presStyleCnt="2"/>
      <dgm:spPr/>
    </dgm:pt>
    <dgm:pt modelId="{FBC5FFC7-E689-468F-961D-D60CBE057782}" type="pres">
      <dgm:prSet presAssocID="{4E9E21EA-64A0-43A2-86DF-8191B579831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7B2AC748-FD1B-43A8-B117-FF488FFC1BE6}" type="pres">
      <dgm:prSet presAssocID="{4E9E21EA-64A0-43A2-86DF-8191B579831B}" presName="spaceRect" presStyleCnt="0"/>
      <dgm:spPr/>
    </dgm:pt>
    <dgm:pt modelId="{3A661CFA-1699-40B5-BD8F-93BA51C74C95}" type="pres">
      <dgm:prSet presAssocID="{4E9E21EA-64A0-43A2-86DF-8191B579831B}" presName="parTx" presStyleLbl="revTx" presStyleIdx="1" presStyleCnt="2">
        <dgm:presLayoutVars>
          <dgm:chMax val="0"/>
          <dgm:chPref val="0"/>
        </dgm:presLayoutVars>
      </dgm:prSet>
      <dgm:spPr/>
    </dgm:pt>
  </dgm:ptLst>
  <dgm:cxnLst>
    <dgm:cxn modelId="{DAFEFC40-3E1A-4E55-8920-B9549ED5CEC6}" type="presOf" srcId="{4E9E21EA-64A0-43A2-86DF-8191B579831B}" destId="{3A661CFA-1699-40B5-BD8F-93BA51C74C95}" srcOrd="0" destOrd="0" presId="urn:microsoft.com/office/officeart/2018/2/layout/IconVerticalSolidList"/>
    <dgm:cxn modelId="{AB8E5D4D-16AB-49A2-A0EE-FD0B80D0B786}" srcId="{2A448F6E-D3FF-43BE-86B3-EB4461A8C2BF}" destId="{4988CED4-06C1-4AD1-9958-CEEE137C6030}" srcOrd="0" destOrd="0" parTransId="{94A3B851-BEF8-4EF7-BE19-7BC1F83CEF54}" sibTransId="{5B4B9E33-F8BF-44E3-A957-53FF6845FD4F}"/>
    <dgm:cxn modelId="{734B2E88-CD97-4855-9F25-11B3A114FE80}" type="presOf" srcId="{2A448F6E-D3FF-43BE-86B3-EB4461A8C2BF}" destId="{E069323A-93FC-4973-9B8C-B3061F371AD4}" srcOrd="0" destOrd="0" presId="urn:microsoft.com/office/officeart/2018/2/layout/IconVerticalSolidList"/>
    <dgm:cxn modelId="{D106328B-CCE5-4E78-ADA0-3130A9EBCD5E}" type="presOf" srcId="{4988CED4-06C1-4AD1-9958-CEEE137C6030}" destId="{E3B5C44B-C415-417B-AFE6-64C4B38E9F95}" srcOrd="0" destOrd="0" presId="urn:microsoft.com/office/officeart/2018/2/layout/IconVerticalSolidList"/>
    <dgm:cxn modelId="{BE2A0EE3-7367-47F6-A0A5-0CF0AC3C21F6}" srcId="{2A448F6E-D3FF-43BE-86B3-EB4461A8C2BF}" destId="{4E9E21EA-64A0-43A2-86DF-8191B579831B}" srcOrd="1" destOrd="0" parTransId="{D344777B-A459-420E-AF23-5D062395BE1A}" sibTransId="{F8B15621-E511-45CE-A2DE-6A64DD29BE4D}"/>
    <dgm:cxn modelId="{F8AF1AF4-1998-4056-9EF8-279DCC5F1E1E}" type="presParOf" srcId="{E069323A-93FC-4973-9B8C-B3061F371AD4}" destId="{473644B5-80DE-4EEA-BC0D-BAEADF2A3993}" srcOrd="0" destOrd="0" presId="urn:microsoft.com/office/officeart/2018/2/layout/IconVerticalSolidList"/>
    <dgm:cxn modelId="{DDAE33E2-5E0B-471E-BF58-1C61BB92DF0C}" type="presParOf" srcId="{473644B5-80DE-4EEA-BC0D-BAEADF2A3993}" destId="{FB4D69B0-9D80-49A8-B3D9-F4E86A8A8E2D}" srcOrd="0" destOrd="0" presId="urn:microsoft.com/office/officeart/2018/2/layout/IconVerticalSolidList"/>
    <dgm:cxn modelId="{A04E71DC-D7F8-496D-9983-294A3DD683FC}" type="presParOf" srcId="{473644B5-80DE-4EEA-BC0D-BAEADF2A3993}" destId="{3E2CD8EE-A5ED-4AB3-89CA-5A82E5197951}" srcOrd="1" destOrd="0" presId="urn:microsoft.com/office/officeart/2018/2/layout/IconVerticalSolidList"/>
    <dgm:cxn modelId="{14D83B81-2FEC-4E91-B67D-BFF5E521C4A4}" type="presParOf" srcId="{473644B5-80DE-4EEA-BC0D-BAEADF2A3993}" destId="{B63DBEB7-EC06-449F-891B-F8BFD5CBA7D2}" srcOrd="2" destOrd="0" presId="urn:microsoft.com/office/officeart/2018/2/layout/IconVerticalSolidList"/>
    <dgm:cxn modelId="{0C7D0ED7-7E39-499F-AF04-4495E7992775}" type="presParOf" srcId="{473644B5-80DE-4EEA-BC0D-BAEADF2A3993}" destId="{E3B5C44B-C415-417B-AFE6-64C4B38E9F95}" srcOrd="3" destOrd="0" presId="urn:microsoft.com/office/officeart/2018/2/layout/IconVerticalSolidList"/>
    <dgm:cxn modelId="{9127D1E2-36BD-4BB9-A85B-374B36861F6E}" type="presParOf" srcId="{E069323A-93FC-4973-9B8C-B3061F371AD4}" destId="{5F0F7B5A-A96D-440C-BB85-435B9C67873C}" srcOrd="1" destOrd="0" presId="urn:microsoft.com/office/officeart/2018/2/layout/IconVerticalSolidList"/>
    <dgm:cxn modelId="{B6C7A681-2FD4-4B3B-9509-7ED3EB930E79}" type="presParOf" srcId="{E069323A-93FC-4973-9B8C-B3061F371AD4}" destId="{505D6A63-6D14-4FC3-8DCD-C034D945B8FF}" srcOrd="2" destOrd="0" presId="urn:microsoft.com/office/officeart/2018/2/layout/IconVerticalSolidList"/>
    <dgm:cxn modelId="{ECB6B972-78AF-41D7-8FE8-3ACF59BF04F0}" type="presParOf" srcId="{505D6A63-6D14-4FC3-8DCD-C034D945B8FF}" destId="{8234D077-7755-44B1-B215-5717208FF97B}" srcOrd="0" destOrd="0" presId="urn:microsoft.com/office/officeart/2018/2/layout/IconVerticalSolidList"/>
    <dgm:cxn modelId="{3C50CA98-A070-4AA2-89E6-8B7B12EF569B}" type="presParOf" srcId="{505D6A63-6D14-4FC3-8DCD-C034D945B8FF}" destId="{FBC5FFC7-E689-468F-961D-D60CBE057782}" srcOrd="1" destOrd="0" presId="urn:microsoft.com/office/officeart/2018/2/layout/IconVerticalSolidList"/>
    <dgm:cxn modelId="{8431F87E-2925-4FA5-8461-C932D7159192}" type="presParOf" srcId="{505D6A63-6D14-4FC3-8DCD-C034D945B8FF}" destId="{7B2AC748-FD1B-43A8-B117-FF488FFC1BE6}" srcOrd="2" destOrd="0" presId="urn:microsoft.com/office/officeart/2018/2/layout/IconVerticalSolidList"/>
    <dgm:cxn modelId="{2EA6BB8F-F46E-43AF-B708-923BB2C8589C}" type="presParOf" srcId="{505D6A63-6D14-4FC3-8DCD-C034D945B8FF}" destId="{3A661CFA-1699-40B5-BD8F-93BA51C74C9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1F6565D-9941-42B2-B0CA-9B85829A310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0A4C9B8-2F2E-4E4D-88A0-698D12FE2AB2}">
      <dgm:prSet/>
      <dgm:spPr/>
      <dgm:t>
        <a:bodyPr/>
        <a:lstStyle/>
        <a:p>
          <a:r>
            <a:rPr lang="en-US"/>
            <a:t>You will have lots of time in class to practise for the exam and you can help by giving each other support and encouragement.</a:t>
          </a:r>
        </a:p>
      </dgm:t>
    </dgm:pt>
    <dgm:pt modelId="{DEA4B1AD-D322-4F4D-9849-3DFF31DE41D7}" type="parTrans" cxnId="{CDAB1C6A-59F4-4C2E-8EB6-BA26BD3EA74B}">
      <dgm:prSet/>
      <dgm:spPr/>
      <dgm:t>
        <a:bodyPr/>
        <a:lstStyle/>
        <a:p>
          <a:endParaRPr lang="en-US"/>
        </a:p>
      </dgm:t>
    </dgm:pt>
    <dgm:pt modelId="{396F9B19-0B08-4C80-ABC0-01BD8EC86687}" type="sibTrans" cxnId="{CDAB1C6A-59F4-4C2E-8EB6-BA26BD3EA74B}">
      <dgm:prSet/>
      <dgm:spPr/>
      <dgm:t>
        <a:bodyPr/>
        <a:lstStyle/>
        <a:p>
          <a:endParaRPr lang="en-US"/>
        </a:p>
      </dgm:t>
    </dgm:pt>
    <dgm:pt modelId="{E58CE84D-4FFC-41B4-A624-7CA175C9682A}">
      <dgm:prSet/>
      <dgm:spPr/>
      <dgm:t>
        <a:bodyPr/>
        <a:lstStyle/>
        <a:p>
          <a:r>
            <a:rPr lang="en-US" dirty="0"/>
            <a:t>Your tutors cannot listen and give you feedback on your presentation. However, they will give general feedback to the class as a whole, so please listen carefully to this!</a:t>
          </a:r>
        </a:p>
      </dgm:t>
    </dgm:pt>
    <dgm:pt modelId="{6B22B740-F175-4C48-863E-235A73837B40}" type="parTrans" cxnId="{BE52973D-5130-4209-8992-A30E4759DDF9}">
      <dgm:prSet/>
      <dgm:spPr/>
      <dgm:t>
        <a:bodyPr/>
        <a:lstStyle/>
        <a:p>
          <a:endParaRPr lang="en-US"/>
        </a:p>
      </dgm:t>
    </dgm:pt>
    <dgm:pt modelId="{F40AA54E-E97C-476D-A01D-A6F56911CBAE}" type="sibTrans" cxnId="{BE52973D-5130-4209-8992-A30E4759DDF9}">
      <dgm:prSet/>
      <dgm:spPr/>
      <dgm:t>
        <a:bodyPr/>
        <a:lstStyle/>
        <a:p>
          <a:endParaRPr lang="en-US"/>
        </a:p>
      </dgm:t>
    </dgm:pt>
    <dgm:pt modelId="{4DF34F7C-AD94-4428-BC15-3EA981D10E99}">
      <dgm:prSet/>
      <dgm:spPr/>
      <dgm:t>
        <a:bodyPr/>
        <a:lstStyle/>
        <a:p>
          <a:r>
            <a:rPr lang="en-US"/>
            <a:t>You are not permitted to record your exam presentation on any device.</a:t>
          </a:r>
        </a:p>
      </dgm:t>
    </dgm:pt>
    <dgm:pt modelId="{B36F28F6-2C4B-4490-8DFA-4D89B2CF0F84}" type="parTrans" cxnId="{791E7820-1B8B-485E-B6DB-96E58BD9C32B}">
      <dgm:prSet/>
      <dgm:spPr/>
      <dgm:t>
        <a:bodyPr/>
        <a:lstStyle/>
        <a:p>
          <a:endParaRPr lang="en-US"/>
        </a:p>
      </dgm:t>
    </dgm:pt>
    <dgm:pt modelId="{D0DF9D21-A11C-4697-86F0-2A8F10B9E7DC}" type="sibTrans" cxnId="{791E7820-1B8B-485E-B6DB-96E58BD9C32B}">
      <dgm:prSet/>
      <dgm:spPr/>
      <dgm:t>
        <a:bodyPr/>
        <a:lstStyle/>
        <a:p>
          <a:endParaRPr lang="en-US"/>
        </a:p>
      </dgm:t>
    </dgm:pt>
    <dgm:pt modelId="{C8F84CC3-F392-41D7-809F-16FBC5A064CB}" type="pres">
      <dgm:prSet presAssocID="{71F6565D-9941-42B2-B0CA-9B85829A3104}" presName="linear" presStyleCnt="0">
        <dgm:presLayoutVars>
          <dgm:animLvl val="lvl"/>
          <dgm:resizeHandles val="exact"/>
        </dgm:presLayoutVars>
      </dgm:prSet>
      <dgm:spPr/>
    </dgm:pt>
    <dgm:pt modelId="{EFA7459D-1052-4B05-81C8-0017845B760E}" type="pres">
      <dgm:prSet presAssocID="{90A4C9B8-2F2E-4E4D-88A0-698D12FE2AB2}" presName="parentText" presStyleLbl="node1" presStyleIdx="0" presStyleCnt="3">
        <dgm:presLayoutVars>
          <dgm:chMax val="0"/>
          <dgm:bulletEnabled val="1"/>
        </dgm:presLayoutVars>
      </dgm:prSet>
      <dgm:spPr/>
    </dgm:pt>
    <dgm:pt modelId="{3A7EC975-4C42-4588-A821-B2865669E8D2}" type="pres">
      <dgm:prSet presAssocID="{396F9B19-0B08-4C80-ABC0-01BD8EC86687}" presName="spacer" presStyleCnt="0"/>
      <dgm:spPr/>
    </dgm:pt>
    <dgm:pt modelId="{58830CE6-DC1B-4A44-860C-F88756CCD8AE}" type="pres">
      <dgm:prSet presAssocID="{E58CE84D-4FFC-41B4-A624-7CA175C9682A}" presName="parentText" presStyleLbl="node1" presStyleIdx="1" presStyleCnt="3">
        <dgm:presLayoutVars>
          <dgm:chMax val="0"/>
          <dgm:bulletEnabled val="1"/>
        </dgm:presLayoutVars>
      </dgm:prSet>
      <dgm:spPr/>
    </dgm:pt>
    <dgm:pt modelId="{AFBEB90B-C88F-4949-9E18-DFDBAF4DC3A1}" type="pres">
      <dgm:prSet presAssocID="{F40AA54E-E97C-476D-A01D-A6F56911CBAE}" presName="spacer" presStyleCnt="0"/>
      <dgm:spPr/>
    </dgm:pt>
    <dgm:pt modelId="{D28C6C52-4E72-43C9-A5D7-939A2BA16964}" type="pres">
      <dgm:prSet presAssocID="{4DF34F7C-AD94-4428-BC15-3EA981D10E99}" presName="parentText" presStyleLbl="node1" presStyleIdx="2" presStyleCnt="3">
        <dgm:presLayoutVars>
          <dgm:chMax val="0"/>
          <dgm:bulletEnabled val="1"/>
        </dgm:presLayoutVars>
      </dgm:prSet>
      <dgm:spPr/>
    </dgm:pt>
  </dgm:ptLst>
  <dgm:cxnLst>
    <dgm:cxn modelId="{3F59A91F-94B2-4360-BDD6-2F38A1F801B7}" type="presOf" srcId="{71F6565D-9941-42B2-B0CA-9B85829A3104}" destId="{C8F84CC3-F392-41D7-809F-16FBC5A064CB}" srcOrd="0" destOrd="0" presId="urn:microsoft.com/office/officeart/2005/8/layout/vList2"/>
    <dgm:cxn modelId="{791E7820-1B8B-485E-B6DB-96E58BD9C32B}" srcId="{71F6565D-9941-42B2-B0CA-9B85829A3104}" destId="{4DF34F7C-AD94-4428-BC15-3EA981D10E99}" srcOrd="2" destOrd="0" parTransId="{B36F28F6-2C4B-4490-8DFA-4D89B2CF0F84}" sibTransId="{D0DF9D21-A11C-4697-86F0-2A8F10B9E7DC}"/>
    <dgm:cxn modelId="{BE52973D-5130-4209-8992-A30E4759DDF9}" srcId="{71F6565D-9941-42B2-B0CA-9B85829A3104}" destId="{E58CE84D-4FFC-41B4-A624-7CA175C9682A}" srcOrd="1" destOrd="0" parTransId="{6B22B740-F175-4C48-863E-235A73837B40}" sibTransId="{F40AA54E-E97C-476D-A01D-A6F56911CBAE}"/>
    <dgm:cxn modelId="{CDAB1C6A-59F4-4C2E-8EB6-BA26BD3EA74B}" srcId="{71F6565D-9941-42B2-B0CA-9B85829A3104}" destId="{90A4C9B8-2F2E-4E4D-88A0-698D12FE2AB2}" srcOrd="0" destOrd="0" parTransId="{DEA4B1AD-D322-4F4D-9849-3DFF31DE41D7}" sibTransId="{396F9B19-0B08-4C80-ABC0-01BD8EC86687}"/>
    <dgm:cxn modelId="{0FEDD77B-375B-443F-B01B-F434BC9AE6CA}" type="presOf" srcId="{4DF34F7C-AD94-4428-BC15-3EA981D10E99}" destId="{D28C6C52-4E72-43C9-A5D7-939A2BA16964}" srcOrd="0" destOrd="0" presId="urn:microsoft.com/office/officeart/2005/8/layout/vList2"/>
    <dgm:cxn modelId="{B811B4E6-2070-472F-8359-D639FD1DC414}" type="presOf" srcId="{E58CE84D-4FFC-41B4-A624-7CA175C9682A}" destId="{58830CE6-DC1B-4A44-860C-F88756CCD8AE}" srcOrd="0" destOrd="0" presId="urn:microsoft.com/office/officeart/2005/8/layout/vList2"/>
    <dgm:cxn modelId="{8D06AFE8-59B9-4FDD-850C-AD7195AAD505}" type="presOf" srcId="{90A4C9B8-2F2E-4E4D-88A0-698D12FE2AB2}" destId="{EFA7459D-1052-4B05-81C8-0017845B760E}" srcOrd="0" destOrd="0" presId="urn:microsoft.com/office/officeart/2005/8/layout/vList2"/>
    <dgm:cxn modelId="{583AB008-7053-4D3B-BF95-DE712F9FF9B5}" type="presParOf" srcId="{C8F84CC3-F392-41D7-809F-16FBC5A064CB}" destId="{EFA7459D-1052-4B05-81C8-0017845B760E}" srcOrd="0" destOrd="0" presId="urn:microsoft.com/office/officeart/2005/8/layout/vList2"/>
    <dgm:cxn modelId="{070DB033-D45E-4B44-8F84-6DA1337FE3AB}" type="presParOf" srcId="{C8F84CC3-F392-41D7-809F-16FBC5A064CB}" destId="{3A7EC975-4C42-4588-A821-B2865669E8D2}" srcOrd="1" destOrd="0" presId="urn:microsoft.com/office/officeart/2005/8/layout/vList2"/>
    <dgm:cxn modelId="{37F27D89-5316-471F-8026-306440E913F4}" type="presParOf" srcId="{C8F84CC3-F392-41D7-809F-16FBC5A064CB}" destId="{58830CE6-DC1B-4A44-860C-F88756CCD8AE}" srcOrd="2" destOrd="0" presId="urn:microsoft.com/office/officeart/2005/8/layout/vList2"/>
    <dgm:cxn modelId="{F4504A97-BA2D-4473-9333-936A08C52C10}" type="presParOf" srcId="{C8F84CC3-F392-41D7-809F-16FBC5A064CB}" destId="{AFBEB90B-C88F-4949-9E18-DFDBAF4DC3A1}" srcOrd="3" destOrd="0" presId="urn:microsoft.com/office/officeart/2005/8/layout/vList2"/>
    <dgm:cxn modelId="{2ED6EDEA-64A9-43F4-97CD-6ABCC753F717}" type="presParOf" srcId="{C8F84CC3-F392-41D7-809F-16FBC5A064CB}" destId="{D28C6C52-4E72-43C9-A5D7-939A2BA1696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F4AD2-FCA6-40CE-825D-EDAB88610CA9}">
      <dsp:nvSpPr>
        <dsp:cNvPr id="0" name=""/>
        <dsp:cNvSpPr/>
      </dsp:nvSpPr>
      <dsp:spPr>
        <a:xfrm>
          <a:off x="0" y="209367"/>
          <a:ext cx="6245265" cy="165057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100000"/>
            </a:lnSpc>
            <a:spcBef>
              <a:spcPct val="0"/>
            </a:spcBef>
            <a:spcAft>
              <a:spcPct val="35000"/>
            </a:spcAft>
            <a:buNone/>
          </a:pPr>
          <a:r>
            <a:rPr lang="en-US" sz="3800" kern="1200" dirty="0"/>
            <a:t>Aims of the session:</a:t>
          </a:r>
        </a:p>
      </dsp:txBody>
      <dsp:txXfrm>
        <a:off x="80575" y="289942"/>
        <a:ext cx="6084115" cy="1489427"/>
      </dsp:txXfrm>
    </dsp:sp>
    <dsp:sp modelId="{4A964609-0408-4A07-A983-7F186485E1A9}">
      <dsp:nvSpPr>
        <dsp:cNvPr id="0" name=""/>
        <dsp:cNvSpPr/>
      </dsp:nvSpPr>
      <dsp:spPr>
        <a:xfrm>
          <a:off x="0" y="1969384"/>
          <a:ext cx="6245265" cy="1650577"/>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100000"/>
            </a:lnSpc>
            <a:spcBef>
              <a:spcPct val="0"/>
            </a:spcBef>
            <a:spcAft>
              <a:spcPct val="35000"/>
            </a:spcAft>
            <a:buNone/>
          </a:pPr>
          <a:r>
            <a:rPr lang="en-US" sz="3800" kern="1200" dirty="0"/>
            <a:t>To review the Level 1 Speaking and Listening exam.</a:t>
          </a:r>
        </a:p>
      </dsp:txBody>
      <dsp:txXfrm>
        <a:off x="80575" y="2049959"/>
        <a:ext cx="6084115" cy="1489427"/>
      </dsp:txXfrm>
    </dsp:sp>
    <dsp:sp modelId="{78D12D91-716F-40BE-ADF6-975EE8A412C2}">
      <dsp:nvSpPr>
        <dsp:cNvPr id="0" name=""/>
        <dsp:cNvSpPr/>
      </dsp:nvSpPr>
      <dsp:spPr>
        <a:xfrm>
          <a:off x="0" y="3729402"/>
          <a:ext cx="6245265" cy="1650577"/>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l" defTabSz="1689100">
            <a:lnSpc>
              <a:spcPct val="100000"/>
            </a:lnSpc>
            <a:spcBef>
              <a:spcPct val="0"/>
            </a:spcBef>
            <a:spcAft>
              <a:spcPct val="35000"/>
            </a:spcAft>
            <a:buNone/>
          </a:pPr>
          <a:r>
            <a:rPr lang="en-US" sz="3800" kern="1200" dirty="0"/>
            <a:t>To discuss ways, you can prepare for the exam.</a:t>
          </a:r>
        </a:p>
      </dsp:txBody>
      <dsp:txXfrm>
        <a:off x="80575" y="3809977"/>
        <a:ext cx="6084115" cy="14894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9B4E5-3D1D-43A6-8B27-41C4A6A16042}">
      <dsp:nvSpPr>
        <dsp:cNvPr id="0" name=""/>
        <dsp:cNvSpPr/>
      </dsp:nvSpPr>
      <dsp:spPr>
        <a:xfrm>
          <a:off x="0" y="4248"/>
          <a:ext cx="10515600" cy="125994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EA8CE0-4E4A-4367-9529-391A132DC450}">
      <dsp:nvSpPr>
        <dsp:cNvPr id="0" name=""/>
        <dsp:cNvSpPr/>
      </dsp:nvSpPr>
      <dsp:spPr>
        <a:xfrm>
          <a:off x="381132" y="287735"/>
          <a:ext cx="693646" cy="69296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F8B0FD-ECF6-49B4-8D2F-14891C5E3E0D}">
      <dsp:nvSpPr>
        <dsp:cNvPr id="0" name=""/>
        <dsp:cNvSpPr/>
      </dsp:nvSpPr>
      <dsp:spPr>
        <a:xfrm>
          <a:off x="1455911" y="4248"/>
          <a:ext cx="8943902" cy="1261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74" tIns="133474" rIns="133474" bIns="133474" numCol="1" spcCol="1270" anchor="ctr" anchorCtr="0">
          <a:noAutofit/>
        </a:bodyPr>
        <a:lstStyle/>
        <a:p>
          <a:pPr marL="0" lvl="0" indent="0" algn="l" defTabSz="1066800">
            <a:lnSpc>
              <a:spcPct val="100000"/>
            </a:lnSpc>
            <a:spcBef>
              <a:spcPct val="0"/>
            </a:spcBef>
            <a:spcAft>
              <a:spcPct val="35000"/>
            </a:spcAft>
            <a:buNone/>
          </a:pPr>
          <a:r>
            <a:rPr lang="en-US" sz="2400" kern="1200" dirty="0"/>
            <a:t>Task 1: Listening</a:t>
          </a:r>
        </a:p>
        <a:p>
          <a:pPr marL="0" lvl="0" indent="0" algn="l" defTabSz="1066800">
            <a:lnSpc>
              <a:spcPct val="100000"/>
            </a:lnSpc>
            <a:spcBef>
              <a:spcPct val="0"/>
            </a:spcBef>
            <a:spcAft>
              <a:spcPct val="35000"/>
            </a:spcAft>
            <a:buNone/>
          </a:pPr>
          <a:r>
            <a:rPr lang="en-US" sz="2400" kern="1200" dirty="0"/>
            <a:t>Recorded text with 9 questions</a:t>
          </a:r>
        </a:p>
      </dsp:txBody>
      <dsp:txXfrm>
        <a:off x="1455911" y="4248"/>
        <a:ext cx="8943902" cy="1261174"/>
      </dsp:txXfrm>
    </dsp:sp>
    <dsp:sp modelId="{0BB16C84-62DB-422C-BCF7-0E3BA8CE5008}">
      <dsp:nvSpPr>
        <dsp:cNvPr id="0" name=""/>
        <dsp:cNvSpPr/>
      </dsp:nvSpPr>
      <dsp:spPr>
        <a:xfrm>
          <a:off x="0" y="1545684"/>
          <a:ext cx="10515600" cy="1259943"/>
        </a:xfrm>
        <a:prstGeom prst="roundRect">
          <a:avLst>
            <a:gd name="adj" fmla="val 10000"/>
          </a:avLst>
        </a:prstGeom>
        <a:solidFill>
          <a:schemeClr val="accent2">
            <a:hueOff val="-727682"/>
            <a:satOff val="-41964"/>
            <a:lumOff val="4314"/>
            <a:alphaOff val="0"/>
          </a:schemeClr>
        </a:solidFill>
        <a:ln>
          <a:noFill/>
        </a:ln>
        <a:effectLst/>
      </dsp:spPr>
      <dsp:style>
        <a:lnRef idx="0">
          <a:scrgbClr r="0" g="0" b="0"/>
        </a:lnRef>
        <a:fillRef idx="1">
          <a:scrgbClr r="0" g="0" b="0"/>
        </a:fillRef>
        <a:effectRef idx="0">
          <a:scrgbClr r="0" g="0" b="0"/>
        </a:effectRef>
        <a:fontRef idx="minor"/>
      </dsp:style>
    </dsp:sp>
    <dsp:sp modelId="{9FD2551B-0DF0-423B-A51A-B817B683A00D}">
      <dsp:nvSpPr>
        <dsp:cNvPr id="0" name=""/>
        <dsp:cNvSpPr/>
      </dsp:nvSpPr>
      <dsp:spPr>
        <a:xfrm>
          <a:off x="381132" y="1829171"/>
          <a:ext cx="693646" cy="69296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42C8FB-CF50-4AA4-A93C-4CD83CEBC5F9}">
      <dsp:nvSpPr>
        <dsp:cNvPr id="0" name=""/>
        <dsp:cNvSpPr/>
      </dsp:nvSpPr>
      <dsp:spPr>
        <a:xfrm>
          <a:off x="1455911" y="1545684"/>
          <a:ext cx="8943902" cy="1261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74" tIns="133474" rIns="133474" bIns="133474" numCol="1" spcCol="1270" anchor="ctr" anchorCtr="0">
          <a:noAutofit/>
        </a:bodyPr>
        <a:lstStyle/>
        <a:p>
          <a:pPr marL="0" lvl="0" indent="0" algn="l" defTabSz="889000">
            <a:lnSpc>
              <a:spcPct val="100000"/>
            </a:lnSpc>
            <a:spcBef>
              <a:spcPct val="0"/>
            </a:spcBef>
            <a:spcAft>
              <a:spcPct val="35000"/>
            </a:spcAft>
            <a:buNone/>
          </a:pPr>
          <a:r>
            <a:rPr lang="en-US" sz="2000" kern="1200" dirty="0"/>
            <a:t>Task 2: Everyday conversation</a:t>
          </a:r>
        </a:p>
        <a:p>
          <a:pPr marL="0" lvl="0" indent="0" algn="l" defTabSz="889000">
            <a:lnSpc>
              <a:spcPct val="100000"/>
            </a:lnSpc>
            <a:spcBef>
              <a:spcPct val="0"/>
            </a:spcBef>
            <a:spcAft>
              <a:spcPct val="35000"/>
            </a:spcAft>
            <a:buNone/>
          </a:pPr>
          <a:r>
            <a:rPr lang="en-US" sz="2000" kern="1200" dirty="0"/>
            <a:t>2-4 learners speak informally to each other then formally to the interlocuter.  </a:t>
          </a:r>
        </a:p>
      </dsp:txBody>
      <dsp:txXfrm>
        <a:off x="1455911" y="1545684"/>
        <a:ext cx="8943902" cy="1261174"/>
      </dsp:txXfrm>
    </dsp:sp>
    <dsp:sp modelId="{72C80A67-0033-4909-8F18-C7586AB5E019}">
      <dsp:nvSpPr>
        <dsp:cNvPr id="0" name=""/>
        <dsp:cNvSpPr/>
      </dsp:nvSpPr>
      <dsp:spPr>
        <a:xfrm>
          <a:off x="0" y="3087120"/>
          <a:ext cx="10515600" cy="1259943"/>
        </a:xfrm>
        <a:prstGeom prst="roundRect">
          <a:avLst>
            <a:gd name="adj" fmla="val 10000"/>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dsp:style>
    </dsp:sp>
    <dsp:sp modelId="{06413665-4430-4965-9A9B-ABEE07A68C41}">
      <dsp:nvSpPr>
        <dsp:cNvPr id="0" name=""/>
        <dsp:cNvSpPr/>
      </dsp:nvSpPr>
      <dsp:spPr>
        <a:xfrm>
          <a:off x="381505" y="3370607"/>
          <a:ext cx="693646" cy="692968"/>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7EA2D8-0986-458A-AC49-68E31ADADEB3}">
      <dsp:nvSpPr>
        <dsp:cNvPr id="0" name=""/>
        <dsp:cNvSpPr/>
      </dsp:nvSpPr>
      <dsp:spPr>
        <a:xfrm>
          <a:off x="1456657" y="3087120"/>
          <a:ext cx="8943902" cy="12611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474" tIns="133474" rIns="133474" bIns="133474" numCol="1" spcCol="1270" anchor="ctr" anchorCtr="0">
          <a:noAutofit/>
        </a:bodyPr>
        <a:lstStyle/>
        <a:p>
          <a:pPr marL="0" lvl="0" indent="0" algn="l" defTabSz="889000">
            <a:lnSpc>
              <a:spcPct val="100000"/>
            </a:lnSpc>
            <a:spcBef>
              <a:spcPct val="0"/>
            </a:spcBef>
            <a:spcAft>
              <a:spcPct val="35000"/>
            </a:spcAft>
            <a:buNone/>
          </a:pPr>
          <a:r>
            <a:rPr lang="en-US" sz="2000" kern="1200" dirty="0"/>
            <a:t>Task 3: 2 -4 learners. </a:t>
          </a:r>
        </a:p>
        <a:p>
          <a:pPr marL="0" lvl="0" indent="0" algn="l" defTabSz="889000">
            <a:lnSpc>
              <a:spcPct val="100000"/>
            </a:lnSpc>
            <a:spcBef>
              <a:spcPct val="0"/>
            </a:spcBef>
            <a:spcAft>
              <a:spcPct val="35000"/>
            </a:spcAft>
            <a:buNone/>
          </a:pPr>
          <a:r>
            <a:rPr lang="en-US" sz="2000" kern="1200" dirty="0"/>
            <a:t>Presentation, questions and discussion.</a:t>
          </a:r>
        </a:p>
        <a:p>
          <a:pPr marL="0" lvl="0" indent="0" algn="l" defTabSz="889000">
            <a:lnSpc>
              <a:spcPct val="100000"/>
            </a:lnSpc>
            <a:spcBef>
              <a:spcPct val="0"/>
            </a:spcBef>
            <a:spcAft>
              <a:spcPct val="35000"/>
            </a:spcAft>
            <a:buNone/>
          </a:pPr>
          <a:r>
            <a:rPr lang="en-US" sz="2000" kern="1200" dirty="0"/>
            <a:t>(a process or a sequence) </a:t>
          </a:r>
        </a:p>
      </dsp:txBody>
      <dsp:txXfrm>
        <a:off x="1456657" y="3087120"/>
        <a:ext cx="8943902" cy="12611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F4AD2-FCA6-40CE-825D-EDAB88610CA9}">
      <dsp:nvSpPr>
        <dsp:cNvPr id="0" name=""/>
        <dsp:cNvSpPr/>
      </dsp:nvSpPr>
      <dsp:spPr>
        <a:xfrm>
          <a:off x="0" y="0"/>
          <a:ext cx="6245265" cy="17643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100000"/>
            </a:lnSpc>
            <a:spcBef>
              <a:spcPct val="0"/>
            </a:spcBef>
            <a:spcAft>
              <a:spcPct val="35000"/>
            </a:spcAft>
            <a:buNone/>
          </a:pPr>
          <a:r>
            <a:rPr lang="en-US" sz="2900" kern="1200" dirty="0"/>
            <a:t>1.1 Follow the gist of a verbal </a:t>
          </a:r>
          <a:r>
            <a:rPr lang="en-US" sz="2900" kern="1200" dirty="0">
              <a:latin typeface="Calibri Light" panose="020F0302020204030204"/>
            </a:rPr>
            <a:t>communication</a:t>
          </a:r>
          <a:r>
            <a:rPr lang="en-US" sz="2900" kern="1200" dirty="0"/>
            <a:t> on straightforward topics.</a:t>
          </a:r>
        </a:p>
      </dsp:txBody>
      <dsp:txXfrm>
        <a:off x="86129" y="86129"/>
        <a:ext cx="6073007" cy="1592102"/>
      </dsp:txXfrm>
    </dsp:sp>
    <dsp:sp modelId="{4A964609-0408-4A07-A983-7F186485E1A9}">
      <dsp:nvSpPr>
        <dsp:cNvPr id="0" name=""/>
        <dsp:cNvSpPr/>
      </dsp:nvSpPr>
      <dsp:spPr>
        <a:xfrm>
          <a:off x="0" y="1912493"/>
          <a:ext cx="6245265" cy="176436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100000"/>
            </a:lnSpc>
            <a:spcBef>
              <a:spcPct val="0"/>
            </a:spcBef>
            <a:spcAft>
              <a:spcPct val="35000"/>
            </a:spcAft>
            <a:buNone/>
          </a:pPr>
          <a:r>
            <a:rPr lang="en-US" sz="2900" kern="1200" dirty="0"/>
            <a:t>1.2 Obtain relevant detail from verbal communication on a straightforward topic.</a:t>
          </a:r>
        </a:p>
      </dsp:txBody>
      <dsp:txXfrm>
        <a:off x="86129" y="1998622"/>
        <a:ext cx="6073007" cy="1592102"/>
      </dsp:txXfrm>
    </dsp:sp>
    <dsp:sp modelId="{78D12D91-716F-40BE-ADF6-975EE8A412C2}">
      <dsp:nvSpPr>
        <dsp:cNvPr id="0" name=""/>
        <dsp:cNvSpPr/>
      </dsp:nvSpPr>
      <dsp:spPr>
        <a:xfrm>
          <a:off x="0" y="3760373"/>
          <a:ext cx="6245265" cy="176436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100000"/>
            </a:lnSpc>
            <a:spcBef>
              <a:spcPct val="0"/>
            </a:spcBef>
            <a:spcAft>
              <a:spcPct val="35000"/>
            </a:spcAft>
            <a:buNone/>
          </a:pPr>
          <a:r>
            <a:rPr lang="en-US" sz="2900" kern="1200" dirty="0"/>
            <a:t>1.3 Follow verbal instructions correctly for a given purpose.</a:t>
          </a:r>
        </a:p>
      </dsp:txBody>
      <dsp:txXfrm>
        <a:off x="86129" y="3846502"/>
        <a:ext cx="6073007" cy="15921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54BC2-B438-4A1C-969E-1ECEC618BD76}">
      <dsp:nvSpPr>
        <dsp:cNvPr id="0" name=""/>
        <dsp:cNvSpPr/>
      </dsp:nvSpPr>
      <dsp:spPr>
        <a:xfrm>
          <a:off x="0" y="899622"/>
          <a:ext cx="6900512" cy="166084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EDE2BB-2DD2-495B-BE8A-6427EF4A2CA8}">
      <dsp:nvSpPr>
        <dsp:cNvPr id="0" name=""/>
        <dsp:cNvSpPr/>
      </dsp:nvSpPr>
      <dsp:spPr>
        <a:xfrm>
          <a:off x="502404" y="1273312"/>
          <a:ext cx="913463" cy="91346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1FF544-447C-4B8E-B90B-00C7BF58ECE8}">
      <dsp:nvSpPr>
        <dsp:cNvPr id="0" name=""/>
        <dsp:cNvSpPr/>
      </dsp:nvSpPr>
      <dsp:spPr>
        <a:xfrm>
          <a:off x="1918272" y="899622"/>
          <a:ext cx="4982239" cy="1660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72" tIns="175772" rIns="175772" bIns="175772" numCol="1" spcCol="1270" anchor="ctr" anchorCtr="0">
          <a:noAutofit/>
        </a:bodyPr>
        <a:lstStyle/>
        <a:p>
          <a:pPr marL="0" lvl="0" indent="0" algn="l" defTabSz="1111250">
            <a:lnSpc>
              <a:spcPct val="100000"/>
            </a:lnSpc>
            <a:spcBef>
              <a:spcPct val="0"/>
            </a:spcBef>
            <a:spcAft>
              <a:spcPct val="35000"/>
            </a:spcAft>
            <a:buNone/>
          </a:pPr>
          <a:r>
            <a:rPr lang="en-US" sz="2500" i="1" kern="1200" dirty="0"/>
            <a:t>Everyday Conversation at Level 1 is a group exercise. You do NOT know the topic before the exam</a:t>
          </a:r>
          <a:endParaRPr lang="en-US" sz="2500" kern="1200" dirty="0"/>
        </a:p>
      </dsp:txBody>
      <dsp:txXfrm>
        <a:off x="1918272" y="899622"/>
        <a:ext cx="4982239" cy="1660842"/>
      </dsp:txXfrm>
    </dsp:sp>
    <dsp:sp modelId="{A9CA2CF9-6B5C-4DB8-8014-1AFAD5F21EA3}">
      <dsp:nvSpPr>
        <dsp:cNvPr id="0" name=""/>
        <dsp:cNvSpPr/>
      </dsp:nvSpPr>
      <dsp:spPr>
        <a:xfrm>
          <a:off x="0" y="2975675"/>
          <a:ext cx="6900512" cy="166084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3F3FE-0334-45DA-A0B5-BA21CDB80F08}">
      <dsp:nvSpPr>
        <dsp:cNvPr id="0" name=""/>
        <dsp:cNvSpPr/>
      </dsp:nvSpPr>
      <dsp:spPr>
        <a:xfrm>
          <a:off x="502404" y="3349365"/>
          <a:ext cx="913463" cy="913463"/>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3415CD4-60F2-4751-B709-11E2B372C84E}">
      <dsp:nvSpPr>
        <dsp:cNvPr id="0" name=""/>
        <dsp:cNvSpPr/>
      </dsp:nvSpPr>
      <dsp:spPr>
        <a:xfrm>
          <a:off x="1918272" y="2975675"/>
          <a:ext cx="4982239" cy="16608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5772" tIns="175772" rIns="175772" bIns="175772" numCol="1" spcCol="1270" anchor="ctr" anchorCtr="0">
          <a:noAutofit/>
        </a:bodyPr>
        <a:lstStyle/>
        <a:p>
          <a:pPr marL="0" lvl="0" indent="0" algn="l" defTabSz="1111250">
            <a:lnSpc>
              <a:spcPct val="100000"/>
            </a:lnSpc>
            <a:spcBef>
              <a:spcPct val="0"/>
            </a:spcBef>
            <a:spcAft>
              <a:spcPct val="35000"/>
            </a:spcAft>
            <a:buNone/>
          </a:pPr>
          <a:r>
            <a:rPr lang="en-US" sz="2500" i="1" kern="1200" dirty="0"/>
            <a:t>There are two situations – one informal and the other formal, however there are 3 sections !</a:t>
          </a:r>
          <a:endParaRPr lang="en-US" sz="2500" kern="1200" dirty="0"/>
        </a:p>
      </dsp:txBody>
      <dsp:txXfrm>
        <a:off x="1918272" y="2975675"/>
        <a:ext cx="4982239" cy="16608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44776A-FF77-4CCA-8CA2-EA44D91B50A4}">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A3B78E-925B-4703-8EC9-B0A9A3DE6BD4}">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130E58-ED15-4021-8467-F113C4278259}">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You will assume roles as e.g., classmates or flat mates and chat about a mutual problem informally. </a:t>
          </a:r>
          <a:endParaRPr lang="en-US" sz="1800" kern="1200"/>
        </a:p>
      </dsp:txBody>
      <dsp:txXfrm>
        <a:off x="1058686" y="1808"/>
        <a:ext cx="9456913" cy="916611"/>
      </dsp:txXfrm>
    </dsp:sp>
    <dsp:sp modelId="{F9F82991-EDE8-49DB-9B5F-9783C91C420C}">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B7D7D71-BDF6-4973-8206-6A6EF814565D}">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33795F-2A98-45D9-B412-EBC4B2F36053}">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Then you need to </a:t>
          </a:r>
          <a:r>
            <a:rPr lang="en-US" sz="1800" i="1" u="sng" kern="1200"/>
            <a:t>plan </a:t>
          </a:r>
          <a:r>
            <a:rPr lang="en-US" sz="1800" i="1" kern="1200"/>
            <a:t>who is going to say what in the formal part (one may describe the problem, one may suggest a course of action, and one may summarise and reach an agreement). </a:t>
          </a:r>
          <a:endParaRPr lang="en-US" sz="1800" kern="1200"/>
        </a:p>
      </dsp:txBody>
      <dsp:txXfrm>
        <a:off x="1058686" y="1147573"/>
        <a:ext cx="9456913" cy="916611"/>
      </dsp:txXfrm>
    </dsp:sp>
    <dsp:sp modelId="{28E28C62-4A13-44CE-8D2C-6C1103EBC61B}">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B47EAD-5EBA-45C5-99C9-8C9E232A11C0}">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363ACC-1953-47F5-8BBD-FD1157F8F129}">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This is to evidence assessment of criteria 4.3 “Plan action with others for a given task”. </a:t>
          </a:r>
          <a:endParaRPr lang="en-US" sz="1800" kern="1200"/>
        </a:p>
      </dsp:txBody>
      <dsp:txXfrm>
        <a:off x="1058686" y="2293338"/>
        <a:ext cx="9456913" cy="916611"/>
      </dsp:txXfrm>
    </dsp:sp>
    <dsp:sp modelId="{1DF4BA38-6E68-4FC5-B300-A591BF000FD8}">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940FF0-9242-41DB-80F6-2756F5D1484D}">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104C74-6A12-4F7D-96E7-F234D8118973}">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i="1" kern="1200"/>
            <a:t>You will then take the problem for a formal conversation with the assessor who takes the role of e.g., head teacher or landlord.</a:t>
          </a:r>
          <a:endParaRPr lang="en-US" sz="1800" kern="1200"/>
        </a:p>
      </dsp:txBody>
      <dsp:txXfrm>
        <a:off x="1058686" y="3439103"/>
        <a:ext cx="9456913" cy="91661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4CC76-0F97-4E5D-A036-4599EDA19B32}">
      <dsp:nvSpPr>
        <dsp:cNvPr id="0" name=""/>
        <dsp:cNvSpPr/>
      </dsp:nvSpPr>
      <dsp:spPr>
        <a:xfrm>
          <a:off x="0" y="394273"/>
          <a:ext cx="7559504" cy="178425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1 Discuss the issue together. Give and ask for opinions. Agree and disagree and give lots of examples that support your points. Don’t just talk about your personal situation. Think about the bigger picture!</a:t>
          </a:r>
        </a:p>
      </dsp:txBody>
      <dsp:txXfrm>
        <a:off x="87100" y="481373"/>
        <a:ext cx="7385304" cy="1610050"/>
      </dsp:txXfrm>
    </dsp:sp>
    <dsp:sp modelId="{772C9C77-6455-4BCC-B002-EE0B038B3676}">
      <dsp:nvSpPr>
        <dsp:cNvPr id="0" name=""/>
        <dsp:cNvSpPr/>
      </dsp:nvSpPr>
      <dsp:spPr>
        <a:xfrm>
          <a:off x="0" y="2250523"/>
          <a:ext cx="7559504" cy="1784250"/>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2 You are going to take your concerns to a senior person so summarise your thoughts. Decide who will introduce the group, who will then describe the issues and who will say what your group would like to happen.</a:t>
          </a:r>
        </a:p>
      </dsp:txBody>
      <dsp:txXfrm>
        <a:off x="87100" y="2337623"/>
        <a:ext cx="7385304" cy="1610050"/>
      </dsp:txXfrm>
    </dsp:sp>
    <dsp:sp modelId="{11C4322E-B8F6-42A0-9498-A1834BC04E49}">
      <dsp:nvSpPr>
        <dsp:cNvPr id="0" name=""/>
        <dsp:cNvSpPr/>
      </dsp:nvSpPr>
      <dsp:spPr>
        <a:xfrm>
          <a:off x="0" y="4106773"/>
          <a:ext cx="7559504" cy="178425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3 Use FORMAL language! Make sure you all have the opportunity to speak.</a:t>
          </a:r>
        </a:p>
      </dsp:txBody>
      <dsp:txXfrm>
        <a:off x="87100" y="4193873"/>
        <a:ext cx="7385304" cy="16100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923057-77CF-4AB9-B6D9-5BC1A1515FCD}">
      <dsp:nvSpPr>
        <dsp:cNvPr id="0" name=""/>
        <dsp:cNvSpPr/>
      </dsp:nvSpPr>
      <dsp:spPr>
        <a:xfrm>
          <a:off x="2044800" y="174437"/>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E49BB0-F2DD-4BB0-A33B-9367240FF49F}">
      <dsp:nvSpPr>
        <dsp:cNvPr id="0" name=""/>
        <dsp:cNvSpPr/>
      </dsp:nvSpPr>
      <dsp:spPr>
        <a:xfrm>
          <a:off x="2512800" y="642437"/>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C7F1B07-A87B-44FB-B140-5A902A139590}">
      <dsp:nvSpPr>
        <dsp:cNvPr id="0" name=""/>
        <dsp:cNvSpPr/>
      </dsp:nvSpPr>
      <dsp:spPr>
        <a:xfrm>
          <a:off x="1342800" y="3054438"/>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solidFill>
                <a:srgbClr val="C00000"/>
              </a:solidFill>
            </a:rPr>
            <a:t>Task 3 Presentation, Questions and Group Discussion (2-4 learners)</a:t>
          </a:r>
        </a:p>
      </dsp:txBody>
      <dsp:txXfrm>
        <a:off x="1342800" y="3054438"/>
        <a:ext cx="3600000" cy="720000"/>
      </dsp:txXfrm>
    </dsp:sp>
    <dsp:sp modelId="{53B46AB8-EFED-438A-871A-54D2717E5964}">
      <dsp:nvSpPr>
        <dsp:cNvPr id="0" name=""/>
        <dsp:cNvSpPr/>
      </dsp:nvSpPr>
      <dsp:spPr>
        <a:xfrm>
          <a:off x="6274800" y="174437"/>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423258-D91A-4C15-8C68-792AE1203CEE}">
      <dsp:nvSpPr>
        <dsp:cNvPr id="0" name=""/>
        <dsp:cNvSpPr/>
      </dsp:nvSpPr>
      <dsp:spPr>
        <a:xfrm>
          <a:off x="6742800" y="642437"/>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809349-F323-4360-8921-EACF85DD35E6}">
      <dsp:nvSpPr>
        <dsp:cNvPr id="0" name=""/>
        <dsp:cNvSpPr/>
      </dsp:nvSpPr>
      <dsp:spPr>
        <a:xfrm>
          <a:off x="5572800" y="3054438"/>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b="1" kern="1200" dirty="0">
              <a:solidFill>
                <a:srgbClr val="C00000"/>
              </a:solidFill>
            </a:rPr>
            <a:t>Printed photo or artefact may be used as prop</a:t>
          </a:r>
        </a:p>
      </dsp:txBody>
      <dsp:txXfrm>
        <a:off x="5572800" y="3054438"/>
        <a:ext cx="3600000" cy="720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60ABF-6DB9-4A9F-96B4-ABD2050E6F13}">
      <dsp:nvSpPr>
        <dsp:cNvPr id="0" name=""/>
        <dsp:cNvSpPr/>
      </dsp:nvSpPr>
      <dsp:spPr>
        <a:xfrm>
          <a:off x="0" y="531"/>
          <a:ext cx="105156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5BDD37-1A02-4D3D-A970-478A018B34C6}">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11C7F4-96C9-4568-BC68-9B6BA2E5F45C}">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kern="1200" dirty="0"/>
            <a:t>You are given up to four weeks before the assessment to prepare a presentation on a topic of your choice. The topic must be agreed beforehand with your tutor.</a:t>
          </a:r>
        </a:p>
      </dsp:txBody>
      <dsp:txXfrm>
        <a:off x="1435590" y="531"/>
        <a:ext cx="9080009" cy="1242935"/>
      </dsp:txXfrm>
    </dsp:sp>
    <dsp:sp modelId="{3328F50B-7E46-43F9-9AD7-D71F403C8EBE}">
      <dsp:nvSpPr>
        <dsp:cNvPr id="0" name=""/>
        <dsp:cNvSpPr/>
      </dsp:nvSpPr>
      <dsp:spPr>
        <a:xfrm>
          <a:off x="0" y="1554201"/>
          <a:ext cx="105156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8BC252-F5C8-4189-98D6-AFEA6F3FB5E6}">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EDE564-B7E0-4B8D-B91E-81900B2957F0}">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rtl="0">
            <a:lnSpc>
              <a:spcPct val="100000"/>
            </a:lnSpc>
            <a:spcBef>
              <a:spcPct val="0"/>
            </a:spcBef>
            <a:spcAft>
              <a:spcPct val="35000"/>
            </a:spcAft>
            <a:buNone/>
          </a:pPr>
          <a:r>
            <a:rPr lang="en-US" sz="2100" kern="1200" dirty="0"/>
            <a:t>You cannot present on the same or similar topics to prevent unfairly advantaging/disadvantaging anyone.</a:t>
          </a:r>
          <a:r>
            <a:rPr lang="en-US" sz="2100" kern="1200" dirty="0">
              <a:latin typeface="Calibri Light" panose="020F0302020204030204"/>
            </a:rPr>
            <a:t> </a:t>
          </a:r>
          <a:r>
            <a:rPr lang="en-US" sz="2100" kern="1200" dirty="0"/>
            <a:t> </a:t>
          </a:r>
        </a:p>
      </dsp:txBody>
      <dsp:txXfrm>
        <a:off x="1435590" y="1554201"/>
        <a:ext cx="9080009" cy="1242935"/>
      </dsp:txXfrm>
    </dsp:sp>
    <dsp:sp modelId="{1408D61F-A623-4927-98CD-551EB30F7D4C}">
      <dsp:nvSpPr>
        <dsp:cNvPr id="0" name=""/>
        <dsp:cNvSpPr/>
      </dsp:nvSpPr>
      <dsp:spPr>
        <a:xfrm>
          <a:off x="0" y="3107870"/>
          <a:ext cx="105156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6DFB6C-4BAD-4FF8-B998-F90593B36703}">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55D7E8-90A6-4DB6-BC39-36778B96D2C7}">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33450">
            <a:lnSpc>
              <a:spcPct val="100000"/>
            </a:lnSpc>
            <a:spcBef>
              <a:spcPct val="0"/>
            </a:spcBef>
            <a:spcAft>
              <a:spcPct val="35000"/>
            </a:spcAft>
            <a:buNone/>
          </a:pPr>
          <a:r>
            <a:rPr lang="en-US" sz="2100" b="0" i="0" kern="1200" dirty="0"/>
            <a:t>For the presentation it is expected that you prepare and deliver your </a:t>
          </a:r>
          <a:r>
            <a:rPr lang="en-US" sz="2100" b="1" i="0" u="sng" kern="1200" dirty="0"/>
            <a:t>own work</a:t>
          </a:r>
          <a:r>
            <a:rPr lang="en-US" sz="2100" b="0" i="0" kern="1200" dirty="0"/>
            <a:t>.</a:t>
          </a:r>
          <a:endParaRPr lang="en-US" sz="2100" kern="1200" dirty="0"/>
        </a:p>
      </dsp:txBody>
      <dsp:txXfrm>
        <a:off x="1435590" y="3107870"/>
        <a:ext cx="9080009" cy="12429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D69B0-9D80-49A8-B3D9-F4E86A8A8E2D}">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2CD8EE-A5ED-4AB3-89CA-5A82E5197951}">
      <dsp:nvSpPr>
        <dsp:cNvPr id="0" name=""/>
        <dsp:cNvSpPr/>
      </dsp:nvSpPr>
      <dsp:spPr>
        <a:xfrm>
          <a:off x="395445" y="1002230"/>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B5C44B-C415-417B-AFE6-64C4B38E9F95}">
      <dsp:nvSpPr>
        <dsp:cNvPr id="0" name=""/>
        <dsp:cNvSpPr/>
      </dsp:nvSpPr>
      <dsp:spPr>
        <a:xfrm>
          <a:off x="1509882" y="708097"/>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US" sz="2200" kern="1200" dirty="0"/>
            <a:t>You can use your candidate paper to make notes as you listen to the other presentations, but you may not take any</a:t>
          </a:r>
          <a:r>
            <a:rPr lang="en-US" sz="2200" u="sng" kern="1200" dirty="0"/>
            <a:t> prepared </a:t>
          </a:r>
          <a:r>
            <a:rPr lang="en-US" sz="2200" kern="1200" dirty="0"/>
            <a:t>notes into the presentation.</a:t>
          </a:r>
        </a:p>
      </dsp:txBody>
      <dsp:txXfrm>
        <a:off x="1509882" y="708097"/>
        <a:ext cx="9005717" cy="1307257"/>
      </dsp:txXfrm>
    </dsp:sp>
    <dsp:sp modelId="{8234D077-7755-44B1-B215-5717208FF97B}">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C5FFC7-E689-468F-961D-D60CBE057782}">
      <dsp:nvSpPr>
        <dsp:cNvPr id="0" name=""/>
        <dsp:cNvSpPr/>
      </dsp:nvSpPr>
      <dsp:spPr>
        <a:xfrm>
          <a:off x="395445" y="2636302"/>
          <a:ext cx="718991" cy="7189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A661CFA-1699-40B5-BD8F-93BA51C74C95}">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US" sz="2200" kern="1200" dirty="0"/>
            <a:t>To pass you must give a structured account with an introduction, development, and conclusion –  You also need to ask questions to the other candidates about their presentations.</a:t>
          </a:r>
        </a:p>
      </dsp:txBody>
      <dsp:txXfrm>
        <a:off x="1509882" y="2342169"/>
        <a:ext cx="9005717" cy="130725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A7459D-1052-4B05-81C8-0017845B760E}">
      <dsp:nvSpPr>
        <dsp:cNvPr id="0" name=""/>
        <dsp:cNvSpPr/>
      </dsp:nvSpPr>
      <dsp:spPr>
        <a:xfrm>
          <a:off x="0" y="102859"/>
          <a:ext cx="7559504" cy="1972766"/>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You will have lots of time in class to practise for the exam and you can help by giving each other support and encouragement.</a:t>
          </a:r>
        </a:p>
      </dsp:txBody>
      <dsp:txXfrm>
        <a:off x="96302" y="199161"/>
        <a:ext cx="7366900" cy="1780162"/>
      </dsp:txXfrm>
    </dsp:sp>
    <dsp:sp modelId="{58830CE6-DC1B-4A44-860C-F88756CCD8AE}">
      <dsp:nvSpPr>
        <dsp:cNvPr id="0" name=""/>
        <dsp:cNvSpPr/>
      </dsp:nvSpPr>
      <dsp:spPr>
        <a:xfrm>
          <a:off x="0" y="2156265"/>
          <a:ext cx="7559504" cy="1972766"/>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Your tutors cannot listen and give you feedback on your presentation. However, they will give general feedback to the class as a whole, so please listen carefully to this!</a:t>
          </a:r>
        </a:p>
      </dsp:txBody>
      <dsp:txXfrm>
        <a:off x="96302" y="2252567"/>
        <a:ext cx="7366900" cy="1780162"/>
      </dsp:txXfrm>
    </dsp:sp>
    <dsp:sp modelId="{D28C6C52-4E72-43C9-A5D7-939A2BA16964}">
      <dsp:nvSpPr>
        <dsp:cNvPr id="0" name=""/>
        <dsp:cNvSpPr/>
      </dsp:nvSpPr>
      <dsp:spPr>
        <a:xfrm>
          <a:off x="0" y="4209671"/>
          <a:ext cx="7559504" cy="1972766"/>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You are not permitted to record your exam presentation on any device.</a:t>
          </a:r>
        </a:p>
      </dsp:txBody>
      <dsp:txXfrm>
        <a:off x="96302" y="4305973"/>
        <a:ext cx="7366900" cy="178016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937A-EED9-B265-C069-DE1E87B437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2DB0ECF-CADB-F289-2AD7-32E197475F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D9E62D4-7304-125A-F129-A800C4C170BA}"/>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5" name="Footer Placeholder 4">
            <a:extLst>
              <a:ext uri="{FF2B5EF4-FFF2-40B4-BE49-F238E27FC236}">
                <a16:creationId xmlns:a16="http://schemas.microsoft.com/office/drawing/2014/main" id="{1FA10878-63AF-B9B7-F88C-8E5D5417ED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6FA8BD-D2A6-058B-611F-3C2A4A42A559}"/>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206051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51D45-D2D8-959E-22ED-AFF87BDDEC0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4EA915F-AA52-9F44-3CF9-41C24D0F90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6160407-4EBF-A7B4-9536-139B6905EDCE}"/>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5" name="Footer Placeholder 4">
            <a:extLst>
              <a:ext uri="{FF2B5EF4-FFF2-40B4-BE49-F238E27FC236}">
                <a16:creationId xmlns:a16="http://schemas.microsoft.com/office/drawing/2014/main" id="{F9EB0939-E1EA-0E4B-782D-A0B37FA0A8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AA41225-0633-D853-81DC-482C28B44911}"/>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429816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F89E9-5889-C57C-F6F0-68757905F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9603B1-2DAB-2BC3-0546-A8F9FDD36E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94E020-BE65-380D-D57C-4F3FDB37C955}"/>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5" name="Footer Placeholder 4">
            <a:extLst>
              <a:ext uri="{FF2B5EF4-FFF2-40B4-BE49-F238E27FC236}">
                <a16:creationId xmlns:a16="http://schemas.microsoft.com/office/drawing/2014/main" id="{C4FFEFB2-0F32-B5D6-E2D8-140ADD535F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337E258-BA2F-DCEC-884F-AA77B39DB75F}"/>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21416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059D5-AAAA-AF16-12AC-28AF9E78390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2A6A55D-ADFC-9D3E-18BA-EE7D9B761A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EF8F9F6-48D6-5417-9F7C-B64CDBD719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3F058C8-E2E8-320A-0A11-3AF2A64E10BC}"/>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6" name="Footer Placeholder 5">
            <a:extLst>
              <a:ext uri="{FF2B5EF4-FFF2-40B4-BE49-F238E27FC236}">
                <a16:creationId xmlns:a16="http://schemas.microsoft.com/office/drawing/2014/main" id="{2251FEF1-F847-EE83-66C1-594A73DDBD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8F3CCEC-54C0-4D79-5BE5-2F9FF0B162D5}"/>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2973115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339EC-CD14-5528-6EFD-4288BE02CD4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C9C8CB-5C20-0A62-E525-BB105B2783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93D8CFE-1B25-2FDC-A26C-3BB744074D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9A44ADF-C83D-33B8-5055-F3F76E7640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99C9E6-252F-49E2-A69A-B29F33581A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56AC65F-51BC-04D3-7072-8F65665E8A9B}"/>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8" name="Footer Placeholder 7">
            <a:extLst>
              <a:ext uri="{FF2B5EF4-FFF2-40B4-BE49-F238E27FC236}">
                <a16:creationId xmlns:a16="http://schemas.microsoft.com/office/drawing/2014/main" id="{C9A3FF8D-BC95-B474-ECF2-75BEB818864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6464349-D970-37DB-0856-E26EC7BC704E}"/>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104718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FEEAF-9666-8ECC-F282-2B0778174B9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C3F1EF1-94D4-8681-3AA2-6470D5485788}"/>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4" name="Footer Placeholder 3">
            <a:extLst>
              <a:ext uri="{FF2B5EF4-FFF2-40B4-BE49-F238E27FC236}">
                <a16:creationId xmlns:a16="http://schemas.microsoft.com/office/drawing/2014/main" id="{2B09DCC0-D1E0-3299-1B41-1ECF9C7232B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4417C78-B4D6-D0C0-B26F-920A7F4CE0C2}"/>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886860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01798D-DCE9-1456-D676-C7538CB112A2}"/>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3" name="Footer Placeholder 2">
            <a:extLst>
              <a:ext uri="{FF2B5EF4-FFF2-40B4-BE49-F238E27FC236}">
                <a16:creationId xmlns:a16="http://schemas.microsoft.com/office/drawing/2014/main" id="{E25545A8-5709-C4C1-47BB-C6F553F78BA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BEDB0D6-76A5-46B4-E2B9-D16C92549E2F}"/>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27422388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68AAC-7FDC-F53D-DC79-94B3A89C01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6FADD46-49EF-3FC3-4846-DA909CDF39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C6F1EDF-0C90-B5C0-AC43-BE9F82A514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F400DF-CAAC-C6CB-9056-1AA7CDCC1B79}"/>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6" name="Footer Placeholder 5">
            <a:extLst>
              <a:ext uri="{FF2B5EF4-FFF2-40B4-BE49-F238E27FC236}">
                <a16:creationId xmlns:a16="http://schemas.microsoft.com/office/drawing/2014/main" id="{D563C586-EBA1-F145-C272-A2066C6190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21DB936-1C5A-D165-5D08-435083A98F33}"/>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765280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9457C-CC06-70D1-1A8F-5FDD93F00F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281430D-D6C3-3629-D000-057C9EA1DF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CB37FEF-00E0-D871-F4BA-9533D28D4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02EA6F-36EE-78EB-9BD6-F00DF1A94632}"/>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6" name="Footer Placeholder 5">
            <a:extLst>
              <a:ext uri="{FF2B5EF4-FFF2-40B4-BE49-F238E27FC236}">
                <a16:creationId xmlns:a16="http://schemas.microsoft.com/office/drawing/2014/main" id="{107228E3-3344-2C49-2C42-9DA963C1E8E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7B0629A-CD5B-64F0-E2FD-C13F3551053A}"/>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93948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94BAD-38E8-FB76-B45C-0EDAABE574C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010974A-8ADC-AD6A-446A-A34AD24D4C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8FDC10-9C34-9F58-9DB9-6A1B8EBB5249}"/>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5" name="Footer Placeholder 4">
            <a:extLst>
              <a:ext uri="{FF2B5EF4-FFF2-40B4-BE49-F238E27FC236}">
                <a16:creationId xmlns:a16="http://schemas.microsoft.com/office/drawing/2014/main" id="{9CBD7B41-FB89-47C8-1085-7C0B04E5A5F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EF4553-4F26-59E3-838C-031627D410A8}"/>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2336384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8E8298-E50C-3D6E-7C48-7DB60D1BB8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A96DF94-28DF-3FC6-477C-B581697753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2498194-7804-ABA8-803A-C9AB42674AAB}"/>
              </a:ext>
            </a:extLst>
          </p:cNvPr>
          <p:cNvSpPr>
            <a:spLocks noGrp="1"/>
          </p:cNvSpPr>
          <p:nvPr>
            <p:ph type="dt" sz="half" idx="10"/>
          </p:nvPr>
        </p:nvSpPr>
        <p:spPr/>
        <p:txBody>
          <a:bodyPr/>
          <a:lstStyle/>
          <a:p>
            <a:fld id="{97672B75-BD64-49DB-8DEF-610195156A31}" type="datetimeFigureOut">
              <a:rPr lang="en-GB" smtClean="0"/>
              <a:t>26/06/2025</a:t>
            </a:fld>
            <a:endParaRPr lang="en-GB"/>
          </a:p>
        </p:txBody>
      </p:sp>
      <p:sp>
        <p:nvSpPr>
          <p:cNvPr id="5" name="Footer Placeholder 4">
            <a:extLst>
              <a:ext uri="{FF2B5EF4-FFF2-40B4-BE49-F238E27FC236}">
                <a16:creationId xmlns:a16="http://schemas.microsoft.com/office/drawing/2014/main" id="{AA22BEFB-DE42-B822-CCA9-21FF50FE97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B26CF9-60C9-30A1-44C4-1FFE26EC5436}"/>
              </a:ext>
            </a:extLst>
          </p:cNvPr>
          <p:cNvSpPr>
            <a:spLocks noGrp="1"/>
          </p:cNvSpPr>
          <p:nvPr>
            <p:ph type="sldNum" sz="quarter" idx="12"/>
          </p:nvPr>
        </p:nvSpPr>
        <p:spPr/>
        <p:txBody>
          <a:bodyPr/>
          <a:lstStyle/>
          <a:p>
            <a:fld id="{803EFE34-AF97-4317-A608-58752845F69E}" type="slidenum">
              <a:rPr lang="en-GB" smtClean="0"/>
              <a:t>‹#›</a:t>
            </a:fld>
            <a:endParaRPr lang="en-GB"/>
          </a:p>
        </p:txBody>
      </p:sp>
    </p:spTree>
    <p:extLst>
      <p:ext uri="{BB962C8B-B14F-4D97-AF65-F5344CB8AC3E}">
        <p14:creationId xmlns:p14="http://schemas.microsoft.com/office/powerpoint/2010/main" val="3408457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D18964-2448-BE8E-B77A-51EB61B4DD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FD91526-AC03-491C-CA85-0FD85E91D8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2996B2-5DBC-8A43-FAC3-D577AC23D7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672B75-BD64-49DB-8DEF-610195156A31}" type="datetimeFigureOut">
              <a:rPr lang="en-GB" smtClean="0"/>
              <a:t>26/06/2025</a:t>
            </a:fld>
            <a:endParaRPr lang="en-GB"/>
          </a:p>
        </p:txBody>
      </p:sp>
      <p:sp>
        <p:nvSpPr>
          <p:cNvPr id="5" name="Footer Placeholder 4">
            <a:extLst>
              <a:ext uri="{FF2B5EF4-FFF2-40B4-BE49-F238E27FC236}">
                <a16:creationId xmlns:a16="http://schemas.microsoft.com/office/drawing/2014/main" id="{4065E24B-6C9D-D0C8-9E3D-4E9BB509DA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832ABB3-DB48-ED62-BEE1-CEDA9C3069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3EFE34-AF97-4317-A608-58752845F69E}" type="slidenum">
              <a:rPr lang="en-GB" smtClean="0"/>
              <a:t>‹#›</a:t>
            </a:fld>
            <a:endParaRPr lang="en-GB"/>
          </a:p>
        </p:txBody>
      </p:sp>
    </p:spTree>
    <p:extLst>
      <p:ext uri="{BB962C8B-B14F-4D97-AF65-F5344CB8AC3E}">
        <p14:creationId xmlns:p14="http://schemas.microsoft.com/office/powerpoint/2010/main" val="1452494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pixabay.com/en/stickies-notes-memo-1531100/"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hyperlink" Target="https://learnenglish.britishcouncil.org/skills/listening" TargetMode="External"/><Relationship Id="rId4" Type="http://schemas.openxmlformats.org/officeDocument/2006/relationships/hyperlink" Target="https://test-english.com/listening/"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hyperlink" Target="https://pixabay.com/en/stickies-notes-memo-1531100/"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ixabay.com/en/stickies-notes-memo-1531100/"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B39-06DE-7B8A-CE6D-D4797C9AA7FE}"/>
              </a:ext>
            </a:extLst>
          </p:cNvPr>
          <p:cNvSpPr>
            <a:spLocks noGrp="1"/>
          </p:cNvSpPr>
          <p:nvPr>
            <p:ph type="title"/>
          </p:nvPr>
        </p:nvSpPr>
        <p:spPr>
          <a:xfrm>
            <a:off x="627176" y="387309"/>
            <a:ext cx="3939688" cy="6382945"/>
          </a:xfrm>
        </p:spPr>
        <p:txBody>
          <a:bodyPr>
            <a:normAutofit fontScale="90000"/>
          </a:bodyPr>
          <a:lstStyle/>
          <a:p>
            <a:pPr algn="r"/>
            <a:r>
              <a:rPr lang="en-US" sz="8000" b="1" dirty="0">
                <a:solidFill>
                  <a:schemeClr val="accent2">
                    <a:lumMod val="60000"/>
                    <a:lumOff val="40000"/>
                  </a:schemeClr>
                </a:solidFill>
              </a:rPr>
              <a:t>Level 1 Speaking &amp; Listening</a:t>
            </a:r>
            <a:br>
              <a:rPr lang="en-US" sz="8000" b="1" dirty="0">
                <a:solidFill>
                  <a:schemeClr val="accent2">
                    <a:lumMod val="60000"/>
                    <a:lumOff val="40000"/>
                  </a:schemeClr>
                </a:solidFill>
              </a:rPr>
            </a:br>
            <a:r>
              <a:rPr lang="en-US" sz="8000" b="1" dirty="0">
                <a:solidFill>
                  <a:schemeClr val="accent2">
                    <a:lumMod val="60000"/>
                    <a:lumOff val="40000"/>
                  </a:schemeClr>
                </a:solidFill>
              </a:rPr>
              <a:t>Exam</a:t>
            </a:r>
            <a:br>
              <a:rPr lang="en-US" sz="8000" b="1" dirty="0"/>
            </a:br>
            <a:endParaRPr lang="en-GB" sz="8000" b="1" dirty="0"/>
          </a:p>
        </p:txBody>
      </p:sp>
      <p:graphicFrame>
        <p:nvGraphicFramePr>
          <p:cNvPr id="24" name="Content Placeholder 2">
            <a:extLst>
              <a:ext uri="{FF2B5EF4-FFF2-40B4-BE49-F238E27FC236}">
                <a16:creationId xmlns:a16="http://schemas.microsoft.com/office/drawing/2014/main" id="{22ACC6A9-72AB-2EEA-0E5D-E0E9A451E5F9}"/>
              </a:ext>
            </a:extLst>
          </p:cNvPr>
          <p:cNvGraphicFramePr>
            <a:graphicFrameLocks noGrp="1"/>
          </p:cNvGraphicFramePr>
          <p:nvPr>
            <p:ph idx="1"/>
            <p:extLst>
              <p:ext uri="{D42A27DB-BD31-4B8C-83A1-F6EECF244321}">
                <p14:modId xmlns:p14="http://schemas.microsoft.com/office/powerpoint/2010/main" val="749188162"/>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4435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EB058D-0046-BB0D-E881-C51BB8D5ABB7}"/>
              </a:ext>
            </a:extLst>
          </p:cNvPr>
          <p:cNvSpPr>
            <a:spLocks noGrp="1"/>
          </p:cNvSpPr>
          <p:nvPr>
            <p:ph type="title"/>
          </p:nvPr>
        </p:nvSpPr>
        <p:spPr>
          <a:xfrm>
            <a:off x="838200" y="557188"/>
            <a:ext cx="10515600" cy="1133499"/>
          </a:xfrm>
        </p:spPr>
        <p:txBody>
          <a:bodyPr>
            <a:normAutofit/>
          </a:bodyPr>
          <a:lstStyle/>
          <a:p>
            <a:pPr algn="ctr"/>
            <a:r>
              <a:rPr lang="en-US" sz="5200"/>
              <a:t>Types of tasks</a:t>
            </a:r>
            <a:endParaRPr lang="en-GB" sz="5200"/>
          </a:p>
        </p:txBody>
      </p:sp>
      <p:graphicFrame>
        <p:nvGraphicFramePr>
          <p:cNvPr id="5" name="Content Placeholder 2">
            <a:extLst>
              <a:ext uri="{FF2B5EF4-FFF2-40B4-BE49-F238E27FC236}">
                <a16:creationId xmlns:a16="http://schemas.microsoft.com/office/drawing/2014/main" id="{42D8D683-FCDD-7B2F-C8DC-0D171A1E7A80}"/>
              </a:ext>
            </a:extLst>
          </p:cNvPr>
          <p:cNvGraphicFramePr>
            <a:graphicFrameLocks noGrp="1"/>
          </p:cNvGraphicFramePr>
          <p:nvPr>
            <p:ph idx="1"/>
            <p:extLst>
              <p:ext uri="{D42A27DB-BD31-4B8C-83A1-F6EECF244321}">
                <p14:modId xmlns:p14="http://schemas.microsoft.com/office/powerpoint/2010/main" val="68539322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6816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9CB39-06DE-7B8A-CE6D-D4797C9AA7FE}"/>
              </a:ext>
            </a:extLst>
          </p:cNvPr>
          <p:cNvSpPr>
            <a:spLocks noGrp="1"/>
          </p:cNvSpPr>
          <p:nvPr>
            <p:ph type="title"/>
          </p:nvPr>
        </p:nvSpPr>
        <p:spPr>
          <a:xfrm>
            <a:off x="479394" y="1070800"/>
            <a:ext cx="3939688" cy="5583126"/>
          </a:xfrm>
        </p:spPr>
        <p:txBody>
          <a:bodyPr>
            <a:normAutofit/>
          </a:bodyPr>
          <a:lstStyle/>
          <a:p>
            <a:pPr algn="r"/>
            <a:r>
              <a:rPr lang="en-US" sz="8000" b="1" dirty="0"/>
              <a:t>  Task 1: Listening</a:t>
            </a:r>
            <a:endParaRPr lang="en-GB" sz="8000" b="1" dirty="0"/>
          </a:p>
        </p:txBody>
      </p:sp>
      <p:graphicFrame>
        <p:nvGraphicFramePr>
          <p:cNvPr id="24" name="Content Placeholder 2">
            <a:extLst>
              <a:ext uri="{FF2B5EF4-FFF2-40B4-BE49-F238E27FC236}">
                <a16:creationId xmlns:a16="http://schemas.microsoft.com/office/drawing/2014/main" id="{22ACC6A9-72AB-2EEA-0E5D-E0E9A451E5F9}"/>
              </a:ext>
            </a:extLst>
          </p:cNvPr>
          <p:cNvGraphicFramePr>
            <a:graphicFrameLocks noGrp="1"/>
          </p:cNvGraphicFramePr>
          <p:nvPr>
            <p:ph idx="1"/>
            <p:extLst>
              <p:ext uri="{D42A27DB-BD31-4B8C-83A1-F6EECF244321}">
                <p14:modId xmlns:p14="http://schemas.microsoft.com/office/powerpoint/2010/main" val="3692283698"/>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0621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4F34DF-23B6-7634-8AC2-8DE467D914A7}"/>
              </a:ext>
            </a:extLst>
          </p:cNvPr>
          <p:cNvSpPr>
            <a:spLocks noGrp="1"/>
          </p:cNvSpPr>
          <p:nvPr>
            <p:ph type="title"/>
          </p:nvPr>
        </p:nvSpPr>
        <p:spPr>
          <a:xfrm>
            <a:off x="355196" y="637310"/>
            <a:ext cx="4622184" cy="6205412"/>
          </a:xfrm>
        </p:spPr>
        <p:txBody>
          <a:bodyPr anchor="ctr">
            <a:noAutofit/>
          </a:bodyPr>
          <a:lstStyle/>
          <a:p>
            <a:r>
              <a:rPr lang="en-US" b="1" dirty="0">
                <a:solidFill>
                  <a:schemeClr val="accent2">
                    <a:lumMod val="75000"/>
                  </a:schemeClr>
                </a:solidFill>
              </a:rPr>
              <a:t>Task 1 Listening:</a:t>
            </a:r>
            <a:br>
              <a:rPr lang="en-US" b="1" dirty="0">
                <a:solidFill>
                  <a:schemeClr val="accent2">
                    <a:lumMod val="75000"/>
                  </a:schemeClr>
                </a:solidFill>
              </a:rPr>
            </a:br>
            <a:br>
              <a:rPr lang="en-US" b="1" dirty="0">
                <a:solidFill>
                  <a:schemeClr val="accent2">
                    <a:lumMod val="75000"/>
                  </a:schemeClr>
                </a:solidFill>
              </a:rPr>
            </a:br>
            <a:r>
              <a:rPr lang="en-US" b="1" dirty="0">
                <a:solidFill>
                  <a:schemeClr val="accent2">
                    <a:lumMod val="75000"/>
                  </a:schemeClr>
                </a:solidFill>
              </a:rPr>
              <a:t>You will listen to three recordings on the same topic </a:t>
            </a:r>
            <a:br>
              <a:rPr lang="en-US" b="1" dirty="0">
                <a:solidFill>
                  <a:schemeClr val="accent2">
                    <a:lumMod val="75000"/>
                  </a:schemeClr>
                </a:solidFill>
              </a:rPr>
            </a:br>
            <a:r>
              <a:rPr lang="en-US" b="1" dirty="0">
                <a:solidFill>
                  <a:schemeClr val="accent2">
                    <a:lumMod val="75000"/>
                  </a:schemeClr>
                </a:solidFill>
              </a:rPr>
              <a:t>e.g. starting a new job and answer nine questions.</a:t>
            </a:r>
            <a:br>
              <a:rPr lang="en-GB" b="1" dirty="0">
                <a:solidFill>
                  <a:schemeClr val="accent2">
                    <a:lumMod val="75000"/>
                  </a:schemeClr>
                </a:solidFill>
              </a:rPr>
            </a:br>
            <a:endParaRPr lang="en-GB" b="1" dirty="0">
              <a:solidFill>
                <a:schemeClr val="accent2">
                  <a:lumMod val="75000"/>
                </a:schemeClr>
              </a:solidFill>
            </a:endParaRP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questionnaire with text and a box&#10;&#10;Description automatically generated with medium confidence">
            <a:extLst>
              <a:ext uri="{FF2B5EF4-FFF2-40B4-BE49-F238E27FC236}">
                <a16:creationId xmlns:a16="http://schemas.microsoft.com/office/drawing/2014/main" id="{BFE958FE-781A-FC08-DF65-88F0E57BC179}"/>
              </a:ext>
            </a:extLst>
          </p:cNvPr>
          <p:cNvPicPr>
            <a:picLocks noChangeAspect="1"/>
          </p:cNvPicPr>
          <p:nvPr/>
        </p:nvPicPr>
        <p:blipFill rotWithShape="1">
          <a:blip r:embed="rId2"/>
          <a:srcRect t="8419" b="22270"/>
          <a:stretch/>
        </p:blipFill>
        <p:spPr>
          <a:xfrm>
            <a:off x="7051860" y="1420214"/>
            <a:ext cx="3020562" cy="3942096"/>
          </a:xfrm>
          <a:prstGeom prst="rect">
            <a:avLst/>
          </a:prstGeom>
        </p:spPr>
      </p:pic>
      <p:pic>
        <p:nvPicPr>
          <p:cNvPr id="9" name="Picture 8">
            <a:extLst>
              <a:ext uri="{FF2B5EF4-FFF2-40B4-BE49-F238E27FC236}">
                <a16:creationId xmlns:a16="http://schemas.microsoft.com/office/drawing/2014/main" id="{2DBF751B-51F0-F504-1582-358A11563E08}"/>
              </a:ext>
            </a:extLst>
          </p:cNvPr>
          <p:cNvPicPr>
            <a:picLocks noChangeAspect="1"/>
          </p:cNvPicPr>
          <p:nvPr/>
        </p:nvPicPr>
        <p:blipFill>
          <a:blip r:embed="rId3"/>
          <a:stretch>
            <a:fillRect/>
          </a:stretch>
        </p:blipFill>
        <p:spPr>
          <a:xfrm>
            <a:off x="5367056" y="422615"/>
            <a:ext cx="2861346" cy="3462775"/>
          </a:xfrm>
          <a:prstGeom prst="rect">
            <a:avLst/>
          </a:prstGeom>
        </p:spPr>
      </p:pic>
      <p:pic>
        <p:nvPicPr>
          <p:cNvPr id="15" name="Picture 14">
            <a:extLst>
              <a:ext uri="{FF2B5EF4-FFF2-40B4-BE49-F238E27FC236}">
                <a16:creationId xmlns:a16="http://schemas.microsoft.com/office/drawing/2014/main" id="{1FD0F0E1-B89A-8526-0FBA-9DA18D206071}"/>
              </a:ext>
            </a:extLst>
          </p:cNvPr>
          <p:cNvPicPr>
            <a:picLocks noChangeAspect="1"/>
          </p:cNvPicPr>
          <p:nvPr/>
        </p:nvPicPr>
        <p:blipFill>
          <a:blip r:embed="rId4"/>
          <a:stretch>
            <a:fillRect/>
          </a:stretch>
        </p:blipFill>
        <p:spPr>
          <a:xfrm>
            <a:off x="8576756" y="2844800"/>
            <a:ext cx="3124772" cy="3712395"/>
          </a:xfrm>
          <a:prstGeom prst="rect">
            <a:avLst/>
          </a:prstGeom>
        </p:spPr>
      </p:pic>
    </p:spTree>
    <p:extLst>
      <p:ext uri="{BB962C8B-B14F-4D97-AF65-F5344CB8AC3E}">
        <p14:creationId xmlns:p14="http://schemas.microsoft.com/office/powerpoint/2010/main" val="383328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F34DF-23B6-7634-8AC2-8DE467D914A7}"/>
              </a:ext>
            </a:extLst>
          </p:cNvPr>
          <p:cNvSpPr>
            <a:spLocks noGrp="1"/>
          </p:cNvSpPr>
          <p:nvPr>
            <p:ph type="title"/>
          </p:nvPr>
        </p:nvSpPr>
        <p:spPr>
          <a:xfrm>
            <a:off x="355196" y="416389"/>
            <a:ext cx="5067558" cy="6713412"/>
          </a:xfrm>
        </p:spPr>
        <p:txBody>
          <a:bodyPr anchor="ctr">
            <a:noAutofit/>
          </a:bodyPr>
          <a:lstStyle/>
          <a:p>
            <a:r>
              <a:rPr lang="en-US" b="1" dirty="0">
                <a:solidFill>
                  <a:schemeClr val="accent2">
                    <a:lumMod val="75000"/>
                  </a:schemeClr>
                </a:solidFill>
              </a:rPr>
              <a:t>Task 1 You will </a:t>
            </a:r>
            <a:br>
              <a:rPr lang="en-US" b="1" dirty="0">
                <a:solidFill>
                  <a:schemeClr val="accent2">
                    <a:lumMod val="75000"/>
                  </a:schemeClr>
                </a:solidFill>
              </a:rPr>
            </a:br>
            <a:r>
              <a:rPr lang="en-US" b="1" dirty="0">
                <a:solidFill>
                  <a:schemeClr val="accent2">
                    <a:lumMod val="75000"/>
                  </a:schemeClr>
                </a:solidFill>
              </a:rPr>
              <a:t>listen three times to each recording.</a:t>
            </a:r>
            <a:br>
              <a:rPr lang="en-US" b="1" dirty="0">
                <a:solidFill>
                  <a:schemeClr val="accent2">
                    <a:lumMod val="75000"/>
                  </a:schemeClr>
                </a:solidFill>
              </a:rPr>
            </a:br>
            <a:br>
              <a:rPr lang="en-US" b="1" dirty="0">
                <a:solidFill>
                  <a:schemeClr val="accent2">
                    <a:lumMod val="75000"/>
                  </a:schemeClr>
                </a:solidFill>
              </a:rPr>
            </a:br>
            <a:r>
              <a:rPr lang="en-US" b="1" dirty="0">
                <a:solidFill>
                  <a:schemeClr val="accent2">
                    <a:lumMod val="75000"/>
                  </a:schemeClr>
                </a:solidFill>
              </a:rPr>
              <a:t>There are two types of questions. Multiple choice, where you choose your answer and detail questions, where you write your answer.</a:t>
            </a:r>
            <a:br>
              <a:rPr lang="en-US" b="1" dirty="0">
                <a:solidFill>
                  <a:schemeClr val="accent2">
                    <a:lumMod val="75000"/>
                  </a:schemeClr>
                </a:solidFill>
              </a:rPr>
            </a:br>
            <a:endParaRPr lang="en-GB" b="1" dirty="0">
              <a:solidFill>
                <a:schemeClr val="accent2">
                  <a:lumMod val="75000"/>
                </a:schemeClr>
              </a:solidFill>
            </a:endParaRPr>
          </a:p>
        </p:txBody>
      </p:sp>
      <p:pic>
        <p:nvPicPr>
          <p:cNvPr id="5" name="Picture 4" descr="A questionnaire with text and a box&#10;&#10;Description automatically generated with medium confidence">
            <a:extLst>
              <a:ext uri="{FF2B5EF4-FFF2-40B4-BE49-F238E27FC236}">
                <a16:creationId xmlns:a16="http://schemas.microsoft.com/office/drawing/2014/main" id="{BFE958FE-781A-FC08-DF65-88F0E57BC179}"/>
              </a:ext>
            </a:extLst>
          </p:cNvPr>
          <p:cNvPicPr>
            <a:picLocks noChangeAspect="1"/>
          </p:cNvPicPr>
          <p:nvPr/>
        </p:nvPicPr>
        <p:blipFill rotWithShape="1">
          <a:blip r:embed="rId2"/>
          <a:srcRect t="8419" b="22270"/>
          <a:stretch/>
        </p:blipFill>
        <p:spPr>
          <a:xfrm>
            <a:off x="5871646" y="1292623"/>
            <a:ext cx="3020562" cy="3942096"/>
          </a:xfrm>
          <a:prstGeom prst="rect">
            <a:avLst/>
          </a:prstGeom>
        </p:spPr>
      </p:pic>
      <p:pic>
        <p:nvPicPr>
          <p:cNvPr id="9" name="Picture 8">
            <a:extLst>
              <a:ext uri="{FF2B5EF4-FFF2-40B4-BE49-F238E27FC236}">
                <a16:creationId xmlns:a16="http://schemas.microsoft.com/office/drawing/2014/main" id="{2DBF751B-51F0-F504-1582-358A11563E08}"/>
              </a:ext>
            </a:extLst>
          </p:cNvPr>
          <p:cNvPicPr>
            <a:picLocks noChangeAspect="1"/>
          </p:cNvPicPr>
          <p:nvPr/>
        </p:nvPicPr>
        <p:blipFill>
          <a:blip r:embed="rId3"/>
          <a:stretch>
            <a:fillRect/>
          </a:stretch>
        </p:blipFill>
        <p:spPr>
          <a:xfrm>
            <a:off x="8708469" y="225329"/>
            <a:ext cx="2861346" cy="3462775"/>
          </a:xfrm>
          <a:prstGeom prst="rect">
            <a:avLst/>
          </a:prstGeom>
        </p:spPr>
      </p:pic>
      <p:pic>
        <p:nvPicPr>
          <p:cNvPr id="15" name="Picture 14">
            <a:extLst>
              <a:ext uri="{FF2B5EF4-FFF2-40B4-BE49-F238E27FC236}">
                <a16:creationId xmlns:a16="http://schemas.microsoft.com/office/drawing/2014/main" id="{1FD0F0E1-B89A-8526-0FBA-9DA18D206071}"/>
              </a:ext>
            </a:extLst>
          </p:cNvPr>
          <p:cNvPicPr>
            <a:picLocks noChangeAspect="1"/>
          </p:cNvPicPr>
          <p:nvPr/>
        </p:nvPicPr>
        <p:blipFill>
          <a:blip r:embed="rId4"/>
          <a:stretch>
            <a:fillRect/>
          </a:stretch>
        </p:blipFill>
        <p:spPr>
          <a:xfrm>
            <a:off x="8576756" y="2844800"/>
            <a:ext cx="3124772" cy="3712395"/>
          </a:xfrm>
          <a:prstGeom prst="rect">
            <a:avLst/>
          </a:prstGeom>
        </p:spPr>
      </p:pic>
    </p:spTree>
    <p:extLst>
      <p:ext uri="{BB962C8B-B14F-4D97-AF65-F5344CB8AC3E}">
        <p14:creationId xmlns:p14="http://schemas.microsoft.com/office/powerpoint/2010/main" val="247197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0DAC22-C0EF-1BEC-863F-2A25E43E405F}"/>
              </a:ext>
            </a:extLst>
          </p:cNvPr>
          <p:cNvSpPr>
            <a:spLocks noGrp="1"/>
          </p:cNvSpPr>
          <p:nvPr>
            <p:ph type="title"/>
          </p:nvPr>
        </p:nvSpPr>
        <p:spPr>
          <a:xfrm>
            <a:off x="640080" y="325369"/>
            <a:ext cx="4368602" cy="1956841"/>
          </a:xfrm>
        </p:spPr>
        <p:txBody>
          <a:bodyPr anchor="b">
            <a:normAutofit/>
          </a:bodyPr>
          <a:lstStyle/>
          <a:p>
            <a:r>
              <a:rPr lang="en-US" sz="7200" b="1" dirty="0"/>
              <a:t>Listening</a:t>
            </a:r>
            <a:endParaRPr lang="en-GB" sz="7200" b="1" dirty="0"/>
          </a:p>
        </p:txBody>
      </p:sp>
      <p:sp>
        <p:nvSpPr>
          <p:cNvPr id="2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8F5CFF0-1589-477E-2749-81C56AAD41FB}"/>
              </a:ext>
            </a:extLst>
          </p:cNvPr>
          <p:cNvSpPr>
            <a:spLocks noGrp="1"/>
          </p:cNvSpPr>
          <p:nvPr>
            <p:ph idx="1"/>
          </p:nvPr>
        </p:nvSpPr>
        <p:spPr>
          <a:xfrm>
            <a:off x="765093" y="2466499"/>
            <a:ext cx="4243589" cy="3320668"/>
          </a:xfrm>
        </p:spPr>
        <p:txBody>
          <a:bodyPr>
            <a:normAutofit fontScale="92500" lnSpcReduction="10000"/>
          </a:bodyPr>
          <a:lstStyle/>
          <a:p>
            <a:pPr marL="0" indent="0">
              <a:buNone/>
            </a:pPr>
            <a:endParaRPr lang="en-US" sz="3600" dirty="0"/>
          </a:p>
          <a:p>
            <a:pPr marL="0" indent="0">
              <a:buNone/>
            </a:pPr>
            <a:r>
              <a:rPr lang="en-US" sz="4400" dirty="0"/>
              <a:t>Please discuss how you are going to practise for the listening part of the exam.</a:t>
            </a:r>
          </a:p>
        </p:txBody>
      </p:sp>
      <p:pic>
        <p:nvPicPr>
          <p:cNvPr id="4" name="Picture 3" descr="A yellow note with a red pin&#10;&#10;Description automatically generated">
            <a:extLst>
              <a:ext uri="{FF2B5EF4-FFF2-40B4-BE49-F238E27FC236}">
                <a16:creationId xmlns:a16="http://schemas.microsoft.com/office/drawing/2014/main" id="{4DBEAFCE-6EB5-86D4-C8E6-CC98FA28507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303"/>
          <a:stretch/>
        </p:blipFill>
        <p:spPr>
          <a:xfrm>
            <a:off x="6247312" y="1152535"/>
            <a:ext cx="5304608" cy="528858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934A2B10-CFE2-8D2A-394E-36C33EA92394}"/>
              </a:ext>
            </a:extLst>
          </p:cNvPr>
          <p:cNvSpPr txBox="1"/>
          <p:nvPr/>
        </p:nvSpPr>
        <p:spPr>
          <a:xfrm>
            <a:off x="7509163" y="2282210"/>
            <a:ext cx="3168362" cy="2677656"/>
          </a:xfrm>
          <a:prstGeom prst="rect">
            <a:avLst/>
          </a:prstGeom>
          <a:noFill/>
        </p:spPr>
        <p:txBody>
          <a:bodyPr wrap="square" rtlCol="0">
            <a:spAutoFit/>
          </a:bodyPr>
          <a:lstStyle/>
          <a:p>
            <a:r>
              <a:rPr lang="en-US" sz="2400" i="1" dirty="0">
                <a:latin typeface="Dreaming Outloud Pro" panose="020F0502020204030204" pitchFamily="66" charset="0"/>
                <a:cs typeface="Dreaming Outloud Pro" panose="020F0502020204030204" pitchFamily="66" charset="0"/>
              </a:rPr>
              <a:t>Your tutors will ask you to complete lots of listening activities independently.</a:t>
            </a:r>
          </a:p>
          <a:p>
            <a:r>
              <a:rPr lang="en-US" sz="2400" i="1" dirty="0">
                <a:latin typeface="Dreaming Outloud Pro" panose="020F0502020204030204" pitchFamily="66" charset="0"/>
                <a:cs typeface="Dreaming Outloud Pro" panose="020F0502020204030204" pitchFamily="66" charset="0"/>
              </a:rPr>
              <a:t>Use this as an opportunity to practise!</a:t>
            </a:r>
          </a:p>
        </p:txBody>
      </p:sp>
    </p:spTree>
    <p:extLst>
      <p:ext uri="{BB962C8B-B14F-4D97-AF65-F5344CB8AC3E}">
        <p14:creationId xmlns:p14="http://schemas.microsoft.com/office/powerpoint/2010/main" val="3542688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C5A160-F620-900D-BA4D-AEAB545862E8}"/>
              </a:ext>
            </a:extLst>
          </p:cNvPr>
          <p:cNvSpPr>
            <a:spLocks noGrp="1"/>
          </p:cNvSpPr>
          <p:nvPr>
            <p:ph type="title"/>
          </p:nvPr>
        </p:nvSpPr>
        <p:spPr>
          <a:xfrm>
            <a:off x="5894962" y="479493"/>
            <a:ext cx="5458838" cy="1325563"/>
          </a:xfrm>
        </p:spPr>
        <p:txBody>
          <a:bodyPr>
            <a:normAutofit/>
          </a:bodyPr>
          <a:lstStyle/>
          <a:p>
            <a:r>
              <a:rPr lang="en-US" b="1" dirty="0"/>
              <a:t>Level 1 Task 1:  </a:t>
            </a:r>
            <a:endParaRPr lang="en-GB"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Radio microphone">
            <a:extLst>
              <a:ext uri="{FF2B5EF4-FFF2-40B4-BE49-F238E27FC236}">
                <a16:creationId xmlns:a16="http://schemas.microsoft.com/office/drawing/2014/main" id="{4DB12A94-6D5B-C5CA-3345-4654A425FC4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64C92E6D-0D4C-98B0-0FC8-500F4F0A4691}"/>
              </a:ext>
            </a:extLst>
          </p:cNvPr>
          <p:cNvSpPr>
            <a:spLocks noGrp="1"/>
          </p:cNvSpPr>
          <p:nvPr>
            <p:ph idx="1"/>
          </p:nvPr>
        </p:nvSpPr>
        <p:spPr>
          <a:xfrm>
            <a:off x="5571112" y="3194912"/>
            <a:ext cx="5458838" cy="2273232"/>
          </a:xfrm>
        </p:spPr>
        <p:txBody>
          <a:bodyPr>
            <a:normAutofit/>
          </a:bodyPr>
          <a:lstStyle/>
          <a:p>
            <a:r>
              <a:rPr lang="en-GB" dirty="0">
                <a:hlinkClick r:id="rId4"/>
              </a:rPr>
              <a:t>Listening - Test-English</a:t>
            </a:r>
            <a:endParaRPr lang="en-US" dirty="0"/>
          </a:p>
          <a:p>
            <a:r>
              <a:rPr lang="en-GB" dirty="0">
                <a:hlinkClick r:id="rId5"/>
              </a:rPr>
              <a:t>Listening | </a:t>
            </a:r>
            <a:r>
              <a:rPr lang="en-GB" dirty="0" err="1">
                <a:hlinkClick r:id="rId5"/>
              </a:rPr>
              <a:t>LearnEnglish</a:t>
            </a:r>
            <a:r>
              <a:rPr lang="en-GB" dirty="0">
                <a:hlinkClick r:id="rId5"/>
              </a:rPr>
              <a:t> (britishcouncil.org)</a:t>
            </a:r>
          </a:p>
        </p:txBody>
      </p:sp>
    </p:spTree>
    <p:extLst>
      <p:ext uri="{BB962C8B-B14F-4D97-AF65-F5344CB8AC3E}">
        <p14:creationId xmlns:p14="http://schemas.microsoft.com/office/powerpoint/2010/main" val="2290045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8A5E7B-8127-74AA-B701-D653231E13FD}"/>
              </a:ext>
            </a:extLst>
          </p:cNvPr>
          <p:cNvSpPr>
            <a:spLocks noGrp="1"/>
          </p:cNvSpPr>
          <p:nvPr>
            <p:ph type="title"/>
          </p:nvPr>
        </p:nvSpPr>
        <p:spPr>
          <a:xfrm>
            <a:off x="635000" y="640823"/>
            <a:ext cx="3688406" cy="5583148"/>
          </a:xfrm>
        </p:spPr>
        <p:txBody>
          <a:bodyPr anchor="ctr">
            <a:normAutofit/>
          </a:bodyPr>
          <a:lstStyle/>
          <a:p>
            <a:r>
              <a:rPr lang="en-US" sz="4800" b="1" dirty="0"/>
              <a:t>Task 2: Everyday Conversation</a:t>
            </a:r>
            <a:br>
              <a:rPr lang="en-US" sz="4800" b="1" dirty="0"/>
            </a:br>
            <a:endParaRPr lang="en-GB" sz="4800" b="1" dirty="0"/>
          </a:p>
        </p:txBody>
      </p:sp>
      <p:sp>
        <p:nvSpPr>
          <p:cNvPr id="30"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Content Placeholder 2">
            <a:extLst>
              <a:ext uri="{FF2B5EF4-FFF2-40B4-BE49-F238E27FC236}">
                <a16:creationId xmlns:a16="http://schemas.microsoft.com/office/drawing/2014/main" id="{7E4E46C2-8DA5-68AA-33B7-793464476130}"/>
              </a:ext>
            </a:extLst>
          </p:cNvPr>
          <p:cNvGraphicFramePr>
            <a:graphicFrameLocks noGrp="1"/>
          </p:cNvGraphicFramePr>
          <p:nvPr>
            <p:ph idx="1"/>
            <p:extLst>
              <p:ext uri="{D42A27DB-BD31-4B8C-83A1-F6EECF244321}">
                <p14:modId xmlns:p14="http://schemas.microsoft.com/office/powerpoint/2010/main" val="557474649"/>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8139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6BCBCF-5F9C-A07B-70D5-F442D0D45917}"/>
              </a:ext>
            </a:extLst>
          </p:cNvPr>
          <p:cNvSpPr>
            <a:spLocks noGrp="1"/>
          </p:cNvSpPr>
          <p:nvPr>
            <p:ph type="title"/>
          </p:nvPr>
        </p:nvSpPr>
        <p:spPr>
          <a:xfrm>
            <a:off x="841248" y="256032"/>
            <a:ext cx="10506456" cy="1014984"/>
          </a:xfrm>
        </p:spPr>
        <p:txBody>
          <a:bodyPr anchor="b">
            <a:normAutofit/>
          </a:bodyPr>
          <a:lstStyle/>
          <a:p>
            <a:r>
              <a:rPr lang="en-US" dirty="0"/>
              <a:t>What do you need to do?</a:t>
            </a:r>
            <a:endParaRPr lang="en-GB"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01F2D03-1027-BB3B-28DC-49DC7244DAA4}"/>
              </a:ext>
            </a:extLst>
          </p:cNvPr>
          <p:cNvGraphicFramePr>
            <a:graphicFrameLocks noGrp="1"/>
          </p:cNvGraphicFramePr>
          <p:nvPr>
            <p:ph idx="1"/>
            <p:extLst>
              <p:ext uri="{D42A27DB-BD31-4B8C-83A1-F6EECF244321}">
                <p14:modId xmlns:p14="http://schemas.microsoft.com/office/powerpoint/2010/main" val="198021403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8485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5CF8E79-485E-BF47-2CD0-D2F9E87B6FD9}"/>
              </a:ext>
            </a:extLst>
          </p:cNvPr>
          <p:cNvSpPr>
            <a:spLocks noGrp="1"/>
          </p:cNvSpPr>
          <p:nvPr>
            <p:ph type="title"/>
          </p:nvPr>
        </p:nvSpPr>
        <p:spPr>
          <a:xfrm>
            <a:off x="838200" y="365125"/>
            <a:ext cx="5393361" cy="1325563"/>
          </a:xfrm>
        </p:spPr>
        <p:txBody>
          <a:bodyPr>
            <a:normAutofit/>
          </a:bodyPr>
          <a:lstStyle/>
          <a:p>
            <a:r>
              <a:rPr lang="en-US" dirty="0"/>
              <a:t>Role–play Task 2 a</a:t>
            </a:r>
            <a:endParaRPr lang="en-GB" dirty="0"/>
          </a:p>
        </p:txBody>
      </p:sp>
      <p:sp>
        <p:nvSpPr>
          <p:cNvPr id="24" name="Freeform: Shape 23">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D434A4C-EA81-C270-3079-12ED911D5501}"/>
              </a:ext>
            </a:extLst>
          </p:cNvPr>
          <p:cNvSpPr>
            <a:spLocks noGrp="1"/>
          </p:cNvSpPr>
          <p:nvPr>
            <p:ph idx="1"/>
          </p:nvPr>
        </p:nvSpPr>
        <p:spPr>
          <a:xfrm>
            <a:off x="838200" y="1825625"/>
            <a:ext cx="5393361" cy="4351338"/>
          </a:xfrm>
        </p:spPr>
        <p:txBody>
          <a:bodyPr vert="horz" lIns="91440" tIns="45720" rIns="91440" bIns="45720" rtlCol="0" anchor="t">
            <a:normAutofit/>
          </a:bodyPr>
          <a:lstStyle/>
          <a:p>
            <a:r>
              <a:rPr lang="en-US" sz="2400" dirty="0"/>
              <a:t>Informal</a:t>
            </a:r>
          </a:p>
          <a:p>
            <a:pPr marL="0" indent="0">
              <a:buNone/>
            </a:pPr>
            <a:r>
              <a:rPr lang="en-US" sz="2400" dirty="0"/>
              <a:t>You live in a shared house with your classmate. There are several problems with the property, so you have arranged a residents’ meeting to discuss them and form a plan of action.</a:t>
            </a:r>
          </a:p>
          <a:p>
            <a:r>
              <a:rPr lang="en-US" sz="2400" dirty="0"/>
              <a:t>Formal</a:t>
            </a:r>
          </a:p>
          <a:p>
            <a:pPr marL="0" indent="0">
              <a:buNone/>
            </a:pPr>
            <a:r>
              <a:rPr lang="en-US" sz="2400" dirty="0"/>
              <a:t>You meet with your landlord to discuss the problems and suggest some solutions. Your assessor will take the part of the landlord.</a:t>
            </a:r>
          </a:p>
          <a:p>
            <a:endParaRPr lang="en-GB" sz="2400" dirty="0"/>
          </a:p>
        </p:txBody>
      </p:sp>
      <p:sp>
        <p:nvSpPr>
          <p:cNvPr id="26" name="Oval 2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ard Room">
            <a:extLst>
              <a:ext uri="{FF2B5EF4-FFF2-40B4-BE49-F238E27FC236}">
                <a16:creationId xmlns:a16="http://schemas.microsoft.com/office/drawing/2014/main" id="{5950C5DE-FA87-6AE5-646D-10C5272607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8" name="Freeform: Shape 2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30" name="Straight Connector 2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233619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21">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23"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6" name="Group 2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7" name="Freeform: Shape 2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1" name="Freeform: Shape 3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2" name="Freeform: Shape 3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3" name="Freeform: Shape 3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DA6F900D-C2DE-31D9-3DCE-13F6EAFBECA0}"/>
              </a:ext>
            </a:extLst>
          </p:cNvPr>
          <p:cNvSpPr>
            <a:spLocks noGrp="1"/>
          </p:cNvSpPr>
          <p:nvPr>
            <p:ph type="title"/>
          </p:nvPr>
        </p:nvSpPr>
        <p:spPr>
          <a:xfrm rot="16200000">
            <a:off x="-1325880" y="1947672"/>
            <a:ext cx="5961888" cy="2788920"/>
          </a:xfrm>
        </p:spPr>
        <p:txBody>
          <a:bodyPr anchor="ctr">
            <a:normAutofit/>
          </a:bodyPr>
          <a:lstStyle/>
          <a:p>
            <a:r>
              <a:rPr lang="en-US" sz="4800" b="1">
                <a:solidFill>
                  <a:schemeClr val="bg1"/>
                </a:solidFill>
              </a:rPr>
              <a:t>Review </a:t>
            </a:r>
            <a:br>
              <a:rPr lang="en-US" sz="4800" b="1">
                <a:solidFill>
                  <a:schemeClr val="bg1"/>
                </a:solidFill>
              </a:rPr>
            </a:br>
            <a:r>
              <a:rPr lang="en-US" sz="4800" b="1">
                <a:solidFill>
                  <a:schemeClr val="bg1"/>
                </a:solidFill>
              </a:rPr>
              <a:t>Task 2: Three parts!</a:t>
            </a:r>
            <a:br>
              <a:rPr lang="en-GB" sz="4800">
                <a:solidFill>
                  <a:schemeClr val="bg1"/>
                </a:solidFill>
              </a:rPr>
            </a:br>
            <a:endParaRPr lang="en-GB" sz="4800">
              <a:solidFill>
                <a:schemeClr val="bg1"/>
              </a:solidFill>
            </a:endParaRPr>
          </a:p>
        </p:txBody>
      </p:sp>
      <p:graphicFrame>
        <p:nvGraphicFramePr>
          <p:cNvPr id="14" name="Content Placeholder 2">
            <a:extLst>
              <a:ext uri="{FF2B5EF4-FFF2-40B4-BE49-F238E27FC236}">
                <a16:creationId xmlns:a16="http://schemas.microsoft.com/office/drawing/2014/main" id="{91813579-44D7-593F-1E6E-E98E6171C3CF}"/>
              </a:ext>
            </a:extLst>
          </p:cNvPr>
          <p:cNvGraphicFramePr>
            <a:graphicFrameLocks noGrp="1"/>
          </p:cNvGraphicFramePr>
          <p:nvPr>
            <p:ph idx="1"/>
            <p:extLst>
              <p:ext uri="{D42A27DB-BD31-4B8C-83A1-F6EECF244321}">
                <p14:modId xmlns:p14="http://schemas.microsoft.com/office/powerpoint/2010/main" val="3052321380"/>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9050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0DAC22-C0EF-1BEC-863F-2A25E43E405F}"/>
              </a:ext>
            </a:extLst>
          </p:cNvPr>
          <p:cNvSpPr>
            <a:spLocks noGrp="1"/>
          </p:cNvSpPr>
          <p:nvPr>
            <p:ph type="title"/>
          </p:nvPr>
        </p:nvSpPr>
        <p:spPr>
          <a:xfrm>
            <a:off x="640080" y="325369"/>
            <a:ext cx="4368602" cy="1956841"/>
          </a:xfrm>
        </p:spPr>
        <p:txBody>
          <a:bodyPr anchor="b">
            <a:normAutofit fontScale="90000"/>
          </a:bodyPr>
          <a:lstStyle/>
          <a:p>
            <a:r>
              <a:rPr lang="en-US" sz="7200" b="1" dirty="0"/>
              <a:t>Group conversation</a:t>
            </a:r>
            <a:endParaRPr lang="en-GB" sz="7200" b="1" dirty="0"/>
          </a:p>
        </p:txBody>
      </p:sp>
      <p:sp>
        <p:nvSpPr>
          <p:cNvPr id="2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8F5CFF0-1589-477E-2749-81C56AAD41FB}"/>
              </a:ext>
            </a:extLst>
          </p:cNvPr>
          <p:cNvSpPr>
            <a:spLocks noGrp="1"/>
          </p:cNvSpPr>
          <p:nvPr>
            <p:ph idx="1"/>
          </p:nvPr>
        </p:nvSpPr>
        <p:spPr>
          <a:xfrm>
            <a:off x="640080" y="2748235"/>
            <a:ext cx="4243589" cy="3320668"/>
          </a:xfrm>
        </p:spPr>
        <p:txBody>
          <a:bodyPr>
            <a:normAutofit/>
          </a:bodyPr>
          <a:lstStyle/>
          <a:p>
            <a:pPr marL="0" indent="0">
              <a:buNone/>
            </a:pPr>
            <a:endParaRPr lang="en-US" sz="3600" dirty="0"/>
          </a:p>
          <a:p>
            <a:pPr marL="0" indent="0">
              <a:buNone/>
            </a:pPr>
            <a:r>
              <a:rPr lang="en-US" sz="4400" dirty="0"/>
              <a:t>Please discuss how you are going to prepare for Task 2.</a:t>
            </a:r>
          </a:p>
        </p:txBody>
      </p:sp>
      <p:pic>
        <p:nvPicPr>
          <p:cNvPr id="4" name="Picture 3" descr="A yellow note with a red pin&#10;&#10;Description automatically generated">
            <a:extLst>
              <a:ext uri="{FF2B5EF4-FFF2-40B4-BE49-F238E27FC236}">
                <a16:creationId xmlns:a16="http://schemas.microsoft.com/office/drawing/2014/main" id="{4DBEAFCE-6EB5-86D4-C8E6-CC98FA285074}"/>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303"/>
          <a:stretch/>
        </p:blipFill>
        <p:spPr>
          <a:xfrm>
            <a:off x="6247312" y="1152535"/>
            <a:ext cx="5304608" cy="528858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5D15DAE2-13EC-5803-11A5-4094B216426E}"/>
              </a:ext>
            </a:extLst>
          </p:cNvPr>
          <p:cNvSpPr txBox="1"/>
          <p:nvPr/>
        </p:nvSpPr>
        <p:spPr>
          <a:xfrm>
            <a:off x="7823488" y="2088665"/>
            <a:ext cx="2826327" cy="3416320"/>
          </a:xfrm>
          <a:prstGeom prst="rect">
            <a:avLst/>
          </a:prstGeom>
          <a:noFill/>
        </p:spPr>
        <p:txBody>
          <a:bodyPr wrap="square" rtlCol="0">
            <a:spAutoFit/>
          </a:bodyPr>
          <a:lstStyle/>
          <a:p>
            <a:r>
              <a:rPr lang="en-US" sz="2400" i="1" dirty="0">
                <a:latin typeface="Dreaming Outloud Pro" panose="020F0502020204030204" pitchFamily="66" charset="0"/>
                <a:cs typeface="Dreaming Outloud Pro" panose="020F0502020204030204" pitchFamily="66" charset="0"/>
              </a:rPr>
              <a:t>Your tutors will ask you to work together in different groups. Use this as an opportunity to practise! We cannot guarantee you will be with your friends in the exam!</a:t>
            </a:r>
          </a:p>
        </p:txBody>
      </p:sp>
    </p:spTree>
    <p:extLst>
      <p:ext uri="{BB962C8B-B14F-4D97-AF65-F5344CB8AC3E}">
        <p14:creationId xmlns:p14="http://schemas.microsoft.com/office/powerpoint/2010/main" val="2539685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16296E-B283-D0E6-53F5-863CA583BB03}"/>
              </a:ext>
            </a:extLst>
          </p:cNvPr>
          <p:cNvSpPr>
            <a:spLocks noGrp="1"/>
          </p:cNvSpPr>
          <p:nvPr>
            <p:ph type="title"/>
          </p:nvPr>
        </p:nvSpPr>
        <p:spPr>
          <a:xfrm>
            <a:off x="2759363" y="451262"/>
            <a:ext cx="6218382" cy="1325563"/>
          </a:xfrm>
        </p:spPr>
        <p:txBody>
          <a:bodyPr>
            <a:normAutofit/>
          </a:bodyPr>
          <a:lstStyle/>
          <a:p>
            <a:r>
              <a:rPr lang="en-US" sz="8000" b="1" dirty="0"/>
              <a:t>Task 3</a:t>
            </a:r>
            <a:endParaRPr lang="en-GB" sz="8000" b="1" dirty="0"/>
          </a:p>
        </p:txBody>
      </p:sp>
      <p:sp>
        <p:nvSpPr>
          <p:cNvPr id="20"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Content Placeholder 2">
            <a:extLst>
              <a:ext uri="{FF2B5EF4-FFF2-40B4-BE49-F238E27FC236}">
                <a16:creationId xmlns:a16="http://schemas.microsoft.com/office/drawing/2014/main" id="{CD75CC95-8E39-0264-6B78-491ACA120CBC}"/>
              </a:ext>
            </a:extLst>
          </p:cNvPr>
          <p:cNvGraphicFramePr>
            <a:graphicFrameLocks noGrp="1"/>
          </p:cNvGraphicFramePr>
          <p:nvPr>
            <p:ph idx="1"/>
            <p:extLst>
              <p:ext uri="{D42A27DB-BD31-4B8C-83A1-F6EECF244321}">
                <p14:modId xmlns:p14="http://schemas.microsoft.com/office/powerpoint/2010/main" val="136179461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1276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A2AC4AC-2E75-1951-EB01-12694C1170A7}"/>
              </a:ext>
            </a:extLst>
          </p:cNvPr>
          <p:cNvSpPr>
            <a:spLocks noGrp="1"/>
          </p:cNvSpPr>
          <p:nvPr>
            <p:ph type="title"/>
          </p:nvPr>
        </p:nvSpPr>
        <p:spPr>
          <a:xfrm>
            <a:off x="838200" y="365125"/>
            <a:ext cx="10515600" cy="1325563"/>
          </a:xfrm>
        </p:spPr>
        <p:txBody>
          <a:bodyPr>
            <a:normAutofit/>
          </a:bodyPr>
          <a:lstStyle/>
          <a:p>
            <a:pPr algn="ctr"/>
            <a:r>
              <a:rPr lang="en-US" b="1" dirty="0"/>
              <a:t> Task 3: Presentation &amp; Discussion</a:t>
            </a:r>
            <a:endParaRPr lang="en-GB" b="1" dirty="0"/>
          </a:p>
        </p:txBody>
      </p:sp>
      <p:graphicFrame>
        <p:nvGraphicFramePr>
          <p:cNvPr id="5" name="Content Placeholder 2">
            <a:extLst>
              <a:ext uri="{FF2B5EF4-FFF2-40B4-BE49-F238E27FC236}">
                <a16:creationId xmlns:a16="http://schemas.microsoft.com/office/drawing/2014/main" id="{A4085FDC-1463-A4FE-ECDA-22CF11CC6046}"/>
              </a:ext>
            </a:extLst>
          </p:cNvPr>
          <p:cNvGraphicFramePr>
            <a:graphicFrameLocks noGrp="1"/>
          </p:cNvGraphicFramePr>
          <p:nvPr>
            <p:ph idx="1"/>
            <p:extLst>
              <p:ext uri="{D42A27DB-BD31-4B8C-83A1-F6EECF244321}">
                <p14:modId xmlns:p14="http://schemas.microsoft.com/office/powerpoint/2010/main" val="22259040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451121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41FD28-BCCC-BCD7-29A3-231DE492E1F6}"/>
              </a:ext>
            </a:extLst>
          </p:cNvPr>
          <p:cNvSpPr>
            <a:spLocks noGrp="1"/>
          </p:cNvSpPr>
          <p:nvPr>
            <p:ph type="title"/>
          </p:nvPr>
        </p:nvSpPr>
        <p:spPr>
          <a:xfrm>
            <a:off x="841248" y="256032"/>
            <a:ext cx="10506456" cy="1014984"/>
          </a:xfrm>
        </p:spPr>
        <p:txBody>
          <a:bodyPr anchor="b">
            <a:normAutofit/>
          </a:bodyPr>
          <a:lstStyle/>
          <a:p>
            <a:endParaRPr lang="en-GB"/>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2">
            <a:extLst>
              <a:ext uri="{FF2B5EF4-FFF2-40B4-BE49-F238E27FC236}">
                <a16:creationId xmlns:a16="http://schemas.microsoft.com/office/drawing/2014/main" id="{17876ED3-8903-87E4-6DF5-C90542C95B47}"/>
              </a:ext>
            </a:extLst>
          </p:cNvPr>
          <p:cNvGraphicFramePr>
            <a:graphicFrameLocks noGrp="1"/>
          </p:cNvGraphicFramePr>
          <p:nvPr>
            <p:ph idx="1"/>
            <p:extLst>
              <p:ext uri="{D42A27DB-BD31-4B8C-83A1-F6EECF244321}">
                <p14:modId xmlns:p14="http://schemas.microsoft.com/office/powerpoint/2010/main" val="66494620"/>
              </p:ext>
            </p:extLst>
          </p:nvPr>
        </p:nvGraphicFramePr>
        <p:xfrm>
          <a:off x="874455" y="1593083"/>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0216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35CF8E79-485E-BF47-2CD0-D2F9E87B6FD9}"/>
              </a:ext>
            </a:extLst>
          </p:cNvPr>
          <p:cNvSpPr>
            <a:spLocks noGrp="1"/>
          </p:cNvSpPr>
          <p:nvPr>
            <p:ph type="title"/>
          </p:nvPr>
        </p:nvSpPr>
        <p:spPr>
          <a:xfrm>
            <a:off x="838200" y="365125"/>
            <a:ext cx="5393361" cy="1325563"/>
          </a:xfrm>
        </p:spPr>
        <p:txBody>
          <a:bodyPr>
            <a:normAutofit fontScale="90000"/>
          </a:bodyPr>
          <a:lstStyle/>
          <a:p>
            <a:r>
              <a:rPr lang="en-US" dirty="0"/>
              <a:t>Task 3 Presentation and Discussion </a:t>
            </a:r>
            <a:br>
              <a:rPr lang="en-US" dirty="0"/>
            </a:br>
            <a:endParaRPr lang="en-GB" dirty="0"/>
          </a:p>
        </p:txBody>
      </p:sp>
      <p:sp>
        <p:nvSpPr>
          <p:cNvPr id="11" name="Freeform: Shape 10">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D434A4C-EA81-C270-3079-12ED911D5501}"/>
              </a:ext>
            </a:extLst>
          </p:cNvPr>
          <p:cNvSpPr>
            <a:spLocks noGrp="1"/>
          </p:cNvSpPr>
          <p:nvPr>
            <p:ph idx="1"/>
          </p:nvPr>
        </p:nvSpPr>
        <p:spPr>
          <a:xfrm>
            <a:off x="838200" y="1825625"/>
            <a:ext cx="5969984" cy="4351338"/>
          </a:xfrm>
        </p:spPr>
        <p:txBody>
          <a:bodyPr vert="horz" lIns="91440" tIns="45720" rIns="91440" bIns="45720" rtlCol="0" anchor="t">
            <a:normAutofit fontScale="85000" lnSpcReduction="20000"/>
          </a:bodyPr>
          <a:lstStyle/>
          <a:p>
            <a:pPr marL="0" indent="0">
              <a:buNone/>
            </a:pPr>
            <a:r>
              <a:rPr lang="en-US" sz="2200" dirty="0"/>
              <a:t>You will give a short presentation on a topic of your choice. The topic needs to be agreed with your assessor.</a:t>
            </a:r>
          </a:p>
          <a:p>
            <a:pPr marL="0" indent="0">
              <a:buNone/>
            </a:pPr>
            <a:r>
              <a:rPr lang="en-US" sz="2200" u="sng" dirty="0"/>
              <a:t>Suitable topics may include:</a:t>
            </a:r>
            <a:endParaRPr lang="en-US" sz="2200" u="sng" dirty="0">
              <a:ea typeface="Calibri"/>
              <a:cs typeface="Calibri"/>
            </a:endParaRPr>
          </a:p>
          <a:p>
            <a:pPr marL="0" indent="0">
              <a:buNone/>
            </a:pPr>
            <a:r>
              <a:rPr lang="en-US" sz="2200" b="1" dirty="0"/>
              <a:t>An explanation:</a:t>
            </a:r>
            <a:endParaRPr lang="en-US" sz="2200" b="1" dirty="0">
              <a:ea typeface="Calibri"/>
              <a:cs typeface="Calibri"/>
            </a:endParaRPr>
          </a:p>
          <a:p>
            <a:pPr marL="0" indent="0">
              <a:buNone/>
            </a:pPr>
            <a:r>
              <a:rPr lang="en-US" sz="2200" i="1" dirty="0"/>
              <a:t>how to find a good mobile phone contract </a:t>
            </a:r>
          </a:p>
          <a:p>
            <a:pPr marL="0" indent="0">
              <a:buNone/>
            </a:pPr>
            <a:r>
              <a:rPr lang="en-US" sz="2200" i="1" dirty="0"/>
              <a:t>how to repair something </a:t>
            </a:r>
          </a:p>
          <a:p>
            <a:pPr marL="0" indent="0">
              <a:buNone/>
            </a:pPr>
            <a:r>
              <a:rPr lang="en-US" sz="2200" i="1" dirty="0"/>
              <a:t>how to build something</a:t>
            </a:r>
          </a:p>
          <a:p>
            <a:pPr marL="0" indent="0">
              <a:buNone/>
            </a:pPr>
            <a:r>
              <a:rPr lang="en-US" sz="2200" b="1" dirty="0"/>
              <a:t>An account:</a:t>
            </a:r>
            <a:r>
              <a:rPr lang="en-US" sz="2200" dirty="0"/>
              <a:t> </a:t>
            </a:r>
          </a:p>
          <a:p>
            <a:pPr marL="0" indent="0">
              <a:buNone/>
            </a:pPr>
            <a:r>
              <a:rPr lang="en-US" sz="2200" i="1" dirty="0"/>
              <a:t>A story about something interesting that happened e.g. an embarrassing moment, a coincidence or an amazing adventure.</a:t>
            </a:r>
          </a:p>
          <a:p>
            <a:pPr marL="0" indent="0">
              <a:buNone/>
            </a:pPr>
            <a:endParaRPr lang="en-US" sz="2200" i="1" dirty="0"/>
          </a:p>
          <a:p>
            <a:pPr marL="0" indent="0">
              <a:buNone/>
            </a:pPr>
            <a:r>
              <a:rPr lang="en-US" sz="2200" dirty="0"/>
              <a:t>After your presentation, you will take part in a discussion about the topic with the other learners.</a:t>
            </a:r>
            <a:endParaRPr lang="en-GB" sz="2200" dirty="0"/>
          </a:p>
          <a:p>
            <a:pPr marL="0" indent="0">
              <a:buNone/>
            </a:pPr>
            <a:endParaRPr lang="en-GB" sz="2200" dirty="0"/>
          </a:p>
        </p:txBody>
      </p:sp>
      <p:sp>
        <p:nvSpPr>
          <p:cNvPr id="16" name="Oval 15">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ard Room">
            <a:extLst>
              <a:ext uri="{FF2B5EF4-FFF2-40B4-BE49-F238E27FC236}">
                <a16:creationId xmlns:a16="http://schemas.microsoft.com/office/drawing/2014/main" id="{5950C5DE-FA87-6AE5-646D-10C52726071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18" name="Freeform: Shape 17">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0" name="Straight Connector 19">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2" name="Freeform: Shape 21">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25">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2810843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2735D2-B33B-FAA6-C767-000216ACAF2D}"/>
              </a:ext>
            </a:extLst>
          </p:cNvPr>
          <p:cNvSpPr>
            <a:spLocks noGrp="1"/>
          </p:cNvSpPr>
          <p:nvPr>
            <p:ph type="title"/>
          </p:nvPr>
        </p:nvSpPr>
        <p:spPr>
          <a:xfrm>
            <a:off x="640080" y="325369"/>
            <a:ext cx="5081440" cy="1956841"/>
          </a:xfrm>
        </p:spPr>
        <p:txBody>
          <a:bodyPr anchor="b">
            <a:normAutofit fontScale="90000"/>
          </a:bodyPr>
          <a:lstStyle/>
          <a:p>
            <a:pPr>
              <a:spcBef>
                <a:spcPts val="1000"/>
              </a:spcBef>
            </a:pPr>
            <a:endParaRPr lang="en-US" sz="3400" dirty="0">
              <a:latin typeface="Calibri"/>
              <a:cs typeface="Calibri"/>
            </a:endParaRPr>
          </a:p>
          <a:p>
            <a:r>
              <a:rPr lang="en-US" sz="6600" b="1" dirty="0"/>
              <a:t>Presentation &amp; discussion</a:t>
            </a:r>
            <a:endParaRPr lang="en-GB" sz="6600" b="1" dirty="0">
              <a:cs typeface="Calibri Light"/>
            </a:endParaRPr>
          </a:p>
        </p:txBody>
      </p:sp>
      <p:sp>
        <p:nvSpPr>
          <p:cNvPr id="3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128B26-C5C7-6E3F-AB0C-21A8F08E1851}"/>
              </a:ext>
            </a:extLst>
          </p:cNvPr>
          <p:cNvSpPr>
            <a:spLocks noGrp="1"/>
          </p:cNvSpPr>
          <p:nvPr>
            <p:ph idx="1"/>
          </p:nvPr>
        </p:nvSpPr>
        <p:spPr>
          <a:xfrm>
            <a:off x="640080" y="2872899"/>
            <a:ext cx="4243589" cy="3320668"/>
          </a:xfrm>
        </p:spPr>
        <p:txBody>
          <a:bodyPr>
            <a:normAutofit/>
          </a:bodyPr>
          <a:lstStyle/>
          <a:p>
            <a:pPr marL="0" indent="0">
              <a:buNone/>
            </a:pPr>
            <a:r>
              <a:rPr lang="en-US" sz="4400" dirty="0"/>
              <a:t>Please discuss how you </a:t>
            </a:r>
            <a:r>
              <a:rPr lang="en-US" sz="4400"/>
              <a:t>are going to </a:t>
            </a:r>
            <a:r>
              <a:rPr lang="en-US" sz="4400" dirty="0"/>
              <a:t>prepare </a:t>
            </a:r>
            <a:r>
              <a:rPr lang="en-US" sz="4400"/>
              <a:t>for Task </a:t>
            </a:r>
            <a:r>
              <a:rPr lang="en-US" sz="4400" dirty="0"/>
              <a:t>3. </a:t>
            </a:r>
            <a:endParaRPr lang="en-US" sz="4400" dirty="0">
              <a:cs typeface="Calibri"/>
            </a:endParaRPr>
          </a:p>
        </p:txBody>
      </p:sp>
      <p:pic>
        <p:nvPicPr>
          <p:cNvPr id="4" name="Picture 3" descr="A yellow note with a red pin&#10;&#10;Description automatically generated">
            <a:extLst>
              <a:ext uri="{FF2B5EF4-FFF2-40B4-BE49-F238E27FC236}">
                <a16:creationId xmlns:a16="http://schemas.microsoft.com/office/drawing/2014/main" id="{B299862E-C596-D160-0623-A0773A32A95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b="303"/>
          <a:stretch/>
        </p:blipFill>
        <p:spPr>
          <a:xfrm>
            <a:off x="5965322" y="1067127"/>
            <a:ext cx="5141977" cy="512644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2F3863E7-AE36-B52A-3A8A-B016DF386D78}"/>
              </a:ext>
            </a:extLst>
          </p:cNvPr>
          <p:cNvSpPr txBox="1"/>
          <p:nvPr/>
        </p:nvSpPr>
        <p:spPr>
          <a:xfrm>
            <a:off x="7509163" y="2355273"/>
            <a:ext cx="2826327" cy="2677656"/>
          </a:xfrm>
          <a:prstGeom prst="rect">
            <a:avLst/>
          </a:prstGeom>
          <a:noFill/>
        </p:spPr>
        <p:txBody>
          <a:bodyPr wrap="square" rtlCol="0">
            <a:spAutoFit/>
          </a:bodyPr>
          <a:lstStyle/>
          <a:p>
            <a:r>
              <a:rPr lang="en-US" sz="2400" i="1" dirty="0">
                <a:latin typeface="Dreaming Outloud Pro" panose="020F0502020204030204" pitchFamily="66" charset="0"/>
                <a:cs typeface="Dreaming Outloud Pro" panose="020F0502020204030204" pitchFamily="66" charset="0"/>
              </a:rPr>
              <a:t>Your tutors will ask you to prepare other presentations and video record you doing these. Use this as an opportunity to practise!</a:t>
            </a:r>
          </a:p>
        </p:txBody>
      </p:sp>
    </p:spTree>
    <p:extLst>
      <p:ext uri="{BB962C8B-B14F-4D97-AF65-F5344CB8AC3E}">
        <p14:creationId xmlns:p14="http://schemas.microsoft.com/office/powerpoint/2010/main" val="3056965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7EF9168E-1961-DFCD-6259-DA4B2A78FFA6}"/>
              </a:ext>
            </a:extLst>
          </p:cNvPr>
          <p:cNvSpPr>
            <a:spLocks noGrp="1"/>
          </p:cNvSpPr>
          <p:nvPr>
            <p:ph type="title"/>
          </p:nvPr>
        </p:nvSpPr>
        <p:spPr>
          <a:xfrm rot="16200000">
            <a:off x="-1325880" y="1947672"/>
            <a:ext cx="5961888" cy="2788920"/>
          </a:xfrm>
        </p:spPr>
        <p:txBody>
          <a:bodyPr anchor="ctr">
            <a:normAutofit/>
          </a:bodyPr>
          <a:lstStyle/>
          <a:p>
            <a:r>
              <a:rPr lang="en-US" sz="4800" dirty="0">
                <a:solidFill>
                  <a:schemeClr val="bg1"/>
                </a:solidFill>
              </a:rPr>
              <a:t>Finally</a:t>
            </a:r>
            <a:endParaRPr lang="en-GB" sz="4800" dirty="0">
              <a:solidFill>
                <a:schemeClr val="bg1"/>
              </a:solidFill>
            </a:endParaRPr>
          </a:p>
        </p:txBody>
      </p:sp>
      <p:graphicFrame>
        <p:nvGraphicFramePr>
          <p:cNvPr id="5" name="Content Placeholder 2">
            <a:extLst>
              <a:ext uri="{FF2B5EF4-FFF2-40B4-BE49-F238E27FC236}">
                <a16:creationId xmlns:a16="http://schemas.microsoft.com/office/drawing/2014/main" id="{045130E3-BBC6-D010-5D9D-F472280A6AE8}"/>
              </a:ext>
            </a:extLst>
          </p:cNvPr>
          <p:cNvGraphicFramePr>
            <a:graphicFrameLocks noGrp="1"/>
          </p:cNvGraphicFramePr>
          <p:nvPr>
            <p:ph idx="1"/>
            <p:extLst>
              <p:ext uri="{D42A27DB-BD31-4B8C-83A1-F6EECF244321}">
                <p14:modId xmlns:p14="http://schemas.microsoft.com/office/powerpoint/2010/main" val="109849611"/>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9847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70008A-CB6A-4BC2-9696-683B901D3CD6}">
  <ds:schemaRefs>
    <ds:schemaRef ds:uri="http://schemas.microsoft.com/office/2006/metadata/properties"/>
    <ds:schemaRef ds:uri="http://schemas.microsoft.com/office/infopath/2007/PartnerControls"/>
    <ds:schemaRef ds:uri="1cf731c3-fdca-4a95-a92a-ea3b14523102"/>
    <ds:schemaRef ds:uri="0b5197e8-b3d5-44fa-9c9e-08a78b475116"/>
  </ds:schemaRefs>
</ds:datastoreItem>
</file>

<file path=customXml/itemProps2.xml><?xml version="1.0" encoding="utf-8"?>
<ds:datastoreItem xmlns:ds="http://schemas.openxmlformats.org/officeDocument/2006/customXml" ds:itemID="{23600D42-B318-45AA-BD43-0F9E64E16703}">
  <ds:schemaRefs>
    <ds:schemaRef ds:uri="http://schemas.microsoft.com/sharepoint/v3/contenttype/forms"/>
  </ds:schemaRefs>
</ds:datastoreItem>
</file>

<file path=customXml/itemProps3.xml><?xml version="1.0" encoding="utf-8"?>
<ds:datastoreItem xmlns:ds="http://schemas.openxmlformats.org/officeDocument/2006/customXml" ds:itemID="{EAB1CB96-01C6-4F0D-9CC5-05ABF13AF54D}"/>
</file>

<file path=docProps/app.xml><?xml version="1.0" encoding="utf-8"?>
<Properties xmlns="http://schemas.openxmlformats.org/officeDocument/2006/extended-properties" xmlns:vt="http://schemas.openxmlformats.org/officeDocument/2006/docPropsVTypes">
  <TotalTime>0</TotalTime>
  <Words>990</Words>
  <Application>Microsoft Office PowerPoint</Application>
  <PresentationFormat>Widescreen</PresentationFormat>
  <Paragraphs>75</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Level 1 Speaking &amp; Listening Exam </vt:lpstr>
      <vt:lpstr>Types of tasks</vt:lpstr>
      <vt:lpstr>  Task 1: Listening</vt:lpstr>
      <vt:lpstr>Task 1 Listening:  You will listen to three recordings on the same topic  e.g. starting a new job and answer nine questions. </vt:lpstr>
      <vt:lpstr>Task 1 You will  listen three times to each recording.  There are two types of questions. Multiple choice, where you choose your answer and detail questions, where you write your answer. </vt:lpstr>
      <vt:lpstr>Listening</vt:lpstr>
      <vt:lpstr>Level 1 Task 1:  </vt:lpstr>
      <vt:lpstr>Task 2: Everyday Conversation </vt:lpstr>
      <vt:lpstr>What do you need to do?</vt:lpstr>
      <vt:lpstr>Role–play Task 2 a</vt:lpstr>
      <vt:lpstr>Review  Task 2: Three parts! </vt:lpstr>
      <vt:lpstr>Group conversation</vt:lpstr>
      <vt:lpstr>Task 3</vt:lpstr>
      <vt:lpstr> Task 3: Presentation &amp; Discussion</vt:lpstr>
      <vt:lpstr>PowerPoint Presentation</vt:lpstr>
      <vt:lpstr>Task 3 Presentation and Discussion  </vt:lpstr>
      <vt:lpstr> Presentation &amp; discussion</vt:lpstr>
      <vt:lpstr>Finally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Ascentis Level 1 Speaking</dc:title>
  <dc:creator>Marie Pacchiarini</dc:creator>
  <cp:lastModifiedBy>Marie Pacchiarini</cp:lastModifiedBy>
  <cp:revision>24</cp:revision>
  <dcterms:created xsi:type="dcterms:W3CDTF">2023-12-04T11:01:05Z</dcterms:created>
  <dcterms:modified xsi:type="dcterms:W3CDTF">2025-06-26T10:07:36Z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TaxKeyword">
    <vt:lpwstr/>
  </property>
  <property fmtid="{D5CDD505-2E9C-101B-9397-08002B2CF9AE}" pid="4" name="MediaServiceImageTags">
    <vt:lpwstr/>
  </property>
  <property fmtid="{D5CDD505-2E9C-101B-9397-08002B2CF9AE}" pid="5" name="Order">
    <vt:r8>17369000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