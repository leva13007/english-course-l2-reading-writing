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9" r:id="rId7"/>
  </p:sldIdLst>
  <p:sldSz cx="18288000" cy="10287000"/>
  <p:notesSz cx="6858000" cy="9144000"/>
  <p:embeddedFontLst>
    <p:embeddedFont>
      <p:font typeface="Articulat" panose="020B0604020202020204" charset="0"/>
      <p:regular r:id="rId8"/>
    </p:embeddedFont>
    <p:embeddedFont>
      <p:font typeface="Articulat Bold" panose="020B0604020202020204" charset="0"/>
      <p:regular r:id="rId9"/>
    </p:embeddedFont>
    <p:embeddedFont>
      <p:font typeface="Articulat Bold Italics" panose="020B0604020202020204" charset="0"/>
      <p:regular r:id="rId10"/>
    </p:embeddedFont>
    <p:embeddedFont>
      <p:font typeface="Gotham Bold" panose="020B0604020202020204" charset="0"/>
      <p:regular r:id="rId11"/>
    </p:embeddedFont>
    <p:embeddedFont>
      <p:font typeface="Prompt" panose="00000500000000000000" pitchFamily="2" charset="-34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0AE353-498B-141D-3CE8-5FCC9F4F8EF0}" v="20" dt="2024-09-09T07:55:21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8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e Jenkins" userId="S::cjenkins3@cavc.ac.uk::d1aac318-cc82-4064-b811-128c5dcd9468" providerId="AD" clId="Web-{A60AE353-498B-141D-3CE8-5FCC9F4F8EF0}"/>
    <pc:docChg chg="addSld delSld">
      <pc:chgData name="Clare Jenkins" userId="S::cjenkins3@cavc.ac.uk::d1aac318-cc82-4064-b811-128c5dcd9468" providerId="AD" clId="Web-{A60AE353-498B-141D-3CE8-5FCC9F4F8EF0}" dt="2024-09-09T07:55:21.969" v="2"/>
      <pc:docMkLst>
        <pc:docMk/>
      </pc:docMkLst>
      <pc:sldChg chg="add del">
        <pc:chgData name="Clare Jenkins" userId="S::cjenkins3@cavc.ac.uk::d1aac318-cc82-4064-b811-128c5dcd9468" providerId="AD" clId="Web-{A60AE353-498B-141D-3CE8-5FCC9F4F8EF0}" dt="2024-09-09T07:55:21.969" v="2"/>
        <pc:sldMkLst>
          <pc:docMk/>
          <pc:sldMk cId="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8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50364" y="-3557007"/>
            <a:ext cx="5423765" cy="5423765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</a:path>
              </a:pathLst>
            </a:custGeom>
            <a:solidFill>
              <a:srgbClr val="FF66C4"/>
            </a:solidFill>
          </p:spPr>
        </p:sp>
      </p:grpSp>
      <p:sp>
        <p:nvSpPr>
          <p:cNvPr id="4" name="Freeform 4" descr="Bold Colorful Memphis Arrows To The Right"/>
          <p:cNvSpPr/>
          <p:nvPr/>
        </p:nvSpPr>
        <p:spPr>
          <a:xfrm>
            <a:off x="341418" y="-154773"/>
            <a:ext cx="1980340" cy="612105"/>
          </a:xfrm>
          <a:custGeom>
            <a:avLst/>
            <a:gdLst/>
            <a:ahLst/>
            <a:cxnLst/>
            <a:rect l="l" t="t" r="r" b="b"/>
            <a:pathLst>
              <a:path w="1980340" h="612105">
                <a:moveTo>
                  <a:pt x="0" y="0"/>
                </a:moveTo>
                <a:lnTo>
                  <a:pt x="1980339" y="0"/>
                </a:lnTo>
                <a:lnTo>
                  <a:pt x="1980339" y="612105"/>
                </a:lnTo>
                <a:lnTo>
                  <a:pt x="0" y="612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720030" y="827269"/>
            <a:ext cx="7356199" cy="10193703"/>
            <a:chOff x="0" y="0"/>
            <a:chExt cx="4734560" cy="6560820"/>
          </a:xfrm>
        </p:grpSpPr>
        <p:sp>
          <p:nvSpPr>
            <p:cNvPr id="6" name="Freeform 6"/>
            <p:cNvSpPr/>
            <p:nvPr/>
          </p:nvSpPr>
          <p:spPr>
            <a:xfrm>
              <a:off x="36830" y="50800"/>
              <a:ext cx="4645660" cy="6473190"/>
            </a:xfrm>
            <a:custGeom>
              <a:avLst/>
              <a:gdLst/>
              <a:ahLst/>
              <a:cxnLst/>
              <a:rect l="l" t="t" r="r" b="b"/>
              <a:pathLst>
                <a:path w="4645660" h="6473190">
                  <a:moveTo>
                    <a:pt x="4368800" y="0"/>
                  </a:moveTo>
                  <a:lnTo>
                    <a:pt x="276860" y="0"/>
                  </a:lnTo>
                  <a:cubicBezTo>
                    <a:pt x="124460" y="0"/>
                    <a:pt x="0" y="123190"/>
                    <a:pt x="0" y="276860"/>
                  </a:cubicBezTo>
                  <a:lnTo>
                    <a:pt x="0" y="6196330"/>
                  </a:lnTo>
                  <a:cubicBezTo>
                    <a:pt x="0" y="6350000"/>
                    <a:pt x="124460" y="6473190"/>
                    <a:pt x="276860" y="6473190"/>
                  </a:cubicBezTo>
                  <a:lnTo>
                    <a:pt x="4368800" y="6473190"/>
                  </a:lnTo>
                  <a:cubicBezTo>
                    <a:pt x="4522470" y="6473190"/>
                    <a:pt x="4645660" y="6348730"/>
                    <a:pt x="4645660" y="6196330"/>
                  </a:cubicBezTo>
                  <a:lnTo>
                    <a:pt x="4645660" y="276860"/>
                  </a:lnTo>
                  <a:cubicBezTo>
                    <a:pt x="4645660" y="123190"/>
                    <a:pt x="4522470" y="0"/>
                    <a:pt x="4368800" y="0"/>
                  </a:cubicBezTo>
                  <a:close/>
                  <a:moveTo>
                    <a:pt x="4425950" y="6156960"/>
                  </a:moveTo>
                  <a:cubicBezTo>
                    <a:pt x="4425950" y="6212840"/>
                    <a:pt x="4380230" y="6258560"/>
                    <a:pt x="4324350" y="6258560"/>
                  </a:cubicBezTo>
                  <a:lnTo>
                    <a:pt x="321310" y="6258560"/>
                  </a:lnTo>
                  <a:cubicBezTo>
                    <a:pt x="265430" y="6258560"/>
                    <a:pt x="219710" y="6212840"/>
                    <a:pt x="219710" y="6156960"/>
                  </a:cubicBezTo>
                  <a:lnTo>
                    <a:pt x="219710" y="316230"/>
                  </a:lnTo>
                  <a:cubicBezTo>
                    <a:pt x="219710" y="260350"/>
                    <a:pt x="265430" y="214630"/>
                    <a:pt x="321310" y="214630"/>
                  </a:cubicBezTo>
                  <a:lnTo>
                    <a:pt x="4325620" y="214630"/>
                  </a:lnTo>
                  <a:cubicBezTo>
                    <a:pt x="4381500" y="214630"/>
                    <a:pt x="4427220" y="260350"/>
                    <a:pt x="4427220" y="316230"/>
                  </a:cubicBezTo>
                  <a:lnTo>
                    <a:pt x="4427220" y="6156960"/>
                  </a:lnTo>
                  <a:close/>
                </a:path>
              </a:pathLst>
            </a:custGeom>
            <a:solidFill>
              <a:srgbClr val="C0D72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16511"/>
              <a:ext cx="4716780" cy="6544310"/>
            </a:xfrm>
            <a:custGeom>
              <a:avLst/>
              <a:gdLst/>
              <a:ahLst/>
              <a:cxnLst/>
              <a:rect l="l" t="t" r="r" b="b"/>
              <a:pathLst>
                <a:path w="4716780" h="6544310">
                  <a:moveTo>
                    <a:pt x="4395470" y="36829"/>
                  </a:moveTo>
                  <a:cubicBezTo>
                    <a:pt x="4552950" y="36829"/>
                    <a:pt x="4681220" y="165099"/>
                    <a:pt x="4681220" y="322579"/>
                  </a:cubicBezTo>
                  <a:lnTo>
                    <a:pt x="4681220" y="6222999"/>
                  </a:lnTo>
                  <a:cubicBezTo>
                    <a:pt x="4681220" y="6380479"/>
                    <a:pt x="4552950" y="6508750"/>
                    <a:pt x="4395470" y="6508750"/>
                  </a:cubicBezTo>
                  <a:lnTo>
                    <a:pt x="321310" y="6508750"/>
                  </a:lnTo>
                  <a:cubicBezTo>
                    <a:pt x="163830" y="6508750"/>
                    <a:pt x="35560" y="6380480"/>
                    <a:pt x="35560" y="6223000"/>
                  </a:cubicBezTo>
                  <a:lnTo>
                    <a:pt x="35560" y="322580"/>
                  </a:lnTo>
                  <a:cubicBezTo>
                    <a:pt x="35560" y="165100"/>
                    <a:pt x="163830" y="36830"/>
                    <a:pt x="321310" y="36830"/>
                  </a:cubicBezTo>
                  <a:lnTo>
                    <a:pt x="4395470" y="36830"/>
                  </a:lnTo>
                  <a:moveTo>
                    <a:pt x="4395470" y="0"/>
                  </a:moveTo>
                  <a:lnTo>
                    <a:pt x="321310" y="0"/>
                  </a:lnTo>
                  <a:cubicBezTo>
                    <a:pt x="143510" y="0"/>
                    <a:pt x="0" y="144780"/>
                    <a:pt x="0" y="322580"/>
                  </a:cubicBezTo>
                  <a:lnTo>
                    <a:pt x="0" y="6223000"/>
                  </a:lnTo>
                  <a:cubicBezTo>
                    <a:pt x="0" y="6400800"/>
                    <a:pt x="143510" y="6544309"/>
                    <a:pt x="321310" y="6544309"/>
                  </a:cubicBezTo>
                  <a:lnTo>
                    <a:pt x="4395470" y="6544309"/>
                  </a:lnTo>
                  <a:cubicBezTo>
                    <a:pt x="4573270" y="6544309"/>
                    <a:pt x="4716780" y="6400800"/>
                    <a:pt x="4716780" y="6223000"/>
                  </a:cubicBezTo>
                  <a:lnTo>
                    <a:pt x="4716780" y="322580"/>
                  </a:lnTo>
                  <a:cubicBezTo>
                    <a:pt x="4716780" y="144780"/>
                    <a:pt x="4573270" y="0"/>
                    <a:pt x="4395470" y="0"/>
                  </a:cubicBezTo>
                  <a:close/>
                </a:path>
              </a:pathLst>
            </a:custGeom>
            <a:solidFill>
              <a:srgbClr val="E148A9"/>
            </a:solidFill>
          </p:spPr>
        </p:sp>
        <p:sp>
          <p:nvSpPr>
            <p:cNvPr id="8" name="Freeform 8"/>
            <p:cNvSpPr/>
            <p:nvPr/>
          </p:nvSpPr>
          <p:spPr>
            <a:xfrm rot="53999">
              <a:off x="210050" y="233477"/>
              <a:ext cx="4299611" cy="6107837"/>
            </a:xfrm>
            <a:custGeom>
              <a:avLst/>
              <a:gdLst/>
              <a:ahLst/>
              <a:cxnLst/>
              <a:rect l="l" t="t" r="r" b="b"/>
              <a:pathLst>
                <a:path w="4299611" h="6107837">
                  <a:moveTo>
                    <a:pt x="4298342" y="5940898"/>
                  </a:moveTo>
                  <a:cubicBezTo>
                    <a:pt x="4299219" y="5996771"/>
                    <a:pt x="4254223" y="6043204"/>
                    <a:pt x="4198350" y="6044081"/>
                  </a:cubicBezTo>
                  <a:lnTo>
                    <a:pt x="195804" y="6106959"/>
                  </a:lnTo>
                  <a:cubicBezTo>
                    <a:pt x="139931" y="6107836"/>
                    <a:pt x="93498" y="6062840"/>
                    <a:pt x="92620" y="6006967"/>
                  </a:cubicBezTo>
                  <a:lnTo>
                    <a:pt x="878" y="166958"/>
                  </a:lnTo>
                  <a:cubicBezTo>
                    <a:pt x="0" y="111084"/>
                    <a:pt x="44997" y="64652"/>
                    <a:pt x="100870" y="63774"/>
                  </a:cubicBezTo>
                  <a:lnTo>
                    <a:pt x="4104686" y="877"/>
                  </a:lnTo>
                  <a:cubicBezTo>
                    <a:pt x="4160559" y="0"/>
                    <a:pt x="4206991" y="44996"/>
                    <a:pt x="4207869" y="100869"/>
                  </a:cubicBezTo>
                  <a:lnTo>
                    <a:pt x="4299611" y="5940878"/>
                  </a:lnTo>
                  <a:close/>
                </a:path>
              </a:pathLst>
            </a:custGeom>
            <a:blipFill>
              <a:blip r:embed="rId4"/>
              <a:stretch>
                <a:fillRect l="-62" t="-671" r="-11024" b="-3602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951378" y="120589"/>
              <a:ext cx="79963" cy="76322"/>
            </a:xfrm>
            <a:custGeom>
              <a:avLst/>
              <a:gdLst/>
              <a:ahLst/>
              <a:cxnLst/>
              <a:rect l="l" t="t" r="r" b="b"/>
              <a:pathLst>
                <a:path w="79963" h="76322">
                  <a:moveTo>
                    <a:pt x="39982" y="61"/>
                  </a:moveTo>
                  <a:cubicBezTo>
                    <a:pt x="26330" y="0"/>
                    <a:pt x="13688" y="7248"/>
                    <a:pt x="6844" y="19062"/>
                  </a:cubicBezTo>
                  <a:cubicBezTo>
                    <a:pt x="0" y="30875"/>
                    <a:pt x="0" y="45447"/>
                    <a:pt x="6844" y="57260"/>
                  </a:cubicBezTo>
                  <a:cubicBezTo>
                    <a:pt x="13688" y="69074"/>
                    <a:pt x="26330" y="76322"/>
                    <a:pt x="39982" y="76261"/>
                  </a:cubicBezTo>
                  <a:cubicBezTo>
                    <a:pt x="53634" y="76322"/>
                    <a:pt x="66276" y="69074"/>
                    <a:pt x="73120" y="57260"/>
                  </a:cubicBezTo>
                  <a:cubicBezTo>
                    <a:pt x="79964" y="45447"/>
                    <a:pt x="79964" y="30875"/>
                    <a:pt x="73120" y="19062"/>
                  </a:cubicBezTo>
                  <a:cubicBezTo>
                    <a:pt x="66276" y="7248"/>
                    <a:pt x="53634" y="0"/>
                    <a:pt x="39982" y="61"/>
                  </a:cubicBezTo>
                  <a:close/>
                </a:path>
              </a:pathLst>
            </a:custGeom>
            <a:solidFill>
              <a:srgbClr val="F0F3F3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119473" y="104052"/>
              <a:ext cx="114614" cy="109395"/>
            </a:xfrm>
            <a:custGeom>
              <a:avLst/>
              <a:gdLst/>
              <a:ahLst/>
              <a:cxnLst/>
              <a:rect l="l" t="t" r="r" b="b"/>
              <a:pathLst>
                <a:path w="114614" h="109395">
                  <a:moveTo>
                    <a:pt x="57307" y="88"/>
                  </a:moveTo>
                  <a:cubicBezTo>
                    <a:pt x="37739" y="0"/>
                    <a:pt x="19619" y="10390"/>
                    <a:pt x="9809" y="27322"/>
                  </a:cubicBezTo>
                  <a:cubicBezTo>
                    <a:pt x="0" y="44255"/>
                    <a:pt x="0" y="65141"/>
                    <a:pt x="9809" y="82074"/>
                  </a:cubicBezTo>
                  <a:cubicBezTo>
                    <a:pt x="19619" y="99006"/>
                    <a:pt x="37739" y="109396"/>
                    <a:pt x="57307" y="109308"/>
                  </a:cubicBezTo>
                  <a:cubicBezTo>
                    <a:pt x="76875" y="109396"/>
                    <a:pt x="94995" y="99006"/>
                    <a:pt x="104804" y="82074"/>
                  </a:cubicBezTo>
                  <a:cubicBezTo>
                    <a:pt x="114614" y="65141"/>
                    <a:pt x="114614" y="44255"/>
                    <a:pt x="104804" y="27322"/>
                  </a:cubicBezTo>
                  <a:cubicBezTo>
                    <a:pt x="94995" y="10390"/>
                    <a:pt x="76875" y="0"/>
                    <a:pt x="57307" y="88"/>
                  </a:cubicBezTo>
                  <a:close/>
                </a:path>
              </a:pathLst>
            </a:custGeom>
            <a:solidFill>
              <a:srgbClr val="F0F3F3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328944" y="128221"/>
              <a:ext cx="63971" cy="61058"/>
            </a:xfrm>
            <a:custGeom>
              <a:avLst/>
              <a:gdLst/>
              <a:ahLst/>
              <a:cxnLst/>
              <a:rect l="l" t="t" r="r" b="b"/>
              <a:pathLst>
                <a:path w="63971" h="61058">
                  <a:moveTo>
                    <a:pt x="31986" y="49"/>
                  </a:moveTo>
                  <a:cubicBezTo>
                    <a:pt x="21064" y="0"/>
                    <a:pt x="10951" y="5799"/>
                    <a:pt x="5476" y="15250"/>
                  </a:cubicBezTo>
                  <a:cubicBezTo>
                    <a:pt x="0" y="24700"/>
                    <a:pt x="0" y="36358"/>
                    <a:pt x="5476" y="45808"/>
                  </a:cubicBezTo>
                  <a:cubicBezTo>
                    <a:pt x="10951" y="55259"/>
                    <a:pt x="21064" y="61058"/>
                    <a:pt x="31986" y="61009"/>
                  </a:cubicBezTo>
                  <a:cubicBezTo>
                    <a:pt x="42908" y="61058"/>
                    <a:pt x="53021" y="55259"/>
                    <a:pt x="58496" y="45808"/>
                  </a:cubicBezTo>
                  <a:cubicBezTo>
                    <a:pt x="63971" y="36358"/>
                    <a:pt x="63971" y="24700"/>
                    <a:pt x="58496" y="15250"/>
                  </a:cubicBezTo>
                  <a:cubicBezTo>
                    <a:pt x="53021" y="5799"/>
                    <a:pt x="42908" y="0"/>
                    <a:pt x="31986" y="49"/>
                  </a:cubicBezTo>
                  <a:close/>
                </a:path>
              </a:pathLst>
            </a:custGeom>
            <a:solidFill>
              <a:srgbClr val="F0F3F3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346270" y="144758"/>
              <a:ext cx="29320" cy="27985"/>
            </a:xfrm>
            <a:custGeom>
              <a:avLst/>
              <a:gdLst/>
              <a:ahLst/>
              <a:cxnLst/>
              <a:rect l="l" t="t" r="r" b="b"/>
              <a:pathLst>
                <a:path w="29320" h="27985">
                  <a:moveTo>
                    <a:pt x="14660" y="22"/>
                  </a:moveTo>
                  <a:cubicBezTo>
                    <a:pt x="9654" y="0"/>
                    <a:pt x="5019" y="2657"/>
                    <a:pt x="2509" y="6989"/>
                  </a:cubicBezTo>
                  <a:cubicBezTo>
                    <a:pt x="0" y="11320"/>
                    <a:pt x="0" y="16664"/>
                    <a:pt x="2509" y="20995"/>
                  </a:cubicBezTo>
                  <a:cubicBezTo>
                    <a:pt x="5019" y="25327"/>
                    <a:pt x="9654" y="27984"/>
                    <a:pt x="14660" y="27962"/>
                  </a:cubicBezTo>
                  <a:cubicBezTo>
                    <a:pt x="19666" y="27984"/>
                    <a:pt x="24301" y="25327"/>
                    <a:pt x="26811" y="20995"/>
                  </a:cubicBezTo>
                  <a:cubicBezTo>
                    <a:pt x="29320" y="16664"/>
                    <a:pt x="29320" y="11320"/>
                    <a:pt x="26811" y="6989"/>
                  </a:cubicBezTo>
                  <a:cubicBezTo>
                    <a:pt x="24301" y="2657"/>
                    <a:pt x="19666" y="0"/>
                    <a:pt x="14660" y="22"/>
                  </a:cubicBezTo>
                  <a:close/>
                </a:path>
              </a:pathLst>
            </a:custGeom>
            <a:solidFill>
              <a:srgbClr val="AECD35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344044" y="144768"/>
              <a:ext cx="15993" cy="15264"/>
            </a:xfrm>
            <a:custGeom>
              <a:avLst/>
              <a:gdLst/>
              <a:ahLst/>
              <a:cxnLst/>
              <a:rect l="l" t="t" r="r" b="b"/>
              <a:pathLst>
                <a:path w="15993" h="15264">
                  <a:moveTo>
                    <a:pt x="7996" y="12"/>
                  </a:moveTo>
                  <a:cubicBezTo>
                    <a:pt x="5266" y="0"/>
                    <a:pt x="2737" y="1449"/>
                    <a:pt x="1368" y="3812"/>
                  </a:cubicBezTo>
                  <a:cubicBezTo>
                    <a:pt x="0" y="6175"/>
                    <a:pt x="0" y="9089"/>
                    <a:pt x="1368" y="11452"/>
                  </a:cubicBezTo>
                  <a:cubicBezTo>
                    <a:pt x="2737" y="13815"/>
                    <a:pt x="5266" y="15264"/>
                    <a:pt x="7996" y="15252"/>
                  </a:cubicBezTo>
                  <a:cubicBezTo>
                    <a:pt x="10726" y="15264"/>
                    <a:pt x="13255" y="13815"/>
                    <a:pt x="14623" y="11452"/>
                  </a:cubicBezTo>
                  <a:cubicBezTo>
                    <a:pt x="15992" y="9089"/>
                    <a:pt x="15992" y="6175"/>
                    <a:pt x="14623" y="3812"/>
                  </a:cubicBezTo>
                  <a:cubicBezTo>
                    <a:pt x="13255" y="1449"/>
                    <a:pt x="10726" y="0"/>
                    <a:pt x="7996" y="12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4716780" y="534670"/>
              <a:ext cx="19050" cy="278130"/>
            </a:xfrm>
            <a:custGeom>
              <a:avLst/>
              <a:gdLst/>
              <a:ahLst/>
              <a:cxnLst/>
              <a:rect l="l" t="t" r="r" b="b"/>
              <a:pathLst>
                <a:path w="19050" h="278130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0481C4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4716780" y="861060"/>
              <a:ext cx="19050" cy="278130"/>
            </a:xfrm>
            <a:custGeom>
              <a:avLst/>
              <a:gdLst/>
              <a:ahLst/>
              <a:cxnLst/>
              <a:rect l="l" t="t" r="r" b="b"/>
              <a:pathLst>
                <a:path w="19050" h="278130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0481C4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4064000" y="-2540"/>
              <a:ext cx="320040" cy="19050"/>
            </a:xfrm>
            <a:custGeom>
              <a:avLst/>
              <a:gdLst/>
              <a:ahLst/>
              <a:cxnLst/>
              <a:rect l="l" t="t" r="r" b="b"/>
              <a:pathLst>
                <a:path w="320040" h="19050">
                  <a:moveTo>
                    <a:pt x="0" y="19050"/>
                  </a:moveTo>
                  <a:lnTo>
                    <a:pt x="320040" y="19050"/>
                  </a:lnTo>
                  <a:cubicBezTo>
                    <a:pt x="320040" y="0"/>
                    <a:pt x="304800" y="2540"/>
                    <a:pt x="285750" y="2540"/>
                  </a:cubicBezTo>
                  <a:lnTo>
                    <a:pt x="34290" y="2540"/>
                  </a:lnTo>
                  <a:cubicBezTo>
                    <a:pt x="15240" y="2540"/>
                    <a:pt x="0" y="0"/>
                    <a:pt x="0" y="19050"/>
                  </a:cubicBezTo>
                  <a:close/>
                </a:path>
              </a:pathLst>
            </a:custGeom>
            <a:solidFill>
              <a:srgbClr val="0481C4"/>
            </a:solidFill>
          </p:spPr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 rot="-3067025">
            <a:off x="16435480" y="6412151"/>
            <a:ext cx="2870371" cy="1512151"/>
            <a:chOff x="0" y="0"/>
            <a:chExt cx="1610360" cy="848360"/>
          </a:xfrm>
        </p:grpSpPr>
        <p:sp>
          <p:nvSpPr>
            <p:cNvPr id="18" name="Freeform 18"/>
            <p:cNvSpPr/>
            <p:nvPr/>
          </p:nvSpPr>
          <p:spPr>
            <a:xfrm>
              <a:off x="-31750" y="0"/>
              <a:ext cx="1675130" cy="880110"/>
            </a:xfrm>
            <a:custGeom>
              <a:avLst/>
              <a:gdLst/>
              <a:ahLst/>
              <a:cxnLst/>
              <a:rect l="l" t="t" r="r" b="b"/>
              <a:pathLst>
                <a:path w="1675130" h="880110">
                  <a:moveTo>
                    <a:pt x="266700" y="848360"/>
                  </a:moveTo>
                  <a:cubicBezTo>
                    <a:pt x="236220" y="848360"/>
                    <a:pt x="205740" y="842010"/>
                    <a:pt x="175260" y="829310"/>
                  </a:cubicBezTo>
                  <a:cubicBezTo>
                    <a:pt x="55880" y="778510"/>
                    <a:pt x="0" y="641350"/>
                    <a:pt x="50800" y="521970"/>
                  </a:cubicBezTo>
                  <a:cubicBezTo>
                    <a:pt x="184150" y="204470"/>
                    <a:pt x="492760" y="0"/>
                    <a:pt x="836930" y="0"/>
                  </a:cubicBezTo>
                  <a:cubicBezTo>
                    <a:pt x="1181100" y="0"/>
                    <a:pt x="1489710" y="204470"/>
                    <a:pt x="1624330" y="521970"/>
                  </a:cubicBezTo>
                  <a:cubicBezTo>
                    <a:pt x="1675130" y="641350"/>
                    <a:pt x="1619250" y="779780"/>
                    <a:pt x="1499870" y="829310"/>
                  </a:cubicBezTo>
                  <a:cubicBezTo>
                    <a:pt x="1380490" y="880110"/>
                    <a:pt x="1242060" y="824230"/>
                    <a:pt x="1192530" y="704850"/>
                  </a:cubicBezTo>
                  <a:cubicBezTo>
                    <a:pt x="1131570" y="562610"/>
                    <a:pt x="991870" y="469900"/>
                    <a:pt x="836930" y="469900"/>
                  </a:cubicBezTo>
                  <a:cubicBezTo>
                    <a:pt x="681990" y="469900"/>
                    <a:pt x="543560" y="562610"/>
                    <a:pt x="482600" y="704850"/>
                  </a:cubicBezTo>
                  <a:cubicBezTo>
                    <a:pt x="445770" y="793750"/>
                    <a:pt x="358140" y="848360"/>
                    <a:pt x="266700" y="84836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682309" y="151279"/>
            <a:ext cx="9188357" cy="1948192"/>
            <a:chOff x="0" y="0"/>
            <a:chExt cx="3456140" cy="73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456140" cy="732800"/>
            </a:xfrm>
            <a:custGeom>
              <a:avLst/>
              <a:gdLst/>
              <a:ahLst/>
              <a:cxnLst/>
              <a:rect l="l" t="t" r="r" b="b"/>
              <a:pathLst>
                <a:path w="3456140" h="732800">
                  <a:moveTo>
                    <a:pt x="3331680" y="732800"/>
                  </a:moveTo>
                  <a:lnTo>
                    <a:pt x="124460" y="732800"/>
                  </a:lnTo>
                  <a:cubicBezTo>
                    <a:pt x="55880" y="732800"/>
                    <a:pt x="0" y="676920"/>
                    <a:pt x="0" y="6083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331680" y="0"/>
                  </a:lnTo>
                  <a:cubicBezTo>
                    <a:pt x="3400260" y="0"/>
                    <a:pt x="3456140" y="55880"/>
                    <a:pt x="3456140" y="124460"/>
                  </a:cubicBezTo>
                  <a:lnTo>
                    <a:pt x="3456140" y="608340"/>
                  </a:lnTo>
                  <a:cubicBezTo>
                    <a:pt x="3456140" y="676920"/>
                    <a:pt x="3400260" y="732800"/>
                    <a:pt x="3331680" y="732800"/>
                  </a:cubicBezTo>
                </a:path>
              </a:pathLst>
            </a:custGeom>
            <a:solidFill>
              <a:srgbClr val="F0F3F3"/>
            </a:solidFill>
          </p:spPr>
        </p:sp>
      </p:grpSp>
      <p:sp>
        <p:nvSpPr>
          <p:cNvPr id="21" name="Freeform 21"/>
          <p:cNvSpPr/>
          <p:nvPr/>
        </p:nvSpPr>
        <p:spPr>
          <a:xfrm>
            <a:off x="15054250" y="5576423"/>
            <a:ext cx="695395" cy="695395"/>
          </a:xfrm>
          <a:custGeom>
            <a:avLst/>
            <a:gdLst/>
            <a:ahLst/>
            <a:cxnLst/>
            <a:rect l="l" t="t" r="r" b="b"/>
            <a:pathLst>
              <a:path w="695395" h="695395">
                <a:moveTo>
                  <a:pt x="0" y="0"/>
                </a:moveTo>
                <a:lnTo>
                  <a:pt x="695395" y="0"/>
                </a:lnTo>
                <a:lnTo>
                  <a:pt x="695395" y="695395"/>
                </a:lnTo>
                <a:lnTo>
                  <a:pt x="0" y="69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AutoShape 22"/>
          <p:cNvSpPr/>
          <p:nvPr/>
        </p:nvSpPr>
        <p:spPr>
          <a:xfrm>
            <a:off x="10199683" y="1756591"/>
            <a:ext cx="6623034" cy="0"/>
          </a:xfrm>
          <a:prstGeom prst="line">
            <a:avLst/>
          </a:prstGeom>
          <a:ln w="19050" cap="rnd">
            <a:solidFill>
              <a:srgbClr val="AECD3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Freeform 23"/>
          <p:cNvSpPr/>
          <p:nvPr/>
        </p:nvSpPr>
        <p:spPr>
          <a:xfrm>
            <a:off x="7774141" y="3353983"/>
            <a:ext cx="1816337" cy="1591566"/>
          </a:xfrm>
          <a:custGeom>
            <a:avLst/>
            <a:gdLst/>
            <a:ahLst/>
            <a:cxnLst/>
            <a:rect l="l" t="t" r="r" b="b"/>
            <a:pathLst>
              <a:path w="1816337" h="1591566">
                <a:moveTo>
                  <a:pt x="0" y="0"/>
                </a:moveTo>
                <a:lnTo>
                  <a:pt x="1816337" y="0"/>
                </a:lnTo>
                <a:lnTo>
                  <a:pt x="1816337" y="1591566"/>
                </a:lnTo>
                <a:lnTo>
                  <a:pt x="0" y="1591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8323879" y="3472826"/>
            <a:ext cx="820121" cy="676941"/>
            <a:chOff x="0" y="0"/>
            <a:chExt cx="2138680" cy="1765300"/>
          </a:xfrm>
        </p:grpSpPr>
        <p:sp>
          <p:nvSpPr>
            <p:cNvPr id="25" name="Freeform 25"/>
            <p:cNvSpPr/>
            <p:nvPr/>
          </p:nvSpPr>
          <p:spPr>
            <a:xfrm>
              <a:off x="-49530" y="-55880"/>
              <a:ext cx="2237740" cy="1819910"/>
            </a:xfrm>
            <a:custGeom>
              <a:avLst/>
              <a:gdLst/>
              <a:ahLst/>
              <a:cxnLst/>
              <a:rect l="l" t="t" r="r" b="b"/>
              <a:pathLst>
                <a:path w="2237740" h="1819910">
                  <a:moveTo>
                    <a:pt x="1789430" y="69850"/>
                  </a:moveTo>
                  <a:cubicBezTo>
                    <a:pt x="1540510" y="0"/>
                    <a:pt x="1233170" y="191770"/>
                    <a:pt x="1118870" y="495300"/>
                  </a:cubicBezTo>
                  <a:cubicBezTo>
                    <a:pt x="1004570" y="190500"/>
                    <a:pt x="697230" y="0"/>
                    <a:pt x="448310" y="69850"/>
                  </a:cubicBezTo>
                  <a:cubicBezTo>
                    <a:pt x="127000" y="160020"/>
                    <a:pt x="0" y="447040"/>
                    <a:pt x="66040" y="796290"/>
                  </a:cubicBezTo>
                  <a:cubicBezTo>
                    <a:pt x="120650" y="1079500"/>
                    <a:pt x="448310" y="1574800"/>
                    <a:pt x="1117600" y="1819910"/>
                  </a:cubicBezTo>
                  <a:cubicBezTo>
                    <a:pt x="1786890" y="1574800"/>
                    <a:pt x="2115820" y="1079500"/>
                    <a:pt x="2169160" y="796290"/>
                  </a:cubicBezTo>
                  <a:cubicBezTo>
                    <a:pt x="2237740" y="447040"/>
                    <a:pt x="2110740" y="160020"/>
                    <a:pt x="1789430" y="69850"/>
                  </a:cubicBezTo>
                  <a:close/>
                </a:path>
              </a:pathLst>
            </a:custGeom>
            <a:solidFill>
              <a:srgbClr val="0481C4"/>
            </a:solidFill>
          </p:spPr>
        </p:sp>
      </p:grpSp>
      <p:sp>
        <p:nvSpPr>
          <p:cNvPr id="26" name="Freeform 26"/>
          <p:cNvSpPr/>
          <p:nvPr/>
        </p:nvSpPr>
        <p:spPr>
          <a:xfrm>
            <a:off x="8828450" y="457332"/>
            <a:ext cx="1524057" cy="1308784"/>
          </a:xfrm>
          <a:custGeom>
            <a:avLst/>
            <a:gdLst/>
            <a:ahLst/>
            <a:cxnLst/>
            <a:rect l="l" t="t" r="r" b="b"/>
            <a:pathLst>
              <a:path w="1524057" h="1308784">
                <a:moveTo>
                  <a:pt x="0" y="0"/>
                </a:moveTo>
                <a:lnTo>
                  <a:pt x="1524056" y="0"/>
                </a:lnTo>
                <a:lnTo>
                  <a:pt x="1524056" y="1308784"/>
                </a:lnTo>
                <a:lnTo>
                  <a:pt x="0" y="13087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13511200" y="8312662"/>
            <a:ext cx="6438455" cy="3086100"/>
            <a:chOff x="0" y="0"/>
            <a:chExt cx="1695725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695725" cy="812800"/>
            </a:xfrm>
            <a:custGeom>
              <a:avLst/>
              <a:gdLst/>
              <a:ahLst/>
              <a:cxnLst/>
              <a:rect l="l" t="t" r="r" b="b"/>
              <a:pathLst>
                <a:path w="1695725" h="812800">
                  <a:moveTo>
                    <a:pt x="61325" y="0"/>
                  </a:moveTo>
                  <a:lnTo>
                    <a:pt x="1634400" y="0"/>
                  </a:lnTo>
                  <a:cubicBezTo>
                    <a:pt x="1650664" y="0"/>
                    <a:pt x="1666262" y="6461"/>
                    <a:pt x="1677763" y="17962"/>
                  </a:cubicBezTo>
                  <a:cubicBezTo>
                    <a:pt x="1689264" y="29462"/>
                    <a:pt x="1695725" y="45061"/>
                    <a:pt x="1695725" y="61325"/>
                  </a:cubicBezTo>
                  <a:lnTo>
                    <a:pt x="1695725" y="751475"/>
                  </a:lnTo>
                  <a:cubicBezTo>
                    <a:pt x="1695725" y="767739"/>
                    <a:pt x="1689264" y="783338"/>
                    <a:pt x="1677763" y="794838"/>
                  </a:cubicBezTo>
                  <a:cubicBezTo>
                    <a:pt x="1666262" y="806339"/>
                    <a:pt x="1650664" y="812800"/>
                    <a:pt x="1634400" y="812800"/>
                  </a:cubicBezTo>
                  <a:lnTo>
                    <a:pt x="61325" y="812800"/>
                  </a:lnTo>
                  <a:cubicBezTo>
                    <a:pt x="45061" y="812800"/>
                    <a:pt x="29462" y="806339"/>
                    <a:pt x="17962" y="794838"/>
                  </a:cubicBezTo>
                  <a:cubicBezTo>
                    <a:pt x="6461" y="783338"/>
                    <a:pt x="0" y="767739"/>
                    <a:pt x="0" y="751475"/>
                  </a:cubicBezTo>
                  <a:lnTo>
                    <a:pt x="0" y="61325"/>
                  </a:lnTo>
                  <a:cubicBezTo>
                    <a:pt x="0" y="45061"/>
                    <a:pt x="6461" y="29462"/>
                    <a:pt x="17962" y="17962"/>
                  </a:cubicBezTo>
                  <a:cubicBezTo>
                    <a:pt x="29462" y="6461"/>
                    <a:pt x="45061" y="0"/>
                    <a:pt x="61325" y="0"/>
                  </a:cubicBezTo>
                  <a:close/>
                </a:path>
              </a:pathLst>
            </a:custGeom>
            <a:solidFill>
              <a:srgbClr val="464748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99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3957958" y="8405662"/>
            <a:ext cx="4330042" cy="1872743"/>
          </a:xfrm>
          <a:custGeom>
            <a:avLst/>
            <a:gdLst/>
            <a:ahLst/>
            <a:cxnLst/>
            <a:rect l="l" t="t" r="r" b="b"/>
            <a:pathLst>
              <a:path w="4330042" h="1872743">
                <a:moveTo>
                  <a:pt x="0" y="0"/>
                </a:moveTo>
                <a:lnTo>
                  <a:pt x="4330042" y="0"/>
                </a:lnTo>
                <a:lnTo>
                  <a:pt x="4330042" y="1872743"/>
                </a:lnTo>
                <a:lnTo>
                  <a:pt x="0" y="187274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8828450" y="5741570"/>
            <a:ext cx="3722187" cy="3722187"/>
          </a:xfrm>
          <a:custGeom>
            <a:avLst/>
            <a:gdLst/>
            <a:ahLst/>
            <a:cxnLst/>
            <a:rect l="l" t="t" r="r" b="b"/>
            <a:pathLst>
              <a:path w="3722187" h="3722187">
                <a:moveTo>
                  <a:pt x="0" y="0"/>
                </a:moveTo>
                <a:lnTo>
                  <a:pt x="3722187" y="0"/>
                </a:lnTo>
                <a:lnTo>
                  <a:pt x="3722187" y="3722187"/>
                </a:lnTo>
                <a:lnTo>
                  <a:pt x="0" y="37221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0601442" y="534988"/>
            <a:ext cx="6713034" cy="87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Gotham Bold"/>
              </a:rPr>
              <a:t>Scavenger Hunt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43755" y="2236279"/>
            <a:ext cx="7853660" cy="3266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45"/>
              </a:lnSpc>
              <a:spcBef>
                <a:spcPct val="0"/>
              </a:spcBef>
            </a:pPr>
            <a:r>
              <a:rPr lang="en-US" sz="3497" dirty="0">
                <a:solidFill>
                  <a:srgbClr val="FFFFFF"/>
                </a:solidFill>
                <a:latin typeface="Articulat"/>
              </a:rPr>
              <a:t>Thank you for joining us on the next step in your journey.</a:t>
            </a:r>
          </a:p>
          <a:p>
            <a:pPr algn="ctr">
              <a:lnSpc>
                <a:spcPts val="5245"/>
              </a:lnSpc>
              <a:spcBef>
                <a:spcPct val="0"/>
              </a:spcBef>
            </a:pPr>
            <a:r>
              <a:rPr lang="en-US" sz="3497" dirty="0">
                <a:solidFill>
                  <a:srgbClr val="FFFFFF"/>
                </a:solidFill>
                <a:latin typeface="Articulat"/>
              </a:rPr>
              <a:t>It’s time to welcome you to CAVC</a:t>
            </a:r>
          </a:p>
          <a:p>
            <a:pPr algn="ctr">
              <a:lnSpc>
                <a:spcPts val="5245"/>
              </a:lnSpc>
              <a:spcBef>
                <a:spcPct val="0"/>
              </a:spcBef>
            </a:pPr>
            <a:r>
              <a:rPr lang="en-US" sz="3497" dirty="0">
                <a:solidFill>
                  <a:srgbClr val="FFFFFF"/>
                </a:solidFill>
                <a:latin typeface="Articulat"/>
              </a:rPr>
              <a:t>To start the </a:t>
            </a:r>
            <a:r>
              <a:rPr lang="en-US" sz="3497">
                <a:solidFill>
                  <a:srgbClr val="FFFFFF"/>
                </a:solidFill>
                <a:latin typeface="Articulat"/>
              </a:rPr>
              <a:t>Scavenger Hunt</a:t>
            </a:r>
            <a:endParaRPr lang="en-US" sz="3497" dirty="0">
              <a:solidFill>
                <a:srgbClr val="FFFFFF"/>
              </a:solidFill>
              <a:latin typeface="Articulat"/>
            </a:endParaRPr>
          </a:p>
          <a:p>
            <a:pPr algn="ctr">
              <a:lnSpc>
                <a:spcPts val="5245"/>
              </a:lnSpc>
              <a:spcBef>
                <a:spcPct val="0"/>
              </a:spcBef>
            </a:pPr>
            <a:r>
              <a:rPr lang="en-US" sz="3497" dirty="0">
                <a:solidFill>
                  <a:srgbClr val="FFFFFF"/>
                </a:solidFill>
                <a:latin typeface="Articulat"/>
              </a:rPr>
              <a:t>Head to the place of coffee and tea!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2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681682" y="2043557"/>
            <a:ext cx="1153082" cy="1129153"/>
            <a:chOff x="-72390" y="7620"/>
            <a:chExt cx="6487160" cy="6352540"/>
          </a:xfrm>
        </p:grpSpPr>
        <p:sp>
          <p:nvSpPr>
            <p:cNvPr id="3" name="Freeform 3"/>
            <p:cNvSpPr/>
            <p:nvPr/>
          </p:nvSpPr>
          <p:spPr>
            <a:xfrm>
              <a:off x="-72390" y="7620"/>
              <a:ext cx="6487160" cy="6352540"/>
            </a:xfrm>
            <a:custGeom>
              <a:avLst/>
              <a:gdLst/>
              <a:ahLst/>
              <a:cxnLst/>
              <a:rect l="l" t="t" r="r" b="b"/>
              <a:pathLst>
                <a:path w="6487160" h="6352540">
                  <a:moveTo>
                    <a:pt x="6322060" y="3176270"/>
                  </a:moveTo>
                  <a:cubicBezTo>
                    <a:pt x="6322060" y="2844800"/>
                    <a:pt x="6487160" y="2493010"/>
                    <a:pt x="6385560" y="2194560"/>
                  </a:cubicBezTo>
                  <a:cubicBezTo>
                    <a:pt x="6281420" y="1884680"/>
                    <a:pt x="5928360" y="1694180"/>
                    <a:pt x="5734050" y="1436370"/>
                  </a:cubicBezTo>
                  <a:cubicBezTo>
                    <a:pt x="5537200" y="1176020"/>
                    <a:pt x="5455920" y="796290"/>
                    <a:pt x="5185410" y="607060"/>
                  </a:cubicBezTo>
                  <a:cubicBezTo>
                    <a:pt x="4917440" y="420370"/>
                    <a:pt x="4517390" y="462280"/>
                    <a:pt x="4196080" y="360680"/>
                  </a:cubicBezTo>
                  <a:cubicBezTo>
                    <a:pt x="3884930" y="264160"/>
                    <a:pt x="3589020" y="0"/>
                    <a:pt x="3244850" y="0"/>
                  </a:cubicBezTo>
                  <a:cubicBezTo>
                    <a:pt x="2900680" y="0"/>
                    <a:pt x="2603500" y="262890"/>
                    <a:pt x="2293620" y="360680"/>
                  </a:cubicBezTo>
                  <a:cubicBezTo>
                    <a:pt x="1972310" y="461010"/>
                    <a:pt x="1570990" y="419100"/>
                    <a:pt x="1303020" y="607060"/>
                  </a:cubicBezTo>
                  <a:cubicBezTo>
                    <a:pt x="1032510" y="796290"/>
                    <a:pt x="951230" y="1176020"/>
                    <a:pt x="754380" y="1436370"/>
                  </a:cubicBezTo>
                  <a:cubicBezTo>
                    <a:pt x="558800" y="1694180"/>
                    <a:pt x="207010" y="1884680"/>
                    <a:pt x="101600" y="2194560"/>
                  </a:cubicBezTo>
                  <a:cubicBezTo>
                    <a:pt x="1270" y="2493010"/>
                    <a:pt x="165100" y="2844800"/>
                    <a:pt x="165100" y="3176270"/>
                  </a:cubicBezTo>
                  <a:cubicBezTo>
                    <a:pt x="165100" y="3507740"/>
                    <a:pt x="0" y="3859530"/>
                    <a:pt x="101600" y="4157980"/>
                  </a:cubicBezTo>
                  <a:cubicBezTo>
                    <a:pt x="205740" y="4467860"/>
                    <a:pt x="558800" y="4658360"/>
                    <a:pt x="753110" y="4916170"/>
                  </a:cubicBezTo>
                  <a:cubicBezTo>
                    <a:pt x="949960" y="5176520"/>
                    <a:pt x="1031240" y="5556250"/>
                    <a:pt x="1301750" y="5745480"/>
                  </a:cubicBezTo>
                  <a:cubicBezTo>
                    <a:pt x="1569720" y="5933440"/>
                    <a:pt x="1969770" y="5891530"/>
                    <a:pt x="2292350" y="5991860"/>
                  </a:cubicBezTo>
                  <a:cubicBezTo>
                    <a:pt x="2603500" y="6088380"/>
                    <a:pt x="2899410" y="6352540"/>
                    <a:pt x="3243580" y="6352540"/>
                  </a:cubicBezTo>
                  <a:cubicBezTo>
                    <a:pt x="3587750" y="6352540"/>
                    <a:pt x="3884930" y="6089650"/>
                    <a:pt x="4194810" y="5991860"/>
                  </a:cubicBezTo>
                  <a:cubicBezTo>
                    <a:pt x="4516120" y="5891530"/>
                    <a:pt x="4917440" y="5933440"/>
                    <a:pt x="5185410" y="5745480"/>
                  </a:cubicBezTo>
                  <a:cubicBezTo>
                    <a:pt x="5455920" y="5556250"/>
                    <a:pt x="5537200" y="5176520"/>
                    <a:pt x="5734050" y="4916170"/>
                  </a:cubicBezTo>
                  <a:cubicBezTo>
                    <a:pt x="5929630" y="4658360"/>
                    <a:pt x="6281420" y="4467860"/>
                    <a:pt x="6385560" y="4157980"/>
                  </a:cubicBezTo>
                  <a:cubicBezTo>
                    <a:pt x="6487160" y="3858260"/>
                    <a:pt x="6322060" y="3506470"/>
                    <a:pt x="6322060" y="3176270"/>
                  </a:cubicBezTo>
                  <a:close/>
                </a:path>
              </a:pathLst>
            </a:custGeom>
            <a:solidFill>
              <a:srgbClr val="C1D82E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681682" y="3754303"/>
            <a:ext cx="1153082" cy="1129153"/>
            <a:chOff x="-72390" y="7620"/>
            <a:chExt cx="6487160" cy="6352540"/>
          </a:xfrm>
        </p:grpSpPr>
        <p:sp>
          <p:nvSpPr>
            <p:cNvPr id="5" name="Freeform 5"/>
            <p:cNvSpPr/>
            <p:nvPr/>
          </p:nvSpPr>
          <p:spPr>
            <a:xfrm>
              <a:off x="-72390" y="7620"/>
              <a:ext cx="6487160" cy="6352540"/>
            </a:xfrm>
            <a:custGeom>
              <a:avLst/>
              <a:gdLst/>
              <a:ahLst/>
              <a:cxnLst/>
              <a:rect l="l" t="t" r="r" b="b"/>
              <a:pathLst>
                <a:path w="6487160" h="6352540">
                  <a:moveTo>
                    <a:pt x="6322060" y="3176270"/>
                  </a:moveTo>
                  <a:cubicBezTo>
                    <a:pt x="6322060" y="2844800"/>
                    <a:pt x="6487160" y="2493010"/>
                    <a:pt x="6385560" y="2194560"/>
                  </a:cubicBezTo>
                  <a:cubicBezTo>
                    <a:pt x="6281420" y="1884680"/>
                    <a:pt x="5928360" y="1694180"/>
                    <a:pt x="5734050" y="1436370"/>
                  </a:cubicBezTo>
                  <a:cubicBezTo>
                    <a:pt x="5537200" y="1176020"/>
                    <a:pt x="5455920" y="796290"/>
                    <a:pt x="5185410" y="607060"/>
                  </a:cubicBezTo>
                  <a:cubicBezTo>
                    <a:pt x="4917440" y="420370"/>
                    <a:pt x="4517390" y="462280"/>
                    <a:pt x="4196080" y="360680"/>
                  </a:cubicBezTo>
                  <a:cubicBezTo>
                    <a:pt x="3884930" y="264160"/>
                    <a:pt x="3589020" y="0"/>
                    <a:pt x="3244850" y="0"/>
                  </a:cubicBezTo>
                  <a:cubicBezTo>
                    <a:pt x="2900680" y="0"/>
                    <a:pt x="2603500" y="262890"/>
                    <a:pt x="2293620" y="360680"/>
                  </a:cubicBezTo>
                  <a:cubicBezTo>
                    <a:pt x="1972310" y="461010"/>
                    <a:pt x="1570990" y="419100"/>
                    <a:pt x="1303020" y="607060"/>
                  </a:cubicBezTo>
                  <a:cubicBezTo>
                    <a:pt x="1032510" y="796290"/>
                    <a:pt x="951230" y="1176020"/>
                    <a:pt x="754380" y="1436370"/>
                  </a:cubicBezTo>
                  <a:cubicBezTo>
                    <a:pt x="558800" y="1694180"/>
                    <a:pt x="207010" y="1884680"/>
                    <a:pt x="101600" y="2194560"/>
                  </a:cubicBezTo>
                  <a:cubicBezTo>
                    <a:pt x="1270" y="2493010"/>
                    <a:pt x="165100" y="2844800"/>
                    <a:pt x="165100" y="3176270"/>
                  </a:cubicBezTo>
                  <a:cubicBezTo>
                    <a:pt x="165100" y="3507740"/>
                    <a:pt x="0" y="3859530"/>
                    <a:pt x="101600" y="4157980"/>
                  </a:cubicBezTo>
                  <a:cubicBezTo>
                    <a:pt x="205740" y="4467860"/>
                    <a:pt x="558800" y="4658360"/>
                    <a:pt x="753110" y="4916170"/>
                  </a:cubicBezTo>
                  <a:cubicBezTo>
                    <a:pt x="949960" y="5176520"/>
                    <a:pt x="1031240" y="5556250"/>
                    <a:pt x="1301750" y="5745480"/>
                  </a:cubicBezTo>
                  <a:cubicBezTo>
                    <a:pt x="1569720" y="5933440"/>
                    <a:pt x="1969770" y="5891530"/>
                    <a:pt x="2292350" y="5991860"/>
                  </a:cubicBezTo>
                  <a:cubicBezTo>
                    <a:pt x="2603500" y="6088380"/>
                    <a:pt x="2899410" y="6352540"/>
                    <a:pt x="3243580" y="6352540"/>
                  </a:cubicBezTo>
                  <a:cubicBezTo>
                    <a:pt x="3587750" y="6352540"/>
                    <a:pt x="3884930" y="6089650"/>
                    <a:pt x="4194810" y="5991860"/>
                  </a:cubicBezTo>
                  <a:cubicBezTo>
                    <a:pt x="4516120" y="5891530"/>
                    <a:pt x="4917440" y="5933440"/>
                    <a:pt x="5185410" y="5745480"/>
                  </a:cubicBezTo>
                  <a:cubicBezTo>
                    <a:pt x="5455920" y="5556250"/>
                    <a:pt x="5537200" y="5176520"/>
                    <a:pt x="5734050" y="4916170"/>
                  </a:cubicBezTo>
                  <a:cubicBezTo>
                    <a:pt x="5929630" y="4658360"/>
                    <a:pt x="6281420" y="4467860"/>
                    <a:pt x="6385560" y="4157980"/>
                  </a:cubicBezTo>
                  <a:cubicBezTo>
                    <a:pt x="6487160" y="3858260"/>
                    <a:pt x="6322060" y="3506470"/>
                    <a:pt x="6322060" y="3176270"/>
                  </a:cubicBezTo>
                  <a:close/>
                </a:path>
              </a:pathLst>
            </a:custGeom>
            <a:solidFill>
              <a:srgbClr val="C0D72F"/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81682" y="5936470"/>
            <a:ext cx="1153082" cy="1129153"/>
            <a:chOff x="-72390" y="7620"/>
            <a:chExt cx="6487160" cy="6352540"/>
          </a:xfrm>
        </p:grpSpPr>
        <p:sp>
          <p:nvSpPr>
            <p:cNvPr id="7" name="Freeform 7"/>
            <p:cNvSpPr/>
            <p:nvPr/>
          </p:nvSpPr>
          <p:spPr>
            <a:xfrm>
              <a:off x="-72390" y="7620"/>
              <a:ext cx="6487160" cy="6352540"/>
            </a:xfrm>
            <a:custGeom>
              <a:avLst/>
              <a:gdLst/>
              <a:ahLst/>
              <a:cxnLst/>
              <a:rect l="l" t="t" r="r" b="b"/>
              <a:pathLst>
                <a:path w="6487160" h="6352540">
                  <a:moveTo>
                    <a:pt x="6322060" y="3176270"/>
                  </a:moveTo>
                  <a:cubicBezTo>
                    <a:pt x="6322060" y="2844800"/>
                    <a:pt x="6487160" y="2493010"/>
                    <a:pt x="6385560" y="2194560"/>
                  </a:cubicBezTo>
                  <a:cubicBezTo>
                    <a:pt x="6281420" y="1884680"/>
                    <a:pt x="5928360" y="1694180"/>
                    <a:pt x="5734050" y="1436370"/>
                  </a:cubicBezTo>
                  <a:cubicBezTo>
                    <a:pt x="5537200" y="1176020"/>
                    <a:pt x="5455920" y="796290"/>
                    <a:pt x="5185410" y="607060"/>
                  </a:cubicBezTo>
                  <a:cubicBezTo>
                    <a:pt x="4917440" y="420370"/>
                    <a:pt x="4517390" y="462280"/>
                    <a:pt x="4196080" y="360680"/>
                  </a:cubicBezTo>
                  <a:cubicBezTo>
                    <a:pt x="3884930" y="264160"/>
                    <a:pt x="3589020" y="0"/>
                    <a:pt x="3244850" y="0"/>
                  </a:cubicBezTo>
                  <a:cubicBezTo>
                    <a:pt x="2900680" y="0"/>
                    <a:pt x="2603500" y="262890"/>
                    <a:pt x="2293620" y="360680"/>
                  </a:cubicBezTo>
                  <a:cubicBezTo>
                    <a:pt x="1972310" y="461010"/>
                    <a:pt x="1570990" y="419100"/>
                    <a:pt x="1303020" y="607060"/>
                  </a:cubicBezTo>
                  <a:cubicBezTo>
                    <a:pt x="1032510" y="796290"/>
                    <a:pt x="951230" y="1176020"/>
                    <a:pt x="754380" y="1436370"/>
                  </a:cubicBezTo>
                  <a:cubicBezTo>
                    <a:pt x="558800" y="1694180"/>
                    <a:pt x="207010" y="1884680"/>
                    <a:pt x="101600" y="2194560"/>
                  </a:cubicBezTo>
                  <a:cubicBezTo>
                    <a:pt x="1270" y="2493010"/>
                    <a:pt x="165100" y="2844800"/>
                    <a:pt x="165100" y="3176270"/>
                  </a:cubicBezTo>
                  <a:cubicBezTo>
                    <a:pt x="165100" y="3507740"/>
                    <a:pt x="0" y="3859530"/>
                    <a:pt x="101600" y="4157980"/>
                  </a:cubicBezTo>
                  <a:cubicBezTo>
                    <a:pt x="205740" y="4467860"/>
                    <a:pt x="558800" y="4658360"/>
                    <a:pt x="753110" y="4916170"/>
                  </a:cubicBezTo>
                  <a:cubicBezTo>
                    <a:pt x="949960" y="5176520"/>
                    <a:pt x="1031240" y="5556250"/>
                    <a:pt x="1301750" y="5745480"/>
                  </a:cubicBezTo>
                  <a:cubicBezTo>
                    <a:pt x="1569720" y="5933440"/>
                    <a:pt x="1969770" y="5891530"/>
                    <a:pt x="2292350" y="5991860"/>
                  </a:cubicBezTo>
                  <a:cubicBezTo>
                    <a:pt x="2603500" y="6088380"/>
                    <a:pt x="2899410" y="6352540"/>
                    <a:pt x="3243580" y="6352540"/>
                  </a:cubicBezTo>
                  <a:cubicBezTo>
                    <a:pt x="3587750" y="6352540"/>
                    <a:pt x="3884930" y="6089650"/>
                    <a:pt x="4194810" y="5991860"/>
                  </a:cubicBezTo>
                  <a:cubicBezTo>
                    <a:pt x="4516120" y="5891530"/>
                    <a:pt x="4917440" y="5933440"/>
                    <a:pt x="5185410" y="5745480"/>
                  </a:cubicBezTo>
                  <a:cubicBezTo>
                    <a:pt x="5455920" y="5556250"/>
                    <a:pt x="5537200" y="5176520"/>
                    <a:pt x="5734050" y="4916170"/>
                  </a:cubicBezTo>
                  <a:cubicBezTo>
                    <a:pt x="5929630" y="4658360"/>
                    <a:pt x="6281420" y="4467860"/>
                    <a:pt x="6385560" y="4157980"/>
                  </a:cubicBezTo>
                  <a:cubicBezTo>
                    <a:pt x="6487160" y="3858260"/>
                    <a:pt x="6322060" y="3506470"/>
                    <a:pt x="6322060" y="3176270"/>
                  </a:cubicBezTo>
                  <a:close/>
                </a:path>
              </a:pathLst>
            </a:custGeom>
            <a:solidFill>
              <a:srgbClr val="C1D82E"/>
            </a:solidFill>
          </p:spPr>
        </p:sp>
      </p:grpSp>
      <p:sp>
        <p:nvSpPr>
          <p:cNvPr id="8" name="AutoShape 8"/>
          <p:cNvSpPr/>
          <p:nvPr/>
        </p:nvSpPr>
        <p:spPr>
          <a:xfrm>
            <a:off x="3045859" y="3744778"/>
            <a:ext cx="7312050" cy="0"/>
          </a:xfrm>
          <a:prstGeom prst="line">
            <a:avLst/>
          </a:prstGeom>
          <a:ln w="19050" cap="rnd">
            <a:solidFill>
              <a:srgbClr val="F2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2899340" y="5622145"/>
            <a:ext cx="7312050" cy="0"/>
          </a:xfrm>
          <a:prstGeom prst="line">
            <a:avLst/>
          </a:prstGeom>
          <a:ln w="19050" cap="rnd">
            <a:solidFill>
              <a:srgbClr val="F2F4F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1757561" y="8349246"/>
            <a:ext cx="5501739" cy="2898393"/>
            <a:chOff x="0" y="0"/>
            <a:chExt cx="1610360" cy="848360"/>
          </a:xfrm>
        </p:grpSpPr>
        <p:sp>
          <p:nvSpPr>
            <p:cNvPr id="11" name="Freeform 11"/>
            <p:cNvSpPr/>
            <p:nvPr/>
          </p:nvSpPr>
          <p:spPr>
            <a:xfrm>
              <a:off x="-31750" y="0"/>
              <a:ext cx="1675130" cy="880110"/>
            </a:xfrm>
            <a:custGeom>
              <a:avLst/>
              <a:gdLst/>
              <a:ahLst/>
              <a:cxnLst/>
              <a:rect l="l" t="t" r="r" b="b"/>
              <a:pathLst>
                <a:path w="1675130" h="880110">
                  <a:moveTo>
                    <a:pt x="266700" y="848360"/>
                  </a:moveTo>
                  <a:cubicBezTo>
                    <a:pt x="236220" y="848360"/>
                    <a:pt x="205740" y="842010"/>
                    <a:pt x="175260" y="829310"/>
                  </a:cubicBezTo>
                  <a:cubicBezTo>
                    <a:pt x="55880" y="778510"/>
                    <a:pt x="0" y="641350"/>
                    <a:pt x="50800" y="521970"/>
                  </a:cubicBezTo>
                  <a:cubicBezTo>
                    <a:pt x="184150" y="204470"/>
                    <a:pt x="492760" y="0"/>
                    <a:pt x="836930" y="0"/>
                  </a:cubicBezTo>
                  <a:cubicBezTo>
                    <a:pt x="1181100" y="0"/>
                    <a:pt x="1489710" y="204470"/>
                    <a:pt x="1624330" y="521970"/>
                  </a:cubicBezTo>
                  <a:cubicBezTo>
                    <a:pt x="1675130" y="641350"/>
                    <a:pt x="1619250" y="779780"/>
                    <a:pt x="1499870" y="829310"/>
                  </a:cubicBezTo>
                  <a:cubicBezTo>
                    <a:pt x="1380490" y="880110"/>
                    <a:pt x="1242060" y="824230"/>
                    <a:pt x="1192530" y="704850"/>
                  </a:cubicBezTo>
                  <a:cubicBezTo>
                    <a:pt x="1131570" y="562610"/>
                    <a:pt x="991870" y="469900"/>
                    <a:pt x="836930" y="469900"/>
                  </a:cubicBezTo>
                  <a:cubicBezTo>
                    <a:pt x="681990" y="469900"/>
                    <a:pt x="543560" y="562610"/>
                    <a:pt x="482600" y="704850"/>
                  </a:cubicBezTo>
                  <a:cubicBezTo>
                    <a:pt x="445770" y="793750"/>
                    <a:pt x="358140" y="848360"/>
                    <a:pt x="266700" y="84836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 rot="7031517">
            <a:off x="14586791" y="-12347"/>
            <a:ext cx="3844286" cy="2025223"/>
            <a:chOff x="0" y="0"/>
            <a:chExt cx="1610360" cy="848360"/>
          </a:xfrm>
        </p:grpSpPr>
        <p:sp>
          <p:nvSpPr>
            <p:cNvPr id="13" name="Freeform 13"/>
            <p:cNvSpPr/>
            <p:nvPr/>
          </p:nvSpPr>
          <p:spPr>
            <a:xfrm>
              <a:off x="-31750" y="0"/>
              <a:ext cx="1675130" cy="880110"/>
            </a:xfrm>
            <a:custGeom>
              <a:avLst/>
              <a:gdLst/>
              <a:ahLst/>
              <a:cxnLst/>
              <a:rect l="l" t="t" r="r" b="b"/>
              <a:pathLst>
                <a:path w="1675130" h="880110">
                  <a:moveTo>
                    <a:pt x="266700" y="848360"/>
                  </a:moveTo>
                  <a:cubicBezTo>
                    <a:pt x="236220" y="848360"/>
                    <a:pt x="205740" y="842010"/>
                    <a:pt x="175260" y="829310"/>
                  </a:cubicBezTo>
                  <a:cubicBezTo>
                    <a:pt x="55880" y="778510"/>
                    <a:pt x="0" y="641350"/>
                    <a:pt x="50800" y="521970"/>
                  </a:cubicBezTo>
                  <a:cubicBezTo>
                    <a:pt x="184150" y="204470"/>
                    <a:pt x="492760" y="0"/>
                    <a:pt x="836930" y="0"/>
                  </a:cubicBezTo>
                  <a:cubicBezTo>
                    <a:pt x="1181100" y="0"/>
                    <a:pt x="1489710" y="204470"/>
                    <a:pt x="1624330" y="521970"/>
                  </a:cubicBezTo>
                  <a:cubicBezTo>
                    <a:pt x="1675130" y="641350"/>
                    <a:pt x="1619250" y="779780"/>
                    <a:pt x="1499870" y="829310"/>
                  </a:cubicBezTo>
                  <a:cubicBezTo>
                    <a:pt x="1380490" y="880110"/>
                    <a:pt x="1242060" y="824230"/>
                    <a:pt x="1192530" y="704850"/>
                  </a:cubicBezTo>
                  <a:cubicBezTo>
                    <a:pt x="1131570" y="562610"/>
                    <a:pt x="991870" y="469900"/>
                    <a:pt x="836930" y="469900"/>
                  </a:cubicBezTo>
                  <a:cubicBezTo>
                    <a:pt x="681990" y="469900"/>
                    <a:pt x="543560" y="562610"/>
                    <a:pt x="482600" y="704850"/>
                  </a:cubicBezTo>
                  <a:cubicBezTo>
                    <a:pt x="445770" y="793750"/>
                    <a:pt x="358140" y="848360"/>
                    <a:pt x="266700" y="848360"/>
                  </a:cubicBezTo>
                  <a:close/>
                </a:path>
              </a:pathLst>
            </a:custGeom>
            <a:solidFill>
              <a:srgbClr val="F2F4F4"/>
            </a:solid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0211390" y="636705"/>
            <a:ext cx="6237577" cy="8643595"/>
            <a:chOff x="0" y="0"/>
            <a:chExt cx="4734560" cy="6560820"/>
          </a:xfrm>
        </p:grpSpPr>
        <p:sp>
          <p:nvSpPr>
            <p:cNvPr id="15" name="Freeform 15"/>
            <p:cNvSpPr/>
            <p:nvPr/>
          </p:nvSpPr>
          <p:spPr>
            <a:xfrm>
              <a:off x="36830" y="50800"/>
              <a:ext cx="4645660" cy="6473190"/>
            </a:xfrm>
            <a:custGeom>
              <a:avLst/>
              <a:gdLst/>
              <a:ahLst/>
              <a:cxnLst/>
              <a:rect l="l" t="t" r="r" b="b"/>
              <a:pathLst>
                <a:path w="4645660" h="6473190">
                  <a:moveTo>
                    <a:pt x="4368800" y="0"/>
                  </a:moveTo>
                  <a:lnTo>
                    <a:pt x="276860" y="0"/>
                  </a:lnTo>
                  <a:cubicBezTo>
                    <a:pt x="124460" y="0"/>
                    <a:pt x="0" y="123190"/>
                    <a:pt x="0" y="276860"/>
                  </a:cubicBezTo>
                  <a:lnTo>
                    <a:pt x="0" y="6196330"/>
                  </a:lnTo>
                  <a:cubicBezTo>
                    <a:pt x="0" y="6350000"/>
                    <a:pt x="124460" y="6473190"/>
                    <a:pt x="276860" y="6473190"/>
                  </a:cubicBezTo>
                  <a:lnTo>
                    <a:pt x="4368800" y="6473190"/>
                  </a:lnTo>
                  <a:cubicBezTo>
                    <a:pt x="4522470" y="6473190"/>
                    <a:pt x="4645660" y="6348730"/>
                    <a:pt x="4645660" y="6196330"/>
                  </a:cubicBezTo>
                  <a:lnTo>
                    <a:pt x="4645660" y="276860"/>
                  </a:lnTo>
                  <a:cubicBezTo>
                    <a:pt x="4645660" y="123190"/>
                    <a:pt x="4522470" y="0"/>
                    <a:pt x="4368800" y="0"/>
                  </a:cubicBezTo>
                  <a:close/>
                  <a:moveTo>
                    <a:pt x="4425950" y="6156960"/>
                  </a:moveTo>
                  <a:cubicBezTo>
                    <a:pt x="4425950" y="6212840"/>
                    <a:pt x="4380230" y="6258560"/>
                    <a:pt x="4324350" y="6258560"/>
                  </a:cubicBezTo>
                  <a:lnTo>
                    <a:pt x="321310" y="6258560"/>
                  </a:lnTo>
                  <a:cubicBezTo>
                    <a:pt x="265430" y="6258560"/>
                    <a:pt x="219710" y="6212840"/>
                    <a:pt x="219710" y="6156960"/>
                  </a:cubicBezTo>
                  <a:lnTo>
                    <a:pt x="219710" y="316230"/>
                  </a:lnTo>
                  <a:cubicBezTo>
                    <a:pt x="219710" y="260350"/>
                    <a:pt x="265430" y="214630"/>
                    <a:pt x="321310" y="214630"/>
                  </a:cubicBezTo>
                  <a:lnTo>
                    <a:pt x="4325620" y="214630"/>
                  </a:lnTo>
                  <a:cubicBezTo>
                    <a:pt x="4381500" y="214630"/>
                    <a:pt x="4427220" y="260350"/>
                    <a:pt x="4427220" y="316230"/>
                  </a:cubicBezTo>
                  <a:lnTo>
                    <a:pt x="4427220" y="6156960"/>
                  </a:lnTo>
                  <a:close/>
                </a:path>
              </a:pathLst>
            </a:custGeom>
            <a:solidFill>
              <a:srgbClr val="C1D82E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16511"/>
              <a:ext cx="4716780" cy="6544310"/>
            </a:xfrm>
            <a:custGeom>
              <a:avLst/>
              <a:gdLst/>
              <a:ahLst/>
              <a:cxnLst/>
              <a:rect l="l" t="t" r="r" b="b"/>
              <a:pathLst>
                <a:path w="4716780" h="6544310">
                  <a:moveTo>
                    <a:pt x="4395470" y="36829"/>
                  </a:moveTo>
                  <a:cubicBezTo>
                    <a:pt x="4552950" y="36829"/>
                    <a:pt x="4681220" y="165099"/>
                    <a:pt x="4681220" y="322579"/>
                  </a:cubicBezTo>
                  <a:lnTo>
                    <a:pt x="4681220" y="6222999"/>
                  </a:lnTo>
                  <a:cubicBezTo>
                    <a:pt x="4681220" y="6380479"/>
                    <a:pt x="4552950" y="6508750"/>
                    <a:pt x="4395470" y="6508750"/>
                  </a:cubicBezTo>
                  <a:lnTo>
                    <a:pt x="321310" y="6508750"/>
                  </a:lnTo>
                  <a:cubicBezTo>
                    <a:pt x="163830" y="6508750"/>
                    <a:pt x="35560" y="6380480"/>
                    <a:pt x="35560" y="6223000"/>
                  </a:cubicBezTo>
                  <a:lnTo>
                    <a:pt x="35560" y="322580"/>
                  </a:lnTo>
                  <a:cubicBezTo>
                    <a:pt x="35560" y="165100"/>
                    <a:pt x="163830" y="36830"/>
                    <a:pt x="321310" y="36830"/>
                  </a:cubicBezTo>
                  <a:lnTo>
                    <a:pt x="4395470" y="36830"/>
                  </a:lnTo>
                  <a:moveTo>
                    <a:pt x="4395470" y="0"/>
                  </a:moveTo>
                  <a:lnTo>
                    <a:pt x="321310" y="0"/>
                  </a:lnTo>
                  <a:cubicBezTo>
                    <a:pt x="143510" y="0"/>
                    <a:pt x="0" y="144780"/>
                    <a:pt x="0" y="322580"/>
                  </a:cubicBezTo>
                  <a:lnTo>
                    <a:pt x="0" y="6223000"/>
                  </a:lnTo>
                  <a:cubicBezTo>
                    <a:pt x="0" y="6400800"/>
                    <a:pt x="143510" y="6544309"/>
                    <a:pt x="321310" y="6544309"/>
                  </a:cubicBezTo>
                  <a:lnTo>
                    <a:pt x="4395470" y="6544309"/>
                  </a:lnTo>
                  <a:cubicBezTo>
                    <a:pt x="4573270" y="6544309"/>
                    <a:pt x="4716780" y="6400800"/>
                    <a:pt x="4716780" y="6223000"/>
                  </a:cubicBezTo>
                  <a:lnTo>
                    <a:pt x="4716780" y="322580"/>
                  </a:lnTo>
                  <a:cubicBezTo>
                    <a:pt x="4716780" y="144780"/>
                    <a:pt x="4573270" y="0"/>
                    <a:pt x="4395470" y="0"/>
                  </a:cubicBezTo>
                  <a:close/>
                </a:path>
              </a:pathLst>
            </a:custGeom>
            <a:solidFill>
              <a:srgbClr val="0082C6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256540" y="265430"/>
              <a:ext cx="4207510" cy="6043930"/>
            </a:xfrm>
            <a:custGeom>
              <a:avLst/>
              <a:gdLst/>
              <a:ahLst/>
              <a:cxnLst/>
              <a:rect l="l" t="t" r="r" b="b"/>
              <a:pathLst>
                <a:path w="4207510" h="6043930">
                  <a:moveTo>
                    <a:pt x="4206240" y="5942330"/>
                  </a:moveTo>
                  <a:cubicBezTo>
                    <a:pt x="4206240" y="5998210"/>
                    <a:pt x="4160520" y="6043930"/>
                    <a:pt x="4104640" y="6043930"/>
                  </a:cubicBezTo>
                  <a:lnTo>
                    <a:pt x="101600" y="6043930"/>
                  </a:lnTo>
                  <a:cubicBezTo>
                    <a:pt x="45720" y="6043930"/>
                    <a:pt x="0" y="5998210"/>
                    <a:pt x="0" y="5942330"/>
                  </a:cubicBezTo>
                  <a:lnTo>
                    <a:pt x="0" y="101600"/>
                  </a:lnTo>
                  <a:cubicBezTo>
                    <a:pt x="0" y="45720"/>
                    <a:pt x="45720" y="0"/>
                    <a:pt x="101600" y="0"/>
                  </a:cubicBezTo>
                  <a:lnTo>
                    <a:pt x="4105910" y="0"/>
                  </a:lnTo>
                  <a:cubicBezTo>
                    <a:pt x="4161790" y="0"/>
                    <a:pt x="4207510" y="45720"/>
                    <a:pt x="4207510" y="101600"/>
                  </a:cubicBezTo>
                  <a:lnTo>
                    <a:pt x="4207510" y="5942330"/>
                  </a:lnTo>
                  <a:close/>
                </a:path>
              </a:pathLst>
            </a:custGeom>
            <a:blipFill>
              <a:blip r:embed="rId2"/>
              <a:stretch>
                <a:fillRect l="-147282" r="-26329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951378" y="120589"/>
              <a:ext cx="79963" cy="76322"/>
            </a:xfrm>
            <a:custGeom>
              <a:avLst/>
              <a:gdLst/>
              <a:ahLst/>
              <a:cxnLst/>
              <a:rect l="l" t="t" r="r" b="b"/>
              <a:pathLst>
                <a:path w="79963" h="76322">
                  <a:moveTo>
                    <a:pt x="39982" y="61"/>
                  </a:moveTo>
                  <a:cubicBezTo>
                    <a:pt x="26330" y="0"/>
                    <a:pt x="13688" y="7248"/>
                    <a:pt x="6844" y="19062"/>
                  </a:cubicBezTo>
                  <a:cubicBezTo>
                    <a:pt x="0" y="30875"/>
                    <a:pt x="0" y="45447"/>
                    <a:pt x="6844" y="57260"/>
                  </a:cubicBezTo>
                  <a:cubicBezTo>
                    <a:pt x="13688" y="69074"/>
                    <a:pt x="26330" y="76322"/>
                    <a:pt x="39982" y="76261"/>
                  </a:cubicBezTo>
                  <a:cubicBezTo>
                    <a:pt x="53634" y="76322"/>
                    <a:pt x="66276" y="69074"/>
                    <a:pt x="73120" y="57260"/>
                  </a:cubicBezTo>
                  <a:cubicBezTo>
                    <a:pt x="79964" y="45447"/>
                    <a:pt x="79964" y="30875"/>
                    <a:pt x="73120" y="19062"/>
                  </a:cubicBezTo>
                  <a:cubicBezTo>
                    <a:pt x="66276" y="7248"/>
                    <a:pt x="53634" y="0"/>
                    <a:pt x="39982" y="61"/>
                  </a:cubicBezTo>
                  <a:close/>
                </a:path>
              </a:pathLst>
            </a:custGeom>
            <a:solidFill>
              <a:srgbClr val="345846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2119473" y="104052"/>
              <a:ext cx="114614" cy="109395"/>
            </a:xfrm>
            <a:custGeom>
              <a:avLst/>
              <a:gdLst/>
              <a:ahLst/>
              <a:cxnLst/>
              <a:rect l="l" t="t" r="r" b="b"/>
              <a:pathLst>
                <a:path w="114614" h="109395">
                  <a:moveTo>
                    <a:pt x="57307" y="88"/>
                  </a:moveTo>
                  <a:cubicBezTo>
                    <a:pt x="37739" y="0"/>
                    <a:pt x="19619" y="10390"/>
                    <a:pt x="9809" y="27322"/>
                  </a:cubicBezTo>
                  <a:cubicBezTo>
                    <a:pt x="0" y="44255"/>
                    <a:pt x="0" y="65141"/>
                    <a:pt x="9809" y="82074"/>
                  </a:cubicBezTo>
                  <a:cubicBezTo>
                    <a:pt x="19619" y="99006"/>
                    <a:pt x="37739" y="109396"/>
                    <a:pt x="57307" y="109308"/>
                  </a:cubicBezTo>
                  <a:cubicBezTo>
                    <a:pt x="76875" y="109396"/>
                    <a:pt x="94995" y="99006"/>
                    <a:pt x="104804" y="82074"/>
                  </a:cubicBezTo>
                  <a:cubicBezTo>
                    <a:pt x="114614" y="65141"/>
                    <a:pt x="114614" y="44255"/>
                    <a:pt x="104804" y="27322"/>
                  </a:cubicBezTo>
                  <a:cubicBezTo>
                    <a:pt x="94995" y="10390"/>
                    <a:pt x="76875" y="0"/>
                    <a:pt x="57307" y="88"/>
                  </a:cubicBezTo>
                  <a:close/>
                </a:path>
              </a:pathLst>
            </a:custGeom>
            <a:solidFill>
              <a:srgbClr val="345846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328944" y="128221"/>
              <a:ext cx="63971" cy="61058"/>
            </a:xfrm>
            <a:custGeom>
              <a:avLst/>
              <a:gdLst/>
              <a:ahLst/>
              <a:cxnLst/>
              <a:rect l="l" t="t" r="r" b="b"/>
              <a:pathLst>
                <a:path w="63971" h="61058">
                  <a:moveTo>
                    <a:pt x="31986" y="49"/>
                  </a:moveTo>
                  <a:cubicBezTo>
                    <a:pt x="21064" y="0"/>
                    <a:pt x="10951" y="5799"/>
                    <a:pt x="5476" y="15250"/>
                  </a:cubicBezTo>
                  <a:cubicBezTo>
                    <a:pt x="0" y="24700"/>
                    <a:pt x="0" y="36358"/>
                    <a:pt x="5476" y="45808"/>
                  </a:cubicBezTo>
                  <a:cubicBezTo>
                    <a:pt x="10951" y="55259"/>
                    <a:pt x="21064" y="61058"/>
                    <a:pt x="31986" y="61009"/>
                  </a:cubicBezTo>
                  <a:cubicBezTo>
                    <a:pt x="42908" y="61058"/>
                    <a:pt x="53021" y="55259"/>
                    <a:pt x="58496" y="45808"/>
                  </a:cubicBezTo>
                  <a:cubicBezTo>
                    <a:pt x="63971" y="36358"/>
                    <a:pt x="63971" y="24700"/>
                    <a:pt x="58496" y="15250"/>
                  </a:cubicBezTo>
                  <a:cubicBezTo>
                    <a:pt x="53021" y="5799"/>
                    <a:pt x="42908" y="0"/>
                    <a:pt x="31986" y="49"/>
                  </a:cubicBezTo>
                  <a:close/>
                </a:path>
              </a:pathLst>
            </a:custGeom>
            <a:solidFill>
              <a:srgbClr val="F2F4F4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346270" y="144758"/>
              <a:ext cx="29320" cy="27985"/>
            </a:xfrm>
            <a:custGeom>
              <a:avLst/>
              <a:gdLst/>
              <a:ahLst/>
              <a:cxnLst/>
              <a:rect l="l" t="t" r="r" b="b"/>
              <a:pathLst>
                <a:path w="29320" h="27985">
                  <a:moveTo>
                    <a:pt x="14660" y="22"/>
                  </a:moveTo>
                  <a:cubicBezTo>
                    <a:pt x="9654" y="0"/>
                    <a:pt x="5019" y="2657"/>
                    <a:pt x="2509" y="6989"/>
                  </a:cubicBezTo>
                  <a:cubicBezTo>
                    <a:pt x="0" y="11320"/>
                    <a:pt x="0" y="16664"/>
                    <a:pt x="2509" y="20995"/>
                  </a:cubicBezTo>
                  <a:cubicBezTo>
                    <a:pt x="5019" y="25327"/>
                    <a:pt x="9654" y="27984"/>
                    <a:pt x="14660" y="27962"/>
                  </a:cubicBezTo>
                  <a:cubicBezTo>
                    <a:pt x="19666" y="27984"/>
                    <a:pt x="24301" y="25327"/>
                    <a:pt x="26811" y="20995"/>
                  </a:cubicBezTo>
                  <a:cubicBezTo>
                    <a:pt x="29320" y="16664"/>
                    <a:pt x="29320" y="11320"/>
                    <a:pt x="26811" y="6989"/>
                  </a:cubicBezTo>
                  <a:cubicBezTo>
                    <a:pt x="24301" y="2657"/>
                    <a:pt x="19666" y="0"/>
                    <a:pt x="14660" y="22"/>
                  </a:cubicBezTo>
                  <a:close/>
                </a:path>
              </a:pathLst>
            </a:custGeom>
            <a:solidFill>
              <a:srgbClr val="027D4A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344044" y="144768"/>
              <a:ext cx="15993" cy="15264"/>
            </a:xfrm>
            <a:custGeom>
              <a:avLst/>
              <a:gdLst/>
              <a:ahLst/>
              <a:cxnLst/>
              <a:rect l="l" t="t" r="r" b="b"/>
              <a:pathLst>
                <a:path w="15993" h="15264">
                  <a:moveTo>
                    <a:pt x="7996" y="12"/>
                  </a:moveTo>
                  <a:cubicBezTo>
                    <a:pt x="5266" y="0"/>
                    <a:pt x="2737" y="1449"/>
                    <a:pt x="1368" y="3812"/>
                  </a:cubicBezTo>
                  <a:cubicBezTo>
                    <a:pt x="0" y="6175"/>
                    <a:pt x="0" y="9089"/>
                    <a:pt x="1368" y="11452"/>
                  </a:cubicBezTo>
                  <a:cubicBezTo>
                    <a:pt x="2737" y="13815"/>
                    <a:pt x="5266" y="15264"/>
                    <a:pt x="7996" y="15252"/>
                  </a:cubicBezTo>
                  <a:cubicBezTo>
                    <a:pt x="10726" y="15264"/>
                    <a:pt x="13255" y="13815"/>
                    <a:pt x="14623" y="11452"/>
                  </a:cubicBezTo>
                  <a:cubicBezTo>
                    <a:pt x="15992" y="9089"/>
                    <a:pt x="15992" y="6175"/>
                    <a:pt x="14623" y="3812"/>
                  </a:cubicBezTo>
                  <a:cubicBezTo>
                    <a:pt x="13255" y="1449"/>
                    <a:pt x="10726" y="0"/>
                    <a:pt x="7996" y="12"/>
                  </a:cubicBezTo>
                  <a:close/>
                </a:path>
              </a:pathLst>
            </a:custGeom>
            <a:solidFill>
              <a:srgbClr val="B5B8BB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4716780" y="534670"/>
              <a:ext cx="19050" cy="278130"/>
            </a:xfrm>
            <a:custGeom>
              <a:avLst/>
              <a:gdLst/>
              <a:ahLst/>
              <a:cxnLst/>
              <a:rect l="l" t="t" r="r" b="b"/>
              <a:pathLst>
                <a:path w="19050" h="278130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B5B8BB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4716780" y="861060"/>
              <a:ext cx="19050" cy="278130"/>
            </a:xfrm>
            <a:custGeom>
              <a:avLst/>
              <a:gdLst/>
              <a:ahLst/>
              <a:cxnLst/>
              <a:rect l="l" t="t" r="r" b="b"/>
              <a:pathLst>
                <a:path w="19050" h="278130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B5B8BB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4064000" y="-2540"/>
              <a:ext cx="320040" cy="19050"/>
            </a:xfrm>
            <a:custGeom>
              <a:avLst/>
              <a:gdLst/>
              <a:ahLst/>
              <a:cxnLst/>
              <a:rect l="l" t="t" r="r" b="b"/>
              <a:pathLst>
                <a:path w="320040" h="19050">
                  <a:moveTo>
                    <a:pt x="0" y="19050"/>
                  </a:moveTo>
                  <a:lnTo>
                    <a:pt x="320040" y="19050"/>
                  </a:lnTo>
                  <a:cubicBezTo>
                    <a:pt x="320040" y="0"/>
                    <a:pt x="304800" y="2540"/>
                    <a:pt x="285750" y="2540"/>
                  </a:cubicBezTo>
                  <a:lnTo>
                    <a:pt x="34290" y="2540"/>
                  </a:lnTo>
                  <a:cubicBezTo>
                    <a:pt x="15240" y="2540"/>
                    <a:pt x="0" y="0"/>
                    <a:pt x="0" y="19050"/>
                  </a:cubicBezTo>
                  <a:close/>
                </a:path>
              </a:pathLst>
            </a:custGeom>
            <a:solidFill>
              <a:srgbClr val="B5B8BB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269006" y="284234"/>
            <a:ext cx="1561980" cy="1459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64"/>
              </a:lnSpc>
            </a:pPr>
            <a:r>
              <a:rPr lang="en-US" sz="1260" spc="830">
                <a:solidFill>
                  <a:srgbClr val="F2F4F4"/>
                </a:solidFill>
                <a:latin typeface="Articulat Bold"/>
              </a:rPr>
              <a:t>GENERAL EDUCATION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220140" y="631763"/>
            <a:ext cx="8537420" cy="1007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7695"/>
              </a:lnSpc>
            </a:pPr>
            <a:r>
              <a:rPr lang="en-US" sz="7399">
                <a:solidFill>
                  <a:srgbClr val="F2F4F4"/>
                </a:solidFill>
                <a:latin typeface="Articulat Bold"/>
              </a:rPr>
              <a:t>The plan: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83191" y="2180800"/>
            <a:ext cx="750064" cy="77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77"/>
              </a:lnSpc>
              <a:spcBef>
                <a:spcPct val="0"/>
              </a:spcBef>
            </a:pPr>
            <a:r>
              <a:rPr lang="en-US" sz="4251" spc="212">
                <a:solidFill>
                  <a:srgbClr val="F2F4F4"/>
                </a:solidFill>
                <a:latin typeface="Articulat Bold"/>
              </a:rPr>
              <a:t>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220140" y="2093551"/>
            <a:ext cx="6525718" cy="431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05"/>
              </a:lnSpc>
            </a:pPr>
            <a:r>
              <a:rPr lang="en-US" sz="2899" spc="289">
                <a:solidFill>
                  <a:srgbClr val="F2F4F4"/>
                </a:solidFill>
                <a:latin typeface="Articulat Bold"/>
              </a:rPr>
              <a:t>Getting used to the building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24564" y="3871239"/>
            <a:ext cx="750064" cy="77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77"/>
              </a:lnSpc>
              <a:spcBef>
                <a:spcPct val="0"/>
              </a:spcBef>
            </a:pPr>
            <a:r>
              <a:rPr lang="en-US" sz="4251" spc="212">
                <a:solidFill>
                  <a:srgbClr val="F2F4F4"/>
                </a:solidFill>
                <a:latin typeface="Articulat Bold"/>
              </a:rPr>
              <a:t>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20140" y="3868603"/>
            <a:ext cx="4537049" cy="431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05"/>
              </a:lnSpc>
            </a:pPr>
            <a:r>
              <a:rPr lang="en-US" sz="2899" spc="289">
                <a:solidFill>
                  <a:srgbClr val="F2F4F4"/>
                </a:solidFill>
                <a:latin typeface="Articulat Bold"/>
              </a:rPr>
              <a:t>Get a </a:t>
            </a:r>
            <a:r>
              <a:rPr lang="en-US" sz="2899" spc="289">
                <a:solidFill>
                  <a:srgbClr val="F2F4F4"/>
                </a:solidFill>
                <a:latin typeface="Articulat Bold Italics"/>
              </a:rPr>
              <a:t>bit</a:t>
            </a:r>
            <a:r>
              <a:rPr lang="en-US" sz="2899" spc="289">
                <a:solidFill>
                  <a:srgbClr val="F2F4F4"/>
                </a:solidFill>
                <a:latin typeface="Articulat Bold"/>
              </a:rPr>
              <a:t> lost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883191" y="6053406"/>
            <a:ext cx="750064" cy="77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77"/>
              </a:lnSpc>
              <a:spcBef>
                <a:spcPct val="0"/>
              </a:spcBef>
            </a:pPr>
            <a:r>
              <a:rPr lang="en-US" sz="4251" spc="212">
                <a:solidFill>
                  <a:srgbClr val="F2F4F4"/>
                </a:solidFill>
                <a:latin typeface="Articulat Bold"/>
              </a:rPr>
              <a:t>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140882" y="8063674"/>
            <a:ext cx="5354085" cy="431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05"/>
              </a:lnSpc>
            </a:pPr>
            <a:r>
              <a:rPr lang="en-US" sz="2899" spc="289">
                <a:solidFill>
                  <a:srgbClr val="F2F4F4"/>
                </a:solidFill>
                <a:latin typeface="Articulat Bold"/>
              </a:rPr>
              <a:t>COME BACK </a:t>
            </a:r>
            <a:r>
              <a:rPr lang="en-US" sz="2899" spc="289">
                <a:solidFill>
                  <a:srgbClr val="F2F4F4"/>
                </a:solidFill>
                <a:latin typeface="Articulat Bold Italics"/>
              </a:rPr>
              <a:t>HOME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29306" y="2571291"/>
            <a:ext cx="573124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1999">
                <a:solidFill>
                  <a:srgbClr val="F2F4F4"/>
                </a:solidFill>
                <a:latin typeface="Articulat"/>
              </a:rPr>
              <a:t>Follow the instructions to locate key areas of the college you need to become familiar with.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40882" y="4419600"/>
            <a:ext cx="5908094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1999">
                <a:solidFill>
                  <a:srgbClr val="F2F4F4"/>
                </a:solidFill>
                <a:latin typeface="Articulat"/>
              </a:rPr>
              <a:t>Make sure you use the different routes to places, keep your eyes open for which floor you're on,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140882" y="8615537"/>
            <a:ext cx="6098141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1999">
                <a:solidFill>
                  <a:srgbClr val="F2F4F4"/>
                </a:solidFill>
                <a:latin typeface="Articulat"/>
              </a:rPr>
              <a:t>This room is your home for this session - ultimately find your way back here after you have been to the final stop to claim your prize!</a:t>
            </a:r>
          </a:p>
        </p:txBody>
      </p:sp>
      <p:sp>
        <p:nvSpPr>
          <p:cNvPr id="37" name="Freeform 37"/>
          <p:cNvSpPr/>
          <p:nvPr/>
        </p:nvSpPr>
        <p:spPr>
          <a:xfrm>
            <a:off x="1723055" y="791893"/>
            <a:ext cx="667317" cy="573059"/>
          </a:xfrm>
          <a:custGeom>
            <a:avLst/>
            <a:gdLst/>
            <a:ahLst/>
            <a:cxnLst/>
            <a:rect l="l" t="t" r="r" b="b"/>
            <a:pathLst>
              <a:path w="667317" h="573059">
                <a:moveTo>
                  <a:pt x="0" y="0"/>
                </a:moveTo>
                <a:lnTo>
                  <a:pt x="667317" y="0"/>
                </a:lnTo>
                <a:lnTo>
                  <a:pt x="667317" y="573059"/>
                </a:lnTo>
                <a:lnTo>
                  <a:pt x="0" y="5730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8" name="Group 38"/>
          <p:cNvGrpSpPr>
            <a:grpSpLocks noChangeAspect="1"/>
          </p:cNvGrpSpPr>
          <p:nvPr/>
        </p:nvGrpSpPr>
        <p:grpSpPr>
          <a:xfrm>
            <a:off x="1746258" y="8274748"/>
            <a:ext cx="1153082" cy="1129153"/>
            <a:chOff x="-72390" y="7620"/>
            <a:chExt cx="6487160" cy="6352540"/>
          </a:xfrm>
        </p:grpSpPr>
        <p:sp>
          <p:nvSpPr>
            <p:cNvPr id="39" name="Freeform 39"/>
            <p:cNvSpPr/>
            <p:nvPr/>
          </p:nvSpPr>
          <p:spPr>
            <a:xfrm>
              <a:off x="-72390" y="7620"/>
              <a:ext cx="6487160" cy="6352540"/>
            </a:xfrm>
            <a:custGeom>
              <a:avLst/>
              <a:gdLst/>
              <a:ahLst/>
              <a:cxnLst/>
              <a:rect l="l" t="t" r="r" b="b"/>
              <a:pathLst>
                <a:path w="6487160" h="6352540">
                  <a:moveTo>
                    <a:pt x="6322060" y="3176270"/>
                  </a:moveTo>
                  <a:cubicBezTo>
                    <a:pt x="6322060" y="2844800"/>
                    <a:pt x="6487160" y="2493010"/>
                    <a:pt x="6385560" y="2194560"/>
                  </a:cubicBezTo>
                  <a:cubicBezTo>
                    <a:pt x="6281420" y="1884680"/>
                    <a:pt x="5928360" y="1694180"/>
                    <a:pt x="5734050" y="1436370"/>
                  </a:cubicBezTo>
                  <a:cubicBezTo>
                    <a:pt x="5537200" y="1176020"/>
                    <a:pt x="5455920" y="796290"/>
                    <a:pt x="5185410" y="607060"/>
                  </a:cubicBezTo>
                  <a:cubicBezTo>
                    <a:pt x="4917440" y="420370"/>
                    <a:pt x="4517390" y="462280"/>
                    <a:pt x="4196080" y="360680"/>
                  </a:cubicBezTo>
                  <a:cubicBezTo>
                    <a:pt x="3884930" y="264160"/>
                    <a:pt x="3589020" y="0"/>
                    <a:pt x="3244850" y="0"/>
                  </a:cubicBezTo>
                  <a:cubicBezTo>
                    <a:pt x="2900680" y="0"/>
                    <a:pt x="2603500" y="262890"/>
                    <a:pt x="2293620" y="360680"/>
                  </a:cubicBezTo>
                  <a:cubicBezTo>
                    <a:pt x="1972310" y="461010"/>
                    <a:pt x="1570990" y="419100"/>
                    <a:pt x="1303020" y="607060"/>
                  </a:cubicBezTo>
                  <a:cubicBezTo>
                    <a:pt x="1032510" y="796290"/>
                    <a:pt x="951230" y="1176020"/>
                    <a:pt x="754380" y="1436370"/>
                  </a:cubicBezTo>
                  <a:cubicBezTo>
                    <a:pt x="558800" y="1694180"/>
                    <a:pt x="207010" y="1884680"/>
                    <a:pt x="101600" y="2194560"/>
                  </a:cubicBezTo>
                  <a:cubicBezTo>
                    <a:pt x="1270" y="2493010"/>
                    <a:pt x="165100" y="2844800"/>
                    <a:pt x="165100" y="3176270"/>
                  </a:cubicBezTo>
                  <a:cubicBezTo>
                    <a:pt x="165100" y="3507740"/>
                    <a:pt x="0" y="3859530"/>
                    <a:pt x="101600" y="4157980"/>
                  </a:cubicBezTo>
                  <a:cubicBezTo>
                    <a:pt x="205740" y="4467860"/>
                    <a:pt x="558800" y="4658360"/>
                    <a:pt x="753110" y="4916170"/>
                  </a:cubicBezTo>
                  <a:cubicBezTo>
                    <a:pt x="949960" y="5176520"/>
                    <a:pt x="1031240" y="5556250"/>
                    <a:pt x="1301750" y="5745480"/>
                  </a:cubicBezTo>
                  <a:cubicBezTo>
                    <a:pt x="1569720" y="5933440"/>
                    <a:pt x="1969770" y="5891530"/>
                    <a:pt x="2292350" y="5991860"/>
                  </a:cubicBezTo>
                  <a:cubicBezTo>
                    <a:pt x="2603500" y="6088380"/>
                    <a:pt x="2899410" y="6352540"/>
                    <a:pt x="3243580" y="6352540"/>
                  </a:cubicBezTo>
                  <a:cubicBezTo>
                    <a:pt x="3587750" y="6352540"/>
                    <a:pt x="3884930" y="6089650"/>
                    <a:pt x="4194810" y="5991860"/>
                  </a:cubicBezTo>
                  <a:cubicBezTo>
                    <a:pt x="4516120" y="5891530"/>
                    <a:pt x="4917440" y="5933440"/>
                    <a:pt x="5185410" y="5745480"/>
                  </a:cubicBezTo>
                  <a:cubicBezTo>
                    <a:pt x="5455920" y="5556250"/>
                    <a:pt x="5537200" y="5176520"/>
                    <a:pt x="5734050" y="4916170"/>
                  </a:cubicBezTo>
                  <a:cubicBezTo>
                    <a:pt x="5929630" y="4658360"/>
                    <a:pt x="6281420" y="4467860"/>
                    <a:pt x="6385560" y="4157980"/>
                  </a:cubicBezTo>
                  <a:cubicBezTo>
                    <a:pt x="6487160" y="3858260"/>
                    <a:pt x="6322060" y="3506470"/>
                    <a:pt x="6322060" y="3176270"/>
                  </a:cubicBezTo>
                  <a:close/>
                </a:path>
              </a:pathLst>
            </a:custGeom>
            <a:solidFill>
              <a:srgbClr val="C1D82E"/>
            </a:solidFill>
          </p:spPr>
        </p:sp>
      </p:grpSp>
      <p:sp>
        <p:nvSpPr>
          <p:cNvPr id="40" name="AutoShape 40"/>
          <p:cNvSpPr/>
          <p:nvPr/>
        </p:nvSpPr>
        <p:spPr>
          <a:xfrm>
            <a:off x="2876137" y="7793785"/>
            <a:ext cx="7312050" cy="0"/>
          </a:xfrm>
          <a:prstGeom prst="line">
            <a:avLst/>
          </a:prstGeom>
          <a:ln w="19050" cap="rnd">
            <a:solidFill>
              <a:srgbClr val="F2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TextBox 41"/>
          <p:cNvSpPr txBox="1"/>
          <p:nvPr/>
        </p:nvSpPr>
        <p:spPr>
          <a:xfrm>
            <a:off x="1947767" y="8420342"/>
            <a:ext cx="750064" cy="77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77"/>
              </a:lnSpc>
              <a:spcBef>
                <a:spcPct val="0"/>
              </a:spcBef>
            </a:pPr>
            <a:r>
              <a:rPr lang="en-US" sz="4251" spc="212">
                <a:solidFill>
                  <a:srgbClr val="F2F4F4"/>
                </a:solidFill>
                <a:latin typeface="Articulat Bold"/>
              </a:rPr>
              <a:t>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140882" y="5945995"/>
            <a:ext cx="6525718" cy="431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305"/>
              </a:lnSpc>
            </a:pPr>
            <a:r>
              <a:rPr lang="en-US" sz="2899" spc="289">
                <a:solidFill>
                  <a:srgbClr val="F2F4F4"/>
                </a:solidFill>
                <a:latin typeface="Articulat Bold"/>
              </a:rPr>
              <a:t>Scan the QR code at each clue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40882" y="6443897"/>
            <a:ext cx="6098141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1999">
                <a:solidFill>
                  <a:srgbClr val="F2F4F4"/>
                </a:solidFill>
                <a:latin typeface="Articulat"/>
              </a:rPr>
              <a:t> You will be asked to complete a task and add an image to the padlet for each stop to prove you have been there!</a:t>
            </a:r>
          </a:p>
        </p:txBody>
      </p:sp>
      <p:sp>
        <p:nvSpPr>
          <p:cNvPr id="44" name="Freeform 44"/>
          <p:cNvSpPr/>
          <p:nvPr/>
        </p:nvSpPr>
        <p:spPr>
          <a:xfrm>
            <a:off x="13934380" y="7020160"/>
            <a:ext cx="3324920" cy="2913462"/>
          </a:xfrm>
          <a:custGeom>
            <a:avLst/>
            <a:gdLst/>
            <a:ahLst/>
            <a:cxnLst/>
            <a:rect l="l" t="t" r="r" b="b"/>
            <a:pathLst>
              <a:path w="3324920" h="2913462">
                <a:moveTo>
                  <a:pt x="0" y="0"/>
                </a:moveTo>
                <a:lnTo>
                  <a:pt x="3324920" y="0"/>
                </a:lnTo>
                <a:lnTo>
                  <a:pt x="3324920" y="2913461"/>
                </a:lnTo>
                <a:lnTo>
                  <a:pt x="0" y="29134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4299384" y="7158934"/>
            <a:ext cx="2594911" cy="1733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1914" spc="95">
                <a:solidFill>
                  <a:srgbClr val="FF66C4"/>
                </a:solidFill>
                <a:latin typeface="Articulat Bold"/>
              </a:rPr>
              <a:t>Top tip!</a:t>
            </a:r>
          </a:p>
          <a:p>
            <a:pPr algn="ctr">
              <a:lnSpc>
                <a:spcPts val="2871"/>
              </a:lnSpc>
            </a:pPr>
            <a:r>
              <a:rPr lang="en-US" sz="1914" spc="95">
                <a:solidFill>
                  <a:srgbClr val="FF66C4"/>
                </a:solidFill>
                <a:latin typeface="Articulat Bold"/>
              </a:rPr>
              <a:t>There will be an image on the padlet for you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599" spc="79">
                <a:solidFill>
                  <a:srgbClr val="FF66C4"/>
                </a:solidFill>
                <a:latin typeface="Articulat Bold"/>
              </a:rPr>
              <a:t> to find the next place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2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2778341">
            <a:off x="-1202229" y="7956560"/>
            <a:ext cx="5501739" cy="2898393"/>
            <a:chOff x="0" y="0"/>
            <a:chExt cx="1610360" cy="848360"/>
          </a:xfrm>
        </p:grpSpPr>
        <p:sp>
          <p:nvSpPr>
            <p:cNvPr id="3" name="Freeform 3"/>
            <p:cNvSpPr/>
            <p:nvPr/>
          </p:nvSpPr>
          <p:spPr>
            <a:xfrm>
              <a:off x="-31750" y="0"/>
              <a:ext cx="1675130" cy="880110"/>
            </a:xfrm>
            <a:custGeom>
              <a:avLst/>
              <a:gdLst/>
              <a:ahLst/>
              <a:cxnLst/>
              <a:rect l="l" t="t" r="r" b="b"/>
              <a:pathLst>
                <a:path w="1675130" h="880110">
                  <a:moveTo>
                    <a:pt x="266700" y="848360"/>
                  </a:moveTo>
                  <a:cubicBezTo>
                    <a:pt x="236220" y="848360"/>
                    <a:pt x="205740" y="842010"/>
                    <a:pt x="175260" y="829310"/>
                  </a:cubicBezTo>
                  <a:cubicBezTo>
                    <a:pt x="55880" y="778510"/>
                    <a:pt x="0" y="641350"/>
                    <a:pt x="50800" y="521970"/>
                  </a:cubicBezTo>
                  <a:cubicBezTo>
                    <a:pt x="184150" y="204470"/>
                    <a:pt x="492760" y="0"/>
                    <a:pt x="836930" y="0"/>
                  </a:cubicBezTo>
                  <a:cubicBezTo>
                    <a:pt x="1181100" y="0"/>
                    <a:pt x="1489710" y="204470"/>
                    <a:pt x="1624330" y="521970"/>
                  </a:cubicBezTo>
                  <a:cubicBezTo>
                    <a:pt x="1675130" y="641350"/>
                    <a:pt x="1619250" y="779780"/>
                    <a:pt x="1499870" y="829310"/>
                  </a:cubicBezTo>
                  <a:cubicBezTo>
                    <a:pt x="1380490" y="880110"/>
                    <a:pt x="1242060" y="824230"/>
                    <a:pt x="1192530" y="704850"/>
                  </a:cubicBezTo>
                  <a:cubicBezTo>
                    <a:pt x="1131570" y="562610"/>
                    <a:pt x="991870" y="469900"/>
                    <a:pt x="836930" y="469900"/>
                  </a:cubicBezTo>
                  <a:cubicBezTo>
                    <a:pt x="681990" y="469900"/>
                    <a:pt x="543560" y="562610"/>
                    <a:pt x="482600" y="704850"/>
                  </a:cubicBezTo>
                  <a:cubicBezTo>
                    <a:pt x="445770" y="793750"/>
                    <a:pt x="358140" y="848360"/>
                    <a:pt x="266700" y="848360"/>
                  </a:cubicBezTo>
                  <a:close/>
                </a:path>
              </a:pathLst>
            </a:custGeom>
            <a:solidFill>
              <a:srgbClr val="FF66C4"/>
            </a:solid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513310" y="2666060"/>
            <a:ext cx="6133124" cy="6739697"/>
            <a:chOff x="0" y="0"/>
            <a:chExt cx="5778500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78500" cy="6350000"/>
            </a:xfrm>
            <a:custGeom>
              <a:avLst/>
              <a:gdLst/>
              <a:ahLst/>
              <a:cxnLst/>
              <a:rect l="l" t="t" r="r" b="b"/>
              <a:pathLst>
                <a:path w="5778500" h="6350000">
                  <a:moveTo>
                    <a:pt x="2889250" y="0"/>
                  </a:moveTo>
                  <a:cubicBezTo>
                    <a:pt x="1258570" y="0"/>
                    <a:pt x="0" y="1144270"/>
                    <a:pt x="0" y="2917190"/>
                  </a:cubicBezTo>
                  <a:cubicBezTo>
                    <a:pt x="0" y="4175760"/>
                    <a:pt x="0" y="6350000"/>
                    <a:pt x="0" y="6350000"/>
                  </a:cubicBezTo>
                  <a:lnTo>
                    <a:pt x="2889250" y="6350000"/>
                  </a:lnTo>
                  <a:lnTo>
                    <a:pt x="5778500" y="6350000"/>
                  </a:lnTo>
                  <a:cubicBezTo>
                    <a:pt x="5778500" y="6350000"/>
                    <a:pt x="5778500" y="4175760"/>
                    <a:pt x="5778500" y="2917190"/>
                  </a:cubicBezTo>
                  <a:cubicBezTo>
                    <a:pt x="5778500" y="1144270"/>
                    <a:pt x="4519930" y="0"/>
                    <a:pt x="2889250" y="0"/>
                  </a:cubicBezTo>
                  <a:close/>
                </a:path>
              </a:pathLst>
            </a:custGeom>
            <a:blipFill>
              <a:blip r:embed="rId2"/>
              <a:stretch>
                <a:fillRect l="-32469" r="-32469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 rot="-8873083">
            <a:off x="14729590" y="-110417"/>
            <a:ext cx="4814721" cy="2536462"/>
            <a:chOff x="0" y="0"/>
            <a:chExt cx="1610360" cy="848360"/>
          </a:xfrm>
        </p:grpSpPr>
        <p:sp>
          <p:nvSpPr>
            <p:cNvPr id="7" name="Freeform 7"/>
            <p:cNvSpPr/>
            <p:nvPr/>
          </p:nvSpPr>
          <p:spPr>
            <a:xfrm>
              <a:off x="-31750" y="0"/>
              <a:ext cx="1675130" cy="880110"/>
            </a:xfrm>
            <a:custGeom>
              <a:avLst/>
              <a:gdLst/>
              <a:ahLst/>
              <a:cxnLst/>
              <a:rect l="l" t="t" r="r" b="b"/>
              <a:pathLst>
                <a:path w="1675130" h="880110">
                  <a:moveTo>
                    <a:pt x="266700" y="848360"/>
                  </a:moveTo>
                  <a:cubicBezTo>
                    <a:pt x="236220" y="848360"/>
                    <a:pt x="205740" y="842010"/>
                    <a:pt x="175260" y="829310"/>
                  </a:cubicBezTo>
                  <a:cubicBezTo>
                    <a:pt x="55880" y="778510"/>
                    <a:pt x="0" y="641350"/>
                    <a:pt x="50800" y="521970"/>
                  </a:cubicBezTo>
                  <a:cubicBezTo>
                    <a:pt x="184150" y="204470"/>
                    <a:pt x="492760" y="0"/>
                    <a:pt x="836930" y="0"/>
                  </a:cubicBezTo>
                  <a:cubicBezTo>
                    <a:pt x="1181100" y="0"/>
                    <a:pt x="1489710" y="204470"/>
                    <a:pt x="1624330" y="521970"/>
                  </a:cubicBezTo>
                  <a:cubicBezTo>
                    <a:pt x="1675130" y="641350"/>
                    <a:pt x="1619250" y="779780"/>
                    <a:pt x="1499870" y="829310"/>
                  </a:cubicBezTo>
                  <a:cubicBezTo>
                    <a:pt x="1380490" y="880110"/>
                    <a:pt x="1242060" y="824230"/>
                    <a:pt x="1192530" y="704850"/>
                  </a:cubicBezTo>
                  <a:cubicBezTo>
                    <a:pt x="1131570" y="562610"/>
                    <a:pt x="991870" y="469900"/>
                    <a:pt x="836930" y="469900"/>
                  </a:cubicBezTo>
                  <a:cubicBezTo>
                    <a:pt x="681990" y="469900"/>
                    <a:pt x="543560" y="562610"/>
                    <a:pt x="482600" y="704850"/>
                  </a:cubicBezTo>
                  <a:cubicBezTo>
                    <a:pt x="445770" y="793750"/>
                    <a:pt x="358140" y="848360"/>
                    <a:pt x="266700" y="848360"/>
                  </a:cubicBezTo>
                  <a:close/>
                </a:path>
              </a:pathLst>
            </a:custGeom>
            <a:solidFill>
              <a:srgbClr val="F2F4F4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639476" y="2666060"/>
            <a:ext cx="6020957" cy="6616437"/>
            <a:chOff x="0" y="0"/>
            <a:chExt cx="57785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78500" cy="6350000"/>
            </a:xfrm>
            <a:custGeom>
              <a:avLst/>
              <a:gdLst/>
              <a:ahLst/>
              <a:cxnLst/>
              <a:rect l="l" t="t" r="r" b="b"/>
              <a:pathLst>
                <a:path w="5778500" h="6350000">
                  <a:moveTo>
                    <a:pt x="2889250" y="0"/>
                  </a:moveTo>
                  <a:cubicBezTo>
                    <a:pt x="1258570" y="0"/>
                    <a:pt x="0" y="1144270"/>
                    <a:pt x="0" y="2917190"/>
                  </a:cubicBezTo>
                  <a:cubicBezTo>
                    <a:pt x="0" y="4175760"/>
                    <a:pt x="0" y="6350000"/>
                    <a:pt x="0" y="6350000"/>
                  </a:cubicBezTo>
                  <a:lnTo>
                    <a:pt x="2889250" y="6350000"/>
                  </a:lnTo>
                  <a:lnTo>
                    <a:pt x="5778500" y="6350000"/>
                  </a:lnTo>
                  <a:cubicBezTo>
                    <a:pt x="5778500" y="6350000"/>
                    <a:pt x="5778500" y="4175760"/>
                    <a:pt x="5778500" y="2917190"/>
                  </a:cubicBezTo>
                  <a:cubicBezTo>
                    <a:pt x="5778500" y="1144270"/>
                    <a:pt x="4519930" y="0"/>
                    <a:pt x="2889250" y="0"/>
                  </a:cubicBezTo>
                  <a:close/>
                </a:path>
              </a:pathLst>
            </a:custGeom>
            <a:blipFill>
              <a:blip r:embed="rId3"/>
              <a:stretch>
                <a:fillRect l="-36112" r="-5614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68506" y="284234"/>
            <a:ext cx="1562980" cy="1559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64"/>
              </a:lnSpc>
            </a:pPr>
            <a:r>
              <a:rPr lang="en-US" sz="1260" spc="830">
                <a:solidFill>
                  <a:srgbClr val="F2F4F4"/>
                </a:solidFill>
                <a:latin typeface="Articulat Bold"/>
              </a:rPr>
              <a:t>GEGENERAL EDUCATION </a:t>
            </a:r>
          </a:p>
        </p:txBody>
      </p:sp>
      <p:sp>
        <p:nvSpPr>
          <p:cNvPr id="11" name="Freeform 11"/>
          <p:cNvSpPr/>
          <p:nvPr/>
        </p:nvSpPr>
        <p:spPr>
          <a:xfrm>
            <a:off x="1723055" y="791893"/>
            <a:ext cx="667317" cy="573059"/>
          </a:xfrm>
          <a:custGeom>
            <a:avLst/>
            <a:gdLst/>
            <a:ahLst/>
            <a:cxnLst/>
            <a:rect l="l" t="t" r="r" b="b"/>
            <a:pathLst>
              <a:path w="667317" h="573059">
                <a:moveTo>
                  <a:pt x="0" y="0"/>
                </a:moveTo>
                <a:lnTo>
                  <a:pt x="667317" y="0"/>
                </a:lnTo>
                <a:lnTo>
                  <a:pt x="667317" y="573059"/>
                </a:lnTo>
                <a:lnTo>
                  <a:pt x="0" y="5730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009090" y="93734"/>
            <a:ext cx="10269819" cy="131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7200">
                <a:solidFill>
                  <a:srgbClr val="F2F4F4"/>
                </a:solidFill>
                <a:latin typeface="Articulat Bold"/>
              </a:rPr>
              <a:t>Weclome </a:t>
            </a:r>
            <a:r>
              <a:rPr lang="en-US" sz="7200">
                <a:solidFill>
                  <a:srgbClr val="F2F4F4"/>
                </a:solidFill>
                <a:latin typeface="Articulat Bold Italics"/>
              </a:rPr>
              <a:t>home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09090" y="1887960"/>
            <a:ext cx="10269819" cy="32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sz="2400" spc="573">
                <a:solidFill>
                  <a:srgbClr val="F2F4F4"/>
                </a:solidFill>
                <a:latin typeface="Prompt"/>
              </a:rPr>
              <a:t>HOW DID IT GO?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51286" y="3426067"/>
            <a:ext cx="5385428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49"/>
              </a:lnSpc>
              <a:spcBef>
                <a:spcPct val="0"/>
              </a:spcBef>
            </a:pPr>
            <a:r>
              <a:rPr lang="en-US" sz="2899">
                <a:solidFill>
                  <a:srgbClr val="C1D82E"/>
                </a:solidFill>
                <a:latin typeface="Articulat Bold"/>
              </a:rPr>
              <a:t>Anything too difficult to find?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85073" y="4918329"/>
            <a:ext cx="4717853" cy="160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49"/>
              </a:lnSpc>
              <a:spcBef>
                <a:spcPct val="0"/>
              </a:spcBef>
            </a:pPr>
            <a:r>
              <a:rPr lang="en-US" sz="2899">
                <a:solidFill>
                  <a:srgbClr val="C1D82E"/>
                </a:solidFill>
                <a:latin typeface="Articulat Bold"/>
              </a:rPr>
              <a:t>Have you learned any shortcuts? Tips for finding places?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51286" y="7415784"/>
            <a:ext cx="5385428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49"/>
              </a:lnSpc>
              <a:spcBef>
                <a:spcPct val="0"/>
              </a:spcBef>
            </a:pPr>
            <a:r>
              <a:rPr lang="en-US" sz="2899">
                <a:solidFill>
                  <a:srgbClr val="C1D82E"/>
                </a:solidFill>
                <a:latin typeface="Articulat Bold"/>
              </a:rPr>
              <a:t>Any questions?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11278" y="9134475"/>
            <a:ext cx="4824927" cy="77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77"/>
              </a:lnSpc>
              <a:spcBef>
                <a:spcPct val="0"/>
              </a:spcBef>
            </a:pPr>
            <a:r>
              <a:rPr lang="en-US" sz="4251" spc="212">
                <a:solidFill>
                  <a:srgbClr val="F2F4F4"/>
                </a:solidFill>
                <a:latin typeface="Articulat Bold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60E4B9-CE20-4B8B-8A71-CB92962ADF52}">
  <ds:schemaRefs>
    <ds:schemaRef ds:uri="http://schemas.microsoft.com/office/2006/metadata/properties"/>
    <ds:schemaRef ds:uri="http://schemas.microsoft.com/office/infopath/2007/PartnerControls"/>
    <ds:schemaRef ds:uri="0b5197e8-b3d5-44fa-9c9e-08a78b475116"/>
    <ds:schemaRef ds:uri="1cf731c3-fdca-4a95-a92a-ea3b14523102"/>
  </ds:schemaRefs>
</ds:datastoreItem>
</file>

<file path=customXml/itemProps2.xml><?xml version="1.0" encoding="utf-8"?>
<ds:datastoreItem xmlns:ds="http://schemas.openxmlformats.org/officeDocument/2006/customXml" ds:itemID="{39E68CFF-F111-4801-9D02-5C07A212E0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884E21-D83E-4739-A0A0-D0F2712A885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Custom</PresentationFormat>
  <Paragraphs>46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Scavenger Hunt</dc:title>
  <cp:lastModifiedBy>Michell Hiller-Forster</cp:lastModifiedBy>
  <cp:revision>7</cp:revision>
  <dcterms:created xsi:type="dcterms:W3CDTF">2006-08-16T00:00:00Z</dcterms:created>
  <dcterms:modified xsi:type="dcterms:W3CDTF">2024-09-09T07:55:25Z</dcterms:modified>
  <dc:identifier>DAFtHerABZI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Order">
    <vt:r8>17811900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