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tags/tag5.xml" ContentType="application/vnd.openxmlformats-officedocument.presentationml.tags+xml"/>
  <Override PartName="/ppt/notesSlides/notesSlide5.xml" ContentType="application/vnd.openxmlformats-officedocument.presentationml.notesSlide+xml"/>
  <Override PartName="/ppt/tags/tag6.xml" ContentType="application/vnd.openxmlformats-officedocument.presentationml.tags+xml"/>
  <Override PartName="/ppt/notesSlides/notesSlide6.xml" ContentType="application/vnd.openxmlformats-officedocument.presentationml.notesSlide+xml"/>
  <Override PartName="/ppt/tags/tag7.xml" ContentType="application/vnd.openxmlformats-officedocument.presentationml.tags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98" r:id="rId4"/>
  </p:sldMasterIdLst>
  <p:notesMasterIdLst>
    <p:notesMasterId r:id="rId16"/>
  </p:notesMasterIdLst>
  <p:sldIdLst>
    <p:sldId id="363" r:id="rId5"/>
    <p:sldId id="364" r:id="rId6"/>
    <p:sldId id="256" r:id="rId7"/>
    <p:sldId id="263" r:id="rId8"/>
    <p:sldId id="362" r:id="rId9"/>
    <p:sldId id="302" r:id="rId10"/>
    <p:sldId id="352" r:id="rId11"/>
    <p:sldId id="361" r:id="rId12"/>
    <p:sldId id="353" r:id="rId13"/>
    <p:sldId id="365" r:id="rId14"/>
    <p:sldId id="366" r:id="rId15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F8A"/>
    <a:srgbClr val="2E1CB0"/>
    <a:srgbClr val="2C08C4"/>
    <a:srgbClr val="0075CC"/>
    <a:srgbClr val="1B95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9996ACB-61DD-78B7-E508-ED725D3DE9DD}" v="531" dt="2024-09-05T10:09:01.89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napVertSplitter="1" vertBarState="minimized" horzBarState="maximized">
    <p:restoredLeft sz="15619" autoAdjust="0"/>
    <p:restoredTop sz="94709" autoAdjust="0"/>
  </p:normalViewPr>
  <p:slideViewPr>
    <p:cSldViewPr>
      <p:cViewPr varScale="1">
        <p:scale>
          <a:sx n="67" d="100"/>
          <a:sy n="67" d="100"/>
        </p:scale>
        <p:origin x="1902" y="7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a Gagliardi" userId="S::mgagliardi@cavc.ac.uk::a34cf001-11e0-4665-9809-996318092a94" providerId="AD" clId="Web-{4C475BE2-6410-B388-2004-F46F0D38C775}"/>
    <pc:docChg chg="mod addSld delSld modSld sldOrd modMainMaster setSldSz">
      <pc:chgData name="Maria Gagliardi" userId="S::mgagliardi@cavc.ac.uk::a34cf001-11e0-4665-9809-996318092a94" providerId="AD" clId="Web-{4C475BE2-6410-B388-2004-F46F0D38C775}" dt="2023-08-22T09:39:45.952" v="58" actId="20577"/>
      <pc:docMkLst>
        <pc:docMk/>
      </pc:docMkLst>
      <pc:sldChg chg="modSp">
        <pc:chgData name="Maria Gagliardi" userId="S::mgagliardi@cavc.ac.uk::a34cf001-11e0-4665-9809-996318092a94" providerId="AD" clId="Web-{4C475BE2-6410-B388-2004-F46F0D38C775}" dt="2023-08-22T09:38:11.668" v="47"/>
        <pc:sldMkLst>
          <pc:docMk/>
          <pc:sldMk cId="0" sldId="256"/>
        </pc:sldMkLst>
        <pc:spChg chg="mod">
          <ac:chgData name="Maria Gagliardi" userId="S::mgagliardi@cavc.ac.uk::a34cf001-11e0-4665-9809-996318092a94" providerId="AD" clId="Web-{4C475BE2-6410-B388-2004-F46F0D38C775}" dt="2023-08-22T09:38:11.668" v="47"/>
          <ac:spMkLst>
            <pc:docMk/>
            <pc:sldMk cId="0" sldId="256"/>
            <ac:spMk id="4" creationId="{00000000-0000-0000-0000-000000000000}"/>
          </ac:spMkLst>
        </pc:spChg>
        <pc:picChg chg="mod">
          <ac:chgData name="Maria Gagliardi" userId="S::mgagliardi@cavc.ac.uk::a34cf001-11e0-4665-9809-996318092a94" providerId="AD" clId="Web-{4C475BE2-6410-B388-2004-F46F0D38C775}" dt="2023-08-22T09:38:11.668" v="47"/>
          <ac:picMkLst>
            <pc:docMk/>
            <pc:sldMk cId="0" sldId="256"/>
            <ac:picMk id="5123" creationId="{00000000-0000-0000-0000-000000000000}"/>
          </ac:picMkLst>
        </pc:picChg>
        <pc:picChg chg="mod">
          <ac:chgData name="Maria Gagliardi" userId="S::mgagliardi@cavc.ac.uk::a34cf001-11e0-4665-9809-996318092a94" providerId="AD" clId="Web-{4C475BE2-6410-B388-2004-F46F0D38C775}" dt="2023-08-22T09:38:11.668" v="47"/>
          <ac:picMkLst>
            <pc:docMk/>
            <pc:sldMk cId="0" sldId="256"/>
            <ac:picMk id="5124" creationId="{00000000-0000-0000-0000-000000000000}"/>
          </ac:picMkLst>
        </pc:picChg>
      </pc:sldChg>
      <pc:sldChg chg="modSp">
        <pc:chgData name="Maria Gagliardi" userId="S::mgagliardi@cavc.ac.uk::a34cf001-11e0-4665-9809-996318092a94" providerId="AD" clId="Web-{4C475BE2-6410-B388-2004-F46F0D38C775}" dt="2023-08-22T09:38:11.668" v="47"/>
        <pc:sldMkLst>
          <pc:docMk/>
          <pc:sldMk cId="0" sldId="263"/>
        </pc:sldMkLst>
        <pc:spChg chg="mod">
          <ac:chgData name="Maria Gagliardi" userId="S::mgagliardi@cavc.ac.uk::a34cf001-11e0-4665-9809-996318092a94" providerId="AD" clId="Web-{4C475BE2-6410-B388-2004-F46F0D38C775}" dt="2023-08-22T09:38:11.668" v="47"/>
          <ac:spMkLst>
            <pc:docMk/>
            <pc:sldMk cId="0" sldId="263"/>
            <ac:spMk id="4" creationId="{00000000-0000-0000-0000-000000000000}"/>
          </ac:spMkLst>
        </pc:spChg>
        <pc:spChg chg="mod">
          <ac:chgData name="Maria Gagliardi" userId="S::mgagliardi@cavc.ac.uk::a34cf001-11e0-4665-9809-996318092a94" providerId="AD" clId="Web-{4C475BE2-6410-B388-2004-F46F0D38C775}" dt="2023-08-22T09:38:11.668" v="47"/>
          <ac:spMkLst>
            <pc:docMk/>
            <pc:sldMk cId="0" sldId="263"/>
            <ac:spMk id="6" creationId="{00000000-0000-0000-0000-000000000000}"/>
          </ac:spMkLst>
        </pc:spChg>
        <pc:spChg chg="mod">
          <ac:chgData name="Maria Gagliardi" userId="S::mgagliardi@cavc.ac.uk::a34cf001-11e0-4665-9809-996318092a94" providerId="AD" clId="Web-{4C475BE2-6410-B388-2004-F46F0D38C775}" dt="2023-08-22T09:38:11.668" v="47"/>
          <ac:spMkLst>
            <pc:docMk/>
            <pc:sldMk cId="0" sldId="263"/>
            <ac:spMk id="10" creationId="{00000000-0000-0000-0000-000000000000}"/>
          </ac:spMkLst>
        </pc:spChg>
        <pc:spChg chg="mod">
          <ac:chgData name="Maria Gagliardi" userId="S::mgagliardi@cavc.ac.uk::a34cf001-11e0-4665-9809-996318092a94" providerId="AD" clId="Web-{4C475BE2-6410-B388-2004-F46F0D38C775}" dt="2023-08-22T09:38:11.668" v="47"/>
          <ac:spMkLst>
            <pc:docMk/>
            <pc:sldMk cId="0" sldId="263"/>
            <ac:spMk id="7172" creationId="{00000000-0000-0000-0000-000000000000}"/>
          </ac:spMkLst>
        </pc:spChg>
        <pc:picChg chg="mod">
          <ac:chgData name="Maria Gagliardi" userId="S::mgagliardi@cavc.ac.uk::a34cf001-11e0-4665-9809-996318092a94" providerId="AD" clId="Web-{4C475BE2-6410-B388-2004-F46F0D38C775}" dt="2023-08-22T09:38:11.668" v="47"/>
          <ac:picMkLst>
            <pc:docMk/>
            <pc:sldMk cId="0" sldId="263"/>
            <ac:picMk id="7173" creationId="{00000000-0000-0000-0000-000000000000}"/>
          </ac:picMkLst>
        </pc:picChg>
        <pc:picChg chg="mod">
          <ac:chgData name="Maria Gagliardi" userId="S::mgagliardi@cavc.ac.uk::a34cf001-11e0-4665-9809-996318092a94" providerId="AD" clId="Web-{4C475BE2-6410-B388-2004-F46F0D38C775}" dt="2023-08-22T09:38:11.668" v="47"/>
          <ac:picMkLst>
            <pc:docMk/>
            <pc:sldMk cId="0" sldId="263"/>
            <ac:picMk id="7174" creationId="{00000000-0000-0000-0000-000000000000}"/>
          </ac:picMkLst>
        </pc:picChg>
        <pc:picChg chg="mod">
          <ac:chgData name="Maria Gagliardi" userId="S::mgagliardi@cavc.ac.uk::a34cf001-11e0-4665-9809-996318092a94" providerId="AD" clId="Web-{4C475BE2-6410-B388-2004-F46F0D38C775}" dt="2023-08-22T09:38:11.668" v="47"/>
          <ac:picMkLst>
            <pc:docMk/>
            <pc:sldMk cId="0" sldId="263"/>
            <ac:picMk id="7175" creationId="{00000000-0000-0000-0000-000000000000}"/>
          </ac:picMkLst>
        </pc:picChg>
      </pc:sldChg>
      <pc:sldChg chg="modSp">
        <pc:chgData name="Maria Gagliardi" userId="S::mgagliardi@cavc.ac.uk::a34cf001-11e0-4665-9809-996318092a94" providerId="AD" clId="Web-{4C475BE2-6410-B388-2004-F46F0D38C775}" dt="2023-08-22T09:38:11.668" v="47"/>
        <pc:sldMkLst>
          <pc:docMk/>
          <pc:sldMk cId="0" sldId="302"/>
        </pc:sldMkLst>
        <pc:spChg chg="mod">
          <ac:chgData name="Maria Gagliardi" userId="S::mgagliardi@cavc.ac.uk::a34cf001-11e0-4665-9809-996318092a94" providerId="AD" clId="Web-{4C475BE2-6410-B388-2004-F46F0D38C775}" dt="2023-08-22T09:38:11.668" v="47"/>
          <ac:spMkLst>
            <pc:docMk/>
            <pc:sldMk cId="0" sldId="302"/>
            <ac:spMk id="4" creationId="{00000000-0000-0000-0000-000000000000}"/>
          </ac:spMkLst>
        </pc:spChg>
        <pc:spChg chg="mod">
          <ac:chgData name="Maria Gagliardi" userId="S::mgagliardi@cavc.ac.uk::a34cf001-11e0-4665-9809-996318092a94" providerId="AD" clId="Web-{4C475BE2-6410-B388-2004-F46F0D38C775}" dt="2023-08-22T09:38:11.668" v="47"/>
          <ac:spMkLst>
            <pc:docMk/>
            <pc:sldMk cId="0" sldId="302"/>
            <ac:spMk id="10243" creationId="{00000000-0000-0000-0000-000000000000}"/>
          </ac:spMkLst>
        </pc:spChg>
        <pc:spChg chg="mod">
          <ac:chgData name="Maria Gagliardi" userId="S::mgagliardi@cavc.ac.uk::a34cf001-11e0-4665-9809-996318092a94" providerId="AD" clId="Web-{4C475BE2-6410-B388-2004-F46F0D38C775}" dt="2023-08-22T09:38:11.668" v="47"/>
          <ac:spMkLst>
            <pc:docMk/>
            <pc:sldMk cId="0" sldId="302"/>
            <ac:spMk id="18442" creationId="{00000000-0000-0000-0000-000000000000}"/>
          </ac:spMkLst>
        </pc:spChg>
        <pc:spChg chg="mod">
          <ac:chgData name="Maria Gagliardi" userId="S::mgagliardi@cavc.ac.uk::a34cf001-11e0-4665-9809-996318092a94" providerId="AD" clId="Web-{4C475BE2-6410-B388-2004-F46F0D38C775}" dt="2023-08-22T09:38:11.668" v="47"/>
          <ac:spMkLst>
            <pc:docMk/>
            <pc:sldMk cId="0" sldId="302"/>
            <ac:spMk id="18443" creationId="{00000000-0000-0000-0000-000000000000}"/>
          </ac:spMkLst>
        </pc:spChg>
        <pc:spChg chg="mod">
          <ac:chgData name="Maria Gagliardi" userId="S::mgagliardi@cavc.ac.uk::a34cf001-11e0-4665-9809-996318092a94" providerId="AD" clId="Web-{4C475BE2-6410-B388-2004-F46F0D38C775}" dt="2023-08-22T09:38:11.668" v="47"/>
          <ac:spMkLst>
            <pc:docMk/>
            <pc:sldMk cId="0" sldId="302"/>
            <ac:spMk id="18444" creationId="{00000000-0000-0000-0000-000000000000}"/>
          </ac:spMkLst>
        </pc:spChg>
        <pc:grpChg chg="mod">
          <ac:chgData name="Maria Gagliardi" userId="S::mgagliardi@cavc.ac.uk::a34cf001-11e0-4665-9809-996318092a94" providerId="AD" clId="Web-{4C475BE2-6410-B388-2004-F46F0D38C775}" dt="2023-08-22T09:38:11.668" v="47"/>
          <ac:grpSpMkLst>
            <pc:docMk/>
            <pc:sldMk cId="0" sldId="302"/>
            <ac:grpSpMk id="2" creationId="{00000000-0000-0000-0000-000000000000}"/>
          </ac:grpSpMkLst>
        </pc:grpChg>
        <pc:picChg chg="mod">
          <ac:chgData name="Maria Gagliardi" userId="S::mgagliardi@cavc.ac.uk::a34cf001-11e0-4665-9809-996318092a94" providerId="AD" clId="Web-{4C475BE2-6410-B388-2004-F46F0D38C775}" dt="2023-08-22T09:38:11.668" v="47"/>
          <ac:picMkLst>
            <pc:docMk/>
            <pc:sldMk cId="0" sldId="302"/>
            <ac:picMk id="10244" creationId="{00000000-0000-0000-0000-000000000000}"/>
          </ac:picMkLst>
        </pc:picChg>
        <pc:picChg chg="mod">
          <ac:chgData name="Maria Gagliardi" userId="S::mgagliardi@cavc.ac.uk::a34cf001-11e0-4665-9809-996318092a94" providerId="AD" clId="Web-{4C475BE2-6410-B388-2004-F46F0D38C775}" dt="2023-08-22T09:38:11.668" v="47"/>
          <ac:picMkLst>
            <pc:docMk/>
            <pc:sldMk cId="0" sldId="302"/>
            <ac:picMk id="10245" creationId="{00000000-0000-0000-0000-000000000000}"/>
          </ac:picMkLst>
        </pc:picChg>
      </pc:sldChg>
      <pc:sldChg chg="modSp">
        <pc:chgData name="Maria Gagliardi" userId="S::mgagliardi@cavc.ac.uk::a34cf001-11e0-4665-9809-996318092a94" providerId="AD" clId="Web-{4C475BE2-6410-B388-2004-F46F0D38C775}" dt="2023-08-22T09:38:11.668" v="47"/>
        <pc:sldMkLst>
          <pc:docMk/>
          <pc:sldMk cId="0" sldId="352"/>
        </pc:sldMkLst>
        <pc:spChg chg="mod">
          <ac:chgData name="Maria Gagliardi" userId="S::mgagliardi@cavc.ac.uk::a34cf001-11e0-4665-9809-996318092a94" providerId="AD" clId="Web-{4C475BE2-6410-B388-2004-F46F0D38C775}" dt="2023-08-22T09:38:11.668" v="47"/>
          <ac:spMkLst>
            <pc:docMk/>
            <pc:sldMk cId="0" sldId="352"/>
            <ac:spMk id="4" creationId="{00000000-0000-0000-0000-000000000000}"/>
          </ac:spMkLst>
        </pc:spChg>
        <pc:spChg chg="mod">
          <ac:chgData name="Maria Gagliardi" userId="S::mgagliardi@cavc.ac.uk::a34cf001-11e0-4665-9809-996318092a94" providerId="AD" clId="Web-{4C475BE2-6410-B388-2004-F46F0D38C775}" dt="2023-08-22T09:38:11.668" v="47"/>
          <ac:spMkLst>
            <pc:docMk/>
            <pc:sldMk cId="0" sldId="352"/>
            <ac:spMk id="6" creationId="{00000000-0000-0000-0000-000000000000}"/>
          </ac:spMkLst>
        </pc:spChg>
        <pc:spChg chg="mod">
          <ac:chgData name="Maria Gagliardi" userId="S::mgagliardi@cavc.ac.uk::a34cf001-11e0-4665-9809-996318092a94" providerId="AD" clId="Web-{4C475BE2-6410-B388-2004-F46F0D38C775}" dt="2023-08-22T09:38:11.668" v="47"/>
          <ac:spMkLst>
            <pc:docMk/>
            <pc:sldMk cId="0" sldId="352"/>
            <ac:spMk id="10" creationId="{00000000-0000-0000-0000-000000000000}"/>
          </ac:spMkLst>
        </pc:spChg>
        <pc:spChg chg="mod">
          <ac:chgData name="Maria Gagliardi" userId="S::mgagliardi@cavc.ac.uk::a34cf001-11e0-4665-9809-996318092a94" providerId="AD" clId="Web-{4C475BE2-6410-B388-2004-F46F0D38C775}" dt="2023-08-22T09:38:11.668" v="47"/>
          <ac:spMkLst>
            <pc:docMk/>
            <pc:sldMk cId="0" sldId="352"/>
            <ac:spMk id="11268" creationId="{00000000-0000-0000-0000-000000000000}"/>
          </ac:spMkLst>
        </pc:spChg>
        <pc:picChg chg="mod">
          <ac:chgData name="Maria Gagliardi" userId="S::mgagliardi@cavc.ac.uk::a34cf001-11e0-4665-9809-996318092a94" providerId="AD" clId="Web-{4C475BE2-6410-B388-2004-F46F0D38C775}" dt="2023-08-22T09:38:11.668" v="47"/>
          <ac:picMkLst>
            <pc:docMk/>
            <pc:sldMk cId="0" sldId="352"/>
            <ac:picMk id="11269" creationId="{00000000-0000-0000-0000-000000000000}"/>
          </ac:picMkLst>
        </pc:picChg>
        <pc:picChg chg="mod">
          <ac:chgData name="Maria Gagliardi" userId="S::mgagliardi@cavc.ac.uk::a34cf001-11e0-4665-9809-996318092a94" providerId="AD" clId="Web-{4C475BE2-6410-B388-2004-F46F0D38C775}" dt="2023-08-22T09:38:11.668" v="47"/>
          <ac:picMkLst>
            <pc:docMk/>
            <pc:sldMk cId="0" sldId="352"/>
            <ac:picMk id="11270" creationId="{00000000-0000-0000-0000-000000000000}"/>
          </ac:picMkLst>
        </pc:picChg>
      </pc:sldChg>
      <pc:sldChg chg="modSp">
        <pc:chgData name="Maria Gagliardi" userId="S::mgagliardi@cavc.ac.uk::a34cf001-11e0-4665-9809-996318092a94" providerId="AD" clId="Web-{4C475BE2-6410-B388-2004-F46F0D38C775}" dt="2023-08-22T09:38:11.668" v="47"/>
        <pc:sldMkLst>
          <pc:docMk/>
          <pc:sldMk cId="0" sldId="353"/>
        </pc:sldMkLst>
        <pc:spChg chg="mod">
          <ac:chgData name="Maria Gagliardi" userId="S::mgagliardi@cavc.ac.uk::a34cf001-11e0-4665-9809-996318092a94" providerId="AD" clId="Web-{4C475BE2-6410-B388-2004-F46F0D38C775}" dt="2023-08-22T09:38:11.668" v="47"/>
          <ac:spMkLst>
            <pc:docMk/>
            <pc:sldMk cId="0" sldId="353"/>
            <ac:spMk id="4" creationId="{00000000-0000-0000-0000-000000000000}"/>
          </ac:spMkLst>
        </pc:spChg>
        <pc:spChg chg="mod">
          <ac:chgData name="Maria Gagliardi" userId="S::mgagliardi@cavc.ac.uk::a34cf001-11e0-4665-9809-996318092a94" providerId="AD" clId="Web-{4C475BE2-6410-B388-2004-F46F0D38C775}" dt="2023-08-22T09:38:11.668" v="47"/>
          <ac:spMkLst>
            <pc:docMk/>
            <pc:sldMk cId="0" sldId="353"/>
            <ac:spMk id="6" creationId="{00000000-0000-0000-0000-000000000000}"/>
          </ac:spMkLst>
        </pc:spChg>
        <pc:spChg chg="mod">
          <ac:chgData name="Maria Gagliardi" userId="S::mgagliardi@cavc.ac.uk::a34cf001-11e0-4665-9809-996318092a94" providerId="AD" clId="Web-{4C475BE2-6410-B388-2004-F46F0D38C775}" dt="2023-08-22T09:38:11.668" v="47"/>
          <ac:spMkLst>
            <pc:docMk/>
            <pc:sldMk cId="0" sldId="353"/>
            <ac:spMk id="10" creationId="{00000000-0000-0000-0000-000000000000}"/>
          </ac:spMkLst>
        </pc:spChg>
        <pc:spChg chg="mod">
          <ac:chgData name="Maria Gagliardi" userId="S::mgagliardi@cavc.ac.uk::a34cf001-11e0-4665-9809-996318092a94" providerId="AD" clId="Web-{4C475BE2-6410-B388-2004-F46F0D38C775}" dt="2023-08-22T09:38:11.668" v="47"/>
          <ac:spMkLst>
            <pc:docMk/>
            <pc:sldMk cId="0" sldId="353"/>
            <ac:spMk id="12292" creationId="{00000000-0000-0000-0000-000000000000}"/>
          </ac:spMkLst>
        </pc:spChg>
        <pc:picChg chg="mod">
          <ac:chgData name="Maria Gagliardi" userId="S::mgagliardi@cavc.ac.uk::a34cf001-11e0-4665-9809-996318092a94" providerId="AD" clId="Web-{4C475BE2-6410-B388-2004-F46F0D38C775}" dt="2023-08-22T09:38:11.668" v="47"/>
          <ac:picMkLst>
            <pc:docMk/>
            <pc:sldMk cId="0" sldId="353"/>
            <ac:picMk id="12293" creationId="{00000000-0000-0000-0000-000000000000}"/>
          </ac:picMkLst>
        </pc:picChg>
        <pc:picChg chg="mod">
          <ac:chgData name="Maria Gagliardi" userId="S::mgagliardi@cavc.ac.uk::a34cf001-11e0-4665-9809-996318092a94" providerId="AD" clId="Web-{4C475BE2-6410-B388-2004-F46F0D38C775}" dt="2023-08-22T09:38:11.668" v="47"/>
          <ac:picMkLst>
            <pc:docMk/>
            <pc:sldMk cId="0" sldId="353"/>
            <ac:picMk id="12294" creationId="{00000000-0000-0000-0000-000000000000}"/>
          </ac:picMkLst>
        </pc:picChg>
      </pc:sldChg>
      <pc:sldChg chg="modSp">
        <pc:chgData name="Maria Gagliardi" userId="S::mgagliardi@cavc.ac.uk::a34cf001-11e0-4665-9809-996318092a94" providerId="AD" clId="Web-{4C475BE2-6410-B388-2004-F46F0D38C775}" dt="2023-08-22T09:38:11.668" v="47"/>
        <pc:sldMkLst>
          <pc:docMk/>
          <pc:sldMk cId="0" sldId="361"/>
        </pc:sldMkLst>
        <pc:spChg chg="mod">
          <ac:chgData name="Maria Gagliardi" userId="S::mgagliardi@cavc.ac.uk::a34cf001-11e0-4665-9809-996318092a94" providerId="AD" clId="Web-{4C475BE2-6410-B388-2004-F46F0D38C775}" dt="2023-08-22T09:38:11.668" v="47"/>
          <ac:spMkLst>
            <pc:docMk/>
            <pc:sldMk cId="0" sldId="361"/>
            <ac:spMk id="4" creationId="{00000000-0000-0000-0000-000000000000}"/>
          </ac:spMkLst>
        </pc:spChg>
        <pc:spChg chg="mod">
          <ac:chgData name="Maria Gagliardi" userId="S::mgagliardi@cavc.ac.uk::a34cf001-11e0-4665-9809-996318092a94" providerId="AD" clId="Web-{4C475BE2-6410-B388-2004-F46F0D38C775}" dt="2023-08-22T09:38:11.668" v="47"/>
          <ac:spMkLst>
            <pc:docMk/>
            <pc:sldMk cId="0" sldId="361"/>
            <ac:spMk id="6" creationId="{00000000-0000-0000-0000-000000000000}"/>
          </ac:spMkLst>
        </pc:spChg>
        <pc:spChg chg="mod">
          <ac:chgData name="Maria Gagliardi" userId="S::mgagliardi@cavc.ac.uk::a34cf001-11e0-4665-9809-996318092a94" providerId="AD" clId="Web-{4C475BE2-6410-B388-2004-F46F0D38C775}" dt="2023-08-22T09:38:11.668" v="47"/>
          <ac:spMkLst>
            <pc:docMk/>
            <pc:sldMk cId="0" sldId="361"/>
            <ac:spMk id="10" creationId="{00000000-0000-0000-0000-000000000000}"/>
          </ac:spMkLst>
        </pc:spChg>
        <pc:spChg chg="mod">
          <ac:chgData name="Maria Gagliardi" userId="S::mgagliardi@cavc.ac.uk::a34cf001-11e0-4665-9809-996318092a94" providerId="AD" clId="Web-{4C475BE2-6410-B388-2004-F46F0D38C775}" dt="2023-08-22T09:38:11.668" v="47"/>
          <ac:spMkLst>
            <pc:docMk/>
            <pc:sldMk cId="0" sldId="361"/>
            <ac:spMk id="24580" creationId="{00000000-0000-0000-0000-000000000000}"/>
          </ac:spMkLst>
        </pc:spChg>
        <pc:picChg chg="mod">
          <ac:chgData name="Maria Gagliardi" userId="S::mgagliardi@cavc.ac.uk::a34cf001-11e0-4665-9809-996318092a94" providerId="AD" clId="Web-{4C475BE2-6410-B388-2004-F46F0D38C775}" dt="2023-08-22T09:38:11.668" v="47"/>
          <ac:picMkLst>
            <pc:docMk/>
            <pc:sldMk cId="0" sldId="361"/>
            <ac:picMk id="24581" creationId="{00000000-0000-0000-0000-000000000000}"/>
          </ac:picMkLst>
        </pc:picChg>
        <pc:picChg chg="mod">
          <ac:chgData name="Maria Gagliardi" userId="S::mgagliardi@cavc.ac.uk::a34cf001-11e0-4665-9809-996318092a94" providerId="AD" clId="Web-{4C475BE2-6410-B388-2004-F46F0D38C775}" dt="2023-08-22T09:38:11.668" v="47"/>
          <ac:picMkLst>
            <pc:docMk/>
            <pc:sldMk cId="0" sldId="361"/>
            <ac:picMk id="24582" creationId="{00000000-0000-0000-0000-000000000000}"/>
          </ac:picMkLst>
        </pc:picChg>
        <pc:picChg chg="mod">
          <ac:chgData name="Maria Gagliardi" userId="S::mgagliardi@cavc.ac.uk::a34cf001-11e0-4665-9809-996318092a94" providerId="AD" clId="Web-{4C475BE2-6410-B388-2004-F46F0D38C775}" dt="2023-08-22T09:38:11.668" v="47"/>
          <ac:picMkLst>
            <pc:docMk/>
            <pc:sldMk cId="0" sldId="361"/>
            <ac:picMk id="24584" creationId="{00000000-0000-0000-0000-000000000000}"/>
          </ac:picMkLst>
        </pc:picChg>
      </pc:sldChg>
      <pc:sldChg chg="modSp">
        <pc:chgData name="Maria Gagliardi" userId="S::mgagliardi@cavc.ac.uk::a34cf001-11e0-4665-9809-996318092a94" providerId="AD" clId="Web-{4C475BE2-6410-B388-2004-F46F0D38C775}" dt="2023-08-22T09:38:11.668" v="47"/>
        <pc:sldMkLst>
          <pc:docMk/>
          <pc:sldMk cId="1886592930" sldId="362"/>
        </pc:sldMkLst>
        <pc:spChg chg="mod">
          <ac:chgData name="Maria Gagliardi" userId="S::mgagliardi@cavc.ac.uk::a34cf001-11e0-4665-9809-996318092a94" providerId="AD" clId="Web-{4C475BE2-6410-B388-2004-F46F0D38C775}" dt="2023-08-22T09:38:11.668" v="47"/>
          <ac:spMkLst>
            <pc:docMk/>
            <pc:sldMk cId="1886592930" sldId="362"/>
            <ac:spMk id="4" creationId="{00000000-0000-0000-0000-000000000000}"/>
          </ac:spMkLst>
        </pc:spChg>
        <pc:spChg chg="mod">
          <ac:chgData name="Maria Gagliardi" userId="S::mgagliardi@cavc.ac.uk::a34cf001-11e0-4665-9809-996318092a94" providerId="AD" clId="Web-{4C475BE2-6410-B388-2004-F46F0D38C775}" dt="2023-08-22T09:38:11.668" v="47"/>
          <ac:spMkLst>
            <pc:docMk/>
            <pc:sldMk cId="1886592930" sldId="362"/>
            <ac:spMk id="6" creationId="{00000000-0000-0000-0000-000000000000}"/>
          </ac:spMkLst>
        </pc:spChg>
        <pc:spChg chg="mod">
          <ac:chgData name="Maria Gagliardi" userId="S::mgagliardi@cavc.ac.uk::a34cf001-11e0-4665-9809-996318092a94" providerId="AD" clId="Web-{4C475BE2-6410-B388-2004-F46F0D38C775}" dt="2023-08-22T09:38:11.668" v="47"/>
          <ac:spMkLst>
            <pc:docMk/>
            <pc:sldMk cId="1886592930" sldId="362"/>
            <ac:spMk id="10" creationId="{00000000-0000-0000-0000-000000000000}"/>
          </ac:spMkLst>
        </pc:spChg>
        <pc:spChg chg="mod">
          <ac:chgData name="Maria Gagliardi" userId="S::mgagliardi@cavc.ac.uk::a34cf001-11e0-4665-9809-996318092a94" providerId="AD" clId="Web-{4C475BE2-6410-B388-2004-F46F0D38C775}" dt="2023-08-22T09:38:11.668" v="47"/>
          <ac:spMkLst>
            <pc:docMk/>
            <pc:sldMk cId="1886592930" sldId="362"/>
            <ac:spMk id="7172" creationId="{00000000-0000-0000-0000-000000000000}"/>
          </ac:spMkLst>
        </pc:spChg>
        <pc:picChg chg="mod">
          <ac:chgData name="Maria Gagliardi" userId="S::mgagliardi@cavc.ac.uk::a34cf001-11e0-4665-9809-996318092a94" providerId="AD" clId="Web-{4C475BE2-6410-B388-2004-F46F0D38C775}" dt="2023-08-22T09:38:11.668" v="47"/>
          <ac:picMkLst>
            <pc:docMk/>
            <pc:sldMk cId="1886592930" sldId="362"/>
            <ac:picMk id="7173" creationId="{00000000-0000-0000-0000-000000000000}"/>
          </ac:picMkLst>
        </pc:picChg>
        <pc:picChg chg="mod">
          <ac:chgData name="Maria Gagliardi" userId="S::mgagliardi@cavc.ac.uk::a34cf001-11e0-4665-9809-996318092a94" providerId="AD" clId="Web-{4C475BE2-6410-B388-2004-F46F0D38C775}" dt="2023-08-22T09:38:11.668" v="47"/>
          <ac:picMkLst>
            <pc:docMk/>
            <pc:sldMk cId="1886592930" sldId="362"/>
            <ac:picMk id="7174" creationId="{00000000-0000-0000-0000-000000000000}"/>
          </ac:picMkLst>
        </pc:picChg>
        <pc:picChg chg="mod">
          <ac:chgData name="Maria Gagliardi" userId="S::mgagliardi@cavc.ac.uk::a34cf001-11e0-4665-9809-996318092a94" providerId="AD" clId="Web-{4C475BE2-6410-B388-2004-F46F0D38C775}" dt="2023-08-22T09:38:11.668" v="47"/>
          <ac:picMkLst>
            <pc:docMk/>
            <pc:sldMk cId="1886592930" sldId="362"/>
            <ac:picMk id="7175" creationId="{00000000-0000-0000-0000-000000000000}"/>
          </ac:picMkLst>
        </pc:picChg>
      </pc:sldChg>
      <pc:sldChg chg="new del ord">
        <pc:chgData name="Maria Gagliardi" userId="S::mgagliardi@cavc.ac.uk::a34cf001-11e0-4665-9809-996318092a94" providerId="AD" clId="Web-{4C475BE2-6410-B388-2004-F46F0D38C775}" dt="2023-08-22T09:33:00.423" v="2"/>
        <pc:sldMkLst>
          <pc:docMk/>
          <pc:sldMk cId="1762223530" sldId="363"/>
        </pc:sldMkLst>
      </pc:sldChg>
      <pc:sldChg chg="addSp delSp modSp new ord">
        <pc:chgData name="Maria Gagliardi" userId="S::mgagliardi@cavc.ac.uk::a34cf001-11e0-4665-9809-996318092a94" providerId="AD" clId="Web-{4C475BE2-6410-B388-2004-F46F0D38C775}" dt="2023-08-22T09:38:11.668" v="47"/>
        <pc:sldMkLst>
          <pc:docMk/>
          <pc:sldMk cId="3670139272" sldId="363"/>
        </pc:sldMkLst>
        <pc:spChg chg="mod">
          <ac:chgData name="Maria Gagliardi" userId="S::mgagliardi@cavc.ac.uk::a34cf001-11e0-4665-9809-996318092a94" providerId="AD" clId="Web-{4C475BE2-6410-B388-2004-F46F0D38C775}" dt="2023-08-22T09:38:11.668" v="47"/>
          <ac:spMkLst>
            <pc:docMk/>
            <pc:sldMk cId="3670139272" sldId="363"/>
            <ac:spMk id="2" creationId="{9209DB71-0AB8-1308-11AB-096659C05DAC}"/>
          </ac:spMkLst>
        </pc:spChg>
        <pc:picChg chg="add mod">
          <ac:chgData name="Maria Gagliardi" userId="S::mgagliardi@cavc.ac.uk::a34cf001-11e0-4665-9809-996318092a94" providerId="AD" clId="Web-{4C475BE2-6410-B388-2004-F46F0D38C775}" dt="2023-08-22T09:38:11.668" v="47"/>
          <ac:picMkLst>
            <pc:docMk/>
            <pc:sldMk cId="3670139272" sldId="363"/>
            <ac:picMk id="3" creationId="{A216E3FB-2C15-4B64-53E2-88238191B574}"/>
          </ac:picMkLst>
        </pc:picChg>
        <pc:picChg chg="add del mod">
          <ac:chgData name="Maria Gagliardi" userId="S::mgagliardi@cavc.ac.uk::a34cf001-11e0-4665-9809-996318092a94" providerId="AD" clId="Web-{4C475BE2-6410-B388-2004-F46F0D38C775}" dt="2023-08-22T09:34:56.724" v="21"/>
          <ac:picMkLst>
            <pc:docMk/>
            <pc:sldMk cId="3670139272" sldId="363"/>
            <ac:picMk id="4" creationId="{27D0F812-5746-F55E-253F-B701DB6C34DA}"/>
          </ac:picMkLst>
        </pc:picChg>
        <pc:picChg chg="add del mod">
          <ac:chgData name="Maria Gagliardi" userId="S::mgagliardi@cavc.ac.uk::a34cf001-11e0-4665-9809-996318092a94" providerId="AD" clId="Web-{4C475BE2-6410-B388-2004-F46F0D38C775}" dt="2023-08-22T09:36:19.883" v="27"/>
          <ac:picMkLst>
            <pc:docMk/>
            <pc:sldMk cId="3670139272" sldId="363"/>
            <ac:picMk id="5" creationId="{A934E865-2108-984F-8D29-E736A81F410B}"/>
          </ac:picMkLst>
        </pc:picChg>
        <pc:picChg chg="add del mod">
          <ac:chgData name="Maria Gagliardi" userId="S::mgagliardi@cavc.ac.uk::a34cf001-11e0-4665-9809-996318092a94" providerId="AD" clId="Web-{4C475BE2-6410-B388-2004-F46F0D38C775}" dt="2023-08-22T09:36:25.180" v="29"/>
          <ac:picMkLst>
            <pc:docMk/>
            <pc:sldMk cId="3670139272" sldId="363"/>
            <ac:picMk id="6" creationId="{DB117E20-B0A3-B2AE-2A8E-E080FC6CE9A7}"/>
          </ac:picMkLst>
        </pc:picChg>
      </pc:sldChg>
      <pc:sldChg chg="addSp modSp new del">
        <pc:chgData name="Maria Gagliardi" userId="S::mgagliardi@cavc.ac.uk::a34cf001-11e0-4665-9809-996318092a94" providerId="AD" clId="Web-{4C475BE2-6410-B388-2004-F46F0D38C775}" dt="2023-08-22T09:35:34.147" v="25"/>
        <pc:sldMkLst>
          <pc:docMk/>
          <pc:sldMk cId="716452086" sldId="364"/>
        </pc:sldMkLst>
        <pc:picChg chg="add mod">
          <ac:chgData name="Maria Gagliardi" userId="S::mgagliardi@cavc.ac.uk::a34cf001-11e0-4665-9809-996318092a94" providerId="AD" clId="Web-{4C475BE2-6410-B388-2004-F46F0D38C775}" dt="2023-08-22T09:35:27.068" v="24" actId="14100"/>
          <ac:picMkLst>
            <pc:docMk/>
            <pc:sldMk cId="716452086" sldId="364"/>
            <ac:picMk id="3" creationId="{DED61982-412F-31EC-4FAF-70723F7C4308}"/>
          </ac:picMkLst>
        </pc:picChg>
      </pc:sldChg>
      <pc:sldChg chg="modSp new">
        <pc:chgData name="Maria Gagliardi" userId="S::mgagliardi@cavc.ac.uk::a34cf001-11e0-4665-9809-996318092a94" providerId="AD" clId="Web-{4C475BE2-6410-B388-2004-F46F0D38C775}" dt="2023-08-22T09:39:45.952" v="58" actId="20577"/>
        <pc:sldMkLst>
          <pc:docMk/>
          <pc:sldMk cId="1633951685" sldId="364"/>
        </pc:sldMkLst>
        <pc:spChg chg="mod">
          <ac:chgData name="Maria Gagliardi" userId="S::mgagliardi@cavc.ac.uk::a34cf001-11e0-4665-9809-996318092a94" providerId="AD" clId="Web-{4C475BE2-6410-B388-2004-F46F0D38C775}" dt="2023-08-22T09:39:26.498" v="56" actId="20577"/>
          <ac:spMkLst>
            <pc:docMk/>
            <pc:sldMk cId="1633951685" sldId="364"/>
            <ac:spMk id="2" creationId="{CB4F18DE-D38F-5579-C765-9171793EB0DC}"/>
          </ac:spMkLst>
        </pc:spChg>
        <pc:spChg chg="mod">
          <ac:chgData name="Maria Gagliardi" userId="S::mgagliardi@cavc.ac.uk::a34cf001-11e0-4665-9809-996318092a94" providerId="AD" clId="Web-{4C475BE2-6410-B388-2004-F46F0D38C775}" dt="2023-08-22T09:39:45.952" v="58" actId="20577"/>
          <ac:spMkLst>
            <pc:docMk/>
            <pc:sldMk cId="1633951685" sldId="364"/>
            <ac:spMk id="3" creationId="{23FFAB6A-1FCB-3F2D-6F2B-7435D217568F}"/>
          </ac:spMkLst>
        </pc:spChg>
      </pc:sldChg>
      <pc:sldChg chg="modSp new del">
        <pc:chgData name="Maria Gagliardi" userId="S::mgagliardi@cavc.ac.uk::a34cf001-11e0-4665-9809-996318092a94" providerId="AD" clId="Web-{4C475BE2-6410-B388-2004-F46F0D38C775}" dt="2023-08-22T09:37:28.119" v="33"/>
        <pc:sldMkLst>
          <pc:docMk/>
          <pc:sldMk cId="1759781774" sldId="364"/>
        </pc:sldMkLst>
        <pc:spChg chg="mod">
          <ac:chgData name="Maria Gagliardi" userId="S::mgagliardi@cavc.ac.uk::a34cf001-11e0-4665-9809-996318092a94" providerId="AD" clId="Web-{4C475BE2-6410-B388-2004-F46F0D38C775}" dt="2023-08-22T09:37:22.838" v="32" actId="20577"/>
          <ac:spMkLst>
            <pc:docMk/>
            <pc:sldMk cId="1759781774" sldId="364"/>
            <ac:spMk id="2" creationId="{BAB22BF3-3869-22D3-10F9-461906325EAC}"/>
          </ac:spMkLst>
        </pc:spChg>
      </pc:sldChg>
      <pc:sldChg chg="addSp modSp new del">
        <pc:chgData name="Maria Gagliardi" userId="S::mgagliardi@cavc.ac.uk::a34cf001-11e0-4665-9809-996318092a94" providerId="AD" clId="Web-{4C475BE2-6410-B388-2004-F46F0D38C775}" dt="2023-08-22T09:37:43.432" v="39"/>
        <pc:sldMkLst>
          <pc:docMk/>
          <pc:sldMk cId="2573315621" sldId="364"/>
        </pc:sldMkLst>
        <pc:spChg chg="add mod">
          <ac:chgData name="Maria Gagliardi" userId="S::mgagliardi@cavc.ac.uk::a34cf001-11e0-4665-9809-996318092a94" providerId="AD" clId="Web-{4C475BE2-6410-B388-2004-F46F0D38C775}" dt="2023-08-22T09:37:40.807" v="38" actId="20577"/>
          <ac:spMkLst>
            <pc:docMk/>
            <pc:sldMk cId="2573315621" sldId="364"/>
            <ac:spMk id="2" creationId="{3267006B-F60C-9D0C-1538-75CC5763B0DF}"/>
          </ac:spMkLst>
        </pc:spChg>
      </pc:sldChg>
      <pc:sldChg chg="new del">
        <pc:chgData name="Maria Gagliardi" userId="S::mgagliardi@cavc.ac.uk::a34cf001-11e0-4665-9809-996318092a94" providerId="AD" clId="Web-{4C475BE2-6410-B388-2004-F46F0D38C775}" dt="2023-08-22T09:34:45.051" v="19"/>
        <pc:sldMkLst>
          <pc:docMk/>
          <pc:sldMk cId="2866872556" sldId="364"/>
        </pc:sldMkLst>
      </pc:sldChg>
      <pc:sldMasterChg chg="modSp modSldLayout">
        <pc:chgData name="Maria Gagliardi" userId="S::mgagliardi@cavc.ac.uk::a34cf001-11e0-4665-9809-996318092a94" providerId="AD" clId="Web-{4C475BE2-6410-B388-2004-F46F0D38C775}" dt="2023-08-22T09:38:11.668" v="47"/>
        <pc:sldMasterMkLst>
          <pc:docMk/>
          <pc:sldMasterMk cId="0" sldId="2147484198"/>
        </pc:sldMasterMkLst>
        <pc:spChg chg="mod">
          <ac:chgData name="Maria Gagliardi" userId="S::mgagliardi@cavc.ac.uk::a34cf001-11e0-4665-9809-996318092a94" providerId="AD" clId="Web-{4C475BE2-6410-B388-2004-F46F0D38C775}" dt="2023-08-22T09:38:11.668" v="47"/>
          <ac:spMkLst>
            <pc:docMk/>
            <pc:sldMasterMk cId="0" sldId="2147484198"/>
            <ac:spMk id="5" creationId="{00000000-0000-0000-0000-000000000000}"/>
          </ac:spMkLst>
        </pc:spChg>
        <pc:spChg chg="mod">
          <ac:chgData name="Maria Gagliardi" userId="S::mgagliardi@cavc.ac.uk::a34cf001-11e0-4665-9809-996318092a94" providerId="AD" clId="Web-{4C475BE2-6410-B388-2004-F46F0D38C775}" dt="2023-08-22T09:38:11.668" v="47"/>
          <ac:spMkLst>
            <pc:docMk/>
            <pc:sldMasterMk cId="0" sldId="2147484198"/>
            <ac:spMk id="10" creationId="{00000000-0000-0000-0000-000000000000}"/>
          </ac:spMkLst>
        </pc:spChg>
        <pc:spChg chg="mod">
          <ac:chgData name="Maria Gagliardi" userId="S::mgagliardi@cavc.ac.uk::a34cf001-11e0-4665-9809-996318092a94" providerId="AD" clId="Web-{4C475BE2-6410-B388-2004-F46F0D38C775}" dt="2023-08-22T09:38:11.668" v="47"/>
          <ac:spMkLst>
            <pc:docMk/>
            <pc:sldMasterMk cId="0" sldId="2147484198"/>
            <ac:spMk id="22" creationId="{00000000-0000-0000-0000-000000000000}"/>
          </ac:spMkLst>
        </pc:spChg>
        <pc:spChg chg="mod">
          <ac:chgData name="Maria Gagliardi" userId="S::mgagliardi@cavc.ac.uk::a34cf001-11e0-4665-9809-996318092a94" providerId="AD" clId="Web-{4C475BE2-6410-B388-2004-F46F0D38C775}" dt="2023-08-22T09:38:11.668" v="47"/>
          <ac:spMkLst>
            <pc:docMk/>
            <pc:sldMasterMk cId="0" sldId="2147484198"/>
            <ac:spMk id="24" creationId="{00000000-0000-0000-0000-000000000000}"/>
          </ac:spMkLst>
        </pc:spChg>
        <pc:spChg chg="mod">
          <ac:chgData name="Maria Gagliardi" userId="S::mgagliardi@cavc.ac.uk::a34cf001-11e0-4665-9809-996318092a94" providerId="AD" clId="Web-{4C475BE2-6410-B388-2004-F46F0D38C775}" dt="2023-08-22T09:38:11.668" v="47"/>
          <ac:spMkLst>
            <pc:docMk/>
            <pc:sldMasterMk cId="0" sldId="2147484198"/>
            <ac:spMk id="1026" creationId="{00000000-0000-0000-0000-000000000000}"/>
          </ac:spMkLst>
        </pc:spChg>
        <pc:sldLayoutChg chg="modSp">
          <pc:chgData name="Maria Gagliardi" userId="S::mgagliardi@cavc.ac.uk::a34cf001-11e0-4665-9809-996318092a94" providerId="AD" clId="Web-{4C475BE2-6410-B388-2004-F46F0D38C775}" dt="2023-08-22T09:38:11.668" v="47"/>
          <pc:sldLayoutMkLst>
            <pc:docMk/>
            <pc:sldMasterMk cId="0" sldId="2147484198"/>
            <pc:sldLayoutMk cId="0" sldId="2147484229"/>
          </pc:sldLayoutMkLst>
          <pc:spChg chg="mod">
            <ac:chgData name="Maria Gagliardi" userId="S::mgagliardi@cavc.ac.uk::a34cf001-11e0-4665-9809-996318092a94" providerId="AD" clId="Web-{4C475BE2-6410-B388-2004-F46F0D38C775}" dt="2023-08-22T09:38:11.668" v="47"/>
            <ac:spMkLst>
              <pc:docMk/>
              <pc:sldMasterMk cId="0" sldId="2147484198"/>
              <pc:sldLayoutMk cId="0" sldId="2147484229"/>
              <ac:spMk id="9" creationId="{00000000-0000-0000-0000-000000000000}"/>
            </ac:spMkLst>
          </pc:spChg>
        </pc:sldLayoutChg>
        <pc:sldLayoutChg chg="modSp">
          <pc:chgData name="Maria Gagliardi" userId="S::mgagliardi@cavc.ac.uk::a34cf001-11e0-4665-9809-996318092a94" providerId="AD" clId="Web-{4C475BE2-6410-B388-2004-F46F0D38C775}" dt="2023-08-22T09:38:11.668" v="47"/>
          <pc:sldLayoutMkLst>
            <pc:docMk/>
            <pc:sldMasterMk cId="0" sldId="2147484198"/>
            <pc:sldLayoutMk cId="0" sldId="2147484230"/>
          </pc:sldLayoutMkLst>
          <pc:spChg chg="mod">
            <ac:chgData name="Maria Gagliardi" userId="S::mgagliardi@cavc.ac.uk::a34cf001-11e0-4665-9809-996318092a94" providerId="AD" clId="Web-{4C475BE2-6410-B388-2004-F46F0D38C775}" dt="2023-08-22T09:38:11.668" v="47"/>
            <ac:spMkLst>
              <pc:docMk/>
              <pc:sldMasterMk cId="0" sldId="2147484198"/>
              <pc:sldLayoutMk cId="0" sldId="2147484230"/>
              <ac:spMk id="11" creationId="{00000000-0000-0000-0000-000000000000}"/>
            </ac:spMkLst>
          </pc:spChg>
          <pc:spChg chg="mod">
            <ac:chgData name="Maria Gagliardi" userId="S::mgagliardi@cavc.ac.uk::a34cf001-11e0-4665-9809-996318092a94" providerId="AD" clId="Web-{4C475BE2-6410-B388-2004-F46F0D38C775}" dt="2023-08-22T09:38:11.668" v="47"/>
            <ac:spMkLst>
              <pc:docMk/>
              <pc:sldMasterMk cId="0" sldId="2147484198"/>
              <pc:sldLayoutMk cId="0" sldId="2147484230"/>
              <ac:spMk id="13" creationId="{00000000-0000-0000-0000-000000000000}"/>
            </ac:spMkLst>
          </pc:spChg>
        </pc:sldLayoutChg>
        <pc:sldLayoutChg chg="modSp">
          <pc:chgData name="Maria Gagliardi" userId="S::mgagliardi@cavc.ac.uk::a34cf001-11e0-4665-9809-996318092a94" providerId="AD" clId="Web-{4C475BE2-6410-B388-2004-F46F0D38C775}" dt="2023-08-22T09:38:11.668" v="47"/>
          <pc:sldLayoutMkLst>
            <pc:docMk/>
            <pc:sldMasterMk cId="0" sldId="2147484198"/>
            <pc:sldLayoutMk cId="0" sldId="2147484233"/>
          </pc:sldLayoutMkLst>
          <pc:spChg chg="mod">
            <ac:chgData name="Maria Gagliardi" userId="S::mgagliardi@cavc.ac.uk::a34cf001-11e0-4665-9809-996318092a94" providerId="AD" clId="Web-{4C475BE2-6410-B388-2004-F46F0D38C775}" dt="2023-08-22T09:38:11.668" v="47"/>
            <ac:spMkLst>
              <pc:docMk/>
              <pc:sldMasterMk cId="0" sldId="2147484198"/>
              <pc:sldLayoutMk cId="0" sldId="2147484233"/>
              <ac:spMk id="3" creationId="{00000000-0000-0000-0000-000000000000}"/>
            </ac:spMkLst>
          </pc:spChg>
          <pc:spChg chg="mod">
            <ac:chgData name="Maria Gagliardi" userId="S::mgagliardi@cavc.ac.uk::a34cf001-11e0-4665-9809-996318092a94" providerId="AD" clId="Web-{4C475BE2-6410-B388-2004-F46F0D38C775}" dt="2023-08-22T09:38:11.668" v="47"/>
            <ac:spMkLst>
              <pc:docMk/>
              <pc:sldMasterMk cId="0" sldId="2147484198"/>
              <pc:sldLayoutMk cId="0" sldId="2147484233"/>
              <ac:spMk id="29" creationId="{00000000-0000-0000-0000-000000000000}"/>
            </ac:spMkLst>
          </pc:spChg>
          <pc:spChg chg="mod">
            <ac:chgData name="Maria Gagliardi" userId="S::mgagliardi@cavc.ac.uk::a34cf001-11e0-4665-9809-996318092a94" providerId="AD" clId="Web-{4C475BE2-6410-B388-2004-F46F0D38C775}" dt="2023-08-22T09:38:11.668" v="47"/>
            <ac:spMkLst>
              <pc:docMk/>
              <pc:sldMasterMk cId="0" sldId="2147484198"/>
              <pc:sldLayoutMk cId="0" sldId="2147484233"/>
              <ac:spMk id="31" creationId="{00000000-0000-0000-0000-000000000000}"/>
            </ac:spMkLst>
          </pc:spChg>
        </pc:sldLayoutChg>
        <pc:sldLayoutChg chg="modSp">
          <pc:chgData name="Maria Gagliardi" userId="S::mgagliardi@cavc.ac.uk::a34cf001-11e0-4665-9809-996318092a94" providerId="AD" clId="Web-{4C475BE2-6410-B388-2004-F46F0D38C775}" dt="2023-08-22T09:38:11.668" v="47"/>
          <pc:sldLayoutMkLst>
            <pc:docMk/>
            <pc:sldMasterMk cId="0" sldId="2147484198"/>
            <pc:sldLayoutMk cId="0" sldId="2147484234"/>
          </pc:sldLayoutMkLst>
          <pc:spChg chg="mod">
            <ac:chgData name="Maria Gagliardi" userId="S::mgagliardi@cavc.ac.uk::a34cf001-11e0-4665-9809-996318092a94" providerId="AD" clId="Web-{4C475BE2-6410-B388-2004-F46F0D38C775}" dt="2023-08-22T09:38:11.668" v="47"/>
            <ac:spMkLst>
              <pc:docMk/>
              <pc:sldMasterMk cId="0" sldId="2147484198"/>
              <pc:sldLayoutMk cId="0" sldId="2147484234"/>
              <ac:spMk id="2" creationId="{00000000-0000-0000-0000-000000000000}"/>
            </ac:spMkLst>
          </pc:spChg>
          <pc:spChg chg="mod">
            <ac:chgData name="Maria Gagliardi" userId="S::mgagliardi@cavc.ac.uk::a34cf001-11e0-4665-9809-996318092a94" providerId="AD" clId="Web-{4C475BE2-6410-B388-2004-F46F0D38C775}" dt="2023-08-22T09:38:11.668" v="47"/>
            <ac:spMkLst>
              <pc:docMk/>
              <pc:sldMasterMk cId="0" sldId="2147484198"/>
              <pc:sldLayoutMk cId="0" sldId="2147484234"/>
              <ac:spMk id="3" creationId="{00000000-0000-0000-0000-000000000000}"/>
            </ac:spMkLst>
          </pc:spChg>
          <pc:spChg chg="mod">
            <ac:chgData name="Maria Gagliardi" userId="S::mgagliardi@cavc.ac.uk::a34cf001-11e0-4665-9809-996318092a94" providerId="AD" clId="Web-{4C475BE2-6410-B388-2004-F46F0D38C775}" dt="2023-08-22T09:38:11.668" v="47"/>
            <ac:spMkLst>
              <pc:docMk/>
              <pc:sldMasterMk cId="0" sldId="2147484198"/>
              <pc:sldLayoutMk cId="0" sldId="2147484234"/>
              <ac:spMk id="4" creationId="{00000000-0000-0000-0000-000000000000}"/>
            </ac:spMkLst>
          </pc:spChg>
        </pc:sldLayoutChg>
        <pc:sldLayoutChg chg="modSp">
          <pc:chgData name="Maria Gagliardi" userId="S::mgagliardi@cavc.ac.uk::a34cf001-11e0-4665-9809-996318092a94" providerId="AD" clId="Web-{4C475BE2-6410-B388-2004-F46F0D38C775}" dt="2023-08-22T09:38:11.668" v="47"/>
          <pc:sldLayoutMkLst>
            <pc:docMk/>
            <pc:sldMasterMk cId="0" sldId="2147484198"/>
            <pc:sldLayoutMk cId="0" sldId="2147484236"/>
          </pc:sldLayoutMkLst>
          <pc:spChg chg="mod">
            <ac:chgData name="Maria Gagliardi" userId="S::mgagliardi@cavc.ac.uk::a34cf001-11e0-4665-9809-996318092a94" providerId="AD" clId="Web-{4C475BE2-6410-B388-2004-F46F0D38C775}" dt="2023-08-22T09:38:11.668" v="47"/>
            <ac:spMkLst>
              <pc:docMk/>
              <pc:sldMasterMk cId="0" sldId="2147484198"/>
              <pc:sldLayoutMk cId="0" sldId="2147484236"/>
              <ac:spMk id="2" creationId="{00000000-0000-0000-0000-000000000000}"/>
            </ac:spMkLst>
          </pc:spChg>
          <pc:spChg chg="mod">
            <ac:chgData name="Maria Gagliardi" userId="S::mgagliardi@cavc.ac.uk::a34cf001-11e0-4665-9809-996318092a94" providerId="AD" clId="Web-{4C475BE2-6410-B388-2004-F46F0D38C775}" dt="2023-08-22T09:38:11.668" v="47"/>
            <ac:spMkLst>
              <pc:docMk/>
              <pc:sldMasterMk cId="0" sldId="2147484198"/>
              <pc:sldLayoutMk cId="0" sldId="2147484236"/>
              <ac:spMk id="3" creationId="{00000000-0000-0000-0000-000000000000}"/>
            </ac:spMkLst>
          </pc:spChg>
        </pc:sldLayoutChg>
        <pc:sldLayoutChg chg="modSp">
          <pc:chgData name="Maria Gagliardi" userId="S::mgagliardi@cavc.ac.uk::a34cf001-11e0-4665-9809-996318092a94" providerId="AD" clId="Web-{4C475BE2-6410-B388-2004-F46F0D38C775}" dt="2023-08-22T09:38:11.668" v="47"/>
          <pc:sldLayoutMkLst>
            <pc:docMk/>
            <pc:sldMasterMk cId="0" sldId="2147484198"/>
            <pc:sldLayoutMk cId="0" sldId="2147484237"/>
          </pc:sldLayoutMkLst>
          <pc:spChg chg="mod">
            <ac:chgData name="Maria Gagliardi" userId="S::mgagliardi@cavc.ac.uk::a34cf001-11e0-4665-9809-996318092a94" providerId="AD" clId="Web-{4C475BE2-6410-B388-2004-F46F0D38C775}" dt="2023-08-22T09:38:11.668" v="47"/>
            <ac:spMkLst>
              <pc:docMk/>
              <pc:sldMasterMk cId="0" sldId="2147484198"/>
              <pc:sldLayoutMk cId="0" sldId="2147484237"/>
              <ac:spMk id="6" creationId="{00000000-0000-0000-0000-000000000000}"/>
            </ac:spMkLst>
          </pc:spChg>
          <pc:spChg chg="mod">
            <ac:chgData name="Maria Gagliardi" userId="S::mgagliardi@cavc.ac.uk::a34cf001-11e0-4665-9809-996318092a94" providerId="AD" clId="Web-{4C475BE2-6410-B388-2004-F46F0D38C775}" dt="2023-08-22T09:38:11.668" v="47"/>
            <ac:spMkLst>
              <pc:docMk/>
              <pc:sldMasterMk cId="0" sldId="2147484198"/>
              <pc:sldLayoutMk cId="0" sldId="2147484237"/>
              <ac:spMk id="9" creationId="{00000000-0000-0000-0000-000000000000}"/>
            </ac:spMkLst>
          </pc:spChg>
          <pc:spChg chg="mod">
            <ac:chgData name="Maria Gagliardi" userId="S::mgagliardi@cavc.ac.uk::a34cf001-11e0-4665-9809-996318092a94" providerId="AD" clId="Web-{4C475BE2-6410-B388-2004-F46F0D38C775}" dt="2023-08-22T09:38:11.668" v="47"/>
            <ac:spMkLst>
              <pc:docMk/>
              <pc:sldMasterMk cId="0" sldId="2147484198"/>
              <pc:sldLayoutMk cId="0" sldId="2147484237"/>
              <ac:spMk id="28" creationId="{00000000-0000-0000-0000-000000000000}"/>
            </ac:spMkLst>
          </pc:spChg>
          <pc:cxnChg chg="mod">
            <ac:chgData name="Maria Gagliardi" userId="S::mgagliardi@cavc.ac.uk::a34cf001-11e0-4665-9809-996318092a94" providerId="AD" clId="Web-{4C475BE2-6410-B388-2004-F46F0D38C775}" dt="2023-08-22T09:38:11.668" v="47"/>
            <ac:cxnSpMkLst>
              <pc:docMk/>
              <pc:sldMasterMk cId="0" sldId="2147484198"/>
              <pc:sldLayoutMk cId="0" sldId="2147484237"/>
              <ac:cxnSpMk id="4" creationId="{00000000-0000-0000-0000-000000000000}"/>
            </ac:cxnSpMkLst>
          </pc:cxnChg>
          <pc:cxnChg chg="mod">
            <ac:chgData name="Maria Gagliardi" userId="S::mgagliardi@cavc.ac.uk::a34cf001-11e0-4665-9809-996318092a94" providerId="AD" clId="Web-{4C475BE2-6410-B388-2004-F46F0D38C775}" dt="2023-08-22T09:38:11.668" v="47"/>
            <ac:cxnSpMkLst>
              <pc:docMk/>
              <pc:sldMasterMk cId="0" sldId="2147484198"/>
              <pc:sldLayoutMk cId="0" sldId="2147484237"/>
              <ac:cxnSpMk id="5" creationId="{00000000-0000-0000-0000-000000000000}"/>
            </ac:cxnSpMkLst>
          </pc:cxnChg>
        </pc:sldLayoutChg>
        <pc:sldLayoutChg chg="modSp">
          <pc:chgData name="Maria Gagliardi" userId="S::mgagliardi@cavc.ac.uk::a34cf001-11e0-4665-9809-996318092a94" providerId="AD" clId="Web-{4C475BE2-6410-B388-2004-F46F0D38C775}" dt="2023-08-22T09:38:11.668" v="47"/>
          <pc:sldLayoutMkLst>
            <pc:docMk/>
            <pc:sldMasterMk cId="0" sldId="2147484198"/>
            <pc:sldLayoutMk cId="0" sldId="2147484238"/>
          </pc:sldLayoutMkLst>
          <pc:spChg chg="mod">
            <ac:chgData name="Maria Gagliardi" userId="S::mgagliardi@cavc.ac.uk::a34cf001-11e0-4665-9809-996318092a94" providerId="AD" clId="Web-{4C475BE2-6410-B388-2004-F46F0D38C775}" dt="2023-08-22T09:38:11.668" v="47"/>
            <ac:spMkLst>
              <pc:docMk/>
              <pc:sldMasterMk cId="0" sldId="2147484198"/>
              <pc:sldLayoutMk cId="0" sldId="2147484238"/>
              <ac:spMk id="2" creationId="{00000000-0000-0000-0000-000000000000}"/>
            </ac:spMkLst>
          </pc:spChg>
          <pc:spChg chg="mod">
            <ac:chgData name="Maria Gagliardi" userId="S::mgagliardi@cavc.ac.uk::a34cf001-11e0-4665-9809-996318092a94" providerId="AD" clId="Web-{4C475BE2-6410-B388-2004-F46F0D38C775}" dt="2023-08-22T09:38:11.668" v="47"/>
            <ac:spMkLst>
              <pc:docMk/>
              <pc:sldMasterMk cId="0" sldId="2147484198"/>
              <pc:sldLayoutMk cId="0" sldId="2147484238"/>
              <ac:spMk id="3" creationId="{00000000-0000-0000-0000-000000000000}"/>
            </ac:spMkLst>
          </pc:spChg>
          <pc:cxnChg chg="mod">
            <ac:chgData name="Maria Gagliardi" userId="S::mgagliardi@cavc.ac.uk::a34cf001-11e0-4665-9809-996318092a94" providerId="AD" clId="Web-{4C475BE2-6410-B388-2004-F46F0D38C775}" dt="2023-08-22T09:38:11.668" v="47"/>
            <ac:cxnSpMkLst>
              <pc:docMk/>
              <pc:sldMasterMk cId="0" sldId="2147484198"/>
              <pc:sldLayoutMk cId="0" sldId="2147484238"/>
              <ac:cxnSpMk id="4" creationId="{00000000-0000-0000-0000-000000000000}"/>
            </ac:cxnSpMkLst>
          </pc:cxnChg>
        </pc:sldLayoutChg>
        <pc:sldLayoutChg chg="modSp">
          <pc:chgData name="Maria Gagliardi" userId="S::mgagliardi@cavc.ac.uk::a34cf001-11e0-4665-9809-996318092a94" providerId="AD" clId="Web-{4C475BE2-6410-B388-2004-F46F0D38C775}" dt="2023-08-22T09:38:11.668" v="47"/>
          <pc:sldLayoutMkLst>
            <pc:docMk/>
            <pc:sldMasterMk cId="0" sldId="2147484198"/>
            <pc:sldLayoutMk cId="0" sldId="2147484239"/>
          </pc:sldLayoutMkLst>
          <pc:spChg chg="mod">
            <ac:chgData name="Maria Gagliardi" userId="S::mgagliardi@cavc.ac.uk::a34cf001-11e0-4665-9809-996318092a94" providerId="AD" clId="Web-{4C475BE2-6410-B388-2004-F46F0D38C775}" dt="2023-08-22T09:38:11.668" v="47"/>
            <ac:spMkLst>
              <pc:docMk/>
              <pc:sldMasterMk cId="0" sldId="2147484198"/>
              <pc:sldLayoutMk cId="0" sldId="2147484239"/>
              <ac:spMk id="2" creationId="{00000000-0000-0000-0000-000000000000}"/>
            </ac:spMkLst>
          </pc:spChg>
          <pc:spChg chg="mod">
            <ac:chgData name="Maria Gagliardi" userId="S::mgagliardi@cavc.ac.uk::a34cf001-11e0-4665-9809-996318092a94" providerId="AD" clId="Web-{4C475BE2-6410-B388-2004-F46F0D38C775}" dt="2023-08-22T09:38:11.668" v="47"/>
            <ac:spMkLst>
              <pc:docMk/>
              <pc:sldMasterMk cId="0" sldId="2147484198"/>
              <pc:sldLayoutMk cId="0" sldId="2147484239"/>
              <ac:spMk id="3" creationId="{00000000-0000-0000-0000-000000000000}"/>
            </ac:spMkLst>
          </pc:spChg>
          <pc:spChg chg="mod">
            <ac:chgData name="Maria Gagliardi" userId="S::mgagliardi@cavc.ac.uk::a34cf001-11e0-4665-9809-996318092a94" providerId="AD" clId="Web-{4C475BE2-6410-B388-2004-F46F0D38C775}" dt="2023-08-22T09:38:11.668" v="47"/>
            <ac:spMkLst>
              <pc:docMk/>
              <pc:sldMasterMk cId="0" sldId="2147484198"/>
              <pc:sldLayoutMk cId="0" sldId="2147484239"/>
              <ac:spMk id="12" creationId="{00000000-0000-0000-0000-000000000000}"/>
            </ac:spMkLst>
          </pc:spChg>
          <pc:spChg chg="mod">
            <ac:chgData name="Maria Gagliardi" userId="S::mgagliardi@cavc.ac.uk::a34cf001-11e0-4665-9809-996318092a94" providerId="AD" clId="Web-{4C475BE2-6410-B388-2004-F46F0D38C775}" dt="2023-08-22T09:38:11.668" v="47"/>
            <ac:spMkLst>
              <pc:docMk/>
              <pc:sldMasterMk cId="0" sldId="2147484198"/>
              <pc:sldLayoutMk cId="0" sldId="2147484239"/>
              <ac:spMk id="32" creationId="{00000000-0000-0000-0000-000000000000}"/>
            </ac:spMkLst>
          </pc:spChg>
          <pc:spChg chg="mod">
            <ac:chgData name="Maria Gagliardi" userId="S::mgagliardi@cavc.ac.uk::a34cf001-11e0-4665-9809-996318092a94" providerId="AD" clId="Web-{4C475BE2-6410-B388-2004-F46F0D38C775}" dt="2023-08-22T09:38:11.668" v="47"/>
            <ac:spMkLst>
              <pc:docMk/>
              <pc:sldMasterMk cId="0" sldId="2147484198"/>
              <pc:sldLayoutMk cId="0" sldId="2147484239"/>
              <ac:spMk id="34" creationId="{00000000-0000-0000-0000-000000000000}"/>
            </ac:spMkLst>
          </pc:spChg>
          <pc:cxnChg chg="mod">
            <ac:chgData name="Maria Gagliardi" userId="S::mgagliardi@cavc.ac.uk::a34cf001-11e0-4665-9809-996318092a94" providerId="AD" clId="Web-{4C475BE2-6410-B388-2004-F46F0D38C775}" dt="2023-08-22T09:38:11.668" v="47"/>
            <ac:cxnSpMkLst>
              <pc:docMk/>
              <pc:sldMasterMk cId="0" sldId="2147484198"/>
              <pc:sldLayoutMk cId="0" sldId="2147484239"/>
              <ac:cxnSpMk id="7" creationId="{00000000-0000-0000-0000-000000000000}"/>
            </ac:cxnSpMkLst>
          </pc:cxnChg>
          <pc:cxnChg chg="mod">
            <ac:chgData name="Maria Gagliardi" userId="S::mgagliardi@cavc.ac.uk::a34cf001-11e0-4665-9809-996318092a94" providerId="AD" clId="Web-{4C475BE2-6410-B388-2004-F46F0D38C775}" dt="2023-08-22T09:38:11.668" v="47"/>
            <ac:cxnSpMkLst>
              <pc:docMk/>
              <pc:sldMasterMk cId="0" sldId="2147484198"/>
              <pc:sldLayoutMk cId="0" sldId="2147484239"/>
              <ac:cxnSpMk id="8" creationId="{00000000-0000-0000-0000-000000000000}"/>
            </ac:cxnSpMkLst>
          </pc:cxnChg>
        </pc:sldLayoutChg>
      </pc:sldMasterChg>
    </pc:docChg>
  </pc:docChgLst>
  <pc:docChgLst>
    <pc:chgData name="Clare Jenkins" userId="S::cjenkins3@cavc.ac.uk::d1aac318-cc82-4064-b811-128c5dcd9468" providerId="AD" clId="Web-{B4043F74-C9C9-5F17-A7F7-512C5255B6E1}"/>
    <pc:docChg chg="modSld">
      <pc:chgData name="Clare Jenkins" userId="S::cjenkins3@cavc.ac.uk::d1aac318-cc82-4064-b811-128c5dcd9468" providerId="AD" clId="Web-{B4043F74-C9C9-5F17-A7F7-512C5255B6E1}" dt="2023-09-07T19:41:33.192" v="8" actId="20577"/>
      <pc:docMkLst>
        <pc:docMk/>
      </pc:docMkLst>
      <pc:sldChg chg="modSp">
        <pc:chgData name="Clare Jenkins" userId="S::cjenkins3@cavc.ac.uk::d1aac318-cc82-4064-b811-128c5dcd9468" providerId="AD" clId="Web-{B4043F74-C9C9-5F17-A7F7-512C5255B6E1}" dt="2023-09-07T19:41:33.192" v="8" actId="20577"/>
        <pc:sldMkLst>
          <pc:docMk/>
          <pc:sldMk cId="0" sldId="361"/>
        </pc:sldMkLst>
        <pc:spChg chg="mod">
          <ac:chgData name="Clare Jenkins" userId="S::cjenkins3@cavc.ac.uk::d1aac318-cc82-4064-b811-128c5dcd9468" providerId="AD" clId="Web-{B4043F74-C9C9-5F17-A7F7-512C5255B6E1}" dt="2023-09-07T19:41:33.192" v="8" actId="20577"/>
          <ac:spMkLst>
            <pc:docMk/>
            <pc:sldMk cId="0" sldId="361"/>
            <ac:spMk id="4" creationId="{00000000-0000-0000-0000-000000000000}"/>
          </ac:spMkLst>
        </pc:spChg>
        <pc:spChg chg="mod">
          <ac:chgData name="Clare Jenkins" userId="S::cjenkins3@cavc.ac.uk::d1aac318-cc82-4064-b811-128c5dcd9468" providerId="AD" clId="Web-{B4043F74-C9C9-5F17-A7F7-512C5255B6E1}" dt="2023-09-07T19:41:17.222" v="5" actId="1076"/>
          <ac:spMkLst>
            <pc:docMk/>
            <pc:sldMk cId="0" sldId="361"/>
            <ac:spMk id="24580" creationId="{00000000-0000-0000-0000-000000000000}"/>
          </ac:spMkLst>
        </pc:spChg>
      </pc:sldChg>
      <pc:sldChg chg="modSp">
        <pc:chgData name="Clare Jenkins" userId="S::cjenkins3@cavc.ac.uk::d1aac318-cc82-4064-b811-128c5dcd9468" providerId="AD" clId="Web-{B4043F74-C9C9-5F17-A7F7-512C5255B6E1}" dt="2023-09-07T19:41:05.800" v="4" actId="20577"/>
        <pc:sldMkLst>
          <pc:docMk/>
          <pc:sldMk cId="1886592930" sldId="362"/>
        </pc:sldMkLst>
        <pc:spChg chg="mod">
          <ac:chgData name="Clare Jenkins" userId="S::cjenkins3@cavc.ac.uk::d1aac318-cc82-4064-b811-128c5dcd9468" providerId="AD" clId="Web-{B4043F74-C9C9-5F17-A7F7-512C5255B6E1}" dt="2023-09-07T19:41:05.800" v="4" actId="20577"/>
          <ac:spMkLst>
            <pc:docMk/>
            <pc:sldMk cId="1886592930" sldId="362"/>
            <ac:spMk id="4" creationId="{00000000-0000-0000-0000-000000000000}"/>
          </ac:spMkLst>
        </pc:spChg>
        <pc:spChg chg="mod">
          <ac:chgData name="Clare Jenkins" userId="S::cjenkins3@cavc.ac.uk::d1aac318-cc82-4064-b811-128c5dcd9468" providerId="AD" clId="Web-{B4043F74-C9C9-5F17-A7F7-512C5255B6E1}" dt="2023-09-07T19:40:54.690" v="1" actId="1076"/>
          <ac:spMkLst>
            <pc:docMk/>
            <pc:sldMk cId="1886592930" sldId="362"/>
            <ac:spMk id="6" creationId="{00000000-0000-0000-0000-000000000000}"/>
          </ac:spMkLst>
        </pc:spChg>
        <pc:spChg chg="mod">
          <ac:chgData name="Clare Jenkins" userId="S::cjenkins3@cavc.ac.uk::d1aac318-cc82-4064-b811-128c5dcd9468" providerId="AD" clId="Web-{B4043F74-C9C9-5F17-A7F7-512C5255B6E1}" dt="2023-09-07T19:40:58.456" v="2" actId="1076"/>
          <ac:spMkLst>
            <pc:docMk/>
            <pc:sldMk cId="1886592930" sldId="362"/>
            <ac:spMk id="7172" creationId="{00000000-0000-0000-0000-000000000000}"/>
          </ac:spMkLst>
        </pc:spChg>
      </pc:sldChg>
    </pc:docChg>
  </pc:docChgLst>
  <pc:docChgLst>
    <pc:chgData name="Angharad James" userId="S::ajames2@cavc.ac.uk::da41181c-e232-4675-b1d8-0524ef48ec2a" providerId="AD" clId="Web-{1913BDFA-F146-D962-F7C9-472B938C1A59}"/>
    <pc:docChg chg="sldOrd">
      <pc:chgData name="Angharad James" userId="S::ajames2@cavc.ac.uk::da41181c-e232-4675-b1d8-0524ef48ec2a" providerId="AD" clId="Web-{1913BDFA-F146-D962-F7C9-472B938C1A59}" dt="2023-09-08T11:46:31.591" v="0"/>
      <pc:docMkLst>
        <pc:docMk/>
      </pc:docMkLst>
      <pc:sldChg chg="ord">
        <pc:chgData name="Angharad James" userId="S::ajames2@cavc.ac.uk::da41181c-e232-4675-b1d8-0524ef48ec2a" providerId="AD" clId="Web-{1913BDFA-F146-D962-F7C9-472B938C1A59}" dt="2023-09-08T11:46:31.591" v="0"/>
        <pc:sldMkLst>
          <pc:docMk/>
          <pc:sldMk cId="0" sldId="353"/>
        </pc:sldMkLst>
      </pc:sldChg>
    </pc:docChg>
  </pc:docChgLst>
  <pc:docChgLst>
    <pc:chgData name="Maria Gagliardi" userId="S::mgagliardi@cavc.ac.uk::a34cf001-11e0-4665-9809-996318092a94" providerId="AD" clId="Web-{80DB52F2-CEDF-60C1-DA59-84AB54A962FE}"/>
    <pc:docChg chg="addSld modSld">
      <pc:chgData name="Maria Gagliardi" userId="S::mgagliardi@cavc.ac.uk::a34cf001-11e0-4665-9809-996318092a94" providerId="AD" clId="Web-{80DB52F2-CEDF-60C1-DA59-84AB54A962FE}" dt="2023-08-22T09:16:47.235" v="25" actId="20577"/>
      <pc:docMkLst>
        <pc:docMk/>
      </pc:docMkLst>
      <pc:sldChg chg="modSp">
        <pc:chgData name="Maria Gagliardi" userId="S::mgagliardi@cavc.ac.uk::a34cf001-11e0-4665-9809-996318092a94" providerId="AD" clId="Web-{80DB52F2-CEDF-60C1-DA59-84AB54A962FE}" dt="2023-08-22T09:16:09.906" v="21" actId="20577"/>
        <pc:sldMkLst>
          <pc:docMk/>
          <pc:sldMk cId="0" sldId="361"/>
        </pc:sldMkLst>
        <pc:spChg chg="mod">
          <ac:chgData name="Maria Gagliardi" userId="S::mgagliardi@cavc.ac.uk::a34cf001-11e0-4665-9809-996318092a94" providerId="AD" clId="Web-{80DB52F2-CEDF-60C1-DA59-84AB54A962FE}" dt="2023-08-22T09:16:09.906" v="21" actId="20577"/>
          <ac:spMkLst>
            <pc:docMk/>
            <pc:sldMk cId="0" sldId="361"/>
            <ac:spMk id="10" creationId="{00000000-0000-0000-0000-000000000000}"/>
          </ac:spMkLst>
        </pc:spChg>
      </pc:sldChg>
      <pc:sldChg chg="modSp add replId">
        <pc:chgData name="Maria Gagliardi" userId="S::mgagliardi@cavc.ac.uk::a34cf001-11e0-4665-9809-996318092a94" providerId="AD" clId="Web-{80DB52F2-CEDF-60C1-DA59-84AB54A962FE}" dt="2023-08-22T09:16:47.235" v="25" actId="20577"/>
        <pc:sldMkLst>
          <pc:docMk/>
          <pc:sldMk cId="1886592930" sldId="362"/>
        </pc:sldMkLst>
        <pc:spChg chg="mod">
          <ac:chgData name="Maria Gagliardi" userId="S::mgagliardi@cavc.ac.uk::a34cf001-11e0-4665-9809-996318092a94" providerId="AD" clId="Web-{80DB52F2-CEDF-60C1-DA59-84AB54A962FE}" dt="2023-08-22T09:16:47.235" v="25" actId="20577"/>
          <ac:spMkLst>
            <pc:docMk/>
            <pc:sldMk cId="1886592930" sldId="362"/>
            <ac:spMk id="10" creationId="{00000000-0000-0000-0000-000000000000}"/>
          </ac:spMkLst>
        </pc:spChg>
      </pc:sldChg>
    </pc:docChg>
  </pc:docChgLst>
  <pc:docChgLst>
    <pc:chgData name="Eric Brown" userId="S::ebrown4@cavc.ac.uk::1c345641-96cf-448a-a447-b6d3b25e614f" providerId="AD" clId="Web-{C2B8DC68-C844-0FF5-3CCB-6DC2097E30D3}"/>
    <pc:docChg chg="modSld">
      <pc:chgData name="Eric Brown" userId="S::ebrown4@cavc.ac.uk::1c345641-96cf-448a-a447-b6d3b25e614f" providerId="AD" clId="Web-{C2B8DC68-C844-0FF5-3CCB-6DC2097E30D3}" dt="2022-11-30T16:20:30.589" v="1" actId="1076"/>
      <pc:docMkLst>
        <pc:docMk/>
      </pc:docMkLst>
      <pc:sldChg chg="modSp">
        <pc:chgData name="Eric Brown" userId="S::ebrown4@cavc.ac.uk::1c345641-96cf-448a-a447-b6d3b25e614f" providerId="AD" clId="Web-{C2B8DC68-C844-0FF5-3CCB-6DC2097E30D3}" dt="2022-11-30T16:20:30.589" v="1" actId="1076"/>
        <pc:sldMkLst>
          <pc:docMk/>
          <pc:sldMk cId="0" sldId="263"/>
        </pc:sldMkLst>
        <pc:spChg chg="mod">
          <ac:chgData name="Eric Brown" userId="S::ebrown4@cavc.ac.uk::1c345641-96cf-448a-a447-b6d3b25e614f" providerId="AD" clId="Web-{C2B8DC68-C844-0FF5-3CCB-6DC2097E30D3}" dt="2022-11-30T16:20:30.589" v="1" actId="1076"/>
          <ac:spMkLst>
            <pc:docMk/>
            <pc:sldMk cId="0" sldId="263"/>
            <ac:spMk id="10" creationId="{00000000-0000-0000-0000-000000000000}"/>
          </ac:spMkLst>
        </pc:spChg>
      </pc:sldChg>
    </pc:docChg>
  </pc:docChgLst>
  <pc:docChgLst>
    <pc:chgData name="Kerry James" userId="S::kjames@cavc.ac.uk::beee17b9-0ef8-4f60-a26f-facdc8bc278d" providerId="AD" clId="Web-{49996ACB-61DD-78B7-E508-ED725D3DE9DD}"/>
    <pc:docChg chg="modSld">
      <pc:chgData name="Kerry James" userId="S::kjames@cavc.ac.uk::beee17b9-0ef8-4f60-a26f-facdc8bc278d" providerId="AD" clId="Web-{49996ACB-61DD-78B7-E508-ED725D3DE9DD}" dt="2024-09-05T10:09:01.895" v="530" actId="20577"/>
      <pc:docMkLst>
        <pc:docMk/>
      </pc:docMkLst>
      <pc:sldChg chg="modSp">
        <pc:chgData name="Kerry James" userId="S::kjames@cavc.ac.uk::beee17b9-0ef8-4f60-a26f-facdc8bc278d" providerId="AD" clId="Web-{49996ACB-61DD-78B7-E508-ED725D3DE9DD}" dt="2024-09-05T10:09:01.895" v="530" actId="20577"/>
        <pc:sldMkLst>
          <pc:docMk/>
          <pc:sldMk cId="0" sldId="352"/>
        </pc:sldMkLst>
        <pc:spChg chg="mod">
          <ac:chgData name="Kerry James" userId="S::kjames@cavc.ac.uk::beee17b9-0ef8-4f60-a26f-facdc8bc278d" providerId="AD" clId="Web-{49996ACB-61DD-78B7-E508-ED725D3DE9DD}" dt="2024-09-05T10:09:01.895" v="530" actId="20577"/>
          <ac:spMkLst>
            <pc:docMk/>
            <pc:sldMk cId="0" sldId="352"/>
            <ac:spMk id="4" creationId="{00000000-0000-0000-0000-000000000000}"/>
          </ac:spMkLst>
        </pc:spChg>
      </pc:sldChg>
    </pc:docChg>
  </pc:docChgLst>
  <pc:docChgLst>
    <pc:chgData name="Maria Gagliardi" userId="S::mgagliardi@cavc.ac.uk::a34cf001-11e0-4665-9809-996318092a94" providerId="AD" clId="Web-{F6C57941-FEEE-B793-A43E-8DF6DA7FBCCA}"/>
    <pc:docChg chg="addSld modSld">
      <pc:chgData name="Maria Gagliardi" userId="S::mgagliardi@cavc.ac.uk::a34cf001-11e0-4665-9809-996318092a94" providerId="AD" clId="Web-{F6C57941-FEEE-B793-A43E-8DF6DA7FBCCA}" dt="2023-09-01T08:58:22.628" v="21" actId="14100"/>
      <pc:docMkLst>
        <pc:docMk/>
      </pc:docMkLst>
      <pc:sldChg chg="addSp modSp new">
        <pc:chgData name="Maria Gagliardi" userId="S::mgagliardi@cavc.ac.uk::a34cf001-11e0-4665-9809-996318092a94" providerId="AD" clId="Web-{F6C57941-FEEE-B793-A43E-8DF6DA7FBCCA}" dt="2023-09-01T08:58:22.628" v="21" actId="14100"/>
        <pc:sldMkLst>
          <pc:docMk/>
          <pc:sldMk cId="229109106" sldId="365"/>
        </pc:sldMkLst>
        <pc:picChg chg="add mod modCrop">
          <ac:chgData name="Maria Gagliardi" userId="S::mgagliardi@cavc.ac.uk::a34cf001-11e0-4665-9809-996318092a94" providerId="AD" clId="Web-{F6C57941-FEEE-B793-A43E-8DF6DA7FBCCA}" dt="2023-09-01T08:58:22.628" v="21" actId="14100"/>
          <ac:picMkLst>
            <pc:docMk/>
            <pc:sldMk cId="229109106" sldId="365"/>
            <ac:picMk id="2" creationId="{6EBD97DB-337C-8CEB-29BD-58069865EB02}"/>
          </ac:picMkLst>
        </pc:picChg>
      </pc:sldChg>
      <pc:sldChg chg="addSp modSp new">
        <pc:chgData name="Maria Gagliardi" userId="S::mgagliardi@cavc.ac.uk::a34cf001-11e0-4665-9809-996318092a94" providerId="AD" clId="Web-{F6C57941-FEEE-B793-A43E-8DF6DA7FBCCA}" dt="2023-09-01T08:58:05.081" v="17" actId="14100"/>
        <pc:sldMkLst>
          <pc:docMk/>
          <pc:sldMk cId="2014767011" sldId="366"/>
        </pc:sldMkLst>
        <pc:picChg chg="add mod modCrop">
          <ac:chgData name="Maria Gagliardi" userId="S::mgagliardi@cavc.ac.uk::a34cf001-11e0-4665-9809-996318092a94" providerId="AD" clId="Web-{F6C57941-FEEE-B793-A43E-8DF6DA7FBCCA}" dt="2023-09-01T08:58:05.081" v="17" actId="14100"/>
          <ac:picMkLst>
            <pc:docMk/>
            <pc:sldMk cId="2014767011" sldId="366"/>
            <ac:picMk id="2" creationId="{C8222C0F-D528-22E6-642E-A48F8E4470E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CD3EBE0E-C2F5-4C33-A5FE-40C5AD34485F}" type="datetimeFigureOut">
              <a:rPr lang="en-US"/>
              <a:pPr>
                <a:defRPr/>
              </a:pPr>
              <a:t>9/5/2024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7C19AEDF-2C9B-45A4-BC3C-8844293E185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594013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69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/>
          </a:p>
        </p:txBody>
      </p:sp>
      <p:sp>
        <p:nvSpPr>
          <p:cNvPr id="2970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64EFC55E-2369-4D0D-A60C-89367A393810}" type="slidenum">
              <a:rPr lang="en-GB" smtClean="0"/>
              <a:pPr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88514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174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/>
          </a:p>
        </p:txBody>
      </p:sp>
      <p:sp>
        <p:nvSpPr>
          <p:cNvPr id="3174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CA265E73-E672-4390-9BBF-482D676DBE8C}" type="slidenum">
              <a:rPr lang="en-GB" smtClean="0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71760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174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/>
          </a:p>
        </p:txBody>
      </p:sp>
      <p:sp>
        <p:nvSpPr>
          <p:cNvPr id="3174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CA265E73-E672-4390-9BBF-482D676DBE8C}" type="slidenum">
              <a:rPr lang="en-GB" smtClean="0"/>
              <a:pPr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77370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81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/>
          </a:p>
        </p:txBody>
      </p:sp>
      <p:sp>
        <p:nvSpPr>
          <p:cNvPr id="3482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37DF2258-29DC-48FB-9AF0-88C0862757F0}" type="slidenum">
              <a:rPr lang="en-GB" smtClean="0"/>
              <a:pPr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6425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84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/>
          </a:p>
        </p:txBody>
      </p:sp>
      <p:sp>
        <p:nvSpPr>
          <p:cNvPr id="3584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BCB780F1-3EEC-4A1A-9497-76070FC7B0E3}" type="slidenum">
              <a:rPr lang="en-GB" smtClean="0"/>
              <a:pPr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76222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/>
          </a:p>
        </p:txBody>
      </p:sp>
      <p:sp>
        <p:nvSpPr>
          <p:cNvPr id="4915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FD91E7D2-2C62-42D9-BB4A-75B14F839975}" type="slidenum">
              <a:rPr lang="en-GB" smtClean="0"/>
              <a:pPr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80747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686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/>
          </a:p>
        </p:txBody>
      </p:sp>
      <p:sp>
        <p:nvSpPr>
          <p:cNvPr id="368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153F2B54-5C96-44F2-B6E6-246D4CD3CCAE}" type="slidenum">
              <a:rPr lang="en-GB" smtClean="0"/>
              <a:pPr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29062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1951567" y="3549650"/>
            <a:ext cx="39624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6278033" y="3549650"/>
            <a:ext cx="39624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6053667" y="3525839"/>
            <a:ext cx="61384" cy="46037"/>
          </a:xfrm>
          <a:prstGeom prst="ellipse">
            <a:avLst/>
          </a:prstGeom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2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609600" y="3699804"/>
            <a:ext cx="11074400" cy="1143000"/>
          </a:xfrm>
        </p:spPr>
        <p:txBody>
          <a:bodyPr>
            <a:noAutofit/>
          </a:bodyPr>
          <a:lstStyle>
            <a:lvl1pPr marL="0" indent="0" algn="ctr">
              <a:buNone/>
              <a:defRPr sz="2200" spc="10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8" name="Title 27"/>
          <p:cNvSpPr>
            <a:spLocks noGrp="1"/>
          </p:cNvSpPr>
          <p:nvPr>
            <p:ph type="ctrTitle"/>
          </p:nvPr>
        </p:nvSpPr>
        <p:spPr>
          <a:xfrm>
            <a:off x="609600" y="1433732"/>
            <a:ext cx="11074400" cy="1981200"/>
          </a:xfrm>
          <a:ln w="6350" cap="rnd">
            <a:noFill/>
          </a:ln>
        </p:spPr>
        <p:txBody>
          <a:bodyPr>
            <a:noAutofit/>
          </a:bodyPr>
          <a:lstStyle>
            <a:lvl1pPr algn="ctr">
              <a:defRPr lang="en-US" sz="4800" b="0" dirty="0">
                <a:ln w="3200">
                  <a:solidFill>
                    <a:schemeClr val="bg2">
                      <a:shade val="7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50800" dist="25400" dir="13500000">
                    <a:srgbClr val="000000">
                      <a:alpha val="70000"/>
                    </a:srgbClr>
                  </a:innerShdw>
                </a:effectLs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E27897-3694-4C8B-B45E-8A0D1260CFAB}" type="datetimeFigureOut">
              <a:rPr lang="en-GB"/>
              <a:pPr>
                <a:defRPr/>
              </a:pPr>
              <a:t>05/09/2024</a:t>
            </a:fld>
            <a:endParaRPr lang="en-GB"/>
          </a:p>
        </p:txBody>
      </p:sp>
      <p:sp>
        <p:nvSpPr>
          <p:cNvPr id="8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563890-3921-467E-B4D9-874948FFC79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sp>
        <p:nvSpPr>
          <p:cNvPr id="10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609600" y="1524000"/>
            <a:ext cx="109728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2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E96099-A890-4BE9-9137-9E61130D14AB}" type="datetimeFigureOut">
              <a:rPr lang="en-GB"/>
              <a:pPr>
                <a:defRPr/>
              </a:pPr>
              <a:t>05/09/2024</a:t>
            </a:fld>
            <a:endParaRPr lang="en-GB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04A1C8-EE31-4421-9299-4E8E86A0F3D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914400" y="4916488"/>
            <a:ext cx="10566400" cy="4762"/>
          </a:xfrm>
          <a:prstGeom prst="line">
            <a:avLst/>
          </a:prstGeom>
          <a:noFill/>
          <a:ln w="9525" cap="flat" cmpd="sng" algn="ctr">
            <a:solidFill>
              <a:srgbClr val="E9E9E8"/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3505200"/>
            <a:ext cx="10566400" cy="137160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lang="en-US" sz="4800" b="0" dirty="0">
                <a:ln w="3200">
                  <a:solidFill>
                    <a:schemeClr val="bg2">
                      <a:shade val="2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38100" dist="25400" dir="13500000">
                    <a:prstClr val="black">
                      <a:alpha val="70000"/>
                    </a:prstClr>
                  </a:innerShdw>
                </a:effectLs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958864"/>
            <a:ext cx="10566400" cy="984736"/>
          </a:xfrm>
        </p:spPr>
        <p:txBody>
          <a:bodyPr/>
          <a:lstStyle>
            <a:lvl1pPr marL="0" indent="0">
              <a:buNone/>
              <a:defRPr sz="2000" spc="10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B3A618-1056-4CEE-AD9A-D806AC2A0FF9}" type="datetimeFigureOut">
              <a:rPr lang="en-GB"/>
              <a:pPr>
                <a:defRPr/>
              </a:pPr>
              <a:t>05/09/2024</a:t>
            </a:fld>
            <a:endParaRPr lang="en-GB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8D8033-8EF2-41A1-90A1-7DB7A4197B2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half" idx="1"/>
          </p:nvPr>
        </p:nvSpPr>
        <p:spPr>
          <a:xfrm>
            <a:off x="609600" y="1524000"/>
            <a:ext cx="5413248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half" idx="2"/>
          </p:nvPr>
        </p:nvSpPr>
        <p:spPr>
          <a:xfrm>
            <a:off x="6197600" y="1524000"/>
            <a:ext cx="5413248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2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ABF953-A20E-420A-AE67-95AD7213846E}" type="datetimeFigureOut">
              <a:rPr lang="en-GB"/>
              <a:pPr>
                <a:defRPr/>
              </a:pPr>
              <a:t>05/09/2024</a:t>
            </a:fld>
            <a:endParaRPr lang="en-GB"/>
          </a:p>
        </p:txBody>
      </p:sp>
      <p:sp>
        <p:nvSpPr>
          <p:cNvPr id="6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379D70-42DE-412C-AD8B-84EAEE04AFE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751418" y="2179639"/>
            <a:ext cx="4997449" cy="1587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6339418" y="2179639"/>
            <a:ext cx="4999567" cy="1587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399593"/>
            <a:ext cx="5386917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  <a:sp3d prstMaterial="flat"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Content Placeholder 31"/>
          <p:cNvSpPr>
            <a:spLocks noGrp="1"/>
          </p:cNvSpPr>
          <p:nvPr>
            <p:ph sz="half" idx="2"/>
          </p:nvPr>
        </p:nvSpPr>
        <p:spPr>
          <a:xfrm>
            <a:off x="609600" y="2201896"/>
            <a:ext cx="5384800" cy="39136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4" name="Content Placeholder 33"/>
          <p:cNvSpPr>
            <a:spLocks noGrp="1"/>
          </p:cNvSpPr>
          <p:nvPr>
            <p:ph sz="quarter" idx="4"/>
          </p:nvPr>
        </p:nvSpPr>
        <p:spPr>
          <a:xfrm>
            <a:off x="6199717" y="2201896"/>
            <a:ext cx="5384800" cy="39136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5544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"/>
          </p:nvPr>
        </p:nvSpPr>
        <p:spPr>
          <a:xfrm>
            <a:off x="6197600" y="1399593"/>
            <a:ext cx="5386917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 baseline="0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B35DE9-0663-4F22-8B4F-60443E0E835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sp>
        <p:nvSpPr>
          <p:cNvPr id="10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1" name="Date Placeholder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75276A-9EEE-498B-BA50-937E0E939D10}" type="datetimeFigureOut">
              <a:rPr lang="en-GB"/>
              <a:pPr>
                <a:defRPr/>
              </a:pPr>
              <a:t>05/09/2024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AA6433-87A0-4EFA-AE54-5109196550D5}" type="datetimeFigureOut">
              <a:rPr lang="en-GB"/>
              <a:pPr>
                <a:defRPr/>
              </a:pPr>
              <a:t>05/09/2024</a:t>
            </a:fld>
            <a:endParaRPr lang="en-GB"/>
          </a:p>
        </p:txBody>
      </p:sp>
      <p:sp>
        <p:nvSpPr>
          <p:cNvPr id="4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375D57-0ACF-41FB-8EBD-63B39E7015B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2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0178A1-824D-4B9A-B8B5-21CD7E0DCEB7}" type="datetimeFigureOut">
              <a:rPr lang="en-GB"/>
              <a:pPr>
                <a:defRPr/>
              </a:pPr>
              <a:t>05/09/2024</a:t>
            </a:fld>
            <a:endParaRPr lang="en-GB"/>
          </a:p>
        </p:txBody>
      </p:sp>
      <p:sp>
        <p:nvSpPr>
          <p:cNvPr id="3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14A332-4765-49B3-A9A9-7B6CF955D22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ntent Placeholder 28"/>
          <p:cNvSpPr>
            <a:spLocks noGrp="1"/>
          </p:cNvSpPr>
          <p:nvPr>
            <p:ph sz="quarter" idx="1"/>
          </p:nvPr>
        </p:nvSpPr>
        <p:spPr>
          <a:xfrm>
            <a:off x="609600" y="457200"/>
            <a:ext cx="8331200" cy="5715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042400" y="1600200"/>
            <a:ext cx="2645664" cy="3733800"/>
          </a:xfrm>
        </p:spPr>
        <p:txBody>
          <a:bodyPr/>
          <a:lstStyle>
            <a:lvl1pPr marL="0" indent="0">
              <a:lnSpc>
                <a:spcPct val="1250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itle 30"/>
          <p:cNvSpPr>
            <a:spLocks noGrp="1"/>
          </p:cNvSpPr>
          <p:nvPr>
            <p:ph type="title"/>
          </p:nvPr>
        </p:nvSpPr>
        <p:spPr>
          <a:xfrm>
            <a:off x="9042400" y="457200"/>
            <a:ext cx="2641600" cy="1066800"/>
          </a:xfrm>
        </p:spPr>
        <p:txBody>
          <a:bodyPr lIns="91440" tIns="9144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2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770303-16AB-4DC8-A733-8C2A9342EF69}" type="datetimeFigureOut">
              <a:rPr lang="en-GB"/>
              <a:pPr>
                <a:defRPr/>
              </a:pPr>
              <a:t>05/09/2024</a:t>
            </a:fld>
            <a:endParaRPr lang="en-GB"/>
          </a:p>
        </p:txBody>
      </p:sp>
      <p:sp>
        <p:nvSpPr>
          <p:cNvPr id="6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2A8E1B-D458-4CC0-8620-7FD8E1C6335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39200" y="457200"/>
            <a:ext cx="2743200" cy="1066800"/>
          </a:xfrm>
        </p:spPr>
        <p:txBody>
          <a:bodyPr lIns="91440" tIns="9144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09600" y="457200"/>
            <a:ext cx="8026400" cy="5562600"/>
          </a:xfrm>
          <a:solidFill>
            <a:schemeClr val="tx2">
              <a:tint val="40000"/>
            </a:schemeClr>
          </a:solidFill>
          <a:effectLst>
            <a:outerShdw blurRad="88900" sx="103000" sy="103000" algn="ctr" rotWithShape="0">
              <a:prstClr val="black">
                <a:alpha val="32000"/>
              </a:prstClr>
            </a:outerShdw>
            <a:softEdge rad="127000"/>
          </a:effectLst>
        </p:spPr>
        <p:txBody>
          <a:bodyPr>
            <a:normAutofit/>
          </a:bodyPr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39200" y="1600200"/>
            <a:ext cx="2743200" cy="4419600"/>
          </a:xfrm>
        </p:spPr>
        <p:txBody>
          <a:bodyPr/>
          <a:lstStyle>
            <a:lvl1pPr marL="0" indent="0">
              <a:lnSpc>
                <a:spcPct val="125000"/>
              </a:lnSpc>
              <a:spcAft>
                <a:spcPts val="1000"/>
              </a:spcAft>
              <a:buFontTx/>
              <a:buNone/>
              <a:defRPr sz="1600" b="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2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74E594-92E3-43FB-A624-1F1E0B9F9BD2}" type="datetimeFigureOut">
              <a:rPr lang="en-GB"/>
              <a:pPr>
                <a:defRPr/>
              </a:pPr>
              <a:t>05/09/2024</a:t>
            </a:fld>
            <a:endParaRPr lang="en-GB"/>
          </a:p>
        </p:txBody>
      </p:sp>
      <p:sp>
        <p:nvSpPr>
          <p:cNvPr id="6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7B0010-57A7-4B13-B7FC-9F2A6026A32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2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0DC78B-D8CC-4513-BC23-55DFD614FFB6}" type="datetimeFigureOut">
              <a:rPr lang="en-GB"/>
              <a:pPr>
                <a:defRPr/>
              </a:pPr>
              <a:t>05/09/2024</a:t>
            </a:fld>
            <a:endParaRPr lang="en-GB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2DEDED-BC12-4DF0-920D-F8A114858F8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2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F122DA-666E-490E-A01A-CC1466D89BCD}" type="datetimeFigureOut">
              <a:rPr lang="en-GB"/>
              <a:pPr>
                <a:defRPr/>
              </a:pPr>
              <a:t>05/09/2024</a:t>
            </a:fld>
            <a:endParaRPr lang="en-GB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9A41B8-F928-4A93-84AA-072BB18A74A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 Placeholder 8"/>
          <p:cNvSpPr>
            <a:spLocks noGrp="1"/>
          </p:cNvSpPr>
          <p:nvPr>
            <p:ph type="body" idx="1"/>
          </p:nvPr>
        </p:nvSpPr>
        <p:spPr bwMode="auto">
          <a:xfrm>
            <a:off x="609600" y="1447800"/>
            <a:ext cx="10972800" cy="4678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7721600" y="6203951"/>
            <a:ext cx="3454400" cy="38417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B040A864-0A34-420D-86B6-3474FF5E7DE4}" type="datetimeFigureOut">
              <a:rPr lang="en-GB"/>
              <a:pPr>
                <a:defRPr/>
              </a:pPr>
              <a:t>05/09/2024</a:t>
            </a:fld>
            <a:endParaRPr lang="en-GB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2844800" y="6203951"/>
            <a:ext cx="4775200" cy="384175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11214100" y="6181725"/>
            <a:ext cx="812800" cy="457200"/>
          </a:xfrm>
          <a:prstGeom prst="rect">
            <a:avLst/>
          </a:prstGeom>
          <a:noFill/>
        </p:spPr>
        <p:txBody>
          <a:bodyPr vert="horz" lIns="0" tIns="0" rIns="0" bIns="0" anchor="ctr" anchorCtr="0">
            <a:noAutofit/>
          </a:bodyPr>
          <a:lstStyle>
            <a:lvl1pPr algn="ctr" eaLnBrk="1" latinLnBrk="0" hangingPunct="1">
              <a:defRPr kumimoji="0" sz="1600" baseline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7DBBBBD7-EBBB-4594-A987-9B633DED6A8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609600" y="152400"/>
            <a:ext cx="10972800" cy="1219200"/>
          </a:xfrm>
          <a:prstGeom prst="rect">
            <a:avLst/>
          </a:prstGeom>
          <a:ln w="6350" cap="rnd">
            <a:noFill/>
          </a:ln>
        </p:spPr>
        <p:txBody>
          <a:bodyPr vert="horz" anchor="b" anchorCtr="0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37" r:id="rId1"/>
    <p:sldLayoutId id="2147484229" r:id="rId2"/>
    <p:sldLayoutId id="2147484238" r:id="rId3"/>
    <p:sldLayoutId id="2147484230" r:id="rId4"/>
    <p:sldLayoutId id="2147484239" r:id="rId5"/>
    <p:sldLayoutId id="2147484231" r:id="rId6"/>
    <p:sldLayoutId id="2147484232" r:id="rId7"/>
    <p:sldLayoutId id="2147484233" r:id="rId8"/>
    <p:sldLayoutId id="2147484234" r:id="rId9"/>
    <p:sldLayoutId id="2147484235" r:id="rId10"/>
    <p:sldLayoutId id="2147484236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lang="en-US" sz="4200" kern="1200" spc="-100" dirty="0">
          <a:ln w="3200">
            <a:solidFill>
              <a:schemeClr val="bg2">
                <a:shade val="75000"/>
                <a:alpha val="25000"/>
              </a:schemeClr>
            </a:solidFill>
            <a:prstDash val="solid"/>
            <a:round/>
          </a:ln>
          <a:solidFill>
            <a:srgbClr val="F9F9F9"/>
          </a:solidFill>
          <a:effectLst>
            <a:innerShdw blurRad="50800" dist="25400" dir="13500000">
              <a:prstClr val="black">
                <a:alpha val="70000"/>
              </a:prstClr>
            </a:inn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200">
          <a:solidFill>
            <a:srgbClr val="F9F9F9"/>
          </a:solidFill>
          <a:latin typeface="Constantia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200">
          <a:solidFill>
            <a:srgbClr val="F9F9F9"/>
          </a:solidFill>
          <a:latin typeface="Constantia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200">
          <a:solidFill>
            <a:srgbClr val="F9F9F9"/>
          </a:solidFill>
          <a:latin typeface="Constantia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200">
          <a:solidFill>
            <a:srgbClr val="F9F9F9"/>
          </a:solidFill>
          <a:latin typeface="Constantia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200">
          <a:solidFill>
            <a:srgbClr val="F9F9F9"/>
          </a:solidFill>
          <a:latin typeface="Constantia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200">
          <a:solidFill>
            <a:srgbClr val="F9F9F9"/>
          </a:solidFill>
          <a:latin typeface="Constantia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200">
          <a:solidFill>
            <a:srgbClr val="F9F9F9"/>
          </a:solidFill>
          <a:latin typeface="Constantia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200">
          <a:solidFill>
            <a:srgbClr val="F9F9F9"/>
          </a:solidFill>
          <a:latin typeface="Constantia" pitchFamily="18" charset="0"/>
        </a:defRPr>
      </a:lvl9pPr>
    </p:titleStyle>
    <p:bodyStyle>
      <a:lvl1pPr marL="273050" indent="-273050" algn="l" rtl="0" eaLnBrk="0" fontAlgn="base" hangingPunct="0">
        <a:spcBef>
          <a:spcPts val="600"/>
        </a:spcBef>
        <a:spcAft>
          <a:spcPct val="0"/>
        </a:spcAft>
        <a:buClr>
          <a:schemeClr val="accent2"/>
        </a:buClr>
        <a:buSzPct val="85000"/>
        <a:buFont typeface="Wingdings 2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73050" algn="l" rtl="0" eaLnBrk="0" fontAlgn="base" hangingPunct="0">
        <a:spcBef>
          <a:spcPts val="300"/>
        </a:spcBef>
        <a:spcAft>
          <a:spcPct val="0"/>
        </a:spcAft>
        <a:buClr>
          <a:srgbClr val="D6903D"/>
        </a:buClr>
        <a:buSzPct val="85000"/>
        <a:buFont typeface="Wingdings 2" pitchFamily="18" charset="2"/>
        <a:buChar char=""/>
        <a:defRPr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004888" indent="-228600" algn="l" rtl="0" eaLnBrk="0" fontAlgn="base" hangingPunct="0">
        <a:spcBef>
          <a:spcPts val="300"/>
        </a:spcBef>
        <a:spcAft>
          <a:spcPct val="0"/>
        </a:spcAft>
        <a:buClr>
          <a:srgbClr val="B37732"/>
        </a:buClr>
        <a:buSzPct val="85000"/>
        <a:buFont typeface="Wingdings 2" pitchFamily="18" charset="2"/>
        <a:buChar char="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279525" indent="-228600" algn="l" rtl="0" eaLnBrk="0" fontAlgn="base" hangingPunct="0">
        <a:spcBef>
          <a:spcPts val="300"/>
        </a:spcBef>
        <a:spcAft>
          <a:spcPct val="0"/>
        </a:spcAft>
        <a:buClr>
          <a:srgbClr val="D6903D"/>
        </a:buClr>
        <a:buSzPct val="85000"/>
        <a:buFont typeface="Wingdings 2" pitchFamily="18" charset="2"/>
        <a:buChar char="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163" indent="-228600" algn="l" rtl="0" eaLnBrk="0" fontAlgn="base" hangingPunct="0">
        <a:spcBef>
          <a:spcPts val="338"/>
        </a:spcBef>
        <a:spcAft>
          <a:spcPct val="0"/>
        </a:spcAft>
        <a:buClr>
          <a:srgbClr val="D6903D"/>
        </a:buClr>
        <a:buSzPct val="85000"/>
        <a:buFont typeface="Wingdings 2" pitchFamily="18" charset="2"/>
        <a:buChar char="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://mailto: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5" Type="http://schemas.openxmlformats.org/officeDocument/2006/relationships/image" Target="../media/image6.jpe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5" Type="http://schemas.openxmlformats.org/officeDocument/2006/relationships/image" Target="../media/image8.png"/><Relationship Id="rId4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6" Type="http://schemas.openxmlformats.org/officeDocument/2006/relationships/image" Target="../media/image7.png"/><Relationship Id="rId5" Type="http://schemas.openxmlformats.org/officeDocument/2006/relationships/image" Target="../media/image8.png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5" Type="http://schemas.openxmlformats.org/officeDocument/2006/relationships/image" Target="../media/image8.png"/><Relationship Id="rId4" Type="http://schemas.openxmlformats.org/officeDocument/2006/relationships/image" Target="../media/image6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9DB71-0AB8-1308-11AB-096659C05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anchor="b" anchorCtr="0">
            <a:normAutofit/>
          </a:bodyPr>
          <a:lstStyle/>
          <a:p>
            <a:r>
              <a:rPr lang="en-US" b="1">
                <a:ln w="3200">
                  <a:solidFill>
                    <a:srgbClr val="FEFAC9">
                      <a:shade val="75000"/>
                      <a:alpha val="25000"/>
                    </a:srgbClr>
                  </a:solidFill>
                  <a:prstDash val="solid"/>
                  <a:round/>
                </a:ln>
                <a:solidFill>
                  <a:srgbClr val="004F8A"/>
                </a:solidFill>
                <a:latin typeface="Century Gothic"/>
              </a:rPr>
              <a:t>Feeling safe</a:t>
            </a:r>
            <a:endParaRPr lang="en-US">
              <a:ln w="3200">
                <a:solidFill>
                  <a:srgbClr val="FEFAC9">
                    <a:shade val="75000"/>
                    <a:alpha val="25000"/>
                  </a:srgbClr>
                </a:solidFill>
                <a:prstDash val="solid"/>
                <a:round/>
              </a:ln>
              <a:solidFill>
                <a:srgbClr val="004F8A"/>
              </a:solidFill>
              <a:latin typeface="Century Gothic"/>
            </a:endParaRPr>
          </a:p>
        </p:txBody>
      </p:sp>
      <p:pic>
        <p:nvPicPr>
          <p:cNvPr id="3" name="Picture 2" descr="A blue and pink poster with text and images&#10;&#10;Description automatically generated">
            <a:extLst>
              <a:ext uri="{FF2B5EF4-FFF2-40B4-BE49-F238E27FC236}">
                <a16:creationId xmlns:a16="http://schemas.microsoft.com/office/drawing/2014/main" id="{A216E3FB-2C15-4B64-53E2-88238191B5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0551" y="1526678"/>
            <a:ext cx="3548332" cy="5041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1392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B4F18DE-D38F-5579-C765-9171793EB0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200" dirty="0">
                <a:solidFill>
                  <a:srgbClr val="1CADE4"/>
                </a:solidFill>
                <a:latin typeface="Corbel"/>
              </a:rPr>
              <a:t>•</a:t>
            </a:r>
            <a:r>
              <a:rPr lang="en-US" sz="2200" dirty="0">
                <a:solidFill>
                  <a:srgbClr val="454647"/>
                </a:solidFill>
                <a:latin typeface="Century Gothic"/>
              </a:rPr>
              <a:t>Everyone has the right to be safe and feel safe in and out of college.   </a:t>
            </a:r>
            <a:endParaRPr lang="en-US" dirty="0"/>
          </a:p>
          <a:p>
            <a:endParaRPr lang="en-US" sz="2200" dirty="0">
              <a:solidFill>
                <a:srgbClr val="454647"/>
              </a:solidFill>
              <a:latin typeface="Century Gothic"/>
            </a:endParaRPr>
          </a:p>
          <a:p>
            <a:r>
              <a:rPr lang="en-US" sz="2200" b="1" dirty="0">
                <a:solidFill>
                  <a:srgbClr val="454647"/>
                </a:solidFill>
                <a:latin typeface="Century Gothic"/>
              </a:rPr>
              <a:t>Please tell us if you don’t feel safe. </a:t>
            </a:r>
            <a:r>
              <a:rPr lang="en-US" sz="2200" dirty="0">
                <a:solidFill>
                  <a:srgbClr val="454647"/>
                </a:solidFill>
                <a:latin typeface="Century Gothic"/>
              </a:rPr>
              <a:t>You may feel comfortable:</a:t>
            </a:r>
            <a:endParaRPr lang="en-US" dirty="0"/>
          </a:p>
          <a:p>
            <a:r>
              <a:rPr lang="en-US" sz="2200" dirty="0">
                <a:solidFill>
                  <a:srgbClr val="1CADE4"/>
                </a:solidFill>
                <a:ea typeface="+mn-lt"/>
                <a:cs typeface="+mn-lt"/>
              </a:rPr>
              <a:t>•</a:t>
            </a:r>
            <a:r>
              <a:rPr lang="en-US" sz="2200" dirty="0">
                <a:solidFill>
                  <a:srgbClr val="454647"/>
                </a:solidFill>
                <a:latin typeface="Century Gothic"/>
              </a:rPr>
              <a:t>Emailing the </a:t>
            </a:r>
            <a:r>
              <a:rPr lang="en-US" sz="2200" dirty="0" err="1">
                <a:solidFill>
                  <a:srgbClr val="454647"/>
                </a:solidFill>
                <a:latin typeface="Century Gothic"/>
              </a:rPr>
              <a:t>Feelsafe</a:t>
            </a:r>
            <a:r>
              <a:rPr lang="en-US" sz="2200" dirty="0">
                <a:solidFill>
                  <a:srgbClr val="454647"/>
                </a:solidFill>
                <a:latin typeface="Century Gothic"/>
              </a:rPr>
              <a:t> team at </a:t>
            </a:r>
            <a:r>
              <a:rPr lang="en-US" sz="2200" dirty="0">
                <a:solidFill>
                  <a:srgbClr val="0080C5"/>
                </a:solidFill>
                <a:latin typeface="Century Gothic"/>
                <a:hlinkClick r:id="rId2"/>
              </a:rPr>
              <a:t>learnerfeelsafeteam@cavc.ac.uk</a:t>
            </a:r>
            <a:r>
              <a:rPr lang="en-US" sz="2200" dirty="0">
                <a:solidFill>
                  <a:srgbClr val="454647"/>
                </a:solidFill>
                <a:latin typeface="Century Gothic"/>
              </a:rPr>
              <a:t> </a:t>
            </a:r>
            <a:endParaRPr lang="en-US" dirty="0"/>
          </a:p>
          <a:p>
            <a:r>
              <a:rPr lang="en-US" sz="2200" dirty="0">
                <a:solidFill>
                  <a:srgbClr val="1CADE4"/>
                </a:solidFill>
                <a:ea typeface="+mn-lt"/>
                <a:cs typeface="+mn-lt"/>
              </a:rPr>
              <a:t>•</a:t>
            </a:r>
            <a:r>
              <a:rPr lang="en-US" sz="2200" dirty="0">
                <a:solidFill>
                  <a:srgbClr val="454647"/>
                </a:solidFill>
                <a:latin typeface="Century Gothic"/>
              </a:rPr>
              <a:t>Phoning 029 20250420 </a:t>
            </a:r>
            <a:endParaRPr lang="en-US" dirty="0"/>
          </a:p>
          <a:p>
            <a:r>
              <a:rPr lang="en-US" sz="2200" dirty="0">
                <a:solidFill>
                  <a:srgbClr val="1CADE4"/>
                </a:solidFill>
                <a:ea typeface="+mn-lt"/>
                <a:cs typeface="+mn-lt"/>
              </a:rPr>
              <a:t>•</a:t>
            </a:r>
            <a:r>
              <a:rPr lang="en-US" sz="2200" dirty="0">
                <a:solidFill>
                  <a:srgbClr val="454647"/>
                </a:solidFill>
                <a:latin typeface="Century Gothic"/>
              </a:rPr>
              <a:t>Speaking to a Wellbeing Officer at one of our Hubs</a:t>
            </a:r>
            <a:endParaRPr lang="en-US" dirty="0"/>
          </a:p>
          <a:p>
            <a:r>
              <a:rPr lang="en-US" sz="2200" dirty="0">
                <a:solidFill>
                  <a:srgbClr val="1CADE4"/>
                </a:solidFill>
                <a:ea typeface="+mn-lt"/>
                <a:cs typeface="+mn-lt"/>
              </a:rPr>
              <a:t>•</a:t>
            </a:r>
            <a:r>
              <a:rPr lang="en-US" sz="2200" dirty="0">
                <a:solidFill>
                  <a:srgbClr val="454647"/>
                </a:solidFill>
                <a:latin typeface="Century Gothic"/>
              </a:rPr>
              <a:t>Telling your tutor</a:t>
            </a:r>
            <a:endParaRPr lang="en-US" dirty="0"/>
          </a:p>
          <a:p>
            <a:r>
              <a:rPr lang="en-US" sz="2200" dirty="0">
                <a:solidFill>
                  <a:srgbClr val="1CADE4"/>
                </a:solidFill>
                <a:ea typeface="+mn-lt"/>
                <a:cs typeface="+mn-lt"/>
              </a:rPr>
              <a:t>•</a:t>
            </a:r>
            <a:r>
              <a:rPr lang="en-US" sz="2200" dirty="0">
                <a:solidFill>
                  <a:srgbClr val="454647"/>
                </a:solidFill>
                <a:latin typeface="Century Gothic"/>
              </a:rPr>
              <a:t>Speaking to a parent or trusted adult who can contact us</a:t>
            </a:r>
            <a:endParaRPr lang="en-US" dirty="0"/>
          </a:p>
          <a:p>
            <a:endParaRPr lang="en-US" sz="2200" dirty="0">
              <a:solidFill>
                <a:srgbClr val="454647"/>
              </a:solidFill>
              <a:latin typeface="Century Gothic"/>
            </a:endParaRPr>
          </a:p>
          <a:p>
            <a:r>
              <a:rPr lang="en-US" sz="2200" dirty="0">
                <a:solidFill>
                  <a:srgbClr val="454647"/>
                </a:solidFill>
                <a:latin typeface="Century Gothic"/>
              </a:rPr>
              <a:t>It is your </a:t>
            </a:r>
            <a:r>
              <a:rPr lang="en-US" sz="2200" b="1" dirty="0">
                <a:solidFill>
                  <a:srgbClr val="454647"/>
                </a:solidFill>
                <a:latin typeface="Century Gothic"/>
              </a:rPr>
              <a:t>safeguarding responsibility</a:t>
            </a:r>
            <a:r>
              <a:rPr lang="en-US" sz="2200" dirty="0">
                <a:solidFill>
                  <a:srgbClr val="454647"/>
                </a:solidFill>
                <a:latin typeface="Century Gothic"/>
              </a:rPr>
              <a:t> to report if you are concerned that someone is in danger of immediate risk.</a:t>
            </a:r>
            <a:endParaRPr lang="en-U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3FFAB6A-1FCB-3F2D-6F2B-7435D2175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 sz="4000" b="1">
                <a:ln w="3200">
                  <a:solidFill>
                    <a:srgbClr val="FEFAC9">
                      <a:shade val="75000"/>
                      <a:alpha val="25000"/>
                    </a:srgbClr>
                  </a:solidFill>
                  <a:prstDash val="solid"/>
                  <a:round/>
                </a:ln>
                <a:solidFill>
                  <a:srgbClr val="004F8A"/>
                </a:solidFill>
                <a:latin typeface="Century Gothic"/>
              </a:rPr>
              <a:t>Do you FEEL SAFE?</a:t>
            </a:r>
            <a:endParaRPr lang="en-US" sz="4000">
              <a:solidFill>
                <a:srgbClr val="004F8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39516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524000" y="3714750"/>
            <a:ext cx="9144000" cy="10795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GB" sz="6600" b="1" kern="400" dirty="0">
                <a:solidFill>
                  <a:srgbClr val="002060"/>
                </a:solidFill>
                <a:latin typeface="Century Gothic" pitchFamily="34" charset="0"/>
              </a:rPr>
              <a:t>‘Respect’ </a:t>
            </a:r>
          </a:p>
        </p:txBody>
      </p:sp>
      <p:pic>
        <p:nvPicPr>
          <p:cNvPr id="5123" name="Picture 4" descr="4.jpg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381875" y="571500"/>
            <a:ext cx="2114550" cy="2071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4" name="Picture 7" descr="Medium colour logo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738438" y="714376"/>
            <a:ext cx="3714750" cy="1457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/>
          <p:cNvSpPr txBox="1">
            <a:spLocks/>
          </p:cNvSpPr>
          <p:nvPr/>
        </p:nvSpPr>
        <p:spPr bwMode="auto">
          <a:xfrm>
            <a:off x="1524001" y="500063"/>
            <a:ext cx="9612313" cy="86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432"/>
              </a:spcBef>
              <a:buClr>
                <a:schemeClr val="accent1"/>
              </a:buClr>
              <a:buSzPct val="70000"/>
              <a:defRPr/>
            </a:pPr>
            <a:r>
              <a:rPr lang="en-GB" sz="5400" b="1" kern="800" dirty="0">
                <a:solidFill>
                  <a:schemeClr val="tx2"/>
                </a:solidFill>
                <a:latin typeface="Candara" pitchFamily="34" charset="0"/>
              </a:rPr>
              <a:t>  </a:t>
            </a:r>
            <a:r>
              <a:rPr lang="en-GB" sz="3200" b="1" kern="800" dirty="0">
                <a:solidFill>
                  <a:srgbClr val="2C08C4"/>
                </a:solidFill>
                <a:latin typeface="Century Gothic" pitchFamily="34" charset="0"/>
              </a:rPr>
              <a:t> </a:t>
            </a:r>
            <a:r>
              <a:rPr lang="en-GB" sz="5400" b="1" kern="800" dirty="0">
                <a:solidFill>
                  <a:srgbClr val="002060"/>
                </a:solidFill>
                <a:latin typeface="Century Gothic" pitchFamily="34" charset="0"/>
              </a:rPr>
              <a:t>Activity 1</a:t>
            </a:r>
          </a:p>
          <a:p>
            <a:pPr marL="342900" indent="-342900">
              <a:spcBef>
                <a:spcPct val="20000"/>
              </a:spcBef>
              <a:buClr>
                <a:schemeClr val="accent1"/>
              </a:buClr>
              <a:buSzPct val="70000"/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</p:txBody>
      </p:sp>
      <p:sp>
        <p:nvSpPr>
          <p:cNvPr id="6" name="Subtitle 3"/>
          <p:cNvSpPr txBox="1">
            <a:spLocks/>
          </p:cNvSpPr>
          <p:nvPr/>
        </p:nvSpPr>
        <p:spPr bwMode="auto">
          <a:xfrm>
            <a:off x="1738313" y="642938"/>
            <a:ext cx="9612312" cy="86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432"/>
              </a:spcBef>
              <a:buClr>
                <a:schemeClr val="accent1"/>
              </a:buClr>
              <a:buSzPct val="70000"/>
              <a:defRPr/>
            </a:pPr>
            <a:endParaRPr lang="en-GB" sz="4300" b="1" kern="8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buClr>
                <a:schemeClr val="accent1"/>
              </a:buClr>
              <a:buSzPct val="70000"/>
              <a:defRPr/>
            </a:pPr>
            <a:endParaRPr lang="en-GB" sz="4600" b="1" kern="400" dirty="0">
              <a:solidFill>
                <a:schemeClr val="tx2"/>
              </a:solidFill>
              <a:latin typeface="Candara" pitchFamily="34" charset="0"/>
            </a:endParaRPr>
          </a:p>
        </p:txBody>
      </p:sp>
      <p:sp>
        <p:nvSpPr>
          <p:cNvPr id="7172" name="Content Placeholder 6"/>
          <p:cNvSpPr>
            <a:spLocks noGrp="1"/>
          </p:cNvSpPr>
          <p:nvPr>
            <p:ph idx="1"/>
          </p:nvPr>
        </p:nvSpPr>
        <p:spPr>
          <a:xfrm>
            <a:off x="1738313" y="1000126"/>
            <a:ext cx="8686800" cy="4525963"/>
          </a:xfrm>
        </p:spPr>
        <p:txBody>
          <a:bodyPr/>
          <a:lstStyle/>
          <a:p>
            <a:pPr algn="just" eaLnBrk="1" hangingPunct="1"/>
            <a:endParaRPr lang="en-GB" sz="2800">
              <a:solidFill>
                <a:srgbClr val="004F8A"/>
              </a:solidFill>
              <a:latin typeface="Century Gothic" pitchFamily="34" charset="0"/>
            </a:endParaRPr>
          </a:p>
          <a:p>
            <a:pPr algn="just" eaLnBrk="1" hangingPunct="1"/>
            <a:endParaRPr lang="en-GB" sz="2800">
              <a:solidFill>
                <a:srgbClr val="004F8A"/>
              </a:solidFill>
              <a:latin typeface="Century Gothic" pitchFamily="34" charset="0"/>
            </a:endParaRPr>
          </a:p>
          <a:p>
            <a:pPr algn="just" eaLnBrk="1" hangingPunct="1">
              <a:buClr>
                <a:srgbClr val="2E1CB0"/>
              </a:buClr>
              <a:buFont typeface="Arial" charset="0"/>
              <a:buChar char="•"/>
            </a:pPr>
            <a:endParaRPr lang="en-GB" sz="2800">
              <a:solidFill>
                <a:srgbClr val="2C08C4"/>
              </a:solidFill>
              <a:latin typeface="Century Gothic" pitchFamily="34" charset="0"/>
            </a:endParaRPr>
          </a:p>
          <a:p>
            <a:pPr eaLnBrk="1" hangingPunct="1">
              <a:buFont typeface="Wingdings 2" pitchFamily="18" charset="2"/>
              <a:buNone/>
            </a:pPr>
            <a:endParaRPr lang="en-GB"/>
          </a:p>
          <a:p>
            <a:pPr eaLnBrk="1" hangingPunct="1"/>
            <a:endParaRPr lang="en-GB"/>
          </a:p>
        </p:txBody>
      </p:sp>
      <p:pic>
        <p:nvPicPr>
          <p:cNvPr id="7173" name="Picture 9" descr="Task.jpg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381751" y="428626"/>
            <a:ext cx="1052513" cy="1050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74" name="Content Placeholder 3" descr="3.bmp"/>
          <p:cNvPicPr>
            <a:picLocks noChangeAspect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8112126" y="319088"/>
            <a:ext cx="1966913" cy="1598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75" name="Picture 4" descr="Thinking.bmp"/>
          <p:cNvPicPr>
            <a:picLocks noChangeAspect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495550" y="2997201"/>
            <a:ext cx="1512888" cy="2214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Cloud Callout 9"/>
          <p:cNvSpPr/>
          <p:nvPr/>
        </p:nvSpPr>
        <p:spPr>
          <a:xfrm>
            <a:off x="4920652" y="1911290"/>
            <a:ext cx="4786313" cy="3786188"/>
          </a:xfrm>
          <a:prstGeom prst="cloudCallout">
            <a:avLst>
              <a:gd name="adj1" fmla="val -71873"/>
              <a:gd name="adj2" fmla="val -5987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200" b="1" dirty="0">
                <a:solidFill>
                  <a:srgbClr val="002060"/>
                </a:solidFill>
                <a:latin typeface="Century Gothic" pitchFamily="34" charset="0"/>
              </a:rPr>
              <a:t>What does ‘Respect’ mean?</a:t>
            </a:r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/>
          <p:cNvSpPr txBox="1">
            <a:spLocks/>
          </p:cNvSpPr>
          <p:nvPr/>
        </p:nvSpPr>
        <p:spPr bwMode="auto">
          <a:xfrm>
            <a:off x="1524001" y="500063"/>
            <a:ext cx="9612313" cy="86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40" tIns="45720" rIns="91440" bIns="45720" anchor="t"/>
          <a:lstStyle/>
          <a:p>
            <a:pPr marL="342900" indent="-342900">
              <a:spcBef>
                <a:spcPts val="1432"/>
              </a:spcBef>
              <a:buClr>
                <a:schemeClr val="accent1"/>
              </a:buClr>
              <a:buSzPct val="70000"/>
              <a:defRPr/>
            </a:pPr>
            <a:r>
              <a:rPr lang="en-GB" sz="5400" b="1" kern="800" dirty="0">
                <a:solidFill>
                  <a:schemeClr val="tx2"/>
                </a:solidFill>
                <a:latin typeface="Candara"/>
              </a:rPr>
              <a:t>  </a:t>
            </a:r>
            <a:r>
              <a:rPr lang="en-GB" sz="3200" b="1" kern="800" dirty="0">
                <a:solidFill>
                  <a:srgbClr val="2C08C4"/>
                </a:solidFill>
                <a:latin typeface="Century Gothic"/>
              </a:rPr>
              <a:t> </a:t>
            </a:r>
            <a:endParaRPr lang="en-GB" sz="5400" b="1" kern="800">
              <a:solidFill>
                <a:srgbClr val="002060"/>
              </a:solidFill>
              <a:latin typeface="Century Gothic" pitchFamily="34" charset="0"/>
            </a:endParaRPr>
          </a:p>
        </p:txBody>
      </p:sp>
      <p:sp>
        <p:nvSpPr>
          <p:cNvPr id="6" name="Subtitle 3"/>
          <p:cNvSpPr txBox="1">
            <a:spLocks/>
          </p:cNvSpPr>
          <p:nvPr/>
        </p:nvSpPr>
        <p:spPr bwMode="auto">
          <a:xfrm>
            <a:off x="1795822" y="-47176"/>
            <a:ext cx="9612312" cy="86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432"/>
              </a:spcBef>
              <a:buClr>
                <a:schemeClr val="accent1"/>
              </a:buClr>
              <a:buSzPct val="70000"/>
              <a:defRPr/>
            </a:pPr>
            <a:endParaRPr lang="en-GB" sz="4300" b="1" kern="8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buClr>
                <a:schemeClr val="accent1"/>
              </a:buClr>
              <a:buSzPct val="70000"/>
              <a:defRPr/>
            </a:pPr>
            <a:endParaRPr lang="en-GB" sz="4600" b="1" kern="400" dirty="0">
              <a:solidFill>
                <a:schemeClr val="tx2"/>
              </a:solidFill>
              <a:latin typeface="Candara" pitchFamily="34" charset="0"/>
            </a:endParaRPr>
          </a:p>
        </p:txBody>
      </p:sp>
      <p:sp>
        <p:nvSpPr>
          <p:cNvPr id="7172" name="Content Placeholder 6"/>
          <p:cNvSpPr>
            <a:spLocks noGrp="1"/>
          </p:cNvSpPr>
          <p:nvPr>
            <p:ph idx="1"/>
          </p:nvPr>
        </p:nvSpPr>
        <p:spPr>
          <a:xfrm>
            <a:off x="1752690" y="1474579"/>
            <a:ext cx="8686800" cy="4525963"/>
          </a:xfrm>
        </p:spPr>
        <p:txBody>
          <a:bodyPr/>
          <a:lstStyle/>
          <a:p>
            <a:pPr algn="just" eaLnBrk="1" hangingPunct="1"/>
            <a:endParaRPr lang="en-GB" sz="2800">
              <a:solidFill>
                <a:srgbClr val="004F8A"/>
              </a:solidFill>
              <a:latin typeface="Century Gothic" pitchFamily="34" charset="0"/>
            </a:endParaRPr>
          </a:p>
          <a:p>
            <a:pPr algn="just" eaLnBrk="1" hangingPunct="1"/>
            <a:endParaRPr lang="en-GB" sz="2800">
              <a:solidFill>
                <a:srgbClr val="004F8A"/>
              </a:solidFill>
              <a:latin typeface="Century Gothic" pitchFamily="34" charset="0"/>
            </a:endParaRPr>
          </a:p>
          <a:p>
            <a:pPr algn="just" eaLnBrk="1" hangingPunct="1">
              <a:buClr>
                <a:srgbClr val="2E1CB0"/>
              </a:buClr>
              <a:buFont typeface="Arial" charset="0"/>
              <a:buChar char="•"/>
            </a:pPr>
            <a:endParaRPr lang="en-GB" sz="2800">
              <a:solidFill>
                <a:srgbClr val="2C08C4"/>
              </a:solidFill>
              <a:latin typeface="Century Gothic" pitchFamily="34" charset="0"/>
            </a:endParaRPr>
          </a:p>
          <a:p>
            <a:pPr eaLnBrk="1" hangingPunct="1">
              <a:buFont typeface="Wingdings 2" pitchFamily="18" charset="2"/>
              <a:buNone/>
            </a:pPr>
            <a:endParaRPr lang="en-GB"/>
          </a:p>
          <a:p>
            <a:pPr eaLnBrk="1" hangingPunct="1"/>
            <a:endParaRPr lang="en-GB"/>
          </a:p>
        </p:txBody>
      </p:sp>
      <p:pic>
        <p:nvPicPr>
          <p:cNvPr id="7173" name="Picture 9" descr="Task.jpg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381751" y="428626"/>
            <a:ext cx="1052513" cy="1050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74" name="Content Placeholder 3" descr="3.bmp"/>
          <p:cNvPicPr>
            <a:picLocks noChangeAspect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8112126" y="319088"/>
            <a:ext cx="1966913" cy="1598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75" name="Picture 4" descr="Thinking.bmp"/>
          <p:cNvPicPr>
            <a:picLocks noChangeAspect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495550" y="2997201"/>
            <a:ext cx="1512888" cy="2214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Cloud Callout 9"/>
          <p:cNvSpPr/>
          <p:nvPr/>
        </p:nvSpPr>
        <p:spPr>
          <a:xfrm>
            <a:off x="4920652" y="1911290"/>
            <a:ext cx="4786313" cy="3786188"/>
          </a:xfrm>
          <a:prstGeom prst="cloudCallout">
            <a:avLst>
              <a:gd name="adj1" fmla="val -71873"/>
              <a:gd name="adj2" fmla="val -5987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anchor="ctr"/>
          <a:lstStyle/>
          <a:p>
            <a:pPr algn="ctr">
              <a:defRPr/>
            </a:pPr>
            <a:r>
              <a:rPr lang="en-GB" sz="3200" b="1" dirty="0">
                <a:solidFill>
                  <a:srgbClr val="002060"/>
                </a:solidFill>
                <a:latin typeface="Century Gothic"/>
              </a:rPr>
              <a:t>What does ‘Disrespect’ mean?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865929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/>
          <p:cNvSpPr txBox="1">
            <a:spLocks/>
          </p:cNvSpPr>
          <p:nvPr/>
        </p:nvSpPr>
        <p:spPr bwMode="auto">
          <a:xfrm>
            <a:off x="952500" y="214313"/>
            <a:ext cx="9501188" cy="1079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accent1"/>
              </a:buClr>
              <a:buSzPct val="70000"/>
              <a:defRPr/>
            </a:pPr>
            <a:r>
              <a:rPr lang="en-GB" sz="5400" b="1" kern="800" dirty="0">
                <a:solidFill>
                  <a:schemeClr val="tx2"/>
                </a:solidFill>
                <a:latin typeface="Candara" pitchFamily="34" charset="0"/>
              </a:rPr>
              <a:t>     </a:t>
            </a:r>
            <a:r>
              <a:rPr lang="en-GB" sz="3600" b="1" kern="800" dirty="0">
                <a:solidFill>
                  <a:srgbClr val="002060"/>
                </a:solidFill>
                <a:latin typeface="Century Gothic" pitchFamily="34" charset="0"/>
              </a:rPr>
              <a:t>Activity 2 ~ What does Respect </a:t>
            </a:r>
            <a:r>
              <a:rPr lang="en-GB" sz="5400" b="1" kern="800" dirty="0">
                <a:solidFill>
                  <a:srgbClr val="002060"/>
                </a:solidFill>
                <a:latin typeface="Candara" pitchFamily="34" charset="0"/>
              </a:rPr>
              <a:t>....</a:t>
            </a:r>
            <a:endParaRPr lang="en-GB" sz="4300" b="1" kern="400" dirty="0">
              <a:solidFill>
                <a:srgbClr val="002060"/>
              </a:solidFill>
              <a:latin typeface="Candara" pitchFamily="34" charset="0"/>
            </a:endParaRPr>
          </a:p>
        </p:txBody>
      </p:sp>
      <p:sp>
        <p:nvSpPr>
          <p:cNvPr id="10243" name="Content Placeholder 5"/>
          <p:cNvSpPr>
            <a:spLocks noGrp="1"/>
          </p:cNvSpPr>
          <p:nvPr>
            <p:ph idx="1"/>
          </p:nvPr>
        </p:nvSpPr>
        <p:spPr>
          <a:xfrm>
            <a:off x="2279650" y="1268414"/>
            <a:ext cx="7715250" cy="4637087"/>
          </a:xfrm>
        </p:spPr>
        <p:txBody>
          <a:bodyPr/>
          <a:lstStyle/>
          <a:p>
            <a:pPr algn="ctr" eaLnBrk="1" hangingPunct="1">
              <a:buClr>
                <a:srgbClr val="004F8A"/>
              </a:buClr>
              <a:buFont typeface="Wingdings 2" pitchFamily="18" charset="2"/>
              <a:buNone/>
            </a:pPr>
            <a:endParaRPr lang="en-GB" sz="4800">
              <a:solidFill>
                <a:srgbClr val="2C08C4"/>
              </a:solidFill>
              <a:latin typeface="Century Gothic" pitchFamily="34" charset="0"/>
            </a:endParaRPr>
          </a:p>
          <a:p>
            <a:pPr algn="ctr" eaLnBrk="1" hangingPunct="1">
              <a:buClr>
                <a:srgbClr val="004F8A"/>
              </a:buClr>
              <a:buFont typeface="Wingdings 2" pitchFamily="18" charset="2"/>
              <a:buNone/>
            </a:pPr>
            <a:endParaRPr lang="en-GB" sz="4000">
              <a:solidFill>
                <a:srgbClr val="2C08C4"/>
              </a:solidFill>
              <a:latin typeface="Century Gothic" pitchFamily="34" charset="0"/>
            </a:endParaRPr>
          </a:p>
          <a:p>
            <a:pPr algn="ctr" eaLnBrk="1" hangingPunct="1">
              <a:buClr>
                <a:srgbClr val="004F8A"/>
              </a:buClr>
              <a:buFont typeface="Wingdings 2" pitchFamily="18" charset="2"/>
              <a:buNone/>
            </a:pPr>
            <a:endParaRPr lang="en-GB" sz="4000">
              <a:solidFill>
                <a:srgbClr val="2C08C4"/>
              </a:solidFill>
              <a:latin typeface="Century Gothic" pitchFamily="34" charset="0"/>
            </a:endParaRPr>
          </a:p>
          <a:p>
            <a:pPr eaLnBrk="1" hangingPunct="1">
              <a:buClr>
                <a:srgbClr val="004F8A"/>
              </a:buClr>
              <a:buFont typeface="Arial" charset="0"/>
              <a:buChar char="•"/>
            </a:pPr>
            <a:endParaRPr lang="en-GB">
              <a:solidFill>
                <a:srgbClr val="2C08C4"/>
              </a:solidFill>
              <a:latin typeface="Century Gothic" pitchFamily="34" charset="0"/>
            </a:endParaRPr>
          </a:p>
          <a:p>
            <a:pPr eaLnBrk="1" hangingPunct="1">
              <a:buClr>
                <a:srgbClr val="004F8A"/>
              </a:buClr>
              <a:buFont typeface="Arial" charset="0"/>
              <a:buChar char="•"/>
            </a:pPr>
            <a:endParaRPr lang="en-GB">
              <a:solidFill>
                <a:srgbClr val="2C08C4"/>
              </a:solidFill>
              <a:latin typeface="Century Gothic" pitchFamily="34" charset="0"/>
            </a:endParaRPr>
          </a:p>
          <a:p>
            <a:pPr eaLnBrk="1" hangingPunct="1">
              <a:buClr>
                <a:srgbClr val="004F8A"/>
              </a:buClr>
              <a:buFont typeface="Arial" charset="0"/>
              <a:buChar char="•"/>
            </a:pPr>
            <a:endParaRPr lang="en-GB">
              <a:solidFill>
                <a:srgbClr val="004F8A"/>
              </a:solidFill>
              <a:latin typeface="Century Gothic" pitchFamily="34" charset="0"/>
            </a:endParaRPr>
          </a:p>
          <a:p>
            <a:pPr eaLnBrk="1" hangingPunct="1">
              <a:buClr>
                <a:srgbClr val="004F8A"/>
              </a:buClr>
              <a:buFont typeface="Arial" charset="0"/>
              <a:buChar char="•"/>
            </a:pPr>
            <a:endParaRPr lang="en-GB">
              <a:solidFill>
                <a:srgbClr val="004F8A"/>
              </a:solidFill>
              <a:latin typeface="Century Gothic" pitchFamily="34" charset="0"/>
            </a:endParaRPr>
          </a:p>
          <a:p>
            <a:pPr eaLnBrk="1" hangingPunct="1">
              <a:buClr>
                <a:srgbClr val="004F8A"/>
              </a:buClr>
              <a:buFont typeface="Arial" charset="0"/>
              <a:buChar char="•"/>
            </a:pPr>
            <a:endParaRPr lang="en-GB">
              <a:solidFill>
                <a:srgbClr val="004F8A"/>
              </a:solidFill>
              <a:latin typeface="Century Gothic" pitchFamily="34" charset="0"/>
            </a:endParaRPr>
          </a:p>
          <a:p>
            <a:pPr eaLnBrk="1" hangingPunct="1">
              <a:buFont typeface="Wingdings 2" pitchFamily="18" charset="2"/>
              <a:buNone/>
            </a:pPr>
            <a:endParaRPr lang="en-GB" sz="2400">
              <a:solidFill>
                <a:srgbClr val="004F8A"/>
              </a:solidFill>
              <a:latin typeface="Century Gothic" pitchFamily="34" charset="0"/>
            </a:endParaRPr>
          </a:p>
          <a:p>
            <a:pPr eaLnBrk="1" hangingPunct="1"/>
            <a:endParaRPr lang="en-GB" sz="2400">
              <a:solidFill>
                <a:srgbClr val="004F8A"/>
              </a:solidFill>
              <a:latin typeface="Century Gothic" pitchFamily="34" charset="0"/>
            </a:endParaRPr>
          </a:p>
          <a:p>
            <a:pPr eaLnBrk="1" hangingPunct="1"/>
            <a:endParaRPr lang="en-GB" sz="2400">
              <a:solidFill>
                <a:srgbClr val="004F8A"/>
              </a:solidFill>
              <a:latin typeface="Century Gothic" pitchFamily="34" charset="0"/>
            </a:endParaRPr>
          </a:p>
          <a:p>
            <a:pPr eaLnBrk="1" hangingPunct="1">
              <a:buFont typeface="Wingdings 2" pitchFamily="18" charset="2"/>
              <a:buNone/>
            </a:pPr>
            <a:endParaRPr lang="en-GB" sz="2400">
              <a:solidFill>
                <a:srgbClr val="004F8A"/>
              </a:solidFill>
              <a:latin typeface="Century Gothic" pitchFamily="34" charset="0"/>
            </a:endParaRPr>
          </a:p>
          <a:p>
            <a:pPr eaLnBrk="1" hangingPunct="1">
              <a:buFont typeface="Wingdings 2" pitchFamily="18" charset="2"/>
              <a:buNone/>
            </a:pPr>
            <a:endParaRPr lang="en-GB" sz="2400">
              <a:solidFill>
                <a:srgbClr val="004F8A"/>
              </a:solidFill>
              <a:latin typeface="Century Gothic" pitchFamily="34" charset="0"/>
            </a:endParaRPr>
          </a:p>
          <a:p>
            <a:pPr eaLnBrk="1" hangingPunct="1"/>
            <a:endParaRPr lang="en-GB" sz="2400">
              <a:solidFill>
                <a:srgbClr val="004F8A"/>
              </a:solidFill>
              <a:latin typeface="Century Gothic" pitchFamily="34" charset="0"/>
            </a:endParaRPr>
          </a:p>
          <a:p>
            <a:pPr eaLnBrk="1" hangingPunct="1">
              <a:buFont typeface="Wingdings 2" pitchFamily="18" charset="2"/>
              <a:buNone/>
            </a:pPr>
            <a:endParaRPr lang="en-GB"/>
          </a:p>
        </p:txBody>
      </p:sp>
      <p:pic>
        <p:nvPicPr>
          <p:cNvPr id="10244" name="Picture 4" descr="Thinking.bmp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992314" y="2565401"/>
            <a:ext cx="1550987" cy="227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45" name="Picture 9" descr="Task.jpg"/>
          <p:cNvPicPr>
            <a:picLocks noChangeAspect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9739314" y="214314"/>
            <a:ext cx="720725" cy="719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4738679" y="2000342"/>
            <a:ext cx="5033199" cy="4033725"/>
            <a:chOff x="949" y="2693"/>
            <a:chExt cx="10366" cy="11821"/>
          </a:xfrm>
          <a:solidFill>
            <a:schemeClr val="bg1">
              <a:lumMod val="95000"/>
            </a:schemeClr>
          </a:solidFill>
        </p:grpSpPr>
        <p:cxnSp>
          <p:nvCxnSpPr>
            <p:cNvPr id="18439" name="AutoShape 7"/>
            <p:cNvCxnSpPr>
              <a:cxnSpLocks noChangeShapeType="1"/>
            </p:cNvCxnSpPr>
            <p:nvPr/>
          </p:nvCxnSpPr>
          <p:spPr bwMode="auto">
            <a:xfrm>
              <a:off x="1364" y="3183"/>
              <a:ext cx="4517" cy="4467"/>
            </a:xfrm>
            <a:prstGeom prst="straightConnector1">
              <a:avLst/>
            </a:prstGeom>
            <a:grpFill/>
            <a:ln w="44450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18440" name="AutoShape 8"/>
            <p:cNvCxnSpPr>
              <a:cxnSpLocks noChangeShapeType="1"/>
            </p:cNvCxnSpPr>
            <p:nvPr/>
          </p:nvCxnSpPr>
          <p:spPr bwMode="auto">
            <a:xfrm flipV="1">
              <a:off x="5909" y="3183"/>
              <a:ext cx="4209" cy="4464"/>
            </a:xfrm>
            <a:prstGeom prst="straightConnector1">
              <a:avLst/>
            </a:prstGeom>
            <a:grpFill/>
            <a:ln w="4127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18441" name="AutoShape 9"/>
            <p:cNvCxnSpPr>
              <a:cxnSpLocks noChangeShapeType="1"/>
            </p:cNvCxnSpPr>
            <p:nvPr/>
          </p:nvCxnSpPr>
          <p:spPr bwMode="auto">
            <a:xfrm>
              <a:off x="5909" y="7647"/>
              <a:ext cx="0" cy="6867"/>
            </a:xfrm>
            <a:prstGeom prst="straightConnector1">
              <a:avLst/>
            </a:prstGeom>
            <a:grpFill/>
            <a:ln w="41275">
              <a:solidFill>
                <a:srgbClr val="000000"/>
              </a:solidFill>
              <a:round/>
              <a:headEnd/>
              <a:tailEnd/>
            </a:ln>
          </p:spPr>
        </p:cxnSp>
        <p:sp>
          <p:nvSpPr>
            <p:cNvPr id="18442" name="Text Box 10"/>
            <p:cNvSpPr txBox="1">
              <a:spLocks noChangeArrowheads="1"/>
            </p:cNvSpPr>
            <p:nvPr/>
          </p:nvSpPr>
          <p:spPr bwMode="auto">
            <a:xfrm>
              <a:off x="3486" y="2693"/>
              <a:ext cx="4775" cy="2303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pPr algn="ctr">
                <a:spcAft>
                  <a:spcPts val="0"/>
                </a:spcAft>
                <a:defRPr/>
              </a:pPr>
              <a:endParaRPr lang="en-GB" b="1" dirty="0">
                <a:solidFill>
                  <a:srgbClr val="002060"/>
                </a:solidFill>
                <a:latin typeface="Arial" pitchFamily="34" charset="0"/>
              </a:endParaRPr>
            </a:p>
            <a:p>
              <a:pPr algn="ctr">
                <a:spcAft>
                  <a:spcPts val="0"/>
                </a:spcAft>
                <a:defRPr/>
              </a:pPr>
              <a:r>
                <a:rPr lang="en-GB" sz="2400" b="1" dirty="0">
                  <a:solidFill>
                    <a:srgbClr val="002060"/>
                  </a:solidFill>
                  <a:latin typeface="Arial" pitchFamily="34" charset="0"/>
                </a:rPr>
                <a:t>Look like ?</a:t>
              </a:r>
            </a:p>
            <a:p>
              <a:pPr algn="ctr">
                <a:spcAft>
                  <a:spcPts val="1000"/>
                </a:spcAft>
                <a:defRPr/>
              </a:pPr>
              <a:endParaRPr lang="en-US" dirty="0">
                <a:solidFill>
                  <a:schemeClr val="tx1"/>
                </a:solidFill>
                <a:latin typeface="Arial" pitchFamily="34" charset="0"/>
              </a:endParaRPr>
            </a:p>
          </p:txBody>
        </p:sp>
        <p:sp>
          <p:nvSpPr>
            <p:cNvPr id="18443" name="Text Box 11"/>
            <p:cNvSpPr txBox="1">
              <a:spLocks noChangeArrowheads="1"/>
            </p:cNvSpPr>
            <p:nvPr/>
          </p:nvSpPr>
          <p:spPr bwMode="auto">
            <a:xfrm>
              <a:off x="6540" y="7927"/>
              <a:ext cx="4775" cy="1884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pPr algn="ctr">
                <a:spcAft>
                  <a:spcPts val="0"/>
                </a:spcAft>
                <a:defRPr/>
              </a:pPr>
              <a:r>
                <a:rPr lang="en-US" sz="2400" b="1" dirty="0">
                  <a:solidFill>
                    <a:srgbClr val="002060"/>
                  </a:solidFill>
                  <a:latin typeface="Arial" pitchFamily="34" charset="0"/>
                </a:rPr>
                <a:t>Feel like ?</a:t>
              </a:r>
              <a:endParaRPr lang="en-GB" sz="2400" b="1" dirty="0">
                <a:solidFill>
                  <a:srgbClr val="002060"/>
                </a:solidFill>
                <a:latin typeface="Arial" pitchFamily="34" charset="0"/>
              </a:endParaRPr>
            </a:p>
          </p:txBody>
        </p:sp>
        <p:sp>
          <p:nvSpPr>
            <p:cNvPr id="18444" name="Text Box 12"/>
            <p:cNvSpPr txBox="1">
              <a:spLocks noChangeArrowheads="1"/>
            </p:cNvSpPr>
            <p:nvPr/>
          </p:nvSpPr>
          <p:spPr bwMode="auto">
            <a:xfrm>
              <a:off x="949" y="7927"/>
              <a:ext cx="4414" cy="1884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pPr algn="ctr">
                <a:spcAft>
                  <a:spcPts val="0"/>
                </a:spcAft>
                <a:defRPr/>
              </a:pPr>
              <a:r>
                <a:rPr lang="en-US" sz="2400" b="1" dirty="0">
                  <a:solidFill>
                    <a:srgbClr val="002060"/>
                  </a:solidFill>
                  <a:latin typeface="Arial" pitchFamily="34" charset="0"/>
                </a:rPr>
                <a:t> Sound like ?</a:t>
              </a:r>
              <a:endParaRPr lang="en-GB" sz="2400" b="1" dirty="0">
                <a:solidFill>
                  <a:srgbClr val="002060"/>
                </a:solidFill>
                <a:latin typeface="Arial" pitchFamily="34" charset="0"/>
              </a:endParaRPr>
            </a:p>
          </p:txBody>
        </p:sp>
      </p:grp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/>
          <p:cNvSpPr txBox="1">
            <a:spLocks/>
          </p:cNvSpPr>
          <p:nvPr/>
        </p:nvSpPr>
        <p:spPr bwMode="auto">
          <a:xfrm>
            <a:off x="1524001" y="500063"/>
            <a:ext cx="9612313" cy="86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40" tIns="45720" rIns="91440" bIns="45720" anchor="t"/>
          <a:lstStyle/>
          <a:p>
            <a:pPr marL="342900" indent="-342900">
              <a:spcBef>
                <a:spcPts val="1432"/>
              </a:spcBef>
              <a:buClr>
                <a:schemeClr val="accent1"/>
              </a:buClr>
              <a:buSzPct val="70000"/>
              <a:defRPr/>
            </a:pPr>
            <a:r>
              <a:rPr lang="en-GB" sz="5400" b="1" kern="800" dirty="0">
                <a:solidFill>
                  <a:schemeClr val="tx2"/>
                </a:solidFill>
                <a:latin typeface="Candara" pitchFamily="34" charset="0"/>
              </a:rPr>
              <a:t>  </a:t>
            </a:r>
            <a:r>
              <a:rPr lang="en-GB" sz="3200" b="1" kern="800" dirty="0">
                <a:solidFill>
                  <a:srgbClr val="2C08C4"/>
                </a:solidFill>
                <a:latin typeface="Century Gothic" pitchFamily="34" charset="0"/>
              </a:rPr>
              <a:t> </a:t>
            </a:r>
            <a:r>
              <a:rPr lang="en-GB" sz="5400" b="1" kern="800" dirty="0">
                <a:solidFill>
                  <a:srgbClr val="002060"/>
                </a:solidFill>
                <a:latin typeface="Century Gothic" pitchFamily="34" charset="0"/>
              </a:rPr>
              <a:t>Activity 3</a:t>
            </a:r>
          </a:p>
          <a:p>
            <a:pPr marL="342900" indent="-342900">
              <a:spcBef>
                <a:spcPct val="20000"/>
              </a:spcBef>
              <a:buClr>
                <a:schemeClr val="accent1"/>
              </a:buClr>
              <a:buSzPct val="70000"/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</p:txBody>
      </p:sp>
      <p:sp>
        <p:nvSpPr>
          <p:cNvPr id="6" name="Subtitle 3"/>
          <p:cNvSpPr txBox="1">
            <a:spLocks/>
          </p:cNvSpPr>
          <p:nvPr/>
        </p:nvSpPr>
        <p:spPr bwMode="auto">
          <a:xfrm>
            <a:off x="1738313" y="642938"/>
            <a:ext cx="9612312" cy="86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432"/>
              </a:spcBef>
              <a:buClr>
                <a:schemeClr val="accent1"/>
              </a:buClr>
              <a:buSzPct val="70000"/>
              <a:defRPr/>
            </a:pPr>
            <a:endParaRPr lang="en-GB" sz="4300" b="1" kern="8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buClr>
                <a:schemeClr val="accent1"/>
              </a:buClr>
              <a:buSzPct val="70000"/>
              <a:defRPr/>
            </a:pPr>
            <a:endParaRPr lang="en-GB" sz="4600" b="1" kern="400" dirty="0">
              <a:solidFill>
                <a:schemeClr val="tx2"/>
              </a:solidFill>
              <a:latin typeface="Candara" pitchFamily="34" charset="0"/>
            </a:endParaRPr>
          </a:p>
        </p:txBody>
      </p:sp>
      <p:sp>
        <p:nvSpPr>
          <p:cNvPr id="11268" name="Content Placeholder 6"/>
          <p:cNvSpPr>
            <a:spLocks noGrp="1"/>
          </p:cNvSpPr>
          <p:nvPr>
            <p:ph idx="1"/>
          </p:nvPr>
        </p:nvSpPr>
        <p:spPr>
          <a:xfrm>
            <a:off x="1524000" y="1214438"/>
            <a:ext cx="8686800" cy="4525962"/>
          </a:xfrm>
        </p:spPr>
        <p:txBody>
          <a:bodyPr/>
          <a:lstStyle/>
          <a:p>
            <a:pPr algn="just" eaLnBrk="1" hangingPunct="1"/>
            <a:endParaRPr lang="en-GB" sz="2800">
              <a:solidFill>
                <a:srgbClr val="004F8A"/>
              </a:solidFill>
              <a:latin typeface="Century Gothic" pitchFamily="34" charset="0"/>
            </a:endParaRPr>
          </a:p>
          <a:p>
            <a:pPr algn="just" eaLnBrk="1" hangingPunct="1"/>
            <a:endParaRPr lang="en-GB" sz="2800">
              <a:solidFill>
                <a:srgbClr val="004F8A"/>
              </a:solidFill>
              <a:latin typeface="Century Gothic" pitchFamily="34" charset="0"/>
            </a:endParaRPr>
          </a:p>
          <a:p>
            <a:pPr algn="just" eaLnBrk="1" hangingPunct="1">
              <a:buClr>
                <a:srgbClr val="2E1CB0"/>
              </a:buClr>
              <a:buFont typeface="Arial" charset="0"/>
              <a:buChar char="•"/>
            </a:pPr>
            <a:endParaRPr lang="en-GB" sz="2800">
              <a:solidFill>
                <a:srgbClr val="2C08C4"/>
              </a:solidFill>
              <a:latin typeface="Century Gothic" pitchFamily="34" charset="0"/>
            </a:endParaRPr>
          </a:p>
          <a:p>
            <a:pPr eaLnBrk="1" hangingPunct="1">
              <a:buFont typeface="Wingdings 2" pitchFamily="18" charset="2"/>
              <a:buNone/>
            </a:pPr>
            <a:endParaRPr lang="en-GB"/>
          </a:p>
          <a:p>
            <a:pPr eaLnBrk="1" hangingPunct="1"/>
            <a:endParaRPr lang="en-GB"/>
          </a:p>
        </p:txBody>
      </p:sp>
      <p:pic>
        <p:nvPicPr>
          <p:cNvPr id="11269" name="Picture 9" descr="Task.jpg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688389" y="285750"/>
            <a:ext cx="1317625" cy="1316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70" name="Picture 4" descr="Thinking.bmp"/>
          <p:cNvPicPr>
            <a:picLocks noChangeAspect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8453439" y="3840163"/>
            <a:ext cx="1500187" cy="2197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Cloud Callout 9"/>
          <p:cNvSpPr/>
          <p:nvPr/>
        </p:nvSpPr>
        <p:spPr>
          <a:xfrm>
            <a:off x="2309813" y="1785939"/>
            <a:ext cx="4786312" cy="3786187"/>
          </a:xfrm>
          <a:prstGeom prst="cloudCallout">
            <a:avLst>
              <a:gd name="adj1" fmla="val 63853"/>
              <a:gd name="adj2" fmla="val 47001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200" b="1" dirty="0">
                <a:solidFill>
                  <a:srgbClr val="002060"/>
                </a:solidFill>
                <a:latin typeface="Century Gothic" pitchFamily="34" charset="0"/>
              </a:rPr>
              <a:t>Why is it important to behave respectfully?</a:t>
            </a:r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/>
          <p:cNvSpPr txBox="1">
            <a:spLocks/>
          </p:cNvSpPr>
          <p:nvPr/>
        </p:nvSpPr>
        <p:spPr bwMode="auto">
          <a:xfrm>
            <a:off x="1524001" y="571500"/>
            <a:ext cx="9612313" cy="86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40" tIns="45720" rIns="91440" bIns="45720" anchor="t"/>
          <a:lstStyle/>
          <a:p>
            <a:pPr marL="342900" indent="-342900">
              <a:spcBef>
                <a:spcPts val="1432"/>
              </a:spcBef>
              <a:buClr>
                <a:schemeClr val="accent1"/>
              </a:buClr>
              <a:buSzPct val="70000"/>
              <a:defRPr/>
            </a:pPr>
            <a:r>
              <a:rPr lang="en-GB" sz="5400" b="1" kern="800" dirty="0">
                <a:solidFill>
                  <a:schemeClr val="tx2"/>
                </a:solidFill>
                <a:latin typeface="Candara"/>
              </a:rPr>
              <a:t>  </a:t>
            </a:r>
            <a:r>
              <a:rPr lang="en-GB" sz="3200" b="1" kern="800" dirty="0">
                <a:solidFill>
                  <a:srgbClr val="2C08C4"/>
                </a:solidFill>
                <a:latin typeface="Century Gothic"/>
              </a:rPr>
              <a:t> </a:t>
            </a:r>
            <a:r>
              <a:rPr lang="en-GB" sz="4800" b="1" kern="800" dirty="0">
                <a:solidFill>
                  <a:srgbClr val="002060"/>
                </a:solidFill>
                <a:latin typeface="Century Gothic"/>
              </a:rPr>
              <a:t>Activity 5</a:t>
            </a:r>
            <a:endParaRPr lang="en-GB" sz="4800" b="1" kern="800" dirty="0">
              <a:solidFill>
                <a:srgbClr val="002060"/>
              </a:solidFill>
              <a:latin typeface="Century Gothic" pitchFamily="34" charset="0"/>
            </a:endParaRPr>
          </a:p>
          <a:p>
            <a:pPr marL="342900" indent="-342900">
              <a:spcBef>
                <a:spcPct val="20000"/>
              </a:spcBef>
              <a:buClr>
                <a:schemeClr val="accent1"/>
              </a:buClr>
              <a:buSzPct val="70000"/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</p:txBody>
      </p:sp>
      <p:sp>
        <p:nvSpPr>
          <p:cNvPr id="6" name="Subtitle 3"/>
          <p:cNvSpPr txBox="1">
            <a:spLocks/>
          </p:cNvSpPr>
          <p:nvPr/>
        </p:nvSpPr>
        <p:spPr bwMode="auto">
          <a:xfrm>
            <a:off x="1738313" y="357188"/>
            <a:ext cx="9612312" cy="86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432"/>
              </a:spcBef>
              <a:buClr>
                <a:schemeClr val="accent1"/>
              </a:buClr>
              <a:buSzPct val="70000"/>
              <a:defRPr/>
            </a:pPr>
            <a:endParaRPr lang="en-GB" sz="4300" b="1" kern="8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buClr>
                <a:schemeClr val="accent1"/>
              </a:buClr>
              <a:buSzPct val="70000"/>
              <a:defRPr/>
            </a:pPr>
            <a:endParaRPr lang="en-GB" sz="4600" b="1" kern="400" dirty="0">
              <a:solidFill>
                <a:schemeClr val="tx2"/>
              </a:solidFill>
              <a:latin typeface="Candara" pitchFamily="34" charset="0"/>
            </a:endParaRPr>
          </a:p>
        </p:txBody>
      </p:sp>
      <p:sp>
        <p:nvSpPr>
          <p:cNvPr id="24580" name="Content Placeholder 6"/>
          <p:cNvSpPr>
            <a:spLocks noGrp="1"/>
          </p:cNvSpPr>
          <p:nvPr>
            <p:ph idx="1"/>
          </p:nvPr>
        </p:nvSpPr>
        <p:spPr>
          <a:xfrm>
            <a:off x="1524000" y="1861419"/>
            <a:ext cx="8686800" cy="4525962"/>
          </a:xfrm>
        </p:spPr>
        <p:txBody>
          <a:bodyPr/>
          <a:lstStyle/>
          <a:p>
            <a:pPr algn="just" eaLnBrk="1" hangingPunct="1"/>
            <a:endParaRPr lang="en-GB" sz="2800">
              <a:solidFill>
                <a:srgbClr val="004F8A"/>
              </a:solidFill>
              <a:latin typeface="Century Gothic" pitchFamily="34" charset="0"/>
            </a:endParaRPr>
          </a:p>
          <a:p>
            <a:pPr algn="just" eaLnBrk="1" hangingPunct="1"/>
            <a:endParaRPr lang="en-GB" sz="2800">
              <a:solidFill>
                <a:srgbClr val="004F8A"/>
              </a:solidFill>
              <a:latin typeface="Century Gothic" pitchFamily="34" charset="0"/>
            </a:endParaRPr>
          </a:p>
          <a:p>
            <a:pPr algn="just" eaLnBrk="1" hangingPunct="1">
              <a:buClr>
                <a:srgbClr val="2E1CB0"/>
              </a:buClr>
              <a:buFont typeface="Arial" charset="0"/>
              <a:buChar char="•"/>
            </a:pPr>
            <a:endParaRPr lang="en-GB" sz="2800">
              <a:solidFill>
                <a:srgbClr val="2C08C4"/>
              </a:solidFill>
              <a:latin typeface="Century Gothic" pitchFamily="34" charset="0"/>
            </a:endParaRPr>
          </a:p>
          <a:p>
            <a:pPr eaLnBrk="1" hangingPunct="1">
              <a:buFont typeface="Wingdings 2" pitchFamily="18" charset="2"/>
              <a:buNone/>
            </a:pPr>
            <a:endParaRPr lang="en-GB"/>
          </a:p>
          <a:p>
            <a:pPr eaLnBrk="1" hangingPunct="1"/>
            <a:endParaRPr lang="en-GB"/>
          </a:p>
        </p:txBody>
      </p:sp>
      <p:pic>
        <p:nvPicPr>
          <p:cNvPr id="24581" name="Picture 9" descr="Task.jpg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810501" y="357189"/>
            <a:ext cx="1052513" cy="1050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582" name="Picture 4" descr="Thinking.bmp"/>
          <p:cNvPicPr>
            <a:picLocks noChangeAspect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8596313" y="4076701"/>
            <a:ext cx="1350962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Cloud Callout 9"/>
          <p:cNvSpPr/>
          <p:nvPr/>
        </p:nvSpPr>
        <p:spPr>
          <a:xfrm>
            <a:off x="1952626" y="1857375"/>
            <a:ext cx="3929063" cy="4286250"/>
          </a:xfrm>
          <a:prstGeom prst="cloudCallout">
            <a:avLst>
              <a:gd name="adj1" fmla="val 99908"/>
              <a:gd name="adj2" fmla="val 24429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anchor="ctr"/>
          <a:lstStyle/>
          <a:p>
            <a:pPr algn="ctr">
              <a:defRPr/>
            </a:pPr>
            <a:r>
              <a:rPr lang="en-GB" sz="3200" b="1" dirty="0">
                <a:solidFill>
                  <a:srgbClr val="002060"/>
                </a:solidFill>
                <a:latin typeface="Century Gothic"/>
              </a:rPr>
              <a:t>What do we treat people with respect?</a:t>
            </a:r>
          </a:p>
        </p:txBody>
      </p:sp>
      <p:pic>
        <p:nvPicPr>
          <p:cNvPr id="24584" name="Content Placeholder 3" descr="3.bmp"/>
          <p:cNvPicPr>
            <a:picLocks noChangeAspect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7175501" y="1989138"/>
            <a:ext cx="2233613" cy="1814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/>
          <p:cNvSpPr txBox="1">
            <a:spLocks/>
          </p:cNvSpPr>
          <p:nvPr/>
        </p:nvSpPr>
        <p:spPr bwMode="auto">
          <a:xfrm>
            <a:off x="1524001" y="571500"/>
            <a:ext cx="9612313" cy="86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432"/>
              </a:spcBef>
              <a:buClr>
                <a:schemeClr val="accent1"/>
              </a:buClr>
              <a:buSzPct val="70000"/>
              <a:defRPr/>
            </a:pPr>
            <a:r>
              <a:rPr lang="en-GB" sz="5400" b="1" kern="800" dirty="0">
                <a:solidFill>
                  <a:schemeClr val="tx2"/>
                </a:solidFill>
                <a:latin typeface="Candara" pitchFamily="34" charset="0"/>
              </a:rPr>
              <a:t>  </a:t>
            </a:r>
            <a:r>
              <a:rPr lang="en-GB" sz="3200" b="1" kern="800" dirty="0">
                <a:solidFill>
                  <a:srgbClr val="2C08C4"/>
                </a:solidFill>
                <a:latin typeface="Century Gothic" pitchFamily="34" charset="0"/>
              </a:rPr>
              <a:t> </a:t>
            </a:r>
            <a:r>
              <a:rPr lang="en-GB" sz="5400" b="1" kern="800" dirty="0">
                <a:solidFill>
                  <a:srgbClr val="002060"/>
                </a:solidFill>
                <a:latin typeface="Century Gothic" pitchFamily="34" charset="0"/>
              </a:rPr>
              <a:t>Activity 4</a:t>
            </a:r>
          </a:p>
          <a:p>
            <a:pPr marL="342900" indent="-342900">
              <a:spcBef>
                <a:spcPct val="20000"/>
              </a:spcBef>
              <a:buClr>
                <a:schemeClr val="accent1"/>
              </a:buClr>
              <a:buSzPct val="70000"/>
              <a:defRPr/>
            </a:pPr>
            <a:endParaRPr lang="en-GB" sz="4600" b="1" kern="400" dirty="0">
              <a:solidFill>
                <a:srgbClr val="004F8A"/>
              </a:solidFill>
              <a:latin typeface="Candara" pitchFamily="34" charset="0"/>
            </a:endParaRPr>
          </a:p>
        </p:txBody>
      </p:sp>
      <p:sp>
        <p:nvSpPr>
          <p:cNvPr id="6" name="Subtitle 3"/>
          <p:cNvSpPr txBox="1">
            <a:spLocks/>
          </p:cNvSpPr>
          <p:nvPr/>
        </p:nvSpPr>
        <p:spPr bwMode="auto">
          <a:xfrm>
            <a:off x="1738313" y="357188"/>
            <a:ext cx="9612312" cy="86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432"/>
              </a:spcBef>
              <a:buClr>
                <a:schemeClr val="accent1"/>
              </a:buClr>
              <a:buSzPct val="70000"/>
              <a:defRPr/>
            </a:pPr>
            <a:endParaRPr lang="en-GB" sz="4300" b="1" kern="800" dirty="0">
              <a:solidFill>
                <a:srgbClr val="004F8A"/>
              </a:solidFill>
              <a:latin typeface="Candara" pitchFamily="34" charset="0"/>
            </a:endParaRPr>
          </a:p>
          <a:p>
            <a:pPr marL="342900" indent="-342900">
              <a:spcBef>
                <a:spcPct val="20000"/>
              </a:spcBef>
              <a:buClr>
                <a:schemeClr val="accent1"/>
              </a:buClr>
              <a:buSzPct val="70000"/>
              <a:defRPr/>
            </a:pPr>
            <a:endParaRPr lang="en-GB" sz="4600" b="1" kern="400" dirty="0">
              <a:solidFill>
                <a:schemeClr val="tx2"/>
              </a:solidFill>
              <a:latin typeface="Candara" pitchFamily="34" charset="0"/>
            </a:endParaRPr>
          </a:p>
        </p:txBody>
      </p:sp>
      <p:sp>
        <p:nvSpPr>
          <p:cNvPr id="12292" name="Content Placeholder 6"/>
          <p:cNvSpPr>
            <a:spLocks noGrp="1"/>
          </p:cNvSpPr>
          <p:nvPr>
            <p:ph idx="1"/>
          </p:nvPr>
        </p:nvSpPr>
        <p:spPr>
          <a:xfrm>
            <a:off x="1524000" y="1214438"/>
            <a:ext cx="8686800" cy="4525962"/>
          </a:xfrm>
        </p:spPr>
        <p:txBody>
          <a:bodyPr/>
          <a:lstStyle/>
          <a:p>
            <a:pPr algn="just" eaLnBrk="1" hangingPunct="1"/>
            <a:endParaRPr lang="en-GB" sz="2800">
              <a:solidFill>
                <a:srgbClr val="004F8A"/>
              </a:solidFill>
              <a:latin typeface="Century Gothic" pitchFamily="34" charset="0"/>
            </a:endParaRPr>
          </a:p>
          <a:p>
            <a:pPr algn="just" eaLnBrk="1" hangingPunct="1"/>
            <a:endParaRPr lang="en-GB" sz="2800">
              <a:solidFill>
                <a:srgbClr val="004F8A"/>
              </a:solidFill>
              <a:latin typeface="Century Gothic" pitchFamily="34" charset="0"/>
            </a:endParaRPr>
          </a:p>
          <a:p>
            <a:pPr algn="just" eaLnBrk="1" hangingPunct="1">
              <a:buClr>
                <a:srgbClr val="2E1CB0"/>
              </a:buClr>
              <a:buFont typeface="Arial" charset="0"/>
              <a:buChar char="•"/>
            </a:pPr>
            <a:endParaRPr lang="en-GB" sz="2800">
              <a:solidFill>
                <a:srgbClr val="2C08C4"/>
              </a:solidFill>
              <a:latin typeface="Century Gothic" pitchFamily="34" charset="0"/>
            </a:endParaRPr>
          </a:p>
          <a:p>
            <a:pPr eaLnBrk="1" hangingPunct="1">
              <a:buFont typeface="Wingdings 2" pitchFamily="18" charset="2"/>
              <a:buNone/>
            </a:pPr>
            <a:endParaRPr lang="en-GB"/>
          </a:p>
          <a:p>
            <a:pPr eaLnBrk="1" hangingPunct="1"/>
            <a:endParaRPr lang="en-GB"/>
          </a:p>
        </p:txBody>
      </p:sp>
      <p:pic>
        <p:nvPicPr>
          <p:cNvPr id="12293" name="Picture 9" descr="Task.jpg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953501" y="285751"/>
            <a:ext cx="1052513" cy="1050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294" name="Picture 4" descr="Thinking.bmp"/>
          <p:cNvPicPr>
            <a:picLocks noChangeAspect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8667750" y="3000375"/>
            <a:ext cx="1500188" cy="2198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Cloud Callout 9"/>
          <p:cNvSpPr/>
          <p:nvPr/>
        </p:nvSpPr>
        <p:spPr>
          <a:xfrm>
            <a:off x="2166939" y="1785939"/>
            <a:ext cx="5286375" cy="3786187"/>
          </a:xfrm>
          <a:prstGeom prst="cloudCallout">
            <a:avLst>
              <a:gd name="adj1" fmla="val 67302"/>
              <a:gd name="adj2" fmla="val 8792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200" b="1" dirty="0">
                <a:solidFill>
                  <a:srgbClr val="002060"/>
                </a:solidFill>
                <a:latin typeface="Century Gothic" pitchFamily="34" charset="0"/>
              </a:rPr>
              <a:t> What kind of behaviour is disrespectful?</a:t>
            </a:r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yellow background with black text&#10;&#10;Description automatically generated">
            <a:extLst>
              <a:ext uri="{FF2B5EF4-FFF2-40B4-BE49-F238E27FC236}">
                <a16:creationId xmlns:a16="http://schemas.microsoft.com/office/drawing/2014/main" id="{6EBD97DB-337C-8CEB-29BD-58069865EB0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877" t="7627" r="5131" b="15890"/>
          <a:stretch/>
        </p:blipFill>
        <p:spPr>
          <a:xfrm>
            <a:off x="224287" y="127060"/>
            <a:ext cx="11789502" cy="5312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091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yellow background with black text&#10;&#10;Description automatically generated">
            <a:extLst>
              <a:ext uri="{FF2B5EF4-FFF2-40B4-BE49-F238E27FC236}">
                <a16:creationId xmlns:a16="http://schemas.microsoft.com/office/drawing/2014/main" id="{C8222C0F-D528-22E6-642E-A48F8E4470E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465" t="7595" r="5376" b="32700"/>
          <a:stretch/>
        </p:blipFill>
        <p:spPr>
          <a:xfrm>
            <a:off x="66136" y="69551"/>
            <a:ext cx="11901844" cy="4408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76701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0"/>
  <p:tag name="TIME" val="15"/>
  <p:tag name="QUESTION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0"/>
  <p:tag name="TIME" val="15"/>
  <p:tag name="QUESTION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0"/>
  <p:tag name="TIME" val="15"/>
  <p:tag name="QUESTION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0"/>
  <p:tag name="TIME" val="15"/>
  <p:tag name="QUESTION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0"/>
  <p:tag name="TIME" val="15"/>
  <p:tag name="QUESTION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0"/>
  <p:tag name="TIME" val="15"/>
  <p:tag name="QUESTION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0"/>
  <p:tag name="TIME" val="15"/>
  <p:tag name="QUESTION" val="1"/>
</p:tagLst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per">
  <a:themeElements>
    <a:clrScheme name="Custom 2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Paper">
      <a:maj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Paper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63000"/>
                <a:tint val="82000"/>
              </a:schemeClr>
              <a:schemeClr val="phClr">
                <a:tint val="10000"/>
                <a:satMod val="400000"/>
              </a:schemeClr>
            </a:duotone>
          </a:blip>
          <a:tile tx="0" ty="0" sx="40000" sy="40000" flip="none" algn="tl"/>
        </a:blipFill>
        <a:blipFill>
          <a:blip xmlns:r="http://schemas.openxmlformats.org/officeDocument/2006/relationships" r:embed="rId1">
            <a:duotone>
              <a:schemeClr val="phClr">
                <a:shade val="40000"/>
              </a:schemeClr>
              <a:schemeClr val="phClr">
                <a:tint val="42000"/>
              </a:schemeClr>
            </a:duotone>
          </a:blip>
          <a:tile tx="0" ty="0" sx="40000" sy="4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algn="tl" rotWithShape="0">
              <a:srgbClr val="000000">
                <a:alpha val="50000"/>
              </a:srgbClr>
            </a:outerShdw>
          </a:effectLst>
          <a:scene3d>
            <a:camera prst="orthographicFront"/>
            <a:lightRig rig="soft" dir="t">
              <a:rot lat="0" lon="0" rev="18000000"/>
            </a:lightRig>
          </a:scene3d>
          <a:sp3d prstMaterial="dkEdge">
            <a:bevelT w="73660" h="44450" prst="riblet"/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55000"/>
                <a:alpha val="20000"/>
              </a:schemeClr>
              <a:schemeClr val="phClr">
                <a:tint val="40000"/>
                <a:shade val="90000"/>
                <a:satMod val="60000"/>
                <a:alpha val="20000"/>
              </a:schemeClr>
            </a:duotone>
          </a:blip>
          <a:tile tx="0" ty="0" sx="58000" sy="38000" flip="none" algn="tl"/>
        </a:blipFill>
        <a:blipFill>
          <a:blip xmlns:r="http://schemas.openxmlformats.org/officeDocument/2006/relationships" r:embed="rId2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794325352E032448D621CCF83E7CDF4" ma:contentTypeVersion="7" ma:contentTypeDescription="Create a new document." ma:contentTypeScope="" ma:versionID="ba3f5d81746a1d17f477876d09e42da9">
  <xsd:schema xmlns:xsd="http://www.w3.org/2001/XMLSchema" xmlns:xs="http://www.w3.org/2001/XMLSchema" xmlns:p="http://schemas.microsoft.com/office/2006/metadata/properties" xmlns:ns2="31635c7e-3a11-4128-b6ca-f17fd774e46d" targetNamespace="http://schemas.microsoft.com/office/2006/metadata/properties" ma:root="true" ma:fieldsID="53fdc2f79366fcea6d46fcbf154b677f" ns2:_="">
    <xsd:import namespace="31635c7e-3a11-4128-b6ca-f17fd774e46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1635c7e-3a11-4128-b6ca-f17fd774e46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4510EB5-6C23-4385-A4A8-33A60BCE2D1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74B0480-92E5-4246-BE4A-43709C8FFEA4}">
  <ds:schemaRefs>
    <ds:schemaRef ds:uri="http://schemas.microsoft.com/office/2006/metadata/properties"/>
    <ds:schemaRef ds:uri="http://schemas.microsoft.com/office/infopath/2007/PartnerControls"/>
    <ds:schemaRef ds:uri="0b5197e8-b3d5-44fa-9c9e-08a78b475116"/>
    <ds:schemaRef ds:uri="1cf731c3-fdca-4a95-a92a-ea3b14523102"/>
  </ds:schemaRefs>
</ds:datastoreItem>
</file>

<file path=customXml/itemProps3.xml><?xml version="1.0" encoding="utf-8"?>
<ds:datastoreItem xmlns:ds="http://schemas.openxmlformats.org/officeDocument/2006/customXml" ds:itemID="{6920BB15-CD04-4F22-8B7D-B53E97CAE77A}"/>
</file>

<file path=docProps/app.xml><?xml version="1.0" encoding="utf-8"?>
<Properties xmlns="http://schemas.openxmlformats.org/officeDocument/2006/extended-properties" xmlns:vt="http://schemas.openxmlformats.org/officeDocument/2006/docPropsVTypes">
  <Template>Paper</Template>
  <TotalTime>1295</TotalTime>
  <Words>72</Words>
  <Application>Microsoft Office PowerPoint</Application>
  <PresentationFormat>Widescreen</PresentationFormat>
  <Paragraphs>45</Paragraphs>
  <Slides>11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Paper</vt:lpstr>
      <vt:lpstr>Feeling safe</vt:lpstr>
      <vt:lpstr>Do you FEEL SAFE?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Coleg Glan Hafren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trotman_s</dc:creator>
  <cp:lastModifiedBy>Caroline Newman</cp:lastModifiedBy>
  <cp:revision>323</cp:revision>
  <dcterms:created xsi:type="dcterms:W3CDTF">2010-07-30T14:33:35Z</dcterms:created>
  <dcterms:modified xsi:type="dcterms:W3CDTF">2024-09-05T10:09:02Z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0x0101006794325352E032448D621CCF83E7CDF4</vt:lpwstr>
  </property>
  <property fmtid="{D5CDD505-2E9C-101B-9397-08002B2CF9AE}" pid="3" name="TaxKeyword">
    <vt:lpwstr/>
  </property>
  <property fmtid="{D5CDD505-2E9C-101B-9397-08002B2CF9AE}" pid="4" name="MediaServiceImageTags">
    <vt:lpwstr/>
  </property>
  <property fmtid="{D5CDD505-2E9C-101B-9397-08002B2CF9AE}" pid="5" name="Order">
    <vt:r8>13006000</vt:r8>
  </property>
  <property fmtid="{D5CDD505-2E9C-101B-9397-08002B2CF9AE}" pid="6" name="xd_ProgID">
    <vt:lpwstr/>
  </property>
  <property fmtid="{D5CDD505-2E9C-101B-9397-08002B2CF9AE}" pid="7" name="_SourceUrl">
    <vt:lpwstr/>
  </property>
  <property fmtid="{D5CDD505-2E9C-101B-9397-08002B2CF9AE}" pid="8" name="_SharedFileIndex">
    <vt:lpwstr/>
  </property>
  <property fmtid="{D5CDD505-2E9C-101B-9397-08002B2CF9AE}" pid="9" name="ComplianceAssetId">
    <vt:lpwstr/>
  </property>
  <property fmtid="{D5CDD505-2E9C-101B-9397-08002B2CF9AE}" pid="10" name="TemplateUrl">
    <vt:lpwstr/>
  </property>
  <property fmtid="{D5CDD505-2E9C-101B-9397-08002B2CF9AE}" pid="11" name="_ExtendedDescription">
    <vt:lpwstr/>
  </property>
  <property fmtid="{D5CDD505-2E9C-101B-9397-08002B2CF9AE}" pid="12" name="TriggerFlowInfo">
    <vt:lpwstr/>
  </property>
  <property fmtid="{D5CDD505-2E9C-101B-9397-08002B2CF9AE}" pid="13" name="xd_Signature">
    <vt:bool>false</vt:bool>
  </property>
</Properties>
</file>