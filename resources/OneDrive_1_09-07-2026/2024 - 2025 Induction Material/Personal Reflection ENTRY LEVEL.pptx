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10" r:id="rId5"/>
    <p:sldId id="311" r:id="rId6"/>
    <p:sldId id="312" r:id="rId7"/>
    <p:sldId id="31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riem Fasla" userId="S::mfasla@cavc.ac.uk::a6c240fa-33ce-4290-bd82-9b778a2e9b50" providerId="AD" clId="Web-{E5DE5720-6A4C-0C5F-6994-9A60048C1E70}"/>
    <pc:docChg chg="modSld">
      <pc:chgData name="Myriem Fasla" userId="S::mfasla@cavc.ac.uk::a6c240fa-33ce-4290-bd82-9b778a2e9b50" providerId="AD" clId="Web-{E5DE5720-6A4C-0C5F-6994-9A60048C1E70}" dt="2023-09-03T08:45:18.006" v="1" actId="14100"/>
      <pc:docMkLst>
        <pc:docMk/>
      </pc:docMkLst>
      <pc:sldChg chg="modSp">
        <pc:chgData name="Myriem Fasla" userId="S::mfasla@cavc.ac.uk::a6c240fa-33ce-4290-bd82-9b778a2e9b50" providerId="AD" clId="Web-{E5DE5720-6A4C-0C5F-6994-9A60048C1E70}" dt="2023-09-03T08:45:18.006" v="1" actId="14100"/>
        <pc:sldMkLst>
          <pc:docMk/>
          <pc:sldMk cId="3712966" sldId="310"/>
        </pc:sldMkLst>
        <pc:spChg chg="mod">
          <ac:chgData name="Myriem Fasla" userId="S::mfasla@cavc.ac.uk::a6c240fa-33ce-4290-bd82-9b778a2e9b50" providerId="AD" clId="Web-{E5DE5720-6A4C-0C5F-6994-9A60048C1E70}" dt="2023-09-03T08:45:18.006" v="1" actId="14100"/>
          <ac:spMkLst>
            <pc:docMk/>
            <pc:sldMk cId="3712966" sldId="310"/>
            <ac:spMk id="2" creationId="{C9563425-BB00-4E84-B183-8EFD6CAB2FF3}"/>
          </ac:spMkLst>
        </pc:spChg>
      </pc:sldChg>
    </pc:docChg>
  </pc:docChgLst>
  <pc:docChgLst>
    <pc:chgData name="Julia Nasrallah" userId="S::jnasrallah1@cavc.ac.uk::a195ca03-6986-4630-8fa7-5c8ad63c348f" providerId="AD" clId="Web-{8F27B75C-0154-9716-0772-EAAE613C42CC}"/>
    <pc:docChg chg="addSld modSld sldOrd">
      <pc:chgData name="Julia Nasrallah" userId="S::jnasrallah1@cavc.ac.uk::a195ca03-6986-4630-8fa7-5c8ad63c348f" providerId="AD" clId="Web-{8F27B75C-0154-9716-0772-EAAE613C42CC}" dt="2024-08-30T15:23:36.359" v="62" actId="1076"/>
      <pc:docMkLst>
        <pc:docMk/>
      </pc:docMkLst>
      <pc:sldChg chg="addSp modSp mod setBg">
        <pc:chgData name="Julia Nasrallah" userId="S::jnasrallah1@cavc.ac.uk::a195ca03-6986-4630-8fa7-5c8ad63c348f" providerId="AD" clId="Web-{8F27B75C-0154-9716-0772-EAAE613C42CC}" dt="2024-08-30T15:23:36.359" v="62" actId="1076"/>
        <pc:sldMkLst>
          <pc:docMk/>
          <pc:sldMk cId="3712966" sldId="310"/>
        </pc:sldMkLst>
        <pc:spChg chg="mod ord">
          <ac:chgData name="Julia Nasrallah" userId="S::jnasrallah1@cavc.ac.uk::a195ca03-6986-4630-8fa7-5c8ad63c348f" providerId="AD" clId="Web-{8F27B75C-0154-9716-0772-EAAE613C42CC}" dt="2024-08-30T15:23:19.547" v="61" actId="20577"/>
          <ac:spMkLst>
            <pc:docMk/>
            <pc:sldMk cId="3712966" sldId="310"/>
            <ac:spMk id="2" creationId="{C9563425-BB00-4E84-B183-8EFD6CAB2FF3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2:34.640" v="53"/>
          <ac:spMkLst>
            <pc:docMk/>
            <pc:sldMk cId="3712966" sldId="310"/>
            <ac:spMk id="1031" creationId="{53E60C6D-4E85-4E14-BCDF-BF15C241F7CA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2:34.640" v="53"/>
          <ac:spMkLst>
            <pc:docMk/>
            <pc:sldMk cId="3712966" sldId="310"/>
            <ac:spMk id="1033" creationId="{7D42D292-4C48-479B-9E59-E29CD9871C0C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2:34.640" v="53"/>
          <ac:spMkLst>
            <pc:docMk/>
            <pc:sldMk cId="3712966" sldId="310"/>
            <ac:spMk id="1035" creationId="{533DF362-939D-4EEE-8DC4-6B54607E5611}"/>
          </ac:spMkLst>
        </pc:spChg>
        <pc:picChg chg="add mod">
          <ac:chgData name="Julia Nasrallah" userId="S::jnasrallah1@cavc.ac.uk::a195ca03-6986-4630-8fa7-5c8ad63c348f" providerId="AD" clId="Web-{8F27B75C-0154-9716-0772-EAAE613C42CC}" dt="2024-08-30T15:23:04.875" v="57" actId="1076"/>
          <ac:picMkLst>
            <pc:docMk/>
            <pc:sldMk cId="3712966" sldId="310"/>
            <ac:picMk id="3" creationId="{476EC8A5-3F77-7334-94B5-74B007D61498}"/>
          </ac:picMkLst>
        </pc:picChg>
        <pc:picChg chg="mod">
          <ac:chgData name="Julia Nasrallah" userId="S::jnasrallah1@cavc.ac.uk::a195ca03-6986-4630-8fa7-5c8ad63c348f" providerId="AD" clId="Web-{8F27B75C-0154-9716-0772-EAAE613C42CC}" dt="2024-08-30T15:23:36.359" v="62" actId="1076"/>
          <ac:picMkLst>
            <pc:docMk/>
            <pc:sldMk cId="3712966" sldId="310"/>
            <ac:picMk id="1026" creationId="{33F108E4-6E6D-4AD2-868A-68357D0B46DD}"/>
          </ac:picMkLst>
        </pc:picChg>
      </pc:sldChg>
      <pc:sldChg chg="addSp modSp new mod ord setBg">
        <pc:chgData name="Julia Nasrallah" userId="S::jnasrallah1@cavc.ac.uk::a195ca03-6986-4630-8fa7-5c8ad63c348f" providerId="AD" clId="Web-{8F27B75C-0154-9716-0772-EAAE613C42CC}" dt="2024-08-30T15:21:36.734" v="48" actId="1076"/>
        <pc:sldMkLst>
          <pc:docMk/>
          <pc:sldMk cId="122127255" sldId="311"/>
        </pc:sldMkLst>
        <pc:spChg chg="add mod">
          <ac:chgData name="Julia Nasrallah" userId="S::jnasrallah1@cavc.ac.uk::a195ca03-6986-4630-8fa7-5c8ad63c348f" providerId="AD" clId="Web-{8F27B75C-0154-9716-0772-EAAE613C42CC}" dt="2024-08-30T15:21:36.734" v="48" actId="1076"/>
          <ac:spMkLst>
            <pc:docMk/>
            <pc:sldMk cId="122127255" sldId="311"/>
            <ac:spMk id="2" creationId="{496336FB-7ACF-B326-FDE2-F73EF064D873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8" creationId="{362D44EE-C852-4460-B8B5-C4F2BC20510C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10" creationId="{658970D8-8D1D-4B5C-894B-E871CC86543D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12" creationId="{F227E5B6-9132-43CA-B503-37A18562ADF2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14" creationId="{03C2051E-A88D-48E5-BACF-AAED17892722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16" creationId="{7821A508-2985-4905-874A-527429BAABFA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18" creationId="{D2929CB1-0E3C-4B2D-ADC5-0154FB33BA44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21.233" v="18"/>
          <ac:spMkLst>
            <pc:docMk/>
            <pc:sldMk cId="122127255" sldId="311"/>
            <ac:spMk id="20" creationId="{5F2F0C84-BE8C-4DC2-A6D3-30349A801D5C}"/>
          </ac:spMkLst>
        </pc:spChg>
        <pc:picChg chg="add mod">
          <ac:chgData name="Julia Nasrallah" userId="S::jnasrallah1@cavc.ac.uk::a195ca03-6986-4630-8fa7-5c8ad63c348f" providerId="AD" clId="Web-{8F27B75C-0154-9716-0772-EAAE613C42CC}" dt="2024-08-30T15:19:21.233" v="18"/>
          <ac:picMkLst>
            <pc:docMk/>
            <pc:sldMk cId="122127255" sldId="311"/>
            <ac:picMk id="3" creationId="{A7C29AEE-0B87-B27B-1933-6E02F446D6F6}"/>
          </ac:picMkLst>
        </pc:picChg>
      </pc:sldChg>
      <pc:sldChg chg="addSp modSp new mod ord setBg">
        <pc:chgData name="Julia Nasrallah" userId="S::jnasrallah1@cavc.ac.uk::a195ca03-6986-4630-8fa7-5c8ad63c348f" providerId="AD" clId="Web-{8F27B75C-0154-9716-0772-EAAE613C42CC}" dt="2024-08-30T15:21:43.765" v="49" actId="1076"/>
        <pc:sldMkLst>
          <pc:docMk/>
          <pc:sldMk cId="1598173939" sldId="312"/>
        </pc:sldMkLst>
        <pc:spChg chg="add mod">
          <ac:chgData name="Julia Nasrallah" userId="S::jnasrallah1@cavc.ac.uk::a195ca03-6986-4630-8fa7-5c8ad63c348f" providerId="AD" clId="Web-{8F27B75C-0154-9716-0772-EAAE613C42CC}" dt="2024-08-30T15:21:43.765" v="49" actId="1076"/>
          <ac:spMkLst>
            <pc:docMk/>
            <pc:sldMk cId="1598173939" sldId="312"/>
            <ac:spMk id="2" creationId="{B3FD2E66-2A10-E74C-A105-0BD4DB787BFD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8" creationId="{362D44EE-C852-4460-B8B5-C4F2BC20510C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10" creationId="{658970D8-8D1D-4B5C-894B-E871CC86543D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12" creationId="{F227E5B6-9132-43CA-B503-37A18562ADF2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14" creationId="{03C2051E-A88D-48E5-BACF-AAED17892722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16" creationId="{7821A508-2985-4905-874A-527429BAABFA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18" creationId="{D2929CB1-0E3C-4B2D-ADC5-0154FB33BA44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19:14.640" v="17"/>
          <ac:spMkLst>
            <pc:docMk/>
            <pc:sldMk cId="1598173939" sldId="312"/>
            <ac:spMk id="20" creationId="{5F2F0C84-BE8C-4DC2-A6D3-30349A801D5C}"/>
          </ac:spMkLst>
        </pc:spChg>
        <pc:picChg chg="add mod">
          <ac:chgData name="Julia Nasrallah" userId="S::jnasrallah1@cavc.ac.uk::a195ca03-6986-4630-8fa7-5c8ad63c348f" providerId="AD" clId="Web-{8F27B75C-0154-9716-0772-EAAE613C42CC}" dt="2024-08-30T15:19:14.640" v="17"/>
          <ac:picMkLst>
            <pc:docMk/>
            <pc:sldMk cId="1598173939" sldId="312"/>
            <ac:picMk id="3" creationId="{319A5362-1168-5DB6-1E60-68921C1E4EB9}"/>
          </ac:picMkLst>
        </pc:picChg>
      </pc:sldChg>
      <pc:sldChg chg="addSp modSp new mod setBg">
        <pc:chgData name="Julia Nasrallah" userId="S::jnasrallah1@cavc.ac.uk::a195ca03-6986-4630-8fa7-5c8ad63c348f" providerId="AD" clId="Web-{8F27B75C-0154-9716-0772-EAAE613C42CC}" dt="2024-08-30T15:21:49.328" v="50" actId="1076"/>
        <pc:sldMkLst>
          <pc:docMk/>
          <pc:sldMk cId="2761927927" sldId="313"/>
        </pc:sldMkLst>
        <pc:spChg chg="add mod">
          <ac:chgData name="Julia Nasrallah" userId="S::jnasrallah1@cavc.ac.uk::a195ca03-6986-4630-8fa7-5c8ad63c348f" providerId="AD" clId="Web-{8F27B75C-0154-9716-0772-EAAE613C42CC}" dt="2024-08-30T15:21:49.328" v="50" actId="1076"/>
          <ac:spMkLst>
            <pc:docMk/>
            <pc:sldMk cId="2761927927" sldId="313"/>
            <ac:spMk id="2" creationId="{637D02BA-43BA-7CA8-A83F-CF10032C2334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8" creationId="{2B577FF9-3543-4875-815D-3D87BD8A2002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10" creationId="{F5569EEC-E12F-4856-B407-02B2813A4AA5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12" creationId="{CF860788-3A6A-45A3-B3F1-06F159665603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14" creationId="{DF1E3393-B852-4883-B778-ED3525112942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16" creationId="{39853D09-4205-4CC7-83EB-288E886AC9E4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18" creationId="{0D040B79-3E73-4A31-840D-D6B9C9FDFC46}"/>
          </ac:spMkLst>
        </pc:spChg>
        <pc:spChg chg="add">
          <ac:chgData name="Julia Nasrallah" userId="S::jnasrallah1@cavc.ac.uk::a195ca03-6986-4630-8fa7-5c8ad63c348f" providerId="AD" clId="Web-{8F27B75C-0154-9716-0772-EAAE613C42CC}" dt="2024-08-30T15:21:10.343" v="47"/>
          <ac:spMkLst>
            <pc:docMk/>
            <pc:sldMk cId="2761927927" sldId="313"/>
            <ac:spMk id="20" creationId="{156C6AE5-3F8B-42AC-9EA4-1B686A11E93F}"/>
          </ac:spMkLst>
        </pc:spChg>
        <pc:picChg chg="add mod">
          <ac:chgData name="Julia Nasrallah" userId="S::jnasrallah1@cavc.ac.uk::a195ca03-6986-4630-8fa7-5c8ad63c348f" providerId="AD" clId="Web-{8F27B75C-0154-9716-0772-EAAE613C42CC}" dt="2024-08-30T15:21:10.343" v="47"/>
          <ac:picMkLst>
            <pc:docMk/>
            <pc:sldMk cId="2761927927" sldId="313"/>
            <ac:picMk id="3" creationId="{56C441A9-8FAE-3159-5DA5-37047731C50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9AF3-A511-4900-A830-CBC76AD56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D686-CE0D-4D36-8C07-E0FBD85E5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739EB-0377-4815-B583-1F3AA9DF6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C4161-3148-47A2-AAC2-118F38B6E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C6C3D-7917-44E6-8467-5A64B504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30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90F4-CD77-4639-A37D-72EB243CB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395C7-6D7E-4FD2-8377-71AA46EAD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67F23-E344-4D9E-80FD-ACD0F457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19BD4-C6FA-4732-A4B1-349405829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8D422-0BE6-4D5C-8253-80C0564C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3292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684A3-38DC-4BCD-926F-881F9C40C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0D9C4-A939-485D-9588-2A3E166C3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F924-EB72-4D17-989A-C512ABDC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F660-F0EF-4159-845F-D963A7BE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44442-0CD1-44B1-8E1B-AACD618D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934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C4404-8C72-4C80-AD03-8FB0181E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298D6-15BF-4D3D-AB04-63EB6C273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A050F-77BB-483C-8526-54C7A58AF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00E245-261D-444B-96CD-3DEA100A4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53BE1-E32B-4B6F-B9A2-B2A1BAE1B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25343-055B-416E-80B9-5B83CA3F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0931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9F84A-1394-4278-8021-6B3F2512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7CF2E-CF35-45CA-8DBA-6CDC23654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54E98-91FF-4BC0-B59D-76AC81165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59DBEE-149D-4A1E-AF08-2C571A1914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D9A4E-6BA5-440A-BDF8-EEBDDD7A6E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D66DB4-8859-4F37-8ED7-F111EB9A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2D9714-23D6-4295-8649-ADC449FD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F6231A-3BA2-4B19-8A89-B0EA8C5F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32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2104-45D1-4579-9535-446A8D00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08A4C-DAFC-4B03-B06D-2E0385A43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EB6254-4619-4629-B7E7-BEB22300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E9D8E6-54DD-44EA-B075-F95E23911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1503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E7D4-4598-4023-A122-8D5565C82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6278D-6B09-4C83-83C7-F39A2602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2B955-E32F-4860-9F46-E8B4A0956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68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BEE2-E579-41F3-978F-B01538DE2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067A6-A532-412B-AB08-C98656534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0A2DC0-B4BC-47E7-A96F-DA3491009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BC3F4-1E1A-49C0-A375-6DF55133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5D7E5-1900-417D-B258-033DDBD0E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9541D-70FA-4469-ACAF-E58B434EC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61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E251-D91E-494C-A9C1-9D333EDE0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AF6E5-5E27-4DE3-ABE6-23E291FE45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6F0DC-A81E-4220-8C34-BD0D9048D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D788C-4DB4-4D4A-AC8A-4806DC26A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C3DE9-212D-4F6A-B103-5E3C90390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B2451-FBBD-4AE1-BE56-25B5039C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199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88CB-5503-48AF-959F-DE23F3A0F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B436F2-75A4-49BB-B21F-61D2847E01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7034B-0D75-4944-9615-A8233A54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783F7-9217-4706-8197-5076DD55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6E40C-B75B-4878-A32A-33D789731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85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47C2D6-1553-4A27-BA9B-126DF80B8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44004-CB53-45AD-B0C4-A1C304595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8AB2D-004B-4670-9C4C-7823FCB8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26A1A-90E5-4668-8201-03F66617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C4D8C-CA2C-408F-8A38-802BC694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222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C2A2F-3BD1-4E76-8F4A-3C303396B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36B0D-7ACC-464B-8772-D2B632346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698F7-C7E2-4F09-9B5E-730ED7B2E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DEA7-6028-4917-839E-541013DED5AE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DE026-C12D-46FF-9DD8-E93E241C2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89620-77B6-48B7-A6A3-282A17003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096A09-E480-43A7-A93D-F52794524E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05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3E60C6D-4E85-4E14-BCDF-BF15C241F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a Group Discussion (GD) - Authentic Journeys">
            <a:extLst>
              <a:ext uri="{FF2B5EF4-FFF2-40B4-BE49-F238E27FC236}">
                <a16:creationId xmlns:a16="http://schemas.microsoft.com/office/drawing/2014/main" id="{33F108E4-6E6D-4AD2-868A-68357D0B4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0278" y="3752106"/>
            <a:ext cx="4555700" cy="2551192"/>
          </a:xfrm>
          <a:custGeom>
            <a:avLst/>
            <a:gdLst/>
            <a:ahLst/>
            <a:cxnLst/>
            <a:rect l="l" t="t" r="r" b="b"/>
            <a:pathLst>
              <a:path w="4555700" h="2733294">
                <a:moveTo>
                  <a:pt x="82217" y="0"/>
                </a:moveTo>
                <a:lnTo>
                  <a:pt x="4473483" y="0"/>
                </a:lnTo>
                <a:cubicBezTo>
                  <a:pt x="4518890" y="0"/>
                  <a:pt x="4555700" y="36810"/>
                  <a:pt x="4555700" y="82217"/>
                </a:cubicBezTo>
                <a:lnTo>
                  <a:pt x="4555700" y="2651077"/>
                </a:lnTo>
                <a:cubicBezTo>
                  <a:pt x="4555700" y="2696484"/>
                  <a:pt x="4518890" y="2733294"/>
                  <a:pt x="4473483" y="2733294"/>
                </a:cubicBezTo>
                <a:lnTo>
                  <a:pt x="82217" y="2733294"/>
                </a:lnTo>
                <a:cubicBezTo>
                  <a:pt x="36810" y="2733294"/>
                  <a:pt x="0" y="2696484"/>
                  <a:pt x="0" y="2651077"/>
                </a:cubicBezTo>
                <a:lnTo>
                  <a:pt x="0" y="82217"/>
                </a:lnTo>
                <a:cubicBezTo>
                  <a:pt x="0" y="36810"/>
                  <a:pt x="36810" y="0"/>
                  <a:pt x="8221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7D42D292-4C48-479B-9E59-E29CD9871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Thinking Face Emoji Royalty-Free Images, Stock Photos ...">
            <a:extLst>
              <a:ext uri="{FF2B5EF4-FFF2-40B4-BE49-F238E27FC236}">
                <a16:creationId xmlns:a16="http://schemas.microsoft.com/office/drawing/2014/main" id="{476EC8A5-3F77-7334-94B5-74B007D61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089" y="981237"/>
            <a:ext cx="2904123" cy="2733293"/>
          </a:xfrm>
          <a:custGeom>
            <a:avLst/>
            <a:gdLst/>
            <a:ahLst/>
            <a:cxnLst/>
            <a:rect l="l" t="t" r="r" b="b"/>
            <a:pathLst>
              <a:path w="4438338" h="2323972">
                <a:moveTo>
                  <a:pt x="69905" y="0"/>
                </a:moveTo>
                <a:lnTo>
                  <a:pt x="4368433" y="0"/>
                </a:lnTo>
                <a:cubicBezTo>
                  <a:pt x="4407040" y="0"/>
                  <a:pt x="4438338" y="31298"/>
                  <a:pt x="4438338" y="69905"/>
                </a:cubicBezTo>
                <a:lnTo>
                  <a:pt x="4438338" y="2254067"/>
                </a:lnTo>
                <a:cubicBezTo>
                  <a:pt x="4438338" y="2292674"/>
                  <a:pt x="4407040" y="2323972"/>
                  <a:pt x="4368433" y="2323972"/>
                </a:cubicBezTo>
                <a:lnTo>
                  <a:pt x="69905" y="2323972"/>
                </a:lnTo>
                <a:cubicBezTo>
                  <a:pt x="31298" y="2323972"/>
                  <a:pt x="0" y="2292674"/>
                  <a:pt x="0" y="2254067"/>
                </a:cubicBezTo>
                <a:lnTo>
                  <a:pt x="0" y="69905"/>
                </a:lnTo>
                <a:cubicBezTo>
                  <a:pt x="0" y="31298"/>
                  <a:pt x="31298" y="0"/>
                  <a:pt x="69905" y="0"/>
                </a:cubicBezTo>
                <a:close/>
              </a:path>
            </a:pathLst>
          </a:cu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563425-BB00-4E84-B183-8EFD6CAB2FF3}"/>
              </a:ext>
            </a:extLst>
          </p:cNvPr>
          <p:cNvSpPr txBox="1"/>
          <p:nvPr/>
        </p:nvSpPr>
        <p:spPr>
          <a:xfrm>
            <a:off x="6151294" y="1946684"/>
            <a:ext cx="5397237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b="1" dirty="0"/>
              <a:t>Learner self-assessment and reflection</a:t>
            </a:r>
            <a:endParaRPr lang="en-US" sz="2400" b="1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Think about these questions and talk about them in groups.</a:t>
            </a:r>
            <a:endParaRPr lang="en-US" sz="2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ea typeface="Calibri"/>
              <a:cs typeface="Calibri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How do you feel about starting ESOL at college?</a:t>
            </a:r>
            <a:endParaRPr lang="en-US" sz="2400" dirty="0">
              <a:ea typeface="Calibri"/>
              <a:cs typeface="Calibri"/>
            </a:endParaRPr>
          </a:p>
        </p:txBody>
      </p:sp>
      <p:sp>
        <p:nvSpPr>
          <p:cNvPr id="1035" name="Arc 1034">
            <a:extLst>
              <a:ext uri="{FF2B5EF4-FFF2-40B4-BE49-F238E27FC236}">
                <a16:creationId xmlns:a16="http://schemas.microsoft.com/office/drawing/2014/main" id="{533DF362-939D-4EEE-8DC4-6B54607E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95198">
            <a:off x="1539683" y="162676"/>
            <a:ext cx="4083433" cy="4083433"/>
          </a:xfrm>
          <a:prstGeom prst="arc">
            <a:avLst>
              <a:gd name="adj1" fmla="val 17445962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6336FB-7ACF-B326-FDE2-F73EF064D873}"/>
              </a:ext>
            </a:extLst>
          </p:cNvPr>
          <p:cNvSpPr txBox="1"/>
          <p:nvPr/>
        </p:nvSpPr>
        <p:spPr>
          <a:xfrm>
            <a:off x="6094074" y="1717638"/>
            <a:ext cx="5334930" cy="300414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514350" indent="-51435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What is good about starting college?​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Picture 2" descr="Premium Vector | Stay positive emoji hand drawn design ...">
            <a:extLst>
              <a:ext uri="{FF2B5EF4-FFF2-40B4-BE49-F238E27FC236}">
                <a16:creationId xmlns:a16="http://schemas.microsoft.com/office/drawing/2014/main" id="{A7C29AEE-0B87-B27B-1933-6E02F446D6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5" r="4637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7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FD2E66-2A10-E74C-A105-0BD4DB787BFD}"/>
              </a:ext>
            </a:extLst>
          </p:cNvPr>
          <p:cNvSpPr txBox="1"/>
          <p:nvPr/>
        </p:nvSpPr>
        <p:spPr>
          <a:xfrm>
            <a:off x="6309735" y="1688884"/>
            <a:ext cx="5334930" cy="300414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514350" indent="-51435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>
                <a:latin typeface="+mj-lt"/>
                <a:ea typeface="+mj-ea"/>
                <a:cs typeface="+mj-cs"/>
              </a:rPr>
              <a:t>What is bad about starting college?​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Picture 2" descr="16,400+ Angry Face Emoji Stock Photos, Pictures &amp; Royalty ...">
            <a:extLst>
              <a:ext uri="{FF2B5EF4-FFF2-40B4-BE49-F238E27FC236}">
                <a16:creationId xmlns:a16="http://schemas.microsoft.com/office/drawing/2014/main" id="{319A5362-1168-5DB6-1E60-68921C1E4E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0" r="3782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173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D02BA-43BA-7CA8-A83F-CF10032C2334}"/>
              </a:ext>
            </a:extLst>
          </p:cNvPr>
          <p:cNvSpPr txBox="1"/>
          <p:nvPr/>
        </p:nvSpPr>
        <p:spPr>
          <a:xfrm>
            <a:off x="874815" y="1503194"/>
            <a:ext cx="5221185" cy="307201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marL="514350" indent="-51435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Are you worried about anything?​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163,500+ Worried Face Stock Photos, Pictures &amp; Royalty-Free ...">
            <a:extLst>
              <a:ext uri="{FF2B5EF4-FFF2-40B4-BE49-F238E27FC236}">
                <a16:creationId xmlns:a16="http://schemas.microsoft.com/office/drawing/2014/main" id="{56C441A9-8FAE-3159-5DA5-37047731C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297" y="1209578"/>
            <a:ext cx="4631395" cy="4055897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279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61964E-856C-439A-9C05-B72A4699C827}"/>
</file>

<file path=customXml/itemProps2.xml><?xml version="1.0" encoding="utf-8"?>
<ds:datastoreItem xmlns:ds="http://schemas.openxmlformats.org/officeDocument/2006/customXml" ds:itemID="{8AF401DB-38F9-47E5-91FB-0EDC42ABC95F}">
  <ds:schemaRefs>
    <ds:schemaRef ds:uri="http://schemas.microsoft.com/office/2006/metadata/properties"/>
    <ds:schemaRef ds:uri="http://schemas.microsoft.com/office/infopath/2007/PartnerControls"/>
    <ds:schemaRef ds:uri="0b5197e8-b3d5-44fa-9c9e-08a78b475116"/>
    <ds:schemaRef ds:uri="1cf731c3-fdca-4a95-a92a-ea3b14523102"/>
  </ds:schemaRefs>
</ds:datastoreItem>
</file>

<file path=customXml/itemProps3.xml><?xml version="1.0" encoding="utf-8"?>
<ds:datastoreItem xmlns:ds="http://schemas.openxmlformats.org/officeDocument/2006/customXml" ds:itemID="{D987E8D4-DA45-478E-9594-6AC1A9D751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Gagliardi</dc:creator>
  <cp:lastModifiedBy>Maria Gagliardi</cp:lastModifiedBy>
  <cp:revision>39</cp:revision>
  <dcterms:created xsi:type="dcterms:W3CDTF">2023-08-22T09:23:22Z</dcterms:created>
  <dcterms:modified xsi:type="dcterms:W3CDTF">2024-09-10T10:17:41Z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MediaServiceImageTags">
    <vt:lpwstr/>
  </property>
  <property fmtid="{D5CDD505-2E9C-101B-9397-08002B2CF9AE}" pid="5" name="Order">
    <vt:r8>14734700</vt:r8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