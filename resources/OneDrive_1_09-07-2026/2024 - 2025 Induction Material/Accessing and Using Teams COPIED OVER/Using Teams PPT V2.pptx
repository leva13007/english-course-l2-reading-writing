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5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notesMasterIdLst>
    <p:notesMasterId r:id="rId14"/>
  </p:notesMasterIdLst>
  <p:sldIdLst>
    <p:sldId id="256" r:id="rId2"/>
    <p:sldId id="265" r:id="rId3"/>
    <p:sldId id="266" r:id="rId4"/>
    <p:sldId id="257" r:id="rId5"/>
    <p:sldId id="260" r:id="rId6"/>
    <p:sldId id="258" r:id="rId7"/>
    <p:sldId id="267" r:id="rId8"/>
    <p:sldId id="268" r:id="rId9"/>
    <p:sldId id="262" r:id="rId10"/>
    <p:sldId id="261" r:id="rId11"/>
    <p:sldId id="269" r:id="rId12"/>
    <p:sldId id="26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4" autoAdjust="0"/>
    <p:restoredTop sz="94660"/>
  </p:normalViewPr>
  <p:slideViewPr>
    <p:cSldViewPr snapToGrid="0">
      <p:cViewPr>
        <p:scale>
          <a:sx n="72" d="100"/>
          <a:sy n="72" d="100"/>
        </p:scale>
        <p:origin x="5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1B9B55-2F4C-470C-B7B3-4B4F1C3BEF6B}" type="datetimeFigureOut">
              <a:rPr lang="en-GB" smtClean="0"/>
              <a:t>22/09/2020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F0042E-8345-4ABC-A52C-A8257D13BC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5935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960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137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684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6335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9/21/2020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176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9/21/2020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948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9/21/2020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1221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9255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9/21/2020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593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58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959337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8645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917844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8098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079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686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9/21/2020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993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icrosoft Teams wins Enterprise Connect Best in Show award and delivers new  experiences for the intelligent workplace - Microsoft Malaysia News Center">
            <a:extLst>
              <a:ext uri="{FF2B5EF4-FFF2-40B4-BE49-F238E27FC236}">
                <a16:creationId xmlns:a16="http://schemas.microsoft.com/office/drawing/2014/main" id="{90C87DB1-76F8-4E22-AFE0-377D5524E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632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CE34B-745E-4616-9B36-3388AEF44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759" y="125897"/>
            <a:ext cx="6982423" cy="1378226"/>
          </a:xfrm>
        </p:spPr>
        <p:txBody>
          <a:bodyPr>
            <a:normAutofit fontScale="90000"/>
          </a:bodyPr>
          <a:lstStyle/>
          <a:p>
            <a:r>
              <a:rPr lang="en-GB" sz="5400" dirty="0"/>
              <a:t>Here are the buttons..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534F70-DFB8-4920-BBE7-25CFC5116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132" y="2229909"/>
            <a:ext cx="8795136" cy="3813081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4640A85-FD88-4252-A827-003CA3D6EE7B}"/>
              </a:ext>
            </a:extLst>
          </p:cNvPr>
          <p:cNvCxnSpPr/>
          <p:nvPr/>
        </p:nvCxnSpPr>
        <p:spPr>
          <a:xfrm>
            <a:off x="2279374" y="3193774"/>
            <a:ext cx="742122" cy="1245704"/>
          </a:xfrm>
          <a:prstGeom prst="straightConnector1">
            <a:avLst/>
          </a:prstGeom>
          <a:ln w="412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797293-7E12-45FB-9F90-3F1397D7CC54}"/>
              </a:ext>
            </a:extLst>
          </p:cNvPr>
          <p:cNvCxnSpPr>
            <a:cxnSpLocks/>
          </p:cNvCxnSpPr>
          <p:nvPr/>
        </p:nvCxnSpPr>
        <p:spPr>
          <a:xfrm>
            <a:off x="4684644" y="3193774"/>
            <a:ext cx="0" cy="1245704"/>
          </a:xfrm>
          <a:prstGeom prst="straightConnector1">
            <a:avLst/>
          </a:prstGeom>
          <a:ln w="412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298EC64-C252-47E9-9754-F1A957569043}"/>
              </a:ext>
            </a:extLst>
          </p:cNvPr>
          <p:cNvCxnSpPr>
            <a:cxnSpLocks/>
          </p:cNvCxnSpPr>
          <p:nvPr/>
        </p:nvCxnSpPr>
        <p:spPr>
          <a:xfrm flipH="1">
            <a:off x="9024731" y="3193774"/>
            <a:ext cx="331304" cy="1245704"/>
          </a:xfrm>
          <a:prstGeom prst="straightConnector1">
            <a:avLst/>
          </a:prstGeom>
          <a:ln w="412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1A50A516-FB0C-4A78-A312-E1DADED23751}"/>
              </a:ext>
            </a:extLst>
          </p:cNvPr>
          <p:cNvSpPr txBox="1">
            <a:spLocks/>
          </p:cNvSpPr>
          <p:nvPr/>
        </p:nvSpPr>
        <p:spPr>
          <a:xfrm>
            <a:off x="1682424" y="2408354"/>
            <a:ext cx="2045987" cy="84505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4000" dirty="0">
                <a:solidFill>
                  <a:srgbClr val="FF0000"/>
                </a:solidFill>
              </a:rPr>
              <a:t>Camera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73582B2-1256-4055-9B25-362C7CAB7E69}"/>
              </a:ext>
            </a:extLst>
          </p:cNvPr>
          <p:cNvSpPr txBox="1">
            <a:spLocks/>
          </p:cNvSpPr>
          <p:nvPr/>
        </p:nvSpPr>
        <p:spPr>
          <a:xfrm>
            <a:off x="3728411" y="2408354"/>
            <a:ext cx="3321743" cy="84505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4000" dirty="0">
                <a:solidFill>
                  <a:srgbClr val="FF0000"/>
                </a:solidFill>
              </a:rPr>
              <a:t>Microphone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96BD1D90-E1E1-4CCC-A115-831425BA7EA9}"/>
              </a:ext>
            </a:extLst>
          </p:cNvPr>
          <p:cNvSpPr txBox="1">
            <a:spLocks/>
          </p:cNvSpPr>
          <p:nvPr/>
        </p:nvSpPr>
        <p:spPr>
          <a:xfrm>
            <a:off x="7900476" y="2408354"/>
            <a:ext cx="2369860" cy="84505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4000" dirty="0">
                <a:solidFill>
                  <a:srgbClr val="FF0000"/>
                </a:solidFill>
              </a:rPr>
              <a:t>Hang Up</a:t>
            </a:r>
          </a:p>
        </p:txBody>
      </p:sp>
    </p:spTree>
    <p:extLst>
      <p:ext uri="{BB962C8B-B14F-4D97-AF65-F5344CB8AC3E}">
        <p14:creationId xmlns:p14="http://schemas.microsoft.com/office/powerpoint/2010/main" val="3397741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Set Audio Device options in Skype for Business - Skype for Business">
            <a:extLst>
              <a:ext uri="{FF2B5EF4-FFF2-40B4-BE49-F238E27FC236}">
                <a16:creationId xmlns:a16="http://schemas.microsoft.com/office/drawing/2014/main" id="{84F3EE94-5910-4CAE-8FB7-C12AB848E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309" y="2236511"/>
            <a:ext cx="6347708" cy="2384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3831D83-ED4B-4F7A-89CB-F0EFB604D1C9}"/>
              </a:ext>
            </a:extLst>
          </p:cNvPr>
          <p:cNvCxnSpPr>
            <a:cxnSpLocks/>
          </p:cNvCxnSpPr>
          <p:nvPr/>
        </p:nvCxnSpPr>
        <p:spPr>
          <a:xfrm flipV="1">
            <a:off x="4187686" y="4094921"/>
            <a:ext cx="536714" cy="1497496"/>
          </a:xfrm>
          <a:prstGeom prst="straightConnector1">
            <a:avLst/>
          </a:prstGeom>
          <a:ln w="412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E845E24F-ECD2-4D3F-AE4A-5ABD6F3ACED7}"/>
              </a:ext>
            </a:extLst>
          </p:cNvPr>
          <p:cNvSpPr txBox="1">
            <a:spLocks/>
          </p:cNvSpPr>
          <p:nvPr/>
        </p:nvSpPr>
        <p:spPr>
          <a:xfrm>
            <a:off x="2410056" y="5416597"/>
            <a:ext cx="4891892" cy="84505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4000" dirty="0">
                <a:solidFill>
                  <a:srgbClr val="00B0F0"/>
                </a:solidFill>
              </a:rPr>
              <a:t>Mute/unmute button</a:t>
            </a:r>
          </a:p>
        </p:txBody>
      </p:sp>
    </p:spTree>
    <p:extLst>
      <p:ext uri="{BB962C8B-B14F-4D97-AF65-F5344CB8AC3E}">
        <p14:creationId xmlns:p14="http://schemas.microsoft.com/office/powerpoint/2010/main" val="2347511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F360482-BB7D-4390-AAD7-A01097CD2927}"/>
              </a:ext>
            </a:extLst>
          </p:cNvPr>
          <p:cNvSpPr txBox="1"/>
          <p:nvPr/>
        </p:nvSpPr>
        <p:spPr>
          <a:xfrm>
            <a:off x="-689113" y="4709600"/>
            <a:ext cx="9448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solidFill>
                  <a:srgbClr val="00B0F0"/>
                </a:solidFill>
              </a:rPr>
              <a:t>Click this button to </a:t>
            </a:r>
            <a:r>
              <a:rPr lang="en-GB" sz="4000" i="1" u="sng" dirty="0">
                <a:solidFill>
                  <a:srgbClr val="FF0000"/>
                </a:solidFill>
              </a:rPr>
              <a:t>mute</a:t>
            </a:r>
          </a:p>
          <a:p>
            <a:pPr algn="ctr"/>
            <a:r>
              <a:rPr lang="en-GB" sz="4000" dirty="0">
                <a:solidFill>
                  <a:srgbClr val="00B0F0"/>
                </a:solidFill>
              </a:rPr>
              <a:t>and turn off the sound </a:t>
            </a:r>
          </a:p>
        </p:txBody>
      </p:sp>
      <p:pic>
        <p:nvPicPr>
          <p:cNvPr id="3074" name="Picture 2" descr="How to Mute and Unmute Someone in Microsoft Teams">
            <a:extLst>
              <a:ext uri="{FF2B5EF4-FFF2-40B4-BE49-F238E27FC236}">
                <a16:creationId xmlns:a16="http://schemas.microsoft.com/office/drawing/2014/main" id="{FC5273CD-57DB-4C3C-844F-6FC819D2D2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605" y="1020417"/>
            <a:ext cx="5661762" cy="3561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quals 1">
            <a:extLst>
              <a:ext uri="{FF2B5EF4-FFF2-40B4-BE49-F238E27FC236}">
                <a16:creationId xmlns:a16="http://schemas.microsoft.com/office/drawing/2014/main" id="{AC7F76B7-EC8C-4871-9D4C-15A917A61E1D}"/>
              </a:ext>
            </a:extLst>
          </p:cNvPr>
          <p:cNvSpPr/>
          <p:nvPr/>
        </p:nvSpPr>
        <p:spPr>
          <a:xfrm>
            <a:off x="5552661" y="2105561"/>
            <a:ext cx="3114261" cy="1189383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" name="Arrow: Up 4">
            <a:extLst>
              <a:ext uri="{FF2B5EF4-FFF2-40B4-BE49-F238E27FC236}">
                <a16:creationId xmlns:a16="http://schemas.microsoft.com/office/drawing/2014/main" id="{68ABA09B-035E-4FE8-A84D-FF1C980ADB8B}"/>
              </a:ext>
            </a:extLst>
          </p:cNvPr>
          <p:cNvSpPr/>
          <p:nvPr/>
        </p:nvSpPr>
        <p:spPr>
          <a:xfrm rot="19364089">
            <a:off x="5148469" y="3276516"/>
            <a:ext cx="808383" cy="1323439"/>
          </a:xfrm>
          <a:prstGeom prst="upArrow">
            <a:avLst>
              <a:gd name="adj1" fmla="val 27049"/>
              <a:gd name="adj2" fmla="val 115574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082" name="Picture 10" descr="Audio, control, media, multimedia, play, song, sound icon">
            <a:extLst>
              <a:ext uri="{FF2B5EF4-FFF2-40B4-BE49-F238E27FC236}">
                <a16:creationId xmlns:a16="http://schemas.microsoft.com/office/drawing/2014/main" id="{D3EB7207-DCEB-4A01-89AD-967E2F269E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6922" y="1151274"/>
            <a:ext cx="3299393" cy="3299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&quot;Not Allowed&quot; Symbol 5">
            <a:extLst>
              <a:ext uri="{FF2B5EF4-FFF2-40B4-BE49-F238E27FC236}">
                <a16:creationId xmlns:a16="http://schemas.microsoft.com/office/drawing/2014/main" id="{CCB5E169-21B6-4BCB-A9E3-AA5EB93B0CA3}"/>
              </a:ext>
            </a:extLst>
          </p:cNvPr>
          <p:cNvSpPr/>
          <p:nvPr/>
        </p:nvSpPr>
        <p:spPr>
          <a:xfrm>
            <a:off x="8666922" y="1151273"/>
            <a:ext cx="3299393" cy="3299393"/>
          </a:xfrm>
          <a:prstGeom prst="noSmoking">
            <a:avLst>
              <a:gd name="adj" fmla="val 4233"/>
            </a:avLst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91347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8DEB0F6-05BD-48C5-91F7-F8FC46C7A68F}"/>
              </a:ext>
            </a:extLst>
          </p:cNvPr>
          <p:cNvSpPr txBox="1"/>
          <p:nvPr/>
        </p:nvSpPr>
        <p:spPr>
          <a:xfrm>
            <a:off x="525305" y="1157979"/>
            <a:ext cx="714292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/>
              <a:t>Click this again to </a:t>
            </a:r>
            <a:r>
              <a:rPr lang="en-GB" sz="4000" i="1" u="sng" dirty="0">
                <a:solidFill>
                  <a:srgbClr val="FF0000"/>
                </a:solidFill>
              </a:rPr>
              <a:t>unmute</a:t>
            </a:r>
            <a:r>
              <a:rPr lang="en-GB" sz="4000" dirty="0"/>
              <a:t> and turn the sound on</a:t>
            </a:r>
          </a:p>
        </p:txBody>
      </p:sp>
      <p:pic>
        <p:nvPicPr>
          <p:cNvPr id="5" name="Picture 2" descr="How to Mute and Unmute Someone in Microsoft Teams">
            <a:extLst>
              <a:ext uri="{FF2B5EF4-FFF2-40B4-BE49-F238E27FC236}">
                <a16:creationId xmlns:a16="http://schemas.microsoft.com/office/drawing/2014/main" id="{FEDA5823-2A7D-499D-9741-99A45A3E52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305" y="2958562"/>
            <a:ext cx="5661762" cy="3561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quals 5">
            <a:extLst>
              <a:ext uri="{FF2B5EF4-FFF2-40B4-BE49-F238E27FC236}">
                <a16:creationId xmlns:a16="http://schemas.microsoft.com/office/drawing/2014/main" id="{6EC312BF-06EA-4D3F-9C33-438EE8CCD372}"/>
              </a:ext>
            </a:extLst>
          </p:cNvPr>
          <p:cNvSpPr/>
          <p:nvPr/>
        </p:nvSpPr>
        <p:spPr>
          <a:xfrm>
            <a:off x="5912277" y="4091041"/>
            <a:ext cx="3114261" cy="1189383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" name="Arrow: Up 6">
            <a:extLst>
              <a:ext uri="{FF2B5EF4-FFF2-40B4-BE49-F238E27FC236}">
                <a16:creationId xmlns:a16="http://schemas.microsoft.com/office/drawing/2014/main" id="{5B247866-7BF1-4256-981A-525F832E11F8}"/>
              </a:ext>
            </a:extLst>
          </p:cNvPr>
          <p:cNvSpPr/>
          <p:nvPr/>
        </p:nvSpPr>
        <p:spPr>
          <a:xfrm rot="19364089">
            <a:off x="4785805" y="4885777"/>
            <a:ext cx="808383" cy="1323439"/>
          </a:xfrm>
          <a:prstGeom prst="upArrow">
            <a:avLst>
              <a:gd name="adj1" fmla="val 27049"/>
              <a:gd name="adj2" fmla="val 115574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10" descr="Audio, control, media, multimedia, play, song, sound icon">
            <a:extLst>
              <a:ext uri="{FF2B5EF4-FFF2-40B4-BE49-F238E27FC236}">
                <a16:creationId xmlns:a16="http://schemas.microsoft.com/office/drawing/2014/main" id="{ABD8D1FD-783A-412F-A942-98A7638275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1469" y="3019468"/>
            <a:ext cx="3299393" cy="3299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5634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onnecting and Presenting in Microsoft Teams - SpireTech Portland IT  Services Blog">
            <a:extLst>
              <a:ext uri="{FF2B5EF4-FFF2-40B4-BE49-F238E27FC236}">
                <a16:creationId xmlns:a16="http://schemas.microsoft.com/office/drawing/2014/main" id="{E979EBBD-C820-4923-A8A2-5833D75BF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8887" y="1574801"/>
            <a:ext cx="7005224" cy="2752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40C5E68-0982-4338-8545-EA2D445ED21A}"/>
              </a:ext>
            </a:extLst>
          </p:cNvPr>
          <p:cNvSpPr/>
          <p:nvPr/>
        </p:nvSpPr>
        <p:spPr>
          <a:xfrm>
            <a:off x="2968487" y="2235549"/>
            <a:ext cx="1364974" cy="143123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632D47B-2E3C-40C5-BCE8-A41CF33EB1A3}"/>
              </a:ext>
            </a:extLst>
          </p:cNvPr>
          <p:cNvCxnSpPr>
            <a:cxnSpLocks/>
          </p:cNvCxnSpPr>
          <p:nvPr/>
        </p:nvCxnSpPr>
        <p:spPr>
          <a:xfrm flipV="1">
            <a:off x="2827889" y="3714270"/>
            <a:ext cx="536714" cy="1497496"/>
          </a:xfrm>
          <a:prstGeom prst="straightConnector1">
            <a:avLst/>
          </a:prstGeom>
          <a:ln w="412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26A0B029-BC6C-432A-A7CC-5D5449CE20B5}"/>
              </a:ext>
            </a:extLst>
          </p:cNvPr>
          <p:cNvSpPr txBox="1">
            <a:spLocks/>
          </p:cNvSpPr>
          <p:nvPr/>
        </p:nvSpPr>
        <p:spPr>
          <a:xfrm>
            <a:off x="1204107" y="5421999"/>
            <a:ext cx="6177353" cy="84505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4000" dirty="0">
                <a:solidFill>
                  <a:srgbClr val="00B0F0"/>
                </a:solidFill>
              </a:rPr>
              <a:t>Turn the camera on/off</a:t>
            </a:r>
          </a:p>
        </p:txBody>
      </p:sp>
    </p:spTree>
    <p:extLst>
      <p:ext uri="{BB962C8B-B14F-4D97-AF65-F5344CB8AC3E}">
        <p14:creationId xmlns:p14="http://schemas.microsoft.com/office/powerpoint/2010/main" val="3720750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onnecting and Presenting in Microsoft Teams - SpireTech Portland IT  Services Blog">
            <a:extLst>
              <a:ext uri="{FF2B5EF4-FFF2-40B4-BE49-F238E27FC236}">
                <a16:creationId xmlns:a16="http://schemas.microsoft.com/office/drawing/2014/main" id="{E979EBBD-C820-4923-A8A2-5833D75BF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8887" y="1574801"/>
            <a:ext cx="7005224" cy="2752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6A0B029-BC6C-432A-A7CC-5D5449CE20B5}"/>
              </a:ext>
            </a:extLst>
          </p:cNvPr>
          <p:cNvSpPr txBox="1">
            <a:spLocks/>
          </p:cNvSpPr>
          <p:nvPr/>
        </p:nvSpPr>
        <p:spPr>
          <a:xfrm>
            <a:off x="1204107" y="5421999"/>
            <a:ext cx="6732885" cy="84505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4000" dirty="0">
                <a:solidFill>
                  <a:srgbClr val="00B0F0"/>
                </a:solidFill>
              </a:rPr>
              <a:t>Click to turn the camera off</a:t>
            </a:r>
          </a:p>
        </p:txBody>
      </p:sp>
      <p:sp>
        <p:nvSpPr>
          <p:cNvPr id="8" name="Arrow: Up 7">
            <a:extLst>
              <a:ext uri="{FF2B5EF4-FFF2-40B4-BE49-F238E27FC236}">
                <a16:creationId xmlns:a16="http://schemas.microsoft.com/office/drawing/2014/main" id="{3C25A53D-288F-4409-A737-21946F222BDE}"/>
              </a:ext>
            </a:extLst>
          </p:cNvPr>
          <p:cNvSpPr/>
          <p:nvPr/>
        </p:nvSpPr>
        <p:spPr>
          <a:xfrm rot="19364089">
            <a:off x="3888591" y="3336564"/>
            <a:ext cx="808383" cy="1323439"/>
          </a:xfrm>
          <a:prstGeom prst="upArrow">
            <a:avLst>
              <a:gd name="adj1" fmla="val 27049"/>
              <a:gd name="adj2" fmla="val 115574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9115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onnecting and Presenting in Microsoft Teams - SpireTech Portland IT  Services Blog">
            <a:extLst>
              <a:ext uri="{FF2B5EF4-FFF2-40B4-BE49-F238E27FC236}">
                <a16:creationId xmlns:a16="http://schemas.microsoft.com/office/drawing/2014/main" id="{E979EBBD-C820-4923-A8A2-5833D75BF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8887" y="1574801"/>
            <a:ext cx="7005224" cy="2752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6A0B029-BC6C-432A-A7CC-5D5449CE20B5}"/>
              </a:ext>
            </a:extLst>
          </p:cNvPr>
          <p:cNvSpPr txBox="1">
            <a:spLocks/>
          </p:cNvSpPr>
          <p:nvPr/>
        </p:nvSpPr>
        <p:spPr>
          <a:xfrm>
            <a:off x="1204107" y="5421999"/>
            <a:ext cx="7488789" cy="84505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4000" dirty="0">
                <a:solidFill>
                  <a:srgbClr val="00B0F0"/>
                </a:solidFill>
              </a:rPr>
              <a:t>Click again to turn the camera on</a:t>
            </a:r>
          </a:p>
        </p:txBody>
      </p:sp>
      <p:sp>
        <p:nvSpPr>
          <p:cNvPr id="8" name="Arrow: Up 7">
            <a:extLst>
              <a:ext uri="{FF2B5EF4-FFF2-40B4-BE49-F238E27FC236}">
                <a16:creationId xmlns:a16="http://schemas.microsoft.com/office/drawing/2014/main" id="{D6AEED50-3DB7-4CAB-832B-83C25AC3C364}"/>
              </a:ext>
            </a:extLst>
          </p:cNvPr>
          <p:cNvSpPr/>
          <p:nvPr/>
        </p:nvSpPr>
        <p:spPr>
          <a:xfrm rot="19364089">
            <a:off x="3888592" y="3336565"/>
            <a:ext cx="808383" cy="1323439"/>
          </a:xfrm>
          <a:prstGeom prst="upArrow">
            <a:avLst>
              <a:gd name="adj1" fmla="val 27049"/>
              <a:gd name="adj2" fmla="val 115574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170" name="Picture 2" descr="How to run a Microsoft Teams meeting like a pro! - Collab365 Community">
            <a:extLst>
              <a:ext uri="{FF2B5EF4-FFF2-40B4-BE49-F238E27FC236}">
                <a16:creationId xmlns:a16="http://schemas.microsoft.com/office/drawing/2014/main" id="{45DDD5E4-07B3-4784-A75F-87F13D2B4B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19" t="23889" r="63780" b="27424"/>
          <a:stretch/>
        </p:blipFill>
        <p:spPr bwMode="auto">
          <a:xfrm>
            <a:off x="3330602" y="2574568"/>
            <a:ext cx="826870" cy="854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rrow: Up 8">
            <a:extLst>
              <a:ext uri="{FF2B5EF4-FFF2-40B4-BE49-F238E27FC236}">
                <a16:creationId xmlns:a16="http://schemas.microsoft.com/office/drawing/2014/main" id="{4DA8375A-836A-4E54-B775-CBA961F581B4}"/>
              </a:ext>
            </a:extLst>
          </p:cNvPr>
          <p:cNvSpPr/>
          <p:nvPr/>
        </p:nvSpPr>
        <p:spPr>
          <a:xfrm rot="19364089">
            <a:off x="3888593" y="3336566"/>
            <a:ext cx="808383" cy="1323439"/>
          </a:xfrm>
          <a:prstGeom prst="upArrow">
            <a:avLst>
              <a:gd name="adj1" fmla="val 27049"/>
              <a:gd name="adj2" fmla="val 115574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215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4D4D33-3AC0-4742-9C70-3C3AD5D6DB82}"/>
              </a:ext>
            </a:extLst>
          </p:cNvPr>
          <p:cNvSpPr txBox="1"/>
          <p:nvPr/>
        </p:nvSpPr>
        <p:spPr>
          <a:xfrm>
            <a:off x="737107" y="5156634"/>
            <a:ext cx="64538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solidFill>
                  <a:srgbClr val="00B0F0"/>
                </a:solidFill>
              </a:rPr>
              <a:t>Click to show the </a:t>
            </a:r>
            <a:r>
              <a:rPr lang="en-GB" sz="4000" i="1" u="sng" dirty="0">
                <a:solidFill>
                  <a:srgbClr val="FF0000"/>
                </a:solidFill>
              </a:rPr>
              <a:t>chat</a:t>
            </a:r>
            <a:endParaRPr lang="en-GB" sz="4000" dirty="0">
              <a:solidFill>
                <a:srgbClr val="FF0000"/>
              </a:solidFill>
            </a:endParaRPr>
          </a:p>
        </p:txBody>
      </p:sp>
      <p:pic>
        <p:nvPicPr>
          <p:cNvPr id="9218" name="Picture 2" descr="Microsoft Teams – Free Version – Nedim's IT CORNER">
            <a:extLst>
              <a:ext uri="{FF2B5EF4-FFF2-40B4-BE49-F238E27FC236}">
                <a16:creationId xmlns:a16="http://schemas.microsoft.com/office/drawing/2014/main" id="{9136A6E0-BF50-467A-B5BB-AA5F9EB913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96" t="26554" r="67117" b="26760"/>
          <a:stretch/>
        </p:blipFill>
        <p:spPr bwMode="auto">
          <a:xfrm>
            <a:off x="1161202" y="1347422"/>
            <a:ext cx="3027405" cy="2792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rrow: Up 4">
            <a:extLst>
              <a:ext uri="{FF2B5EF4-FFF2-40B4-BE49-F238E27FC236}">
                <a16:creationId xmlns:a16="http://schemas.microsoft.com/office/drawing/2014/main" id="{C8917C79-0522-4CC4-B8A6-A6BAE4BC8329}"/>
              </a:ext>
            </a:extLst>
          </p:cNvPr>
          <p:cNvSpPr/>
          <p:nvPr/>
        </p:nvSpPr>
        <p:spPr>
          <a:xfrm rot="19364089">
            <a:off x="3888591" y="3336564"/>
            <a:ext cx="808383" cy="1323439"/>
          </a:xfrm>
          <a:prstGeom prst="upArrow">
            <a:avLst>
              <a:gd name="adj1" fmla="val 27049"/>
              <a:gd name="adj2" fmla="val 115574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615F035C-D2E3-4310-BAE7-0B80DA0CA58F}"/>
              </a:ext>
            </a:extLst>
          </p:cNvPr>
          <p:cNvSpPr/>
          <p:nvPr/>
        </p:nvSpPr>
        <p:spPr>
          <a:xfrm>
            <a:off x="5671752" y="489492"/>
            <a:ext cx="6388443" cy="1865871"/>
          </a:xfrm>
          <a:prstGeom prst="wedgeRectCallout">
            <a:avLst>
              <a:gd name="adj1" fmla="val -45204"/>
              <a:gd name="adj2" fmla="val 6978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/>
              <a:t>Hello Ahmed, how are you today?</a:t>
            </a:r>
          </a:p>
        </p:txBody>
      </p:sp>
      <p:sp>
        <p:nvSpPr>
          <p:cNvPr id="6" name="Arrow: Curved Up 5">
            <a:extLst>
              <a:ext uri="{FF2B5EF4-FFF2-40B4-BE49-F238E27FC236}">
                <a16:creationId xmlns:a16="http://schemas.microsoft.com/office/drawing/2014/main" id="{EC420A41-311D-4D34-AFB6-C2CD274BB402}"/>
              </a:ext>
            </a:extLst>
          </p:cNvPr>
          <p:cNvSpPr/>
          <p:nvPr/>
        </p:nvSpPr>
        <p:spPr>
          <a:xfrm>
            <a:off x="3570435" y="2839933"/>
            <a:ext cx="2513410" cy="815546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8396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4" name="Picture 4" descr="Microsoft Teams picks up real-time noise suppression, raise hand, and more  - Neowin">
            <a:extLst>
              <a:ext uri="{FF2B5EF4-FFF2-40B4-BE49-F238E27FC236}">
                <a16:creationId xmlns:a16="http://schemas.microsoft.com/office/drawing/2014/main" id="{191F3C02-A6BF-4825-ACCB-BA20EDE58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47650"/>
            <a:ext cx="8699500" cy="4899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BE3AF8C-F35E-427C-B176-4E1724AD3447}"/>
              </a:ext>
            </a:extLst>
          </p:cNvPr>
          <p:cNvSpPr txBox="1"/>
          <p:nvPr/>
        </p:nvSpPr>
        <p:spPr>
          <a:xfrm>
            <a:off x="857802" y="5729357"/>
            <a:ext cx="72886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solidFill>
                  <a:srgbClr val="00B0F0"/>
                </a:solidFill>
              </a:rPr>
              <a:t>Click to </a:t>
            </a:r>
            <a:r>
              <a:rPr lang="en-GB" sz="4000" i="1" u="sng" dirty="0">
                <a:solidFill>
                  <a:srgbClr val="FF0000"/>
                </a:solidFill>
              </a:rPr>
              <a:t>raise your hand</a:t>
            </a:r>
            <a:endParaRPr lang="en-GB" sz="4000" dirty="0">
              <a:solidFill>
                <a:srgbClr val="FF0000"/>
              </a:solidFill>
            </a:endParaRPr>
          </a:p>
        </p:txBody>
      </p:sp>
      <p:pic>
        <p:nvPicPr>
          <p:cNvPr id="10242" name="Picture 2" descr="Introducing the Top Five New Features in Microsoft Teams | Infinity Group">
            <a:extLst>
              <a:ext uri="{FF2B5EF4-FFF2-40B4-BE49-F238E27FC236}">
                <a16:creationId xmlns:a16="http://schemas.microsoft.com/office/drawing/2014/main" id="{173EA8CE-C2DD-4896-813D-455EBB4994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880" t="42042" r="36166" b="36648"/>
          <a:stretch/>
        </p:blipFill>
        <p:spPr bwMode="auto">
          <a:xfrm>
            <a:off x="4819650" y="2762812"/>
            <a:ext cx="1924050" cy="1961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rrow: Up 6">
            <a:extLst>
              <a:ext uri="{FF2B5EF4-FFF2-40B4-BE49-F238E27FC236}">
                <a16:creationId xmlns:a16="http://schemas.microsoft.com/office/drawing/2014/main" id="{B1097C35-9F22-4FA3-99FD-CC0EE3982734}"/>
              </a:ext>
            </a:extLst>
          </p:cNvPr>
          <p:cNvSpPr/>
          <p:nvPr/>
        </p:nvSpPr>
        <p:spPr>
          <a:xfrm rot="19364089">
            <a:off x="6414155" y="4485124"/>
            <a:ext cx="808383" cy="1323439"/>
          </a:xfrm>
          <a:prstGeom prst="upArrow">
            <a:avLst>
              <a:gd name="adj1" fmla="val 27049"/>
              <a:gd name="adj2" fmla="val 115574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6DFF9F-88E6-474B-8DE8-7BD28781C2E0}"/>
              </a:ext>
            </a:extLst>
          </p:cNvPr>
          <p:cNvSpPr/>
          <p:nvPr/>
        </p:nvSpPr>
        <p:spPr>
          <a:xfrm>
            <a:off x="4819650" y="2788770"/>
            <a:ext cx="1924050" cy="193563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6633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4" name="Picture 4" descr="Microsoft Teams picks up real-time noise suppression, raise hand, and more  - Neowin">
            <a:extLst>
              <a:ext uri="{FF2B5EF4-FFF2-40B4-BE49-F238E27FC236}">
                <a16:creationId xmlns:a16="http://schemas.microsoft.com/office/drawing/2014/main" id="{191F3C02-A6BF-4825-ACCB-BA20EDE58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47650"/>
            <a:ext cx="8699500" cy="4899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BE3AF8C-F35E-427C-B176-4E1724AD3447}"/>
              </a:ext>
            </a:extLst>
          </p:cNvPr>
          <p:cNvSpPr txBox="1"/>
          <p:nvPr/>
        </p:nvSpPr>
        <p:spPr>
          <a:xfrm>
            <a:off x="857802" y="5729357"/>
            <a:ext cx="72886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solidFill>
                  <a:srgbClr val="00B0F0"/>
                </a:solidFill>
              </a:rPr>
              <a:t>Click to </a:t>
            </a:r>
            <a:r>
              <a:rPr lang="en-GB" sz="4000" i="1" u="sng" dirty="0">
                <a:solidFill>
                  <a:srgbClr val="FF0000"/>
                </a:solidFill>
              </a:rPr>
              <a:t>show participants</a:t>
            </a:r>
            <a:endParaRPr lang="en-GB" sz="4000" dirty="0">
              <a:solidFill>
                <a:srgbClr val="FF0000"/>
              </a:solidFill>
            </a:endParaRPr>
          </a:p>
        </p:txBody>
      </p:sp>
      <p:pic>
        <p:nvPicPr>
          <p:cNvPr id="10242" name="Picture 2" descr="Introducing the Top Five New Features in Microsoft Teams | Infinity Group">
            <a:extLst>
              <a:ext uri="{FF2B5EF4-FFF2-40B4-BE49-F238E27FC236}">
                <a16:creationId xmlns:a16="http://schemas.microsoft.com/office/drawing/2014/main" id="{173EA8CE-C2DD-4896-813D-455EBB4994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880" t="42042" r="36166" b="36648"/>
          <a:stretch/>
        </p:blipFill>
        <p:spPr bwMode="auto">
          <a:xfrm>
            <a:off x="4819650" y="2762812"/>
            <a:ext cx="1924050" cy="1961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F6DFF9F-88E6-474B-8DE8-7BD28781C2E0}"/>
              </a:ext>
            </a:extLst>
          </p:cNvPr>
          <p:cNvSpPr/>
          <p:nvPr/>
        </p:nvSpPr>
        <p:spPr>
          <a:xfrm>
            <a:off x="4819650" y="2788770"/>
            <a:ext cx="1924050" cy="193563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404F66-0130-462F-8EEE-35C516CE6F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9650" y="2788769"/>
            <a:ext cx="1822450" cy="1927939"/>
          </a:xfrm>
          <a:prstGeom prst="rect">
            <a:avLst/>
          </a:prstGeom>
        </p:spPr>
      </p:pic>
      <p:sp>
        <p:nvSpPr>
          <p:cNvPr id="7" name="Arrow: Up 6">
            <a:extLst>
              <a:ext uri="{FF2B5EF4-FFF2-40B4-BE49-F238E27FC236}">
                <a16:creationId xmlns:a16="http://schemas.microsoft.com/office/drawing/2014/main" id="{B1097C35-9F22-4FA3-99FD-CC0EE3982734}"/>
              </a:ext>
            </a:extLst>
          </p:cNvPr>
          <p:cNvSpPr/>
          <p:nvPr/>
        </p:nvSpPr>
        <p:spPr>
          <a:xfrm rot="19364089">
            <a:off x="6414156" y="4485125"/>
            <a:ext cx="808383" cy="1323439"/>
          </a:xfrm>
          <a:prstGeom prst="upArrow">
            <a:avLst>
              <a:gd name="adj1" fmla="val 27049"/>
              <a:gd name="adj2" fmla="val 115574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Equals 9">
            <a:extLst>
              <a:ext uri="{FF2B5EF4-FFF2-40B4-BE49-F238E27FC236}">
                <a16:creationId xmlns:a16="http://schemas.microsoft.com/office/drawing/2014/main" id="{9EA1AAD5-FF47-4FC0-BDA8-3E811BF5FA8D}"/>
              </a:ext>
            </a:extLst>
          </p:cNvPr>
          <p:cNvSpPr/>
          <p:nvPr/>
        </p:nvSpPr>
        <p:spPr>
          <a:xfrm>
            <a:off x="6818347" y="3148914"/>
            <a:ext cx="3114261" cy="1189383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8D07E7-92FE-422A-8642-4AFEB9EA33E9}"/>
              </a:ext>
            </a:extLst>
          </p:cNvPr>
          <p:cNvSpPr/>
          <p:nvPr/>
        </p:nvSpPr>
        <p:spPr>
          <a:xfrm>
            <a:off x="9668552" y="2928930"/>
            <a:ext cx="2523448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8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Bye!</a:t>
            </a:r>
          </a:p>
        </p:txBody>
      </p:sp>
    </p:spTree>
    <p:extLst>
      <p:ext uri="{BB962C8B-B14F-4D97-AF65-F5344CB8AC3E}">
        <p14:creationId xmlns:p14="http://schemas.microsoft.com/office/powerpoint/2010/main" val="3042793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JAWS for Windows Scripts Available to Make Microsoft Teams More Effective  for Screen Reader Users - Level Access">
            <a:extLst>
              <a:ext uri="{FF2B5EF4-FFF2-40B4-BE49-F238E27FC236}">
                <a16:creationId xmlns:a16="http://schemas.microsoft.com/office/drawing/2014/main" id="{0C46898E-DB99-417A-95D0-DDF665218F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75" y="85179"/>
            <a:ext cx="7288696" cy="4653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9A2BA96-0E0D-4A9E-BBC5-600A7B9B8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8835" y="2404166"/>
            <a:ext cx="1802295" cy="18339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C4FE4D-93EA-45AD-A07E-F823791E89EF}"/>
              </a:ext>
            </a:extLst>
          </p:cNvPr>
          <p:cNvSpPr txBox="1"/>
          <p:nvPr/>
        </p:nvSpPr>
        <p:spPr>
          <a:xfrm>
            <a:off x="857802" y="5729357"/>
            <a:ext cx="72886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>
                <a:solidFill>
                  <a:srgbClr val="00B0F0"/>
                </a:solidFill>
              </a:rPr>
              <a:t>Click to </a:t>
            </a:r>
            <a:r>
              <a:rPr lang="en-GB" sz="4000" i="1" u="sng" dirty="0">
                <a:solidFill>
                  <a:srgbClr val="FF0000"/>
                </a:solidFill>
              </a:rPr>
              <a:t>hang up</a:t>
            </a:r>
            <a:endParaRPr lang="en-GB" sz="4000" dirty="0">
              <a:solidFill>
                <a:srgbClr val="FF0000"/>
              </a:solidFill>
            </a:endParaRPr>
          </a:p>
        </p:txBody>
      </p:sp>
      <p:sp>
        <p:nvSpPr>
          <p:cNvPr id="7" name="Arrow: Up 6">
            <a:extLst>
              <a:ext uri="{FF2B5EF4-FFF2-40B4-BE49-F238E27FC236}">
                <a16:creationId xmlns:a16="http://schemas.microsoft.com/office/drawing/2014/main" id="{BB9FA2EC-BDDB-482E-9E13-2409605786B5}"/>
              </a:ext>
            </a:extLst>
          </p:cNvPr>
          <p:cNvSpPr/>
          <p:nvPr/>
        </p:nvSpPr>
        <p:spPr>
          <a:xfrm rot="19364089">
            <a:off x="6414156" y="4485125"/>
            <a:ext cx="808383" cy="1323439"/>
          </a:xfrm>
          <a:prstGeom prst="upArrow">
            <a:avLst>
              <a:gd name="adj1" fmla="val 27049"/>
              <a:gd name="adj2" fmla="val 115574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2D9536-DFD1-4224-BE56-867835EF7C91}"/>
              </a:ext>
            </a:extLst>
          </p:cNvPr>
          <p:cNvSpPr/>
          <p:nvPr/>
        </p:nvSpPr>
        <p:spPr>
          <a:xfrm>
            <a:off x="5088834" y="2412014"/>
            <a:ext cx="1802295" cy="172818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1701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4325352E032448D621CCF83E7CDF4" ma:contentTypeVersion="7" ma:contentTypeDescription="Create a new document." ma:contentTypeScope="" ma:versionID="ba3f5d81746a1d17f477876d09e42da9">
  <xsd:schema xmlns:xsd="http://www.w3.org/2001/XMLSchema" xmlns:xs="http://www.w3.org/2001/XMLSchema" xmlns:p="http://schemas.microsoft.com/office/2006/metadata/properties" xmlns:ns2="31635c7e-3a11-4128-b6ca-f17fd774e46d" targetNamespace="http://schemas.microsoft.com/office/2006/metadata/properties" ma:root="true" ma:fieldsID="53fdc2f79366fcea6d46fcbf154b677f" ns2:_="">
    <xsd:import namespace="31635c7e-3a11-4128-b6ca-f17fd774e4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35c7e-3a11-4128-b6ca-f17fd774e4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93AA868-879B-4B4D-B989-ACAA12A065EB}"/>
</file>

<file path=customXml/itemProps2.xml><?xml version="1.0" encoding="utf-8"?>
<ds:datastoreItem xmlns:ds="http://schemas.openxmlformats.org/officeDocument/2006/customXml" ds:itemID="{DFFAD740-AD8E-44AF-86CD-D1476662A2AA}"/>
</file>

<file path=customXml/itemProps3.xml><?xml version="1.0" encoding="utf-8"?>
<ds:datastoreItem xmlns:ds="http://schemas.openxmlformats.org/officeDocument/2006/customXml" ds:itemID="{68908766-9099-45F0-8815-9EEB918F6F6E}"/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1380</TotalTime>
  <Words>80</Words>
  <Application>Microsoft Office PowerPoint</Application>
  <PresentationFormat>Widescreen</PresentationFormat>
  <Paragraphs>17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Trebuchet MS</vt:lpstr>
      <vt:lpstr>Wingdings 3</vt:lpstr>
      <vt:lpstr>Facet</vt:lpstr>
      <vt:lpstr>PowerPoint Presentation</vt:lpstr>
      <vt:lpstr>Here are the buttons..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Caroline Newman</dc:creator>
  <cp:lastModifiedBy>Caroline Newman</cp:lastModifiedBy>
  <cp:revision>19</cp:revision>
  <dcterms:created xsi:type="dcterms:W3CDTF">2020-09-17T11:40:15Z</dcterms:created>
  <dcterms:modified xsi:type="dcterms:W3CDTF">2020-09-22T07:37:53Z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0x0101006794325352E032448D621CCF83E7CDF4</vt:lpwstr>
  </property>
  <property fmtid="{D5CDD505-2E9C-101B-9397-08002B2CF9AE}" pid="3" name="Order">
    <vt:r8>12974600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  <property fmtid="{D5CDD505-2E9C-101B-9397-08002B2CF9AE}" pid="12" name="MediaServiceImageTags">
    <vt:lpwstr/>
  </property>
  <property fmtid="{D5CDD505-2E9C-101B-9397-08002B2CF9AE}" pid="13" name="TaxKeyword">
    <vt:lpwstr/>
  </property>
</Properties>
</file>