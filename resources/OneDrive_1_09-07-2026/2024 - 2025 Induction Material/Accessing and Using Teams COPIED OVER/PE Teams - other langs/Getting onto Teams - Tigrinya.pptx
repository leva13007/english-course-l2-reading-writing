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6" y="4658139"/>
            <a:ext cx="137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90" y="4658141"/>
            <a:ext cx="1353066" cy="32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90" y="4035287"/>
            <a:ext cx="3142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password/password </a:t>
            </a:r>
            <a:r>
              <a:rPr lang="am-ET" dirty="0"/>
              <a:t>ኣእቱ</a:t>
            </a:r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191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21"/>
            <a:ext cx="2796206" cy="536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352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</a:t>
            </a:r>
          </a:p>
          <a:p>
            <a:r>
              <a:rPr lang="en-GB" dirty="0"/>
              <a:t>/</a:t>
            </a:r>
            <a:r>
              <a:rPr lang="am-ET" dirty="0"/>
              <a:t>ኣብ ናትካ ክላስ ጠዉቅ</a:t>
            </a:r>
          </a:p>
          <a:p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096000" y="1921566"/>
            <a:ext cx="2312504" cy="52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1052946" y="4658139"/>
            <a:ext cx="3068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  <a:r>
              <a:rPr lang="am-ET" dirty="0"/>
              <a:t>ኣብ </a:t>
            </a:r>
            <a:r>
              <a:rPr lang="en-GB" dirty="0"/>
              <a:t>team 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1019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820264"/>
            <a:ext cx="778748" cy="450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 flipV="1">
            <a:off x="4538685" y="3270694"/>
            <a:ext cx="402118" cy="15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421784" y="4339582"/>
            <a:ext cx="153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734433" y="334349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351724" y="61453"/>
            <a:ext cx="6896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am-ET" dirty="0"/>
              <a:t>ንክትጽንበር ኣብ ናይ ቴሌፎን ኣኼባ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6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/>
          <p:nvPr/>
        </p:nvCxnSpPr>
        <p:spPr>
          <a:xfrm>
            <a:off x="3443650" y="947530"/>
            <a:ext cx="1285461" cy="42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478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am-ET" dirty="0"/>
              <a:t>ዕላል</a:t>
            </a:r>
          </a:p>
          <a:p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/>
          <p:nvPr/>
        </p:nvCxnSpPr>
        <p:spPr>
          <a:xfrm flipV="1">
            <a:off x="2239930" y="4696167"/>
            <a:ext cx="2822713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568961" y="4124308"/>
            <a:ext cx="2227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am-ET" dirty="0"/>
              <a:t>መዐፈኒ </a:t>
            </a:r>
            <a:br>
              <a:rPr lang="am-ET" dirty="0"/>
            </a:br>
            <a:r>
              <a:rPr lang="am-ET" dirty="0"/>
              <a:t>ድምጺ/ መክፈቲ ድምጺ</a:t>
            </a:r>
          </a:p>
          <a:p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6" y="5146742"/>
            <a:ext cx="691341" cy="46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202912" y="3634338"/>
            <a:ext cx="91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</a:t>
            </a:r>
          </a:p>
          <a:p>
            <a:r>
              <a:rPr lang="am-ET" dirty="0"/>
              <a:t>ካሜሪ መወልዒ/ መትፍኢ</a:t>
            </a:r>
          </a:p>
          <a:p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979250" y="5728775"/>
            <a:ext cx="608925" cy="10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4588175" y="5405609"/>
            <a:ext cx="291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am-ET" dirty="0"/>
              <a:t>መዕጸዊ ቴሌፎን</a:t>
            </a:r>
          </a:p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479692" y="3969973"/>
            <a:ext cx="150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am-ET" dirty="0"/>
              <a:t>ምጽሓፍ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1673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5" y="4272097"/>
            <a:ext cx="135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am-ET" dirty="0"/>
              <a:t>ጠዉቅ</a:t>
            </a:r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1"/>
            <a:ext cx="70235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3211554" y="141292"/>
            <a:ext cx="580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am-ET" dirty="0"/>
              <a:t>ንክትጽንበር ኢብ ናይ </a:t>
            </a:r>
            <a:r>
              <a:rPr lang="en-GB" dirty="0"/>
              <a:t>laptop </a:t>
            </a:r>
            <a:r>
              <a:rPr lang="am-ET" dirty="0"/>
              <a:t>ኣኼባ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97425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789689" y="747430"/>
            <a:ext cx="1033364" cy="49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545294" y="648808"/>
            <a:ext cx="583300" cy="59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645426" y="993804"/>
            <a:ext cx="1572792" cy="248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600006" y="491510"/>
            <a:ext cx="1404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am-ET" dirty="0"/>
              <a:t>ዕላል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2759164" y="131813"/>
            <a:ext cx="4018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am-ET" dirty="0"/>
              <a:t>ካሜሪ መወልዒ/ መትፍኢ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7218218" y="532139"/>
            <a:ext cx="3489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am-ET" dirty="0"/>
              <a:t>መዐፈኒ </a:t>
            </a:r>
            <a:br>
              <a:rPr lang="am-ET" dirty="0"/>
            </a:br>
            <a:r>
              <a:rPr lang="am-ET" dirty="0"/>
              <a:t>ድምጺ/ መክፈቲ ድምጺ</a:t>
            </a:r>
          </a:p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2" y="6208644"/>
            <a:ext cx="1618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am-ET" dirty="0"/>
              <a:t>ምጽሓፍ</a:t>
            </a:r>
          </a:p>
          <a:p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0111409" y="5645426"/>
            <a:ext cx="93564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560359" y="1609233"/>
            <a:ext cx="2551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am-ET" dirty="0"/>
              <a:t>መዕጸዊ ቴሌፎን</a:t>
            </a:r>
          </a:p>
          <a:p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71757" y="1413123"/>
            <a:ext cx="788602" cy="51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ECA9A1-CE19-466D-949A-68BF3399821C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ee33d249-ce2b-4c43-a749-c7a5913dfd35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dee15e7-447e-48a0-9c83-dd90427a371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F4BD31C-73E9-4AFD-8EE8-8D411228C652}"/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152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Nyala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8</cp:revision>
  <dcterms:created xsi:type="dcterms:W3CDTF">2021-06-30T13:21:48Z</dcterms:created>
  <dcterms:modified xsi:type="dcterms:W3CDTF">2021-07-23T13:04:01Z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8745700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