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9" r:id="rId5"/>
    <p:sldId id="260" r:id="rId6"/>
    <p:sldId id="261" r:id="rId7"/>
    <p:sldId id="262" r:id="rId8"/>
    <p:sldId id="257" r:id="rId9"/>
    <p:sldId id="263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Nasrallah" userId="a195ca03-6986-4630-8fa7-5c8ad63c348f" providerId="ADAL" clId="{E5D9FC6A-DEE6-46E1-A1E1-0D2D7438ADB3}"/>
    <pc:docChg chg="undo custSel modSld">
      <pc:chgData name="Julia Nasrallah" userId="a195ca03-6986-4630-8fa7-5c8ad63c348f" providerId="ADAL" clId="{E5D9FC6A-DEE6-46E1-A1E1-0D2D7438ADB3}" dt="2021-07-21T13:13:28.072" v="134" actId="14100"/>
      <pc:docMkLst>
        <pc:docMk/>
      </pc:docMkLst>
      <pc:sldChg chg="modSp">
        <pc:chgData name="Julia Nasrallah" userId="a195ca03-6986-4630-8fa7-5c8ad63c348f" providerId="ADAL" clId="{E5D9FC6A-DEE6-46E1-A1E1-0D2D7438ADB3}" dt="2021-07-21T13:13:28.072" v="134" actId="14100"/>
        <pc:sldMkLst>
          <pc:docMk/>
          <pc:sldMk cId="2502925252" sldId="257"/>
        </pc:sldMkLst>
        <pc:spChg chg="mod">
          <ac:chgData name="Julia Nasrallah" userId="a195ca03-6986-4630-8fa7-5c8ad63c348f" providerId="ADAL" clId="{E5D9FC6A-DEE6-46E1-A1E1-0D2D7438ADB3}" dt="2021-07-21T13:04:38.180" v="41" actId="14100"/>
          <ac:spMkLst>
            <pc:docMk/>
            <pc:sldMk cId="2502925252" sldId="257"/>
            <ac:spMk id="5" creationId="{40DB2ED1-F192-44A9-B822-D07D535081B1}"/>
          </ac:spMkLst>
        </pc:spChg>
        <pc:spChg chg="mod">
          <ac:chgData name="Julia Nasrallah" userId="a195ca03-6986-4630-8fa7-5c8ad63c348f" providerId="ADAL" clId="{E5D9FC6A-DEE6-46E1-A1E1-0D2D7438ADB3}" dt="2021-07-21T13:05:57.697" v="57" actId="14100"/>
          <ac:spMkLst>
            <pc:docMk/>
            <pc:sldMk cId="2502925252" sldId="257"/>
            <ac:spMk id="8" creationId="{ADF7A171-B849-425C-9040-7A6BD553351B}"/>
          </ac:spMkLst>
        </pc:spChg>
        <pc:spChg chg="mod">
          <ac:chgData name="Julia Nasrallah" userId="a195ca03-6986-4630-8fa7-5c8ad63c348f" providerId="ADAL" clId="{E5D9FC6A-DEE6-46E1-A1E1-0D2D7438ADB3}" dt="2021-07-21T13:06:36.142" v="65" actId="1076"/>
          <ac:spMkLst>
            <pc:docMk/>
            <pc:sldMk cId="2502925252" sldId="257"/>
            <ac:spMk id="11" creationId="{4BB5A64D-79A6-482B-9EB8-CADEC21582B7}"/>
          </ac:spMkLst>
        </pc:spChg>
        <pc:spChg chg="mod">
          <ac:chgData name="Julia Nasrallah" userId="a195ca03-6986-4630-8fa7-5c8ad63c348f" providerId="ADAL" clId="{E5D9FC6A-DEE6-46E1-A1E1-0D2D7438ADB3}" dt="2021-07-21T13:08:14.349" v="72" actId="1076"/>
          <ac:spMkLst>
            <pc:docMk/>
            <pc:sldMk cId="2502925252" sldId="257"/>
            <ac:spMk id="14" creationId="{57672BBD-2DA7-4B96-B8A2-FB27D6BEC008}"/>
          </ac:spMkLst>
        </pc:spChg>
        <pc:spChg chg="mod">
          <ac:chgData name="Julia Nasrallah" userId="a195ca03-6986-4630-8fa7-5c8ad63c348f" providerId="ADAL" clId="{E5D9FC6A-DEE6-46E1-A1E1-0D2D7438ADB3}" dt="2021-07-21T13:09:10.319" v="82" actId="14100"/>
          <ac:spMkLst>
            <pc:docMk/>
            <pc:sldMk cId="2502925252" sldId="257"/>
            <ac:spMk id="19" creationId="{A5F1B181-763F-4717-A342-B5FD01D1C0B5}"/>
          </ac:spMkLst>
        </pc:spChg>
        <pc:picChg chg="mod">
          <ac:chgData name="Julia Nasrallah" userId="a195ca03-6986-4630-8fa7-5c8ad63c348f" providerId="ADAL" clId="{E5D9FC6A-DEE6-46E1-A1E1-0D2D7438ADB3}" dt="2021-07-21T13:06:24.988" v="63" actId="1076"/>
          <ac:picMkLst>
            <pc:docMk/>
            <pc:sldMk cId="2502925252" sldId="257"/>
            <ac:picMk id="2" creationId="{B8EBD38E-5936-45FD-BB7B-27C586E5F91E}"/>
          </ac:picMkLst>
        </pc:picChg>
        <pc:cxnChg chg="mod">
          <ac:chgData name="Julia Nasrallah" userId="a195ca03-6986-4630-8fa7-5c8ad63c348f" providerId="ADAL" clId="{E5D9FC6A-DEE6-46E1-A1E1-0D2D7438ADB3}" dt="2021-07-21T13:13:28.072" v="134" actId="14100"/>
          <ac:cxnSpMkLst>
            <pc:docMk/>
            <pc:sldMk cId="2502925252" sldId="257"/>
            <ac:cxnSpMk id="4" creationId="{CDFD6EC3-2AB4-4BFD-AEA7-3060AF4FCFD2}"/>
          </ac:cxnSpMkLst>
        </pc:cxnChg>
        <pc:cxnChg chg="mod">
          <ac:chgData name="Julia Nasrallah" userId="a195ca03-6986-4630-8fa7-5c8ad63c348f" providerId="ADAL" clId="{E5D9FC6A-DEE6-46E1-A1E1-0D2D7438ADB3}" dt="2021-07-21T13:06:54.452" v="68" actId="14100"/>
          <ac:cxnSpMkLst>
            <pc:docMk/>
            <pc:sldMk cId="2502925252" sldId="257"/>
            <ac:cxnSpMk id="7" creationId="{CACD3811-4437-47F6-BC56-60F18F29958F}"/>
          </ac:cxnSpMkLst>
        </pc:cxnChg>
        <pc:cxnChg chg="mod">
          <ac:chgData name="Julia Nasrallah" userId="a195ca03-6986-4630-8fa7-5c8ad63c348f" providerId="ADAL" clId="{E5D9FC6A-DEE6-46E1-A1E1-0D2D7438ADB3}" dt="2021-07-21T13:06:42.322" v="67" actId="14100"/>
          <ac:cxnSpMkLst>
            <pc:docMk/>
            <pc:sldMk cId="2502925252" sldId="257"/>
            <ac:cxnSpMk id="10" creationId="{AC80E3B0-2B3B-400A-A38B-36D678776B44}"/>
          </ac:cxnSpMkLst>
        </pc:cxnChg>
        <pc:cxnChg chg="mod">
          <ac:chgData name="Julia Nasrallah" userId="a195ca03-6986-4630-8fa7-5c8ad63c348f" providerId="ADAL" clId="{E5D9FC6A-DEE6-46E1-A1E1-0D2D7438ADB3}" dt="2021-07-21T13:08:17.610" v="73" actId="14100"/>
          <ac:cxnSpMkLst>
            <pc:docMk/>
            <pc:sldMk cId="2502925252" sldId="257"/>
            <ac:cxnSpMk id="13" creationId="{985FD641-A803-4FFE-AC08-6CE2459D212F}"/>
          </ac:cxnSpMkLst>
        </pc:cxnChg>
      </pc:sldChg>
      <pc:sldChg chg="modSp">
        <pc:chgData name="Julia Nasrallah" userId="a195ca03-6986-4630-8fa7-5c8ad63c348f" providerId="ADAL" clId="{E5D9FC6A-DEE6-46E1-A1E1-0D2D7438ADB3}" dt="2021-07-21T13:08:58.899" v="79" actId="14100"/>
        <pc:sldMkLst>
          <pc:docMk/>
          <pc:sldMk cId="2329900056" sldId="258"/>
        </pc:sldMkLst>
        <pc:spChg chg="mod">
          <ac:chgData name="Julia Nasrallah" userId="a195ca03-6986-4630-8fa7-5c8ad63c348f" providerId="ADAL" clId="{E5D9FC6A-DEE6-46E1-A1E1-0D2D7438ADB3}" dt="2021-07-21T13:04:48.250" v="44" actId="14100"/>
          <ac:spMkLst>
            <pc:docMk/>
            <pc:sldMk cId="2329900056" sldId="258"/>
            <ac:spMk id="9" creationId="{92C5B19F-FDDA-4860-9EFA-AEE57E11131E}"/>
          </ac:spMkLst>
        </pc:spChg>
        <pc:spChg chg="mod">
          <ac:chgData name="Julia Nasrallah" userId="a195ca03-6986-4630-8fa7-5c8ad63c348f" providerId="ADAL" clId="{E5D9FC6A-DEE6-46E1-A1E1-0D2D7438ADB3}" dt="2021-07-21T13:05:11.680" v="47" actId="14100"/>
          <ac:spMkLst>
            <pc:docMk/>
            <pc:sldMk cId="2329900056" sldId="258"/>
            <ac:spMk id="10" creationId="{809B24EA-E5CA-4262-AA59-AA30D8B98760}"/>
          </ac:spMkLst>
        </pc:spChg>
        <pc:spChg chg="mod">
          <ac:chgData name="Julia Nasrallah" userId="a195ca03-6986-4630-8fa7-5c8ad63c348f" providerId="ADAL" clId="{E5D9FC6A-DEE6-46E1-A1E1-0D2D7438ADB3}" dt="2021-07-21T13:05:46.955" v="53" actId="14100"/>
          <ac:spMkLst>
            <pc:docMk/>
            <pc:sldMk cId="2329900056" sldId="258"/>
            <ac:spMk id="11" creationId="{F863A8E4-1358-4B56-9D68-3884EC274371}"/>
          </ac:spMkLst>
        </pc:spChg>
        <pc:spChg chg="mod">
          <ac:chgData name="Julia Nasrallah" userId="a195ca03-6986-4630-8fa7-5c8ad63c348f" providerId="ADAL" clId="{E5D9FC6A-DEE6-46E1-A1E1-0D2D7438ADB3}" dt="2021-07-21T13:08:58.899" v="79" actId="14100"/>
          <ac:spMkLst>
            <pc:docMk/>
            <pc:sldMk cId="2329900056" sldId="258"/>
            <ac:spMk id="17" creationId="{7739CFB3-F5F0-40A9-8219-EB7A6E9238AF}"/>
          </ac:spMkLst>
        </pc:spChg>
        <pc:spChg chg="mod">
          <ac:chgData name="Julia Nasrallah" userId="a195ca03-6986-4630-8fa7-5c8ad63c348f" providerId="ADAL" clId="{E5D9FC6A-DEE6-46E1-A1E1-0D2D7438ADB3}" dt="2021-07-21T13:08:35.630" v="76" actId="14100"/>
          <ac:spMkLst>
            <pc:docMk/>
            <pc:sldMk cId="2329900056" sldId="258"/>
            <ac:spMk id="21" creationId="{2F0DB10D-4A05-4527-98B1-8F43F9C29BF0}"/>
          </ac:spMkLst>
        </pc:spChg>
        <pc:cxnChg chg="mod">
          <ac:chgData name="Julia Nasrallah" userId="a195ca03-6986-4630-8fa7-5c8ad63c348f" providerId="ADAL" clId="{E5D9FC6A-DEE6-46E1-A1E1-0D2D7438ADB3}" dt="2021-07-21T13:05:46.955" v="53" actId="14100"/>
          <ac:cxnSpMkLst>
            <pc:docMk/>
            <pc:sldMk cId="2329900056" sldId="258"/>
            <ac:cxnSpMk id="8" creationId="{04CEE907-D21A-4108-8376-B6D5B764CEC7}"/>
          </ac:cxnSpMkLst>
        </pc:cxnChg>
        <pc:cxnChg chg="mod">
          <ac:chgData name="Julia Nasrallah" userId="a195ca03-6986-4630-8fa7-5c8ad63c348f" providerId="ADAL" clId="{E5D9FC6A-DEE6-46E1-A1E1-0D2D7438ADB3}" dt="2021-07-21T13:08:58.899" v="79" actId="14100"/>
          <ac:cxnSpMkLst>
            <pc:docMk/>
            <pc:sldMk cId="2329900056" sldId="258"/>
            <ac:cxnSpMk id="19" creationId="{C3A4D40B-BF77-437D-9F1A-1B7C82DFB849}"/>
          </ac:cxnSpMkLst>
        </pc:cxnChg>
        <pc:cxnChg chg="mod">
          <ac:chgData name="Julia Nasrallah" userId="a195ca03-6986-4630-8fa7-5c8ad63c348f" providerId="ADAL" clId="{E5D9FC6A-DEE6-46E1-A1E1-0D2D7438ADB3}" dt="2021-07-21T13:08:35.630" v="76" actId="14100"/>
          <ac:cxnSpMkLst>
            <pc:docMk/>
            <pc:sldMk cId="2329900056" sldId="258"/>
            <ac:cxnSpMk id="23" creationId="{5A2F0A1D-9955-4A60-B50A-F28BCAE8F8C1}"/>
          </ac:cxnSpMkLst>
        </pc:cxnChg>
      </pc:sldChg>
      <pc:sldChg chg="modSp">
        <pc:chgData name="Julia Nasrallah" userId="a195ca03-6986-4630-8fa7-5c8ad63c348f" providerId="ADAL" clId="{E5D9FC6A-DEE6-46E1-A1E1-0D2D7438ADB3}" dt="2021-07-21T12:59:15.011" v="2" actId="14100"/>
        <pc:sldMkLst>
          <pc:docMk/>
          <pc:sldMk cId="2170626237" sldId="259"/>
        </pc:sldMkLst>
        <pc:spChg chg="mod">
          <ac:chgData name="Julia Nasrallah" userId="a195ca03-6986-4630-8fa7-5c8ad63c348f" providerId="ADAL" clId="{E5D9FC6A-DEE6-46E1-A1E1-0D2D7438ADB3}" dt="2021-07-21T12:59:15.011" v="2" actId="14100"/>
          <ac:spMkLst>
            <pc:docMk/>
            <pc:sldMk cId="2170626237" sldId="259"/>
            <ac:spMk id="6" creationId="{2F6A58EB-E303-4E1E-909F-08605A84AD6D}"/>
          </ac:spMkLst>
        </pc:spChg>
        <pc:cxnChg chg="mod">
          <ac:chgData name="Julia Nasrallah" userId="a195ca03-6986-4630-8fa7-5c8ad63c348f" providerId="ADAL" clId="{E5D9FC6A-DEE6-46E1-A1E1-0D2D7438ADB3}" dt="2021-07-21T12:59:15.011" v="2" actId="14100"/>
          <ac:cxnSpMkLst>
            <pc:docMk/>
            <pc:sldMk cId="2170626237" sldId="259"/>
            <ac:cxnSpMk id="8" creationId="{39413F6A-EC39-4806-BBA1-A2C2D086542C}"/>
          </ac:cxnSpMkLst>
        </pc:cxnChg>
      </pc:sldChg>
      <pc:sldChg chg="addSp delSp modSp">
        <pc:chgData name="Julia Nasrallah" userId="a195ca03-6986-4630-8fa7-5c8ad63c348f" providerId="ADAL" clId="{E5D9FC6A-DEE6-46E1-A1E1-0D2D7438ADB3}" dt="2021-07-21T13:13:00.024" v="133" actId="1076"/>
        <pc:sldMkLst>
          <pc:docMk/>
          <pc:sldMk cId="1097007592" sldId="260"/>
        </pc:sldMkLst>
        <pc:spChg chg="mod">
          <ac:chgData name="Julia Nasrallah" userId="a195ca03-6986-4630-8fa7-5c8ad63c348f" providerId="ADAL" clId="{E5D9FC6A-DEE6-46E1-A1E1-0D2D7438ADB3}" dt="2021-07-21T13:12:49.001" v="131" actId="1076"/>
          <ac:spMkLst>
            <pc:docMk/>
            <pc:sldMk cId="1097007592" sldId="260"/>
            <ac:spMk id="3" creationId="{15B0B7AD-CD57-438E-9092-E463B02D6266}"/>
          </ac:spMkLst>
        </pc:spChg>
        <pc:spChg chg="mod">
          <ac:chgData name="Julia Nasrallah" userId="a195ca03-6986-4630-8fa7-5c8ad63c348f" providerId="ADAL" clId="{E5D9FC6A-DEE6-46E1-A1E1-0D2D7438ADB3}" dt="2021-07-21T13:12:48.910" v="130" actId="1076"/>
          <ac:spMkLst>
            <pc:docMk/>
            <pc:sldMk cId="1097007592" sldId="260"/>
            <ac:spMk id="4" creationId="{666394B7-F27A-4404-BD13-BCAA53944EF5}"/>
          </ac:spMkLst>
        </pc:spChg>
        <pc:spChg chg="mod">
          <ac:chgData name="Julia Nasrallah" userId="a195ca03-6986-4630-8fa7-5c8ad63c348f" providerId="ADAL" clId="{E5D9FC6A-DEE6-46E1-A1E1-0D2D7438ADB3}" dt="2021-07-21T13:12:46.951" v="123" actId="1076"/>
          <ac:spMkLst>
            <pc:docMk/>
            <pc:sldMk cId="1097007592" sldId="260"/>
            <ac:spMk id="7" creationId="{9F043BAE-6A5B-409D-BE3D-4EF54C818847}"/>
          </ac:spMkLst>
        </pc:spChg>
        <pc:spChg chg="mod">
          <ac:chgData name="Julia Nasrallah" userId="a195ca03-6986-4630-8fa7-5c8ad63c348f" providerId="ADAL" clId="{E5D9FC6A-DEE6-46E1-A1E1-0D2D7438ADB3}" dt="2021-07-21T13:12:44.691" v="114" actId="1076"/>
          <ac:spMkLst>
            <pc:docMk/>
            <pc:sldMk cId="1097007592" sldId="260"/>
            <ac:spMk id="10" creationId="{DDD3D02B-C96B-41FE-A6B4-7A621E0A0529}"/>
          </ac:spMkLst>
        </pc:spChg>
        <pc:picChg chg="mod">
          <ac:chgData name="Julia Nasrallah" userId="a195ca03-6986-4630-8fa7-5c8ad63c348f" providerId="ADAL" clId="{E5D9FC6A-DEE6-46E1-A1E1-0D2D7438ADB3}" dt="2021-07-21T13:13:00.024" v="133" actId="1076"/>
          <ac:picMkLst>
            <pc:docMk/>
            <pc:sldMk cId="1097007592" sldId="260"/>
            <ac:picMk id="2" creationId="{D1A46334-9656-4DA7-8F1D-DCFC2E7E0D35}"/>
          </ac:picMkLst>
        </pc:picChg>
        <pc:picChg chg="add del mod">
          <ac:chgData name="Julia Nasrallah" userId="a195ca03-6986-4630-8fa7-5c8ad63c348f" providerId="ADAL" clId="{E5D9FC6A-DEE6-46E1-A1E1-0D2D7438ADB3}" dt="2021-07-21T13:12:54.734" v="132" actId="478"/>
          <ac:picMkLst>
            <pc:docMk/>
            <pc:sldMk cId="1097007592" sldId="260"/>
            <ac:picMk id="11" creationId="{58F10E3C-2E70-415C-B5D0-4F22E5FBC84A}"/>
          </ac:picMkLst>
        </pc:picChg>
        <pc:cxnChg chg="add del mod">
          <ac:chgData name="Julia Nasrallah" userId="a195ca03-6986-4630-8fa7-5c8ad63c348f" providerId="ADAL" clId="{E5D9FC6A-DEE6-46E1-A1E1-0D2D7438ADB3}" dt="2021-07-21T13:12:48.227" v="128" actId="1076"/>
          <ac:cxnSpMkLst>
            <pc:docMk/>
            <pc:sldMk cId="1097007592" sldId="260"/>
            <ac:cxnSpMk id="6" creationId="{92DF2399-71F4-4A66-8075-F0A9615C050F}"/>
          </ac:cxnSpMkLst>
        </pc:cxnChg>
        <pc:cxnChg chg="mod">
          <ac:chgData name="Julia Nasrallah" userId="a195ca03-6986-4630-8fa7-5c8ad63c348f" providerId="ADAL" clId="{E5D9FC6A-DEE6-46E1-A1E1-0D2D7438ADB3}" dt="2021-07-21T13:12:46.195" v="120" actId="14100"/>
          <ac:cxnSpMkLst>
            <pc:docMk/>
            <pc:sldMk cId="1097007592" sldId="260"/>
            <ac:cxnSpMk id="9" creationId="{C7B2740E-BFBF-4FC8-B01A-3D53FE4978B9}"/>
          </ac:cxnSpMkLst>
        </pc:cxnChg>
        <pc:cxnChg chg="add del mod">
          <ac:chgData name="Julia Nasrallah" userId="a195ca03-6986-4630-8fa7-5c8ad63c348f" providerId="ADAL" clId="{E5D9FC6A-DEE6-46E1-A1E1-0D2D7438ADB3}" dt="2021-07-21T13:12:44.691" v="114" actId="1076"/>
          <ac:cxnSpMkLst>
            <pc:docMk/>
            <pc:sldMk cId="1097007592" sldId="260"/>
            <ac:cxnSpMk id="14" creationId="{23C40A66-0022-4CD3-A195-35B090BFCD1D}"/>
          </ac:cxnSpMkLst>
        </pc:cxnChg>
        <pc:cxnChg chg="add del mod">
          <ac:chgData name="Julia Nasrallah" userId="a195ca03-6986-4630-8fa7-5c8ad63c348f" providerId="ADAL" clId="{E5D9FC6A-DEE6-46E1-A1E1-0D2D7438ADB3}" dt="2021-07-21T13:12:44.932" v="115" actId="11529"/>
          <ac:cxnSpMkLst>
            <pc:docMk/>
            <pc:sldMk cId="1097007592" sldId="260"/>
            <ac:cxnSpMk id="18" creationId="{548A2F46-09B4-4939-BB14-EA44665D5C74}"/>
          </ac:cxnSpMkLst>
        </pc:cxnChg>
        <pc:cxnChg chg="add del mod">
          <ac:chgData name="Julia Nasrallah" userId="a195ca03-6986-4630-8fa7-5c8ad63c348f" providerId="ADAL" clId="{E5D9FC6A-DEE6-46E1-A1E1-0D2D7438ADB3}" dt="2021-07-21T13:12:43.728" v="112" actId="11529"/>
          <ac:cxnSpMkLst>
            <pc:docMk/>
            <pc:sldMk cId="1097007592" sldId="260"/>
            <ac:cxnSpMk id="20" creationId="{A23505C4-366D-4957-9C73-CB08280BAA81}"/>
          </ac:cxnSpMkLst>
        </pc:cxnChg>
      </pc:sldChg>
      <pc:sldChg chg="modSp">
        <pc:chgData name="Julia Nasrallah" userId="a195ca03-6986-4630-8fa7-5c8ad63c348f" providerId="ADAL" clId="{E5D9FC6A-DEE6-46E1-A1E1-0D2D7438ADB3}" dt="2021-07-21T13:02:04.146" v="28" actId="14100"/>
        <pc:sldMkLst>
          <pc:docMk/>
          <pc:sldMk cId="1745828806" sldId="261"/>
        </pc:sldMkLst>
        <pc:spChg chg="mod">
          <ac:chgData name="Julia Nasrallah" userId="a195ca03-6986-4630-8fa7-5c8ad63c348f" providerId="ADAL" clId="{E5D9FC6A-DEE6-46E1-A1E1-0D2D7438ADB3}" dt="2021-07-21T13:01:47.669" v="24" actId="20577"/>
          <ac:spMkLst>
            <pc:docMk/>
            <pc:sldMk cId="1745828806" sldId="261"/>
            <ac:spMk id="4" creationId="{1DBAF125-BF3D-4DCE-93AD-6494F6F7A978}"/>
          </ac:spMkLst>
        </pc:spChg>
        <pc:spChg chg="mod">
          <ac:chgData name="Julia Nasrallah" userId="a195ca03-6986-4630-8fa7-5c8ad63c348f" providerId="ADAL" clId="{E5D9FC6A-DEE6-46E1-A1E1-0D2D7438ADB3}" dt="2021-07-21T13:02:04.146" v="28" actId="14100"/>
          <ac:spMkLst>
            <pc:docMk/>
            <pc:sldMk cId="1745828806" sldId="261"/>
            <ac:spMk id="7" creationId="{27FE5AED-519B-4F5C-94D2-2B905FADB1A7}"/>
          </ac:spMkLst>
        </pc:spChg>
        <pc:cxnChg chg="mod">
          <ac:chgData name="Julia Nasrallah" userId="a195ca03-6986-4630-8fa7-5c8ad63c348f" providerId="ADAL" clId="{E5D9FC6A-DEE6-46E1-A1E1-0D2D7438ADB3}" dt="2021-07-21T13:01:45.714" v="23" actId="14100"/>
          <ac:cxnSpMkLst>
            <pc:docMk/>
            <pc:sldMk cId="1745828806" sldId="261"/>
            <ac:cxnSpMk id="6" creationId="{537D6970-7411-486F-8FDB-77122EA3FE07}"/>
          </ac:cxnSpMkLst>
        </pc:cxnChg>
      </pc:sldChg>
      <pc:sldChg chg="modSp">
        <pc:chgData name="Julia Nasrallah" userId="a195ca03-6986-4630-8fa7-5c8ad63c348f" providerId="ADAL" clId="{E5D9FC6A-DEE6-46E1-A1E1-0D2D7438ADB3}" dt="2021-07-21T13:02:48.848" v="33" actId="1076"/>
        <pc:sldMkLst>
          <pc:docMk/>
          <pc:sldMk cId="3118172005" sldId="262"/>
        </pc:sldMkLst>
        <pc:spChg chg="mod">
          <ac:chgData name="Julia Nasrallah" userId="a195ca03-6986-4630-8fa7-5c8ad63c348f" providerId="ADAL" clId="{E5D9FC6A-DEE6-46E1-A1E1-0D2D7438ADB3}" dt="2021-07-21T12:59:34.499" v="8" actId="14100"/>
          <ac:spMkLst>
            <pc:docMk/>
            <pc:sldMk cId="3118172005" sldId="262"/>
            <ac:spMk id="4" creationId="{51F82E57-68D8-46F1-8492-B8F541D4A433}"/>
          </ac:spMkLst>
        </pc:spChg>
        <pc:spChg chg="mod">
          <ac:chgData name="Julia Nasrallah" userId="a195ca03-6986-4630-8fa7-5c8ad63c348f" providerId="ADAL" clId="{E5D9FC6A-DEE6-46E1-A1E1-0D2D7438ADB3}" dt="2021-07-21T13:00:04.269" v="16"/>
          <ac:spMkLst>
            <pc:docMk/>
            <pc:sldMk cId="3118172005" sldId="262"/>
            <ac:spMk id="11" creationId="{CC17F529-EC85-42B2-B50F-2E2B30A3231C}"/>
          </ac:spMkLst>
        </pc:spChg>
        <pc:spChg chg="mod">
          <ac:chgData name="Julia Nasrallah" userId="a195ca03-6986-4630-8fa7-5c8ad63c348f" providerId="ADAL" clId="{E5D9FC6A-DEE6-46E1-A1E1-0D2D7438ADB3}" dt="2021-07-21T12:59:50.100" v="12" actId="14100"/>
          <ac:spMkLst>
            <pc:docMk/>
            <pc:sldMk cId="3118172005" sldId="262"/>
            <ac:spMk id="16" creationId="{FC19896E-0056-4D2A-A101-22CACE36B9AC}"/>
          </ac:spMkLst>
        </pc:spChg>
        <pc:spChg chg="mod">
          <ac:chgData name="Julia Nasrallah" userId="a195ca03-6986-4630-8fa7-5c8ad63c348f" providerId="ADAL" clId="{E5D9FC6A-DEE6-46E1-A1E1-0D2D7438ADB3}" dt="2021-07-21T13:02:48.848" v="33" actId="1076"/>
          <ac:spMkLst>
            <pc:docMk/>
            <pc:sldMk cId="3118172005" sldId="262"/>
            <ac:spMk id="18" creationId="{B49DF0AE-C34B-427D-8106-22B5210A4076}"/>
          </ac:spMkLst>
        </pc:spChg>
        <pc:cxnChg chg="mod">
          <ac:chgData name="Julia Nasrallah" userId="a195ca03-6986-4630-8fa7-5c8ad63c348f" providerId="ADAL" clId="{E5D9FC6A-DEE6-46E1-A1E1-0D2D7438ADB3}" dt="2021-07-21T12:59:34.499" v="8" actId="14100"/>
          <ac:cxnSpMkLst>
            <pc:docMk/>
            <pc:sldMk cId="3118172005" sldId="262"/>
            <ac:cxnSpMk id="6" creationId="{261F1F45-F429-45F9-AD07-F3A50F23FA09}"/>
          </ac:cxnSpMkLst>
        </pc:cxnChg>
        <pc:cxnChg chg="mod">
          <ac:chgData name="Julia Nasrallah" userId="a195ca03-6986-4630-8fa7-5c8ad63c348f" providerId="ADAL" clId="{E5D9FC6A-DEE6-46E1-A1E1-0D2D7438ADB3}" dt="2021-07-21T12:59:58.472" v="14" actId="14100"/>
          <ac:cxnSpMkLst>
            <pc:docMk/>
            <pc:sldMk cId="3118172005" sldId="262"/>
            <ac:cxnSpMk id="8" creationId="{0C836D90-47AE-47C4-BD02-48F41ADCC23D}"/>
          </ac:cxnSpMkLst>
        </pc:cxnChg>
        <pc:cxnChg chg="mod">
          <ac:chgData name="Julia Nasrallah" userId="a195ca03-6986-4630-8fa7-5c8ad63c348f" providerId="ADAL" clId="{E5D9FC6A-DEE6-46E1-A1E1-0D2D7438ADB3}" dt="2021-07-21T13:00:10.752" v="17" actId="14100"/>
          <ac:cxnSpMkLst>
            <pc:docMk/>
            <pc:sldMk cId="3118172005" sldId="262"/>
            <ac:cxnSpMk id="13" creationId="{DC1DF220-CE26-467F-8D41-A9F97E925C23}"/>
          </ac:cxnSpMkLst>
        </pc:cxnChg>
      </pc:sldChg>
      <pc:sldChg chg="modSp">
        <pc:chgData name="Julia Nasrallah" userId="a195ca03-6986-4630-8fa7-5c8ad63c348f" providerId="ADAL" clId="{E5D9FC6A-DEE6-46E1-A1E1-0D2D7438ADB3}" dt="2021-07-21T13:09:42.887" v="88"/>
        <pc:sldMkLst>
          <pc:docMk/>
          <pc:sldMk cId="849855746" sldId="263"/>
        </pc:sldMkLst>
        <pc:spChg chg="mod">
          <ac:chgData name="Julia Nasrallah" userId="a195ca03-6986-4630-8fa7-5c8ad63c348f" providerId="ADAL" clId="{E5D9FC6A-DEE6-46E1-A1E1-0D2D7438ADB3}" dt="2021-07-21T13:09:36.542" v="84"/>
          <ac:spMkLst>
            <pc:docMk/>
            <pc:sldMk cId="849855746" sldId="263"/>
            <ac:spMk id="5" creationId="{DA58F5F9-B19C-405C-BA7D-0AAE97B45775}"/>
          </ac:spMkLst>
        </pc:spChg>
        <pc:spChg chg="mod">
          <ac:chgData name="Julia Nasrallah" userId="a195ca03-6986-4630-8fa7-5c8ad63c348f" providerId="ADAL" clId="{E5D9FC6A-DEE6-46E1-A1E1-0D2D7438ADB3}" dt="2021-07-21T13:09:39.759" v="86"/>
          <ac:spMkLst>
            <pc:docMk/>
            <pc:sldMk cId="849855746" sldId="263"/>
            <ac:spMk id="6" creationId="{C77DC81F-7368-46BB-BF9D-836C63D33C68}"/>
          </ac:spMkLst>
        </pc:spChg>
        <pc:spChg chg="mod">
          <ac:chgData name="Julia Nasrallah" userId="a195ca03-6986-4630-8fa7-5c8ad63c348f" providerId="ADAL" clId="{E5D9FC6A-DEE6-46E1-A1E1-0D2D7438ADB3}" dt="2021-07-21T13:09:42.887" v="88"/>
          <ac:spMkLst>
            <pc:docMk/>
            <pc:sldMk cId="849855746" sldId="263"/>
            <ac:spMk id="7" creationId="{C5B5FCB8-3C15-4A39-80CB-15997CC4E199}"/>
          </ac:spMkLst>
        </pc:spChg>
        <pc:spChg chg="mod">
          <ac:chgData name="Julia Nasrallah" userId="a195ca03-6986-4630-8fa7-5c8ad63c348f" providerId="ADAL" clId="{E5D9FC6A-DEE6-46E1-A1E1-0D2D7438ADB3}" dt="2021-07-21T13:03:23.235" v="38" actId="1076"/>
          <ac:spMkLst>
            <pc:docMk/>
            <pc:sldMk cId="849855746" sldId="263"/>
            <ac:spMk id="16" creationId="{189151E4-363E-48E5-A913-277B2245B9C5}"/>
          </ac:spMkLst>
        </pc:spChg>
        <pc:cxnChg chg="mod">
          <ac:chgData name="Julia Nasrallah" userId="a195ca03-6986-4630-8fa7-5c8ad63c348f" providerId="ADAL" clId="{E5D9FC6A-DEE6-46E1-A1E1-0D2D7438ADB3}" dt="2021-07-21T13:09:39.759" v="86"/>
          <ac:cxnSpMkLst>
            <pc:docMk/>
            <pc:sldMk cId="849855746" sldId="263"/>
            <ac:cxnSpMk id="11" creationId="{7C4B8578-E95C-47A0-9E22-3093B2B6D1D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57C79-4461-48E0-928B-DB0CB410E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E9D564-F818-464B-898C-0110B8A1B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A4B4-DA2B-4AEA-A1C3-03680D163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FC863C-0FD1-48AC-8533-72D70D746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1CB08-4F12-45CD-99D7-D562FA25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4366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6E2-2AE3-4D46-A9EC-E487A9960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46D49-12BF-48C7-A018-88466639D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C7C03-3BFA-4030-B511-2C4183A8C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8AE38-05B5-483B-98F9-561AA567A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794C7-F468-4EAA-99E8-C1367D904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5274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38A89-5DFE-4ACB-AAA2-5F30502C2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77551-F5D9-4B15-8C8B-BEEEE796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9A1DE-5A7B-48FD-9CBB-DDEE2F19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EA533-F455-4D32-963F-6C63AEAF7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50279F-CA83-4198-9A67-3784FED80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7617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ED88-D71F-4E9C-8E47-2F4415F84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A3961-9CDB-4F71-AA87-D4FFE03F4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81D00-FFB7-48AD-A55D-E974CBA98F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D1E3B-F8E8-458E-9E44-4B1048372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A5437D-EF81-46F6-8723-A439F47E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9E7B2-473E-4526-9680-B0CC57396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036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33B46-182C-45A0-BC13-DD0B3D37D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65E2A8-E5C8-4B01-9F7D-E5258BB0F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D164EE-AFEE-48AE-98AC-0A79C60A2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3EA69-10C4-480D-9BDF-D0EB21B197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7195ED-23CA-42FF-9379-3C1FFBF41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C6ED7-29FE-4D10-8542-6DFAAFF63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B0D98C-DF46-4EFD-B81A-53F3DF76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00634A-D422-457A-BBAC-9FDDD88DA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62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61F8F-E48D-479F-B287-7B5AED8D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FD2E5-E901-463B-BE65-45A7863EF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AC43D-7225-4849-91F9-03F71BF8A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C0F72-A2AF-47B6-9425-5BBE71089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233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1D9596-881F-4FA7-A0A9-8F6470A02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4DB6C6-DBF7-4C59-807A-C3F15B49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68E3E-59F9-405C-A4ED-AB8F1FE15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5952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F085A-6668-43EC-92A0-39101BD32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46977-44C3-428F-9E4B-7548C2F5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C64F7D-B390-4404-8836-56E821C2C2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4A4B8-A604-4842-BF8F-2920E3EED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3A3F2B-7E24-413F-9871-7E58E473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BDD817-E84E-4B80-9525-5A9D4813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4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0A7B-A5BB-4BF9-9D84-CCEAB52F7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147D0-3455-49EE-87F4-51A3F0B65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6C577-0E11-465F-8D21-B0520BE8E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6DEB62-FCB8-49F2-9D9B-9124CDC2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147D7-4305-4A5F-AE18-553A9571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6751A-A0B4-423E-A357-A1F17180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220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59456-93E2-49F4-A156-1FCE0EC51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BFA24-CF70-4807-B5C1-C30593784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CC834-CE25-4B49-BF32-EE1A874A0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4861-E284-4BD4-9360-62AD86BA8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6EAC-F311-4AB1-8C27-FF532952F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46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A3DDE3-1D5B-40A1-80B3-EADEDE15EF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ECC3-7BBE-4BAB-81E6-A2ED8275F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7113D2-1948-458B-851E-9BA93D76E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6B4A-351B-42AE-BB4C-C84B9CFFA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C9CDF-23A8-4D22-A576-9A78863E3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154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B49D76-5FD0-4D32-9C42-5F407D26D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FEAE3-EB42-4024-9375-B962850D2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BE6653-069B-4678-9F3F-4CD16D81A4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F4243-297F-4773-BEB8-D595B714FBB6}" type="datetimeFigureOut">
              <a:rPr lang="en-GB" smtClean="0"/>
              <a:t>21/07/2021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DDE7A-690C-496A-BA0D-CF083E73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1EA17-8F73-4D2C-9FCA-6098F94AB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7E5E9-3A84-47A4-8DAB-37D8CDB632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5749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1BCDC4-5BE9-4F63-932A-8A1E1C3934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48" y="366712"/>
            <a:ext cx="3095625" cy="61245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0F239E-08A5-43DE-A475-13D007E1A4E2}"/>
              </a:ext>
            </a:extLst>
          </p:cNvPr>
          <p:cNvSpPr txBox="1"/>
          <p:nvPr/>
        </p:nvSpPr>
        <p:spPr>
          <a:xfrm>
            <a:off x="8050694" y="4038599"/>
            <a:ext cx="330641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161863E-F885-45E5-8183-7AF6D4264978}"/>
              </a:ext>
            </a:extLst>
          </p:cNvPr>
          <p:cNvCxnSpPr/>
          <p:nvPr/>
        </p:nvCxnSpPr>
        <p:spPr>
          <a:xfrm flipH="1">
            <a:off x="6838122" y="4200939"/>
            <a:ext cx="11131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F6A58EB-E303-4E1E-909F-08605A84AD6D}"/>
              </a:ext>
            </a:extLst>
          </p:cNvPr>
          <p:cNvSpPr txBox="1"/>
          <p:nvPr/>
        </p:nvSpPr>
        <p:spPr>
          <a:xfrm>
            <a:off x="8421756" y="4658139"/>
            <a:ext cx="1782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dirty="0" err="1"/>
              <a:t>Dhagsii</a:t>
            </a:r>
            <a:endParaRPr lang="en-GB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9413F6A-EC39-4806-BBA1-A2C2D086542C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7068690" y="4658141"/>
            <a:ext cx="1353066" cy="1846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626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1A46334-9656-4DA7-8F1D-DCFC2E7E0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2962" y="590550"/>
            <a:ext cx="2886075" cy="56769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5B0B7AD-CD57-438E-9092-E463B02D6266}"/>
              </a:ext>
            </a:extLst>
          </p:cNvPr>
          <p:cNvSpPr/>
          <p:nvPr/>
        </p:nvSpPr>
        <p:spPr>
          <a:xfrm>
            <a:off x="4903304" y="3429000"/>
            <a:ext cx="1364974" cy="14908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394B7-F27A-4404-BD13-BCAA53944EF5}"/>
              </a:ext>
            </a:extLst>
          </p:cNvPr>
          <p:cNvSpPr txBox="1"/>
          <p:nvPr/>
        </p:nvSpPr>
        <p:spPr>
          <a:xfrm>
            <a:off x="8328990" y="3244334"/>
            <a:ext cx="2749827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xxxxxx@student.cavc.ac.uk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2DF2399-71F4-4A66-8075-F0A9615C050F}"/>
              </a:ext>
            </a:extLst>
          </p:cNvPr>
          <p:cNvCxnSpPr>
            <a:cxnSpLocks/>
          </p:cNvCxnSpPr>
          <p:nvPr/>
        </p:nvCxnSpPr>
        <p:spPr>
          <a:xfrm flipH="1">
            <a:off x="7089913" y="3429000"/>
            <a:ext cx="1099930" cy="74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F043BAE-6A5B-409D-BE3D-4EF54C818847}"/>
              </a:ext>
            </a:extLst>
          </p:cNvPr>
          <p:cNvSpPr txBox="1"/>
          <p:nvPr/>
        </p:nvSpPr>
        <p:spPr>
          <a:xfrm>
            <a:off x="8328990" y="4035287"/>
            <a:ext cx="35582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Enter password/</a:t>
            </a:r>
            <a:r>
              <a:rPr lang="en-GB" dirty="0" err="1"/>
              <a:t>Geli</a:t>
            </a:r>
            <a:r>
              <a:rPr lang="en-GB" dirty="0"/>
              <a:t> </a:t>
            </a:r>
            <a:r>
              <a:rPr lang="en-GB" dirty="0" err="1"/>
              <a:t>erayga</a:t>
            </a:r>
            <a:r>
              <a:rPr lang="en-GB" dirty="0"/>
              <a:t> </a:t>
            </a:r>
            <a:r>
              <a:rPr lang="en-GB" dirty="0" err="1"/>
              <a:t>sirta</a:t>
            </a:r>
            <a:r>
              <a:rPr lang="en-GB" dirty="0"/>
              <a:t> ah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7B2740E-BFBF-4FC8-B01A-3D53FE4978B9}"/>
              </a:ext>
            </a:extLst>
          </p:cNvPr>
          <p:cNvCxnSpPr>
            <a:cxnSpLocks/>
          </p:cNvCxnSpPr>
          <p:nvPr/>
        </p:nvCxnSpPr>
        <p:spPr>
          <a:xfrm flipH="1" flipV="1">
            <a:off x="7089913" y="3829878"/>
            <a:ext cx="1099930" cy="331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DD3D02B-C96B-41FE-A6B4-7A621E0A0529}"/>
              </a:ext>
            </a:extLst>
          </p:cNvPr>
          <p:cNvSpPr txBox="1"/>
          <p:nvPr/>
        </p:nvSpPr>
        <p:spPr>
          <a:xfrm>
            <a:off x="8381999" y="4618383"/>
            <a:ext cx="1716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Click/</a:t>
            </a:r>
            <a:r>
              <a:rPr lang="en-GB" dirty="0" err="1"/>
              <a:t>Dhagsii</a:t>
            </a:r>
            <a:endParaRPr lang="en-GB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3C40A66-0022-4CD3-A195-35B090BFCD1D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5585793" y="4404621"/>
            <a:ext cx="2796206" cy="3984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007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330C84-021C-426F-ACA6-71850A347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912" y="319087"/>
            <a:ext cx="2924175" cy="621982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095BFDF-F3D1-4A05-BAA6-17C1E575D584}"/>
              </a:ext>
            </a:extLst>
          </p:cNvPr>
          <p:cNvSpPr/>
          <p:nvPr/>
        </p:nvSpPr>
        <p:spPr>
          <a:xfrm>
            <a:off x="4633912" y="2438400"/>
            <a:ext cx="2800558" cy="332629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BAF125-BF3D-4DCE-93AD-6494F6F7A978}"/>
              </a:ext>
            </a:extLst>
          </p:cNvPr>
          <p:cNvSpPr txBox="1"/>
          <p:nvPr/>
        </p:nvSpPr>
        <p:spPr>
          <a:xfrm>
            <a:off x="8408504" y="1981200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your class/</a:t>
            </a:r>
          </a:p>
          <a:p>
            <a:r>
              <a:rPr lang="en-GB" dirty="0" err="1"/>
              <a:t>Dhag</a:t>
            </a:r>
            <a:r>
              <a:rPr lang="en-GB" dirty="0"/>
              <a:t> </a:t>
            </a:r>
            <a:r>
              <a:rPr lang="en-GB" dirty="0" err="1"/>
              <a:t>kusii</a:t>
            </a:r>
            <a:r>
              <a:rPr lang="en-GB" dirty="0"/>
              <a:t> </a:t>
            </a:r>
            <a:r>
              <a:rPr lang="en-GB" dirty="0" err="1"/>
              <a:t>fasalkaaga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37D6970-7411-486F-8FDB-77122EA3FE07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096000" y="1921568"/>
            <a:ext cx="2312504" cy="382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7FE5AED-519B-4F5C-94D2-2B905FADB1A7}"/>
              </a:ext>
            </a:extLst>
          </p:cNvPr>
          <p:cNvSpPr txBox="1"/>
          <p:nvPr/>
        </p:nvSpPr>
        <p:spPr>
          <a:xfrm>
            <a:off x="2193234" y="4658139"/>
            <a:ext cx="1928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on Teams/</a:t>
            </a:r>
          </a:p>
          <a:p>
            <a:r>
              <a:rPr lang="en-GB" dirty="0" err="1"/>
              <a:t>Dhag</a:t>
            </a:r>
            <a:r>
              <a:rPr lang="en-GB" dirty="0"/>
              <a:t> </a:t>
            </a:r>
            <a:r>
              <a:rPr lang="en-GB" dirty="0" err="1"/>
              <a:t>kusii</a:t>
            </a:r>
            <a:r>
              <a:rPr lang="en-GB" dirty="0"/>
              <a:t> teams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D2E6857-599F-4A25-8556-BC0DCF62D50D}"/>
              </a:ext>
            </a:extLst>
          </p:cNvPr>
          <p:cNvCxnSpPr/>
          <p:nvPr/>
        </p:nvCxnSpPr>
        <p:spPr>
          <a:xfrm>
            <a:off x="3783495" y="5141843"/>
            <a:ext cx="1928192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82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14BCBE-37F5-4CD2-8FF3-8A394D9019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13" y="486810"/>
            <a:ext cx="266911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AE78FB5-049A-4065-B2CC-AB633022A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825" y="704175"/>
            <a:ext cx="2571102" cy="588437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1F82E57-68D8-46F1-8492-B8F541D4A433}"/>
              </a:ext>
            </a:extLst>
          </p:cNvPr>
          <p:cNvSpPr txBox="1"/>
          <p:nvPr/>
        </p:nvSpPr>
        <p:spPr>
          <a:xfrm>
            <a:off x="3435569" y="2358599"/>
            <a:ext cx="1272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</a:t>
            </a:r>
            <a:r>
              <a:rPr lang="en-GB" dirty="0" err="1"/>
              <a:t>Dhagsii</a:t>
            </a:r>
            <a:endParaRPr lang="en-GB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261F1F45-F429-45F9-AD07-F3A50F23FA09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2656821" y="2681765"/>
            <a:ext cx="778748" cy="58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836D90-47AE-47C4-BD02-48F41ADCC23D}"/>
              </a:ext>
            </a:extLst>
          </p:cNvPr>
          <p:cNvCxnSpPr>
            <a:cxnSpLocks/>
          </p:cNvCxnSpPr>
          <p:nvPr/>
        </p:nvCxnSpPr>
        <p:spPr>
          <a:xfrm>
            <a:off x="4386470" y="3429000"/>
            <a:ext cx="5898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63C94BF-4A5B-4A49-8AB1-840E9A467B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277" y="552637"/>
            <a:ext cx="2782191" cy="5884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C17F529-EC85-42B2-B50F-2E2B30A3231C}"/>
              </a:ext>
            </a:extLst>
          </p:cNvPr>
          <p:cNvSpPr txBox="1"/>
          <p:nvPr/>
        </p:nvSpPr>
        <p:spPr>
          <a:xfrm>
            <a:off x="7710323" y="4293416"/>
            <a:ext cx="153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</a:t>
            </a:r>
            <a:r>
              <a:rPr lang="en-GB" dirty="0" err="1"/>
              <a:t>Dhagsii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C1DF220-CE26-467F-8D41-A9F97E925C23}"/>
              </a:ext>
            </a:extLst>
          </p:cNvPr>
          <p:cNvCxnSpPr>
            <a:cxnSpLocks/>
          </p:cNvCxnSpPr>
          <p:nvPr/>
        </p:nvCxnSpPr>
        <p:spPr>
          <a:xfrm>
            <a:off x="8282609" y="4939747"/>
            <a:ext cx="1212516" cy="665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C19896E-0056-4D2A-A101-22CACE36B9AC}"/>
              </a:ext>
            </a:extLst>
          </p:cNvPr>
          <p:cNvSpPr txBox="1"/>
          <p:nvPr/>
        </p:nvSpPr>
        <p:spPr>
          <a:xfrm>
            <a:off x="3604987" y="3217975"/>
            <a:ext cx="1118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</a:t>
            </a:r>
            <a:r>
              <a:rPr lang="en-GB" dirty="0" err="1"/>
              <a:t>Dhagsii</a:t>
            </a:r>
            <a:endParaRPr lang="en-GB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9DF0AE-C34B-427D-8106-22B5210A4076}"/>
              </a:ext>
            </a:extLst>
          </p:cNvPr>
          <p:cNvSpPr txBox="1"/>
          <p:nvPr/>
        </p:nvSpPr>
        <p:spPr>
          <a:xfrm>
            <a:off x="3228583" y="80927"/>
            <a:ext cx="5984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meeting – phone/</a:t>
            </a:r>
            <a:r>
              <a:rPr lang="en-GB" dirty="0" err="1"/>
              <a:t>Kubiir</a:t>
            </a:r>
            <a:r>
              <a:rPr lang="en-GB" dirty="0"/>
              <a:t> </a:t>
            </a:r>
            <a:r>
              <a:rPr lang="en-GB" dirty="0" err="1"/>
              <a:t>kulanka</a:t>
            </a:r>
            <a:r>
              <a:rPr lang="en-GB" dirty="0"/>
              <a:t> </a:t>
            </a:r>
            <a:r>
              <a:rPr lang="en-GB" dirty="0" err="1"/>
              <a:t>talefanka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11817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EBD38E-5936-45FD-BB7B-27C586E5F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264" y="442911"/>
            <a:ext cx="2847975" cy="597217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DFD6EC3-2AB4-4BFD-AEA7-3060AF4FCFD2}"/>
              </a:ext>
            </a:extLst>
          </p:cNvPr>
          <p:cNvCxnSpPr>
            <a:cxnSpLocks/>
          </p:cNvCxnSpPr>
          <p:nvPr/>
        </p:nvCxnSpPr>
        <p:spPr>
          <a:xfrm>
            <a:off x="3856383" y="1027043"/>
            <a:ext cx="872728" cy="3445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0DB2ED1-F192-44A9-B822-D07D535081B1}"/>
              </a:ext>
            </a:extLst>
          </p:cNvPr>
          <p:cNvSpPr txBox="1"/>
          <p:nvPr/>
        </p:nvSpPr>
        <p:spPr>
          <a:xfrm>
            <a:off x="4812895" y="1186934"/>
            <a:ext cx="18396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dirty="0" err="1"/>
              <a:t>wadahadal</a:t>
            </a:r>
            <a:endParaRPr lang="en-GB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ACD3811-4437-47F6-BC56-60F18F29958F}"/>
              </a:ext>
            </a:extLst>
          </p:cNvPr>
          <p:cNvCxnSpPr>
            <a:cxnSpLocks/>
          </p:cNvCxnSpPr>
          <p:nvPr/>
        </p:nvCxnSpPr>
        <p:spPr>
          <a:xfrm flipV="1">
            <a:off x="2493300" y="4807039"/>
            <a:ext cx="2122054" cy="858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DF7A171-B849-425C-9040-7A6BD553351B}"/>
              </a:ext>
            </a:extLst>
          </p:cNvPr>
          <p:cNvSpPr txBox="1"/>
          <p:nvPr/>
        </p:nvSpPr>
        <p:spPr>
          <a:xfrm>
            <a:off x="4615354" y="4326835"/>
            <a:ext cx="2227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</a:p>
          <a:p>
            <a:r>
              <a:rPr lang="en-GB" dirty="0" err="1"/>
              <a:t>Codka</a:t>
            </a:r>
            <a:r>
              <a:rPr lang="en-GB" dirty="0"/>
              <a:t> furan\</a:t>
            </a:r>
            <a:r>
              <a:rPr lang="en-GB" dirty="0" err="1"/>
              <a:t>xiran</a:t>
            </a:r>
            <a:r>
              <a:rPr lang="en-GB" dirty="0"/>
              <a:t>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0E3B0-2B3B-400A-A38B-36D678776B44}"/>
              </a:ext>
            </a:extLst>
          </p:cNvPr>
          <p:cNvCxnSpPr>
            <a:cxnSpLocks/>
            <a:endCxn id="11" idx="2"/>
          </p:cNvCxnSpPr>
          <p:nvPr/>
        </p:nvCxnSpPr>
        <p:spPr>
          <a:xfrm flipH="1" flipV="1">
            <a:off x="937860" y="5240155"/>
            <a:ext cx="834668" cy="425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BB5A64D-79A6-482B-9EB8-CADEC21582B7}"/>
              </a:ext>
            </a:extLst>
          </p:cNvPr>
          <p:cNvSpPr txBox="1"/>
          <p:nvPr/>
        </p:nvSpPr>
        <p:spPr>
          <a:xfrm>
            <a:off x="214723" y="4039826"/>
            <a:ext cx="14462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</a:p>
          <a:p>
            <a:r>
              <a:rPr lang="en-GB" dirty="0" err="1"/>
              <a:t>Kamarad</a:t>
            </a:r>
            <a:r>
              <a:rPr lang="en-GB" dirty="0"/>
              <a:t> </a:t>
            </a:r>
            <a:r>
              <a:rPr lang="en-GB" dirty="0" err="1"/>
              <a:t>shidan</a:t>
            </a:r>
            <a:r>
              <a:rPr lang="en-GB" dirty="0"/>
              <a:t>\</a:t>
            </a:r>
            <a:r>
              <a:rPr lang="en-GB" dirty="0" err="1"/>
              <a:t>xiran</a:t>
            </a:r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85FD641-A803-4FFE-AC08-6CE2459D212F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3979250" y="5776155"/>
            <a:ext cx="863417" cy="54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7672BBD-2DA7-4B96-B8A2-FB27D6BEC008}"/>
              </a:ext>
            </a:extLst>
          </p:cNvPr>
          <p:cNvSpPr txBox="1"/>
          <p:nvPr/>
        </p:nvSpPr>
        <p:spPr>
          <a:xfrm>
            <a:off x="4842667" y="5452989"/>
            <a:ext cx="2439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 </a:t>
            </a:r>
            <a:r>
              <a:rPr lang="en-GB" dirty="0" err="1"/>
              <a:t>Dhamaadka</a:t>
            </a:r>
            <a:r>
              <a:rPr lang="en-GB" dirty="0"/>
              <a:t> </a:t>
            </a:r>
            <a:r>
              <a:rPr lang="en-GB" dirty="0" err="1"/>
              <a:t>wicitaanka</a:t>
            </a:r>
            <a:endParaRPr lang="en-GB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16F3507-8EC2-455F-B0A6-A13AD71853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113" y="442912"/>
            <a:ext cx="2876550" cy="6067425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6681498-33C2-484C-9FEF-8AE71F20C585}"/>
              </a:ext>
            </a:extLst>
          </p:cNvPr>
          <p:cNvCxnSpPr/>
          <p:nvPr/>
        </p:nvCxnSpPr>
        <p:spPr>
          <a:xfrm flipV="1">
            <a:off x="8093171" y="4500411"/>
            <a:ext cx="2707351" cy="1479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5F1B181-763F-4717-A342-B5FD01D1C0B5}"/>
              </a:ext>
            </a:extLst>
          </p:cNvPr>
          <p:cNvSpPr txBox="1"/>
          <p:nvPr/>
        </p:nvSpPr>
        <p:spPr>
          <a:xfrm>
            <a:off x="10800521" y="4315745"/>
            <a:ext cx="1176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 </a:t>
            </a:r>
            <a:r>
              <a:rPr lang="en-GB" dirty="0" err="1"/>
              <a:t>qor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292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0B4E47-E17E-4EB7-9E9C-6D909028C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41" y="743458"/>
            <a:ext cx="4850321" cy="25106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2887F7-0041-4ACC-8267-72FA0EC7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3600494"/>
            <a:ext cx="4956339" cy="24357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87C8037-516A-4A9A-9A25-0FB256D8A5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235" y="1197822"/>
            <a:ext cx="4459313" cy="2776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58F5F9-B19C-405C-BA7D-0AAE97B45775}"/>
              </a:ext>
            </a:extLst>
          </p:cNvPr>
          <p:cNvSpPr txBox="1"/>
          <p:nvPr/>
        </p:nvSpPr>
        <p:spPr>
          <a:xfrm>
            <a:off x="5261140" y="1686674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1/ </a:t>
            </a:r>
            <a:r>
              <a:rPr lang="en-GB" dirty="0" err="1"/>
              <a:t>Dhagsii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DC81F-7368-46BB-BF9D-836C63D33C68}"/>
              </a:ext>
            </a:extLst>
          </p:cNvPr>
          <p:cNvSpPr txBox="1"/>
          <p:nvPr/>
        </p:nvSpPr>
        <p:spPr>
          <a:xfrm>
            <a:off x="5453270" y="4087431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2/ </a:t>
            </a:r>
            <a:r>
              <a:rPr lang="en-GB" dirty="0" err="1"/>
              <a:t>Dhagsii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B5FCB8-3C15-4A39-80CB-15997CC4E199}"/>
              </a:ext>
            </a:extLst>
          </p:cNvPr>
          <p:cNvSpPr txBox="1"/>
          <p:nvPr/>
        </p:nvSpPr>
        <p:spPr>
          <a:xfrm>
            <a:off x="9932505" y="4272097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Click 3/ </a:t>
            </a:r>
            <a:r>
              <a:rPr lang="en-GB" dirty="0" err="1"/>
              <a:t>Dhagsii</a:t>
            </a:r>
            <a:endParaRPr lang="en-GB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27A06B-FFB1-4C2A-A8D0-82E367FBC545}"/>
              </a:ext>
            </a:extLst>
          </p:cNvPr>
          <p:cNvCxnSpPr>
            <a:cxnSpLocks/>
          </p:cNvCxnSpPr>
          <p:nvPr/>
        </p:nvCxnSpPr>
        <p:spPr>
          <a:xfrm flipH="1">
            <a:off x="4419571" y="1979085"/>
            <a:ext cx="735552" cy="477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C4B8578-E95C-47A0-9E22-3093B2B6D1DA}"/>
              </a:ext>
            </a:extLst>
          </p:cNvPr>
          <p:cNvCxnSpPr>
            <a:cxnSpLocks/>
            <a:stCxn id="6" idx="1"/>
          </p:cNvCxnSpPr>
          <p:nvPr/>
        </p:nvCxnSpPr>
        <p:spPr>
          <a:xfrm flipH="1" flipV="1">
            <a:off x="4750920" y="4087432"/>
            <a:ext cx="702350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03AC108-31ED-4877-87CE-58CA4F9A662B}"/>
              </a:ext>
            </a:extLst>
          </p:cNvPr>
          <p:cNvCxnSpPr/>
          <p:nvPr/>
        </p:nvCxnSpPr>
        <p:spPr>
          <a:xfrm flipV="1">
            <a:off x="10535478" y="3800976"/>
            <a:ext cx="192157" cy="471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89151E4-363E-48E5-A913-277B2245B9C5}"/>
              </a:ext>
            </a:extLst>
          </p:cNvPr>
          <p:cNvSpPr txBox="1"/>
          <p:nvPr/>
        </p:nvSpPr>
        <p:spPr>
          <a:xfrm>
            <a:off x="3382644" y="118343"/>
            <a:ext cx="5585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To join a call – laptop/</a:t>
            </a:r>
            <a:r>
              <a:rPr lang="en-GB" dirty="0" err="1"/>
              <a:t>Kubiir</a:t>
            </a:r>
            <a:r>
              <a:rPr lang="en-GB" dirty="0"/>
              <a:t> </a:t>
            </a:r>
            <a:r>
              <a:rPr lang="en-GB" dirty="0" err="1"/>
              <a:t>kulanka</a:t>
            </a:r>
            <a:r>
              <a:rPr lang="en-GB" dirty="0"/>
              <a:t> </a:t>
            </a:r>
            <a:r>
              <a:rPr lang="en-GB" dirty="0" err="1"/>
              <a:t>laptopka</a:t>
            </a:r>
            <a:r>
              <a:rPr lang="en-GB" dirty="0"/>
              <a:t> 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849855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D1FD69-6C07-4927-99FB-93EF47255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4449" y="974254"/>
            <a:ext cx="5479565" cy="3428555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A653DD-8F5E-4A63-BC32-DA6AE15EAFFB}"/>
              </a:ext>
            </a:extLst>
          </p:cNvPr>
          <p:cNvCxnSpPr>
            <a:cxnSpLocks/>
          </p:cNvCxnSpPr>
          <p:nvPr/>
        </p:nvCxnSpPr>
        <p:spPr>
          <a:xfrm flipH="1" flipV="1">
            <a:off x="2789689" y="747430"/>
            <a:ext cx="1033364" cy="4949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245AB2F-9C79-4E49-9FF4-455CE0BDEDEE}"/>
              </a:ext>
            </a:extLst>
          </p:cNvPr>
          <p:cNvCxnSpPr>
            <a:cxnSpLocks/>
          </p:cNvCxnSpPr>
          <p:nvPr/>
        </p:nvCxnSpPr>
        <p:spPr>
          <a:xfrm flipH="1" flipV="1">
            <a:off x="4545294" y="648808"/>
            <a:ext cx="583300" cy="593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4CEE907-D21A-4108-8376-B6D5B764CEC7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5645426" y="780228"/>
            <a:ext cx="337729" cy="462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2C5B19F-FDDA-4860-9EFA-AEE57E11131E}"/>
              </a:ext>
            </a:extLst>
          </p:cNvPr>
          <p:cNvSpPr txBox="1"/>
          <p:nvPr/>
        </p:nvSpPr>
        <p:spPr>
          <a:xfrm>
            <a:off x="1173229" y="491510"/>
            <a:ext cx="183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Chat/</a:t>
            </a:r>
            <a:r>
              <a:rPr lang="en-GB" dirty="0" err="1"/>
              <a:t>wadahadal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B24EA-E5CA-4262-AA59-AA30D8B98760}"/>
              </a:ext>
            </a:extLst>
          </p:cNvPr>
          <p:cNvSpPr txBox="1"/>
          <p:nvPr/>
        </p:nvSpPr>
        <p:spPr>
          <a:xfrm>
            <a:off x="3283028" y="214511"/>
            <a:ext cx="378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Camera on/off/</a:t>
            </a:r>
            <a:r>
              <a:rPr lang="en-GB" dirty="0" err="1"/>
              <a:t>Kamarad</a:t>
            </a:r>
            <a:r>
              <a:rPr lang="en-GB" dirty="0"/>
              <a:t> </a:t>
            </a:r>
            <a:r>
              <a:rPr lang="en-GB" dirty="0" err="1"/>
              <a:t>shidan</a:t>
            </a:r>
            <a:r>
              <a:rPr lang="en-GB" dirty="0"/>
              <a:t>\</a:t>
            </a:r>
            <a:r>
              <a:rPr lang="en-GB" dirty="0" err="1"/>
              <a:t>xiran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3A8E4-1358-4B56-9D68-3884EC274371}"/>
              </a:ext>
            </a:extLst>
          </p:cNvPr>
          <p:cNvSpPr txBox="1"/>
          <p:nvPr/>
        </p:nvSpPr>
        <p:spPr>
          <a:xfrm>
            <a:off x="5983155" y="595562"/>
            <a:ext cx="378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Mute/unmute/</a:t>
            </a:r>
            <a:r>
              <a:rPr lang="en-GB" dirty="0" err="1"/>
              <a:t>Codka</a:t>
            </a:r>
            <a:r>
              <a:rPr lang="en-GB" dirty="0"/>
              <a:t> furan\</a:t>
            </a:r>
            <a:r>
              <a:rPr lang="en-GB" dirty="0" err="1"/>
              <a:t>xiran</a:t>
            </a:r>
            <a:r>
              <a:rPr lang="en-GB" dirty="0"/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99DC3A5-A9D1-46AB-BDF2-87AD24734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1286" y="2793084"/>
            <a:ext cx="5114925" cy="3219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739CFB3-F5F0-40A9-8219-EB7A6E9238AF}"/>
              </a:ext>
            </a:extLst>
          </p:cNvPr>
          <p:cNvSpPr txBox="1"/>
          <p:nvPr/>
        </p:nvSpPr>
        <p:spPr>
          <a:xfrm>
            <a:off x="9395581" y="6208644"/>
            <a:ext cx="14844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Type/ </a:t>
            </a:r>
            <a:r>
              <a:rPr lang="en-GB" dirty="0" err="1"/>
              <a:t>qor</a:t>
            </a:r>
            <a:endParaRPr lang="en-GB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3A4D40B-BF77-437D-9F1A-1B7C82DFB849}"/>
              </a:ext>
            </a:extLst>
          </p:cNvPr>
          <p:cNvCxnSpPr>
            <a:cxnSpLocks/>
            <a:stCxn id="17" idx="0"/>
          </p:cNvCxnSpPr>
          <p:nvPr/>
        </p:nvCxnSpPr>
        <p:spPr>
          <a:xfrm flipH="1" flipV="1">
            <a:off x="10111410" y="5645426"/>
            <a:ext cx="26398" cy="563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F0DB10D-4A05-4527-98B1-8F43F9C29BF0}"/>
              </a:ext>
            </a:extLst>
          </p:cNvPr>
          <p:cNvSpPr txBox="1"/>
          <p:nvPr/>
        </p:nvSpPr>
        <p:spPr>
          <a:xfrm>
            <a:off x="7560358" y="1609233"/>
            <a:ext cx="357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End call/ </a:t>
            </a:r>
            <a:r>
              <a:rPr lang="en-GB" dirty="0" err="1"/>
              <a:t>Dhamaadka</a:t>
            </a:r>
            <a:r>
              <a:rPr lang="en-GB" dirty="0"/>
              <a:t> </a:t>
            </a:r>
            <a:r>
              <a:rPr lang="en-GB" dirty="0" err="1"/>
              <a:t>wicitaanka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A2F0A1D-9955-4A60-B50A-F28BCAE8F8C1}"/>
              </a:ext>
            </a:extLst>
          </p:cNvPr>
          <p:cNvCxnSpPr>
            <a:cxnSpLocks/>
            <a:stCxn id="21" idx="1"/>
          </p:cNvCxnSpPr>
          <p:nvPr/>
        </p:nvCxnSpPr>
        <p:spPr>
          <a:xfrm flipH="1" flipV="1">
            <a:off x="6771758" y="1413125"/>
            <a:ext cx="788600" cy="380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9900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FA2D43-A8C7-4C4D-9A2A-3D3F27DBBC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ECA9A1-CE19-466D-949A-68BF3399821C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edee15e7-447e-48a0-9c83-dd90427a371f"/>
    <ds:schemaRef ds:uri="http://schemas.microsoft.com/office/2006/metadata/properties"/>
    <ds:schemaRef ds:uri="http://purl.org/dc/terms/"/>
    <ds:schemaRef ds:uri="ee33d249-ce2b-4c43-a749-c7a5913dfd3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44E95C0-E778-4C41-985A-EACA6BA65D4A}"/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146</Words>
  <Application>Microsoft Office PowerPoint</Application>
  <PresentationFormat>Widescreen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 Nasrallah</dc:creator>
  <cp:lastModifiedBy>Julia Nasrallah</cp:lastModifiedBy>
  <cp:revision>8</cp:revision>
  <dcterms:created xsi:type="dcterms:W3CDTF">2021-06-30T13:21:48Z</dcterms:created>
  <dcterms:modified xsi:type="dcterms:W3CDTF">2021-07-21T13:14:11Z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Order">
    <vt:r8>8742600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  <property fmtid="{D5CDD505-2E9C-101B-9397-08002B2CF9AE}" pid="13" name="TaxKeyword">
    <vt:lpwstr/>
  </property>
</Properties>
</file>