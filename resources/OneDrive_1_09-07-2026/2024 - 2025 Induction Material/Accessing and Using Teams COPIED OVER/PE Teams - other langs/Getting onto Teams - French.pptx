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9" r:id="rId5"/>
    <p:sldId id="260" r:id="rId6"/>
    <p:sldId id="261" r:id="rId7"/>
    <p:sldId id="262" r:id="rId8"/>
    <p:sldId id="257" r:id="rId9"/>
    <p:sldId id="263" r:id="rId10"/>
    <p:sldId id="25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lia Nasrallah" userId="a195ca03-6986-4630-8fa7-5c8ad63c348f" providerId="ADAL" clId="{E5D9FC6A-DEE6-46E1-A1E1-0D2D7438ADB3}"/>
    <pc:docChg chg="modSld">
      <pc:chgData name="Julia Nasrallah" userId="a195ca03-6986-4630-8fa7-5c8ad63c348f" providerId="ADAL" clId="{E5D9FC6A-DEE6-46E1-A1E1-0D2D7438ADB3}" dt="2021-07-23T13:16:12.004" v="259" actId="20577"/>
      <pc:docMkLst>
        <pc:docMk/>
      </pc:docMkLst>
      <pc:sldChg chg="modSp">
        <pc:chgData name="Julia Nasrallah" userId="a195ca03-6986-4630-8fa7-5c8ad63c348f" providerId="ADAL" clId="{E5D9FC6A-DEE6-46E1-A1E1-0D2D7438ADB3}" dt="2021-07-23T13:14:48.231" v="255"/>
        <pc:sldMkLst>
          <pc:docMk/>
          <pc:sldMk cId="2502925252" sldId="257"/>
        </pc:sldMkLst>
        <pc:spChg chg="mod">
          <ac:chgData name="Julia Nasrallah" userId="a195ca03-6986-4630-8fa7-5c8ad63c348f" providerId="ADAL" clId="{E5D9FC6A-DEE6-46E1-A1E1-0D2D7438ADB3}" dt="2021-07-23T13:12:00.211" v="142" actId="14100"/>
          <ac:spMkLst>
            <pc:docMk/>
            <pc:sldMk cId="2502925252" sldId="257"/>
            <ac:spMk id="5" creationId="{40DB2ED1-F192-44A9-B822-D07D535081B1}"/>
          </ac:spMkLst>
        </pc:spChg>
        <pc:spChg chg="mod">
          <ac:chgData name="Julia Nasrallah" userId="a195ca03-6986-4630-8fa7-5c8ad63c348f" providerId="ADAL" clId="{E5D9FC6A-DEE6-46E1-A1E1-0D2D7438ADB3}" dt="2021-07-23T13:13:59.919" v="225" actId="1076"/>
          <ac:spMkLst>
            <pc:docMk/>
            <pc:sldMk cId="2502925252" sldId="257"/>
            <ac:spMk id="8" creationId="{ADF7A171-B849-425C-9040-7A6BD553351B}"/>
          </ac:spMkLst>
        </pc:spChg>
        <pc:spChg chg="mod">
          <ac:chgData name="Julia Nasrallah" userId="a195ca03-6986-4630-8fa7-5c8ad63c348f" providerId="ADAL" clId="{E5D9FC6A-DEE6-46E1-A1E1-0D2D7438ADB3}" dt="2021-07-23T13:13:12.446" v="181" actId="1076"/>
          <ac:spMkLst>
            <pc:docMk/>
            <pc:sldMk cId="2502925252" sldId="257"/>
            <ac:spMk id="11" creationId="{4BB5A64D-79A6-482B-9EB8-CADEC21582B7}"/>
          </ac:spMkLst>
        </pc:spChg>
        <pc:spChg chg="mod">
          <ac:chgData name="Julia Nasrallah" userId="a195ca03-6986-4630-8fa7-5c8ad63c348f" providerId="ADAL" clId="{E5D9FC6A-DEE6-46E1-A1E1-0D2D7438ADB3}" dt="2021-07-23T13:14:18.586" v="235"/>
          <ac:spMkLst>
            <pc:docMk/>
            <pc:sldMk cId="2502925252" sldId="257"/>
            <ac:spMk id="14" creationId="{57672BBD-2DA7-4B96-B8A2-FB27D6BEC008}"/>
          </ac:spMkLst>
        </pc:spChg>
        <pc:spChg chg="mod">
          <ac:chgData name="Julia Nasrallah" userId="a195ca03-6986-4630-8fa7-5c8ad63c348f" providerId="ADAL" clId="{E5D9FC6A-DEE6-46E1-A1E1-0D2D7438ADB3}" dt="2021-07-23T13:14:48.231" v="255"/>
          <ac:spMkLst>
            <pc:docMk/>
            <pc:sldMk cId="2502925252" sldId="257"/>
            <ac:spMk id="19" creationId="{A5F1B181-763F-4717-A342-B5FD01D1C0B5}"/>
          </ac:spMkLst>
        </pc:spChg>
      </pc:sldChg>
      <pc:sldChg chg="modSp">
        <pc:chgData name="Julia Nasrallah" userId="a195ca03-6986-4630-8fa7-5c8ad63c348f" providerId="ADAL" clId="{E5D9FC6A-DEE6-46E1-A1E1-0D2D7438ADB3}" dt="2021-07-23T13:16:04.388" v="258" actId="1076"/>
        <pc:sldMkLst>
          <pc:docMk/>
          <pc:sldMk cId="2329900056" sldId="258"/>
        </pc:sldMkLst>
        <pc:spChg chg="mod">
          <ac:chgData name="Julia Nasrallah" userId="a195ca03-6986-4630-8fa7-5c8ad63c348f" providerId="ADAL" clId="{E5D9FC6A-DEE6-46E1-A1E1-0D2D7438ADB3}" dt="2021-07-23T13:12:09.626" v="147" actId="14100"/>
          <ac:spMkLst>
            <pc:docMk/>
            <pc:sldMk cId="2329900056" sldId="258"/>
            <ac:spMk id="9" creationId="{92C5B19F-FDDA-4860-9EFA-AEE57E11131E}"/>
          </ac:spMkLst>
        </pc:spChg>
        <pc:spChg chg="mod">
          <ac:chgData name="Julia Nasrallah" userId="a195ca03-6986-4630-8fa7-5c8ad63c348f" providerId="ADAL" clId="{E5D9FC6A-DEE6-46E1-A1E1-0D2D7438ADB3}" dt="2021-07-23T13:12:51.954" v="163" actId="14100"/>
          <ac:spMkLst>
            <pc:docMk/>
            <pc:sldMk cId="2329900056" sldId="258"/>
            <ac:spMk id="10" creationId="{809B24EA-E5CA-4262-AA59-AA30D8B98760}"/>
          </ac:spMkLst>
        </pc:spChg>
        <pc:spChg chg="mod">
          <ac:chgData name="Julia Nasrallah" userId="a195ca03-6986-4630-8fa7-5c8ad63c348f" providerId="ADAL" clId="{E5D9FC6A-DEE6-46E1-A1E1-0D2D7438ADB3}" dt="2021-07-23T13:13:39.145" v="202" actId="14100"/>
          <ac:spMkLst>
            <pc:docMk/>
            <pc:sldMk cId="2329900056" sldId="258"/>
            <ac:spMk id="11" creationId="{F863A8E4-1358-4B56-9D68-3884EC274371}"/>
          </ac:spMkLst>
        </pc:spChg>
        <pc:spChg chg="mod">
          <ac:chgData name="Julia Nasrallah" userId="a195ca03-6986-4630-8fa7-5c8ad63c348f" providerId="ADAL" clId="{E5D9FC6A-DEE6-46E1-A1E1-0D2D7438ADB3}" dt="2021-07-23T13:14:41.461" v="250"/>
          <ac:spMkLst>
            <pc:docMk/>
            <pc:sldMk cId="2329900056" sldId="258"/>
            <ac:spMk id="17" creationId="{7739CFB3-F5F0-40A9-8219-EB7A6E9238AF}"/>
          </ac:spMkLst>
        </pc:spChg>
        <pc:spChg chg="mod">
          <ac:chgData name="Julia Nasrallah" userId="a195ca03-6986-4630-8fa7-5c8ad63c348f" providerId="ADAL" clId="{E5D9FC6A-DEE6-46E1-A1E1-0D2D7438ADB3}" dt="2021-07-23T13:14:27.503" v="245"/>
          <ac:spMkLst>
            <pc:docMk/>
            <pc:sldMk cId="2329900056" sldId="258"/>
            <ac:spMk id="21" creationId="{2F0DB10D-4A05-4527-98B1-8F43F9C29BF0}"/>
          </ac:spMkLst>
        </pc:spChg>
        <pc:picChg chg="mod">
          <ac:chgData name="Julia Nasrallah" userId="a195ca03-6986-4630-8fa7-5c8ad63c348f" providerId="ADAL" clId="{E5D9FC6A-DEE6-46E1-A1E1-0D2D7438ADB3}" dt="2021-07-23T13:16:04.388" v="258" actId="1076"/>
          <ac:picMkLst>
            <pc:docMk/>
            <pc:sldMk cId="2329900056" sldId="258"/>
            <ac:picMk id="2" creationId="{E7D1FD69-6C07-4927-99FB-93EF47255530}"/>
          </ac:picMkLst>
        </pc:picChg>
        <pc:cxnChg chg="mod">
          <ac:chgData name="Julia Nasrallah" userId="a195ca03-6986-4630-8fa7-5c8ad63c348f" providerId="ADAL" clId="{E5D9FC6A-DEE6-46E1-A1E1-0D2D7438ADB3}" dt="2021-07-23T13:15:55.579" v="256" actId="14100"/>
          <ac:cxnSpMkLst>
            <pc:docMk/>
            <pc:sldMk cId="2329900056" sldId="258"/>
            <ac:cxnSpMk id="4" creationId="{51A653DD-8F5E-4A63-BC32-DA6AE15EAFFB}"/>
          </ac:cxnSpMkLst>
        </pc:cxnChg>
        <pc:cxnChg chg="mod">
          <ac:chgData name="Julia Nasrallah" userId="a195ca03-6986-4630-8fa7-5c8ad63c348f" providerId="ADAL" clId="{E5D9FC6A-DEE6-46E1-A1E1-0D2D7438ADB3}" dt="2021-07-23T13:13:39.145" v="202" actId="14100"/>
          <ac:cxnSpMkLst>
            <pc:docMk/>
            <pc:sldMk cId="2329900056" sldId="258"/>
            <ac:cxnSpMk id="8" creationId="{04CEE907-D21A-4108-8376-B6D5B764CEC7}"/>
          </ac:cxnSpMkLst>
        </pc:cxnChg>
      </pc:sldChg>
      <pc:sldChg chg="modSp">
        <pc:chgData name="Julia Nasrallah" userId="a195ca03-6986-4630-8fa7-5c8ad63c348f" providerId="ADAL" clId="{E5D9FC6A-DEE6-46E1-A1E1-0D2D7438ADB3}" dt="2021-07-23T13:06:29.874" v="3"/>
        <pc:sldMkLst>
          <pc:docMk/>
          <pc:sldMk cId="2170626237" sldId="259"/>
        </pc:sldMkLst>
        <pc:spChg chg="mod">
          <ac:chgData name="Julia Nasrallah" userId="a195ca03-6986-4630-8fa7-5c8ad63c348f" providerId="ADAL" clId="{E5D9FC6A-DEE6-46E1-A1E1-0D2D7438ADB3}" dt="2021-07-23T13:06:29.874" v="3"/>
          <ac:spMkLst>
            <pc:docMk/>
            <pc:sldMk cId="2170626237" sldId="259"/>
            <ac:spMk id="6" creationId="{2F6A58EB-E303-4E1E-909F-08605A84AD6D}"/>
          </ac:spMkLst>
        </pc:spChg>
        <pc:cxnChg chg="mod">
          <ac:chgData name="Julia Nasrallah" userId="a195ca03-6986-4630-8fa7-5c8ad63c348f" providerId="ADAL" clId="{E5D9FC6A-DEE6-46E1-A1E1-0D2D7438ADB3}" dt="2021-07-23T13:06:29.874" v="3"/>
          <ac:cxnSpMkLst>
            <pc:docMk/>
            <pc:sldMk cId="2170626237" sldId="259"/>
            <ac:cxnSpMk id="8" creationId="{39413F6A-EC39-4806-BBA1-A2C2D086542C}"/>
          </ac:cxnSpMkLst>
        </pc:cxnChg>
      </pc:sldChg>
      <pc:sldChg chg="modSp">
        <pc:chgData name="Julia Nasrallah" userId="a195ca03-6986-4630-8fa7-5c8ad63c348f" providerId="ADAL" clId="{E5D9FC6A-DEE6-46E1-A1E1-0D2D7438ADB3}" dt="2021-07-23T13:08:34.462" v="56" actId="14100"/>
        <pc:sldMkLst>
          <pc:docMk/>
          <pc:sldMk cId="1097007592" sldId="260"/>
        </pc:sldMkLst>
        <pc:spChg chg="mod">
          <ac:chgData name="Julia Nasrallah" userId="a195ca03-6986-4630-8fa7-5c8ad63c348f" providerId="ADAL" clId="{E5D9FC6A-DEE6-46E1-A1E1-0D2D7438ADB3}" dt="2021-07-23T13:08:20.488" v="53" actId="14100"/>
          <ac:spMkLst>
            <pc:docMk/>
            <pc:sldMk cId="1097007592" sldId="260"/>
            <ac:spMk id="7" creationId="{9F043BAE-6A5B-409D-BE3D-4EF54C818847}"/>
          </ac:spMkLst>
        </pc:spChg>
        <pc:spChg chg="mod">
          <ac:chgData name="Julia Nasrallah" userId="a195ca03-6986-4630-8fa7-5c8ad63c348f" providerId="ADAL" clId="{E5D9FC6A-DEE6-46E1-A1E1-0D2D7438ADB3}" dt="2021-07-23T13:08:26.346" v="54" actId="1076"/>
          <ac:spMkLst>
            <pc:docMk/>
            <pc:sldMk cId="1097007592" sldId="260"/>
            <ac:spMk id="10" creationId="{DDD3D02B-C96B-41FE-A6B4-7A621E0A0529}"/>
          </ac:spMkLst>
        </pc:spChg>
        <pc:cxnChg chg="mod">
          <ac:chgData name="Julia Nasrallah" userId="a195ca03-6986-4630-8fa7-5c8ad63c348f" providerId="ADAL" clId="{E5D9FC6A-DEE6-46E1-A1E1-0D2D7438ADB3}" dt="2021-07-23T13:08:34.462" v="56" actId="14100"/>
          <ac:cxnSpMkLst>
            <pc:docMk/>
            <pc:sldMk cId="1097007592" sldId="260"/>
            <ac:cxnSpMk id="14" creationId="{23C40A66-0022-4CD3-A195-35B090BFCD1D}"/>
          </ac:cxnSpMkLst>
        </pc:cxnChg>
      </pc:sldChg>
      <pc:sldChg chg="modSp">
        <pc:chgData name="Julia Nasrallah" userId="a195ca03-6986-4630-8fa7-5c8ad63c348f" providerId="ADAL" clId="{E5D9FC6A-DEE6-46E1-A1E1-0D2D7438ADB3}" dt="2021-07-23T13:16:12.004" v="259" actId="20577"/>
        <pc:sldMkLst>
          <pc:docMk/>
          <pc:sldMk cId="1745828806" sldId="261"/>
        </pc:sldMkLst>
        <pc:spChg chg="mod">
          <ac:chgData name="Julia Nasrallah" userId="a195ca03-6986-4630-8fa7-5c8ad63c348f" providerId="ADAL" clId="{E5D9FC6A-DEE6-46E1-A1E1-0D2D7438ADB3}" dt="2021-07-23T13:16:12.004" v="259" actId="20577"/>
          <ac:spMkLst>
            <pc:docMk/>
            <pc:sldMk cId="1745828806" sldId="261"/>
            <ac:spMk id="4" creationId="{1DBAF125-BF3D-4DCE-93AD-6494F6F7A978}"/>
          </ac:spMkLst>
        </pc:spChg>
        <pc:spChg chg="mod">
          <ac:chgData name="Julia Nasrallah" userId="a195ca03-6986-4630-8fa7-5c8ad63c348f" providerId="ADAL" clId="{E5D9FC6A-DEE6-46E1-A1E1-0D2D7438ADB3}" dt="2021-07-23T13:09:24.729" v="85" actId="14100"/>
          <ac:spMkLst>
            <pc:docMk/>
            <pc:sldMk cId="1745828806" sldId="261"/>
            <ac:spMk id="7" creationId="{27FE5AED-519B-4F5C-94D2-2B905FADB1A7}"/>
          </ac:spMkLst>
        </pc:spChg>
        <pc:cxnChg chg="mod">
          <ac:chgData name="Julia Nasrallah" userId="a195ca03-6986-4630-8fa7-5c8ad63c348f" providerId="ADAL" clId="{E5D9FC6A-DEE6-46E1-A1E1-0D2D7438ADB3}" dt="2021-07-23T13:08:57.907" v="72"/>
          <ac:cxnSpMkLst>
            <pc:docMk/>
            <pc:sldMk cId="1745828806" sldId="261"/>
            <ac:cxnSpMk id="6" creationId="{537D6970-7411-486F-8FDB-77122EA3FE07}"/>
          </ac:cxnSpMkLst>
        </pc:cxnChg>
      </pc:sldChg>
      <pc:sldChg chg="modSp">
        <pc:chgData name="Julia Nasrallah" userId="a195ca03-6986-4630-8fa7-5c8ad63c348f" providerId="ADAL" clId="{E5D9FC6A-DEE6-46E1-A1E1-0D2D7438ADB3}" dt="2021-07-23T13:10:06.848" v="110" actId="1076"/>
        <pc:sldMkLst>
          <pc:docMk/>
          <pc:sldMk cId="3118172005" sldId="262"/>
        </pc:sldMkLst>
        <pc:spChg chg="mod">
          <ac:chgData name="Julia Nasrallah" userId="a195ca03-6986-4630-8fa7-5c8ad63c348f" providerId="ADAL" clId="{E5D9FC6A-DEE6-46E1-A1E1-0D2D7438ADB3}" dt="2021-07-23T13:06:55.087" v="12" actId="14100"/>
          <ac:spMkLst>
            <pc:docMk/>
            <pc:sldMk cId="3118172005" sldId="262"/>
            <ac:spMk id="4" creationId="{51F82E57-68D8-46F1-8492-B8F541D4A433}"/>
          </ac:spMkLst>
        </pc:spChg>
        <pc:spChg chg="mod">
          <ac:chgData name="Julia Nasrallah" userId="a195ca03-6986-4630-8fa7-5c8ad63c348f" providerId="ADAL" clId="{E5D9FC6A-DEE6-46E1-A1E1-0D2D7438ADB3}" dt="2021-07-23T13:07:22.727" v="24" actId="1076"/>
          <ac:spMkLst>
            <pc:docMk/>
            <pc:sldMk cId="3118172005" sldId="262"/>
            <ac:spMk id="11" creationId="{CC17F529-EC85-42B2-B50F-2E2B30A3231C}"/>
          </ac:spMkLst>
        </pc:spChg>
        <pc:spChg chg="mod">
          <ac:chgData name="Julia Nasrallah" userId="a195ca03-6986-4630-8fa7-5c8ad63c348f" providerId="ADAL" clId="{E5D9FC6A-DEE6-46E1-A1E1-0D2D7438ADB3}" dt="2021-07-23T13:07:07.817" v="18" actId="1076"/>
          <ac:spMkLst>
            <pc:docMk/>
            <pc:sldMk cId="3118172005" sldId="262"/>
            <ac:spMk id="16" creationId="{FC19896E-0056-4D2A-A101-22CACE36B9AC}"/>
          </ac:spMkLst>
        </pc:spChg>
        <pc:spChg chg="mod">
          <ac:chgData name="Julia Nasrallah" userId="a195ca03-6986-4630-8fa7-5c8ad63c348f" providerId="ADAL" clId="{E5D9FC6A-DEE6-46E1-A1E1-0D2D7438ADB3}" dt="2021-07-23T13:10:06.848" v="110" actId="1076"/>
          <ac:spMkLst>
            <pc:docMk/>
            <pc:sldMk cId="3118172005" sldId="262"/>
            <ac:spMk id="18" creationId="{B49DF0AE-C34B-427D-8106-22B5210A4076}"/>
          </ac:spMkLst>
        </pc:spChg>
        <pc:cxnChg chg="mod">
          <ac:chgData name="Julia Nasrallah" userId="a195ca03-6986-4630-8fa7-5c8ad63c348f" providerId="ADAL" clId="{E5D9FC6A-DEE6-46E1-A1E1-0D2D7438ADB3}" dt="2021-07-23T13:06:55.087" v="12" actId="14100"/>
          <ac:cxnSpMkLst>
            <pc:docMk/>
            <pc:sldMk cId="3118172005" sldId="262"/>
            <ac:cxnSpMk id="6" creationId="{261F1F45-F429-45F9-AD07-F3A50F23FA09}"/>
          </ac:cxnSpMkLst>
        </pc:cxnChg>
        <pc:cxnChg chg="mod">
          <ac:chgData name="Julia Nasrallah" userId="a195ca03-6986-4630-8fa7-5c8ad63c348f" providerId="ADAL" clId="{E5D9FC6A-DEE6-46E1-A1E1-0D2D7438ADB3}" dt="2021-07-23T13:07:12.831" v="19" actId="14100"/>
          <ac:cxnSpMkLst>
            <pc:docMk/>
            <pc:sldMk cId="3118172005" sldId="262"/>
            <ac:cxnSpMk id="8" creationId="{0C836D90-47AE-47C4-BD02-48F41ADCC23D}"/>
          </ac:cxnSpMkLst>
        </pc:cxnChg>
      </pc:sldChg>
      <pc:sldChg chg="modSp">
        <pc:chgData name="Julia Nasrallah" userId="a195ca03-6986-4630-8fa7-5c8ad63c348f" providerId="ADAL" clId="{E5D9FC6A-DEE6-46E1-A1E1-0D2D7438ADB3}" dt="2021-07-23T13:10:40.630" v="137" actId="1076"/>
        <pc:sldMkLst>
          <pc:docMk/>
          <pc:sldMk cId="849855746" sldId="263"/>
        </pc:sldMkLst>
        <pc:spChg chg="mod">
          <ac:chgData name="Julia Nasrallah" userId="a195ca03-6986-4630-8fa7-5c8ad63c348f" providerId="ADAL" clId="{E5D9FC6A-DEE6-46E1-A1E1-0D2D7438ADB3}" dt="2021-07-23T13:07:33.142" v="28"/>
          <ac:spMkLst>
            <pc:docMk/>
            <pc:sldMk cId="849855746" sldId="263"/>
            <ac:spMk id="5" creationId="{DA58F5F9-B19C-405C-BA7D-0AAE97B45775}"/>
          </ac:spMkLst>
        </pc:spChg>
        <pc:spChg chg="mod">
          <ac:chgData name="Julia Nasrallah" userId="a195ca03-6986-4630-8fa7-5c8ad63c348f" providerId="ADAL" clId="{E5D9FC6A-DEE6-46E1-A1E1-0D2D7438ADB3}" dt="2021-07-23T13:07:42.225" v="33" actId="14100"/>
          <ac:spMkLst>
            <pc:docMk/>
            <pc:sldMk cId="849855746" sldId="263"/>
            <ac:spMk id="6" creationId="{C77DC81F-7368-46BB-BF9D-836C63D33C68}"/>
          </ac:spMkLst>
        </pc:spChg>
        <pc:spChg chg="mod">
          <ac:chgData name="Julia Nasrallah" userId="a195ca03-6986-4630-8fa7-5c8ad63c348f" providerId="ADAL" clId="{E5D9FC6A-DEE6-46E1-A1E1-0D2D7438ADB3}" dt="2021-07-23T13:07:49.050" v="38" actId="14100"/>
          <ac:spMkLst>
            <pc:docMk/>
            <pc:sldMk cId="849855746" sldId="263"/>
            <ac:spMk id="7" creationId="{C5B5FCB8-3C15-4A39-80CB-15997CC4E199}"/>
          </ac:spMkLst>
        </pc:spChg>
        <pc:spChg chg="mod">
          <ac:chgData name="Julia Nasrallah" userId="a195ca03-6986-4630-8fa7-5c8ad63c348f" providerId="ADAL" clId="{E5D9FC6A-DEE6-46E1-A1E1-0D2D7438ADB3}" dt="2021-07-23T13:10:40.630" v="137" actId="1076"/>
          <ac:spMkLst>
            <pc:docMk/>
            <pc:sldMk cId="849855746" sldId="263"/>
            <ac:spMk id="16" creationId="{189151E4-363E-48E5-A913-277B2245B9C5}"/>
          </ac:spMkLst>
        </pc:spChg>
        <pc:cxnChg chg="mod">
          <ac:chgData name="Julia Nasrallah" userId="a195ca03-6986-4630-8fa7-5c8ad63c348f" providerId="ADAL" clId="{E5D9FC6A-DEE6-46E1-A1E1-0D2D7438ADB3}" dt="2021-07-23T13:07:42.225" v="33" actId="14100"/>
          <ac:cxnSpMkLst>
            <pc:docMk/>
            <pc:sldMk cId="849855746" sldId="263"/>
            <ac:cxnSpMk id="11" creationId="{7C4B8578-E95C-47A0-9E22-3093B2B6D1DA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57C79-4461-48E0-928B-DB0CB410E9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E9D564-F818-464B-898C-0110B8A1B3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9A4B4-DA2B-4AEA-A1C3-03680D163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23/07/2021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C863C-0FD1-48AC-8533-72D70D746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1CB08-4F12-45CD-99D7-D562FA256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4366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F26E2-2AE3-4D46-A9EC-E487A9960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46D49-12BF-48C7-A018-88466639D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C7C03-3BFA-4030-B511-2C4183A8C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23/07/2021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8AE38-05B5-483B-98F9-561AA567A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794C7-F468-4EAA-99E8-C1367D904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274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38A89-5DFE-4ACB-AAA2-5F30502C2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577551-F5D9-4B15-8C8B-BEEEE79620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9A1DE-5A7B-48FD-9CBB-DDEE2F196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23/07/2021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EA533-F455-4D32-963F-6C63AEAF7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0279F-CA83-4198-9A67-3784FED80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7617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6ED88-D71F-4E9C-8E47-2F4415F84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A3961-9CDB-4F71-AA87-D4FFE03F45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881D00-FFB7-48AD-A55D-E974CBA98F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FD1E3B-F8E8-458E-9E44-4B1048372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23/07/2021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A5437D-EF81-46F6-8723-A439F47E5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49E7B2-473E-4526-9680-B0CC57396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036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33B46-182C-45A0-BC13-DD0B3D37D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65E2A8-E5C8-4B01-9F7D-E5258BB0FD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D164EE-AFEE-48AE-98AC-0A79C60A21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33EA69-10C4-480D-9BDF-D0EB21B197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7195ED-23CA-42FF-9379-3C1FFBF419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2C6ED7-29FE-4D10-8542-6DFAAFF63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23/07/2021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B0D98C-DF46-4EFD-B81A-53F3DF766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00634A-D422-457A-BBAC-9FDDD88DA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962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61F8F-E48D-479F-B287-7B5AED8D6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4FD2E5-E901-463B-BE65-45A7863EF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23/07/2021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4AC43D-7225-4849-91F9-03F71BF8A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AC0F72-A2AF-47B6-9425-5BBE71089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233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1D9596-881F-4FA7-A0A9-8F6470A02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23/07/2021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4DB6C6-DBF7-4C59-807A-C3F15B498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E68E3E-59F9-405C-A4ED-AB8F1FE15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5952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F085A-6668-43EC-92A0-39101BD32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46977-44C3-428F-9E4B-7548C2F5E4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C64F7D-B390-4404-8836-56E821C2C2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64A4B8-A604-4842-BF8F-2920E3EED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23/07/2021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3A3F2B-7E24-413F-9871-7E58E4733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BDD817-E84E-4B80-9525-5A9D4813F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846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F0A7B-A5BB-4BF9-9D84-CCEAB52F7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2147D0-3455-49EE-87F4-51A3F0B659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36C577-0E11-465F-8D21-B0520BE8E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6DEB62-FCB8-49F2-9D9B-9124CDC29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23/07/2021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E147D7-4305-4A5F-AE18-553A95715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96751A-A0B4-423E-A357-A1F17180A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2220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59456-93E2-49F4-A156-1FCE0EC51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FBFA24-CF70-4807-B5C1-C305937842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CC834-CE25-4B49-BF32-EE1A874A0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23/07/2021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AE4861-E284-4BD4-9360-62AD86BA8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C6EAC-F311-4AB1-8C27-FF532952F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7464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A3DDE3-1D5B-40A1-80B3-EADEDE15EF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94ECC3-7BBE-4BAB-81E6-A2ED8275F2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7113D2-1948-458B-851E-9BA93D76E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23/07/2021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FC6B4A-351B-42AE-BB4C-C84B9CFFA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C9CDF-23A8-4D22-A576-9A78863E3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1540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B49D76-5FD0-4D32-9C42-5F407D26D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4FEAE3-EB42-4024-9375-B962850D2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BE6653-069B-4678-9F3F-4CD16D81A4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0F4243-297F-4773-BEB8-D595B714FBB6}" type="datetimeFigureOut">
              <a:rPr lang="en-GB" smtClean="0"/>
              <a:t>23/07/2021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FDDE7A-690C-496A-BA0D-CF083E7325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1EA17-8F73-4D2C-9FCA-6098F94AB1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5749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1BCDC4-5BE9-4F63-932A-8A1E1C393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9648" y="366712"/>
            <a:ext cx="3095625" cy="612457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0F239E-08A5-43DE-A475-13D007E1A4E2}"/>
              </a:ext>
            </a:extLst>
          </p:cNvPr>
          <p:cNvSpPr txBox="1"/>
          <p:nvPr/>
        </p:nvSpPr>
        <p:spPr>
          <a:xfrm>
            <a:off x="8050694" y="4038599"/>
            <a:ext cx="3306417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xxxxxx@student.cavc.ac.uk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161863E-F885-45E5-8183-7AF6D4264978}"/>
              </a:ext>
            </a:extLst>
          </p:cNvPr>
          <p:cNvCxnSpPr/>
          <p:nvPr/>
        </p:nvCxnSpPr>
        <p:spPr>
          <a:xfrm flipH="1">
            <a:off x="6838122" y="4200939"/>
            <a:ext cx="11131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F6A58EB-E303-4E1E-909F-08605A84AD6D}"/>
              </a:ext>
            </a:extLst>
          </p:cNvPr>
          <p:cNvSpPr txBox="1"/>
          <p:nvPr/>
        </p:nvSpPr>
        <p:spPr>
          <a:xfrm>
            <a:off x="8421756" y="4658139"/>
            <a:ext cx="13734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Click/</a:t>
            </a:r>
            <a:r>
              <a:rPr lang="en-GB" dirty="0" err="1"/>
              <a:t>Cliquez</a:t>
            </a:r>
            <a:endParaRPr lang="am-ET" dirty="0"/>
          </a:p>
          <a:p>
            <a:endParaRPr lang="en-GB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9413F6A-EC39-4806-BBA1-A2C2D086542C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7068690" y="4658142"/>
            <a:ext cx="1353066" cy="3231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0626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A46334-9656-4DA7-8F1D-DCFC2E7E0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2962" y="590550"/>
            <a:ext cx="2886075" cy="56769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5B0B7AD-CD57-438E-9092-E463B02D6266}"/>
              </a:ext>
            </a:extLst>
          </p:cNvPr>
          <p:cNvSpPr/>
          <p:nvPr/>
        </p:nvSpPr>
        <p:spPr>
          <a:xfrm>
            <a:off x="4903304" y="3429000"/>
            <a:ext cx="1364974" cy="14908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6394B7-F27A-4404-BD13-BCAA53944EF5}"/>
              </a:ext>
            </a:extLst>
          </p:cNvPr>
          <p:cNvSpPr txBox="1"/>
          <p:nvPr/>
        </p:nvSpPr>
        <p:spPr>
          <a:xfrm>
            <a:off x="8328990" y="3244334"/>
            <a:ext cx="2749827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/>
              <a:t>xxxxxx@student.cavc.ac.uk</a:t>
            </a:r>
            <a:endParaRPr lang="en-GB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2DF2399-71F4-4A66-8075-F0A9615C050F}"/>
              </a:ext>
            </a:extLst>
          </p:cNvPr>
          <p:cNvCxnSpPr/>
          <p:nvPr/>
        </p:nvCxnSpPr>
        <p:spPr>
          <a:xfrm flipH="1">
            <a:off x="7089913" y="3429000"/>
            <a:ext cx="1099930" cy="745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F043BAE-6A5B-409D-BE3D-4EF54C818847}"/>
              </a:ext>
            </a:extLst>
          </p:cNvPr>
          <p:cNvSpPr txBox="1"/>
          <p:nvPr/>
        </p:nvSpPr>
        <p:spPr>
          <a:xfrm>
            <a:off x="8328990" y="4035287"/>
            <a:ext cx="35859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Enter password/</a:t>
            </a:r>
            <a:r>
              <a:rPr lang="fr-FR" dirty="0"/>
              <a:t>Entrez votre mot de passe</a:t>
            </a:r>
            <a:endParaRPr lang="am-ET" dirty="0"/>
          </a:p>
          <a:p>
            <a:endParaRPr lang="en-GB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7B2740E-BFBF-4FC8-B01A-3D53FE4978B9}"/>
              </a:ext>
            </a:extLst>
          </p:cNvPr>
          <p:cNvCxnSpPr/>
          <p:nvPr/>
        </p:nvCxnSpPr>
        <p:spPr>
          <a:xfrm flipH="1" flipV="1">
            <a:off x="7089913" y="3829878"/>
            <a:ext cx="1099930" cy="3313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DD3D02B-C96B-41FE-A6B4-7A621E0A0529}"/>
              </a:ext>
            </a:extLst>
          </p:cNvPr>
          <p:cNvSpPr txBox="1"/>
          <p:nvPr/>
        </p:nvSpPr>
        <p:spPr>
          <a:xfrm>
            <a:off x="8306579" y="5172379"/>
            <a:ext cx="19119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Click/</a:t>
            </a:r>
            <a:r>
              <a:rPr lang="en-GB" dirty="0" err="1"/>
              <a:t>Cliquez</a:t>
            </a:r>
            <a:endParaRPr lang="am-ET" dirty="0"/>
          </a:p>
          <a:p>
            <a:endParaRPr lang="en-GB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3C40A66-0022-4CD3-A195-35B090BFCD1D}"/>
              </a:ext>
            </a:extLst>
          </p:cNvPr>
          <p:cNvCxnSpPr>
            <a:cxnSpLocks/>
          </p:cNvCxnSpPr>
          <p:nvPr/>
        </p:nvCxnSpPr>
        <p:spPr>
          <a:xfrm flipH="1" flipV="1">
            <a:off x="5527965" y="4374945"/>
            <a:ext cx="2801025" cy="9590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7007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B330C84-021C-426F-ACA6-71850A347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3912" y="319087"/>
            <a:ext cx="2924175" cy="621982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095BFDF-F3D1-4A05-BAA6-17C1E575D584}"/>
              </a:ext>
            </a:extLst>
          </p:cNvPr>
          <p:cNvSpPr/>
          <p:nvPr/>
        </p:nvSpPr>
        <p:spPr>
          <a:xfrm>
            <a:off x="4633912" y="2438400"/>
            <a:ext cx="2800558" cy="33262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BAF125-BF3D-4DCE-93AD-6494F6F7A978}"/>
              </a:ext>
            </a:extLst>
          </p:cNvPr>
          <p:cNvSpPr txBox="1"/>
          <p:nvPr/>
        </p:nvSpPr>
        <p:spPr>
          <a:xfrm>
            <a:off x="8408504" y="1981200"/>
            <a:ext cx="23522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on your class/</a:t>
            </a:r>
          </a:p>
          <a:p>
            <a:r>
              <a:rPr lang="en-GB" dirty="0" err="1"/>
              <a:t>Cliquez</a:t>
            </a:r>
            <a:r>
              <a:rPr lang="en-GB" dirty="0"/>
              <a:t> sur </a:t>
            </a:r>
            <a:r>
              <a:rPr lang="en-GB" dirty="0" err="1"/>
              <a:t>votre</a:t>
            </a:r>
            <a:r>
              <a:rPr lang="en-GB" dirty="0"/>
              <a:t> </a:t>
            </a:r>
            <a:r>
              <a:rPr lang="en-GB" dirty="0" err="1"/>
              <a:t>classe</a:t>
            </a:r>
            <a:endParaRPr lang="am-ET" dirty="0"/>
          </a:p>
          <a:p>
            <a:endParaRPr lang="en-GB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37D6970-7411-486F-8FDB-77122EA3FE07}"/>
              </a:ext>
            </a:extLst>
          </p:cNvPr>
          <p:cNvCxnSpPr>
            <a:stCxn id="4" idx="1"/>
          </p:cNvCxnSpPr>
          <p:nvPr/>
        </p:nvCxnSpPr>
        <p:spPr>
          <a:xfrm flipH="1" flipV="1">
            <a:off x="6096000" y="1921567"/>
            <a:ext cx="2312504" cy="5212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7FE5AED-519B-4F5C-94D2-2B905FADB1A7}"/>
              </a:ext>
            </a:extLst>
          </p:cNvPr>
          <p:cNvSpPr txBox="1"/>
          <p:nvPr/>
        </p:nvSpPr>
        <p:spPr>
          <a:xfrm>
            <a:off x="1052945" y="4658139"/>
            <a:ext cx="34573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on Teams/</a:t>
            </a:r>
            <a:r>
              <a:rPr lang="en-GB" dirty="0" err="1"/>
              <a:t>Cliquez</a:t>
            </a:r>
            <a:r>
              <a:rPr lang="en-GB" dirty="0"/>
              <a:t> sur Teams </a:t>
            </a:r>
          </a:p>
          <a:p>
            <a:endParaRPr lang="am-ET" dirty="0"/>
          </a:p>
          <a:p>
            <a:endParaRPr lang="en-GB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D2E6857-599F-4A25-8556-BC0DCF62D50D}"/>
              </a:ext>
            </a:extLst>
          </p:cNvPr>
          <p:cNvCxnSpPr/>
          <p:nvPr/>
        </p:nvCxnSpPr>
        <p:spPr>
          <a:xfrm>
            <a:off x="3783495" y="5141843"/>
            <a:ext cx="1928192" cy="7288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5828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114BCBE-37F5-4CD2-8FF3-8A394D9019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613" y="486810"/>
            <a:ext cx="2669112" cy="588437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AE78FB5-049A-4065-B2CC-AB633022A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825" y="704175"/>
            <a:ext cx="2571102" cy="588437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1F82E57-68D8-46F1-8492-B8F541D4A433}"/>
              </a:ext>
            </a:extLst>
          </p:cNvPr>
          <p:cNvSpPr txBox="1"/>
          <p:nvPr/>
        </p:nvSpPr>
        <p:spPr>
          <a:xfrm>
            <a:off x="3435569" y="2358599"/>
            <a:ext cx="12132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1/</a:t>
            </a:r>
            <a:r>
              <a:rPr lang="en-GB" dirty="0" err="1"/>
              <a:t>Cliquez</a:t>
            </a:r>
            <a:endParaRPr lang="am-ET" dirty="0"/>
          </a:p>
          <a:p>
            <a:endParaRPr lang="en-GB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61F1F45-F429-45F9-AD07-F3A50F23FA09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2656821" y="2820264"/>
            <a:ext cx="778748" cy="4504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C836D90-47AE-47C4-BD02-48F41ADCC23D}"/>
              </a:ext>
            </a:extLst>
          </p:cNvPr>
          <p:cNvCxnSpPr>
            <a:cxnSpLocks/>
          </p:cNvCxnSpPr>
          <p:nvPr/>
        </p:nvCxnSpPr>
        <p:spPr>
          <a:xfrm flipV="1">
            <a:off x="4306484" y="3270695"/>
            <a:ext cx="634319" cy="390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F63C94BF-4A5B-4A49-8AB1-840E9A467B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0277" y="552637"/>
            <a:ext cx="2782191" cy="588437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C17F529-EC85-42B2-B50F-2E2B30A3231C}"/>
              </a:ext>
            </a:extLst>
          </p:cNvPr>
          <p:cNvSpPr txBox="1"/>
          <p:nvPr/>
        </p:nvSpPr>
        <p:spPr>
          <a:xfrm>
            <a:off x="7607919" y="4071721"/>
            <a:ext cx="1537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3/</a:t>
            </a:r>
            <a:r>
              <a:rPr lang="en-GB" dirty="0" err="1"/>
              <a:t>Cliquez</a:t>
            </a:r>
            <a:endParaRPr lang="am-ET" dirty="0"/>
          </a:p>
          <a:p>
            <a:endParaRPr lang="en-GB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C1DF220-CE26-467F-8D41-A9F97E925C23}"/>
              </a:ext>
            </a:extLst>
          </p:cNvPr>
          <p:cNvCxnSpPr>
            <a:cxnSpLocks/>
          </p:cNvCxnSpPr>
          <p:nvPr/>
        </p:nvCxnSpPr>
        <p:spPr>
          <a:xfrm>
            <a:off x="8127583" y="4662748"/>
            <a:ext cx="1367542" cy="9429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C19896E-0056-4D2A-A101-22CACE36B9AC}"/>
              </a:ext>
            </a:extLst>
          </p:cNvPr>
          <p:cNvSpPr txBox="1"/>
          <p:nvPr/>
        </p:nvSpPr>
        <p:spPr>
          <a:xfrm>
            <a:off x="3703299" y="3610056"/>
            <a:ext cx="12063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2/</a:t>
            </a:r>
            <a:r>
              <a:rPr lang="en-GB" dirty="0" err="1"/>
              <a:t>Cliquez</a:t>
            </a:r>
            <a:endParaRPr lang="am-ET" dirty="0"/>
          </a:p>
          <a:p>
            <a:endParaRPr lang="en-GB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9DF0AE-C34B-427D-8106-22B5210A4076}"/>
              </a:ext>
            </a:extLst>
          </p:cNvPr>
          <p:cNvSpPr txBox="1"/>
          <p:nvPr/>
        </p:nvSpPr>
        <p:spPr>
          <a:xfrm>
            <a:off x="2656821" y="5485"/>
            <a:ext cx="82707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To join a meeting – phone/</a:t>
            </a:r>
            <a:r>
              <a:rPr lang="fr-FR" dirty="0"/>
              <a:t>Pour rejoindre une réunion/meeting par téléphone</a:t>
            </a:r>
            <a:endParaRPr lang="am-ET" dirty="0"/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118172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8EBD38E-5936-45FD-BB7B-27C586E5F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856" y="442912"/>
            <a:ext cx="2847975" cy="5972175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DFD6EC3-2AB4-4BFD-AEA7-3060AF4FCFD2}"/>
              </a:ext>
            </a:extLst>
          </p:cNvPr>
          <p:cNvCxnSpPr/>
          <p:nvPr/>
        </p:nvCxnSpPr>
        <p:spPr>
          <a:xfrm>
            <a:off x="3443650" y="947530"/>
            <a:ext cx="1285461" cy="4240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0DB2ED1-F192-44A9-B822-D07D535081B1}"/>
              </a:ext>
            </a:extLst>
          </p:cNvPr>
          <p:cNvSpPr txBox="1"/>
          <p:nvPr/>
        </p:nvSpPr>
        <p:spPr>
          <a:xfrm>
            <a:off x="4812895" y="1186934"/>
            <a:ext cx="16964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Chat/</a:t>
            </a:r>
            <a:r>
              <a:rPr lang="en-GB" dirty="0" err="1"/>
              <a:t>Bavardez</a:t>
            </a:r>
            <a:endParaRPr lang="am-ET" dirty="0"/>
          </a:p>
          <a:p>
            <a:endParaRPr lang="en-GB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ACD3811-4437-47F6-BC56-60F18F29958F}"/>
              </a:ext>
            </a:extLst>
          </p:cNvPr>
          <p:cNvCxnSpPr/>
          <p:nvPr/>
        </p:nvCxnSpPr>
        <p:spPr>
          <a:xfrm flipV="1">
            <a:off x="2239930" y="4696167"/>
            <a:ext cx="2822713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DF7A171-B849-425C-9040-7A6BD553351B}"/>
              </a:ext>
            </a:extLst>
          </p:cNvPr>
          <p:cNvSpPr txBox="1"/>
          <p:nvPr/>
        </p:nvSpPr>
        <p:spPr>
          <a:xfrm>
            <a:off x="4590929" y="3850559"/>
            <a:ext cx="24532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Mute/unmute/</a:t>
            </a:r>
          </a:p>
          <a:p>
            <a:r>
              <a:rPr lang="en-GB" dirty="0" err="1"/>
              <a:t>Coupez</a:t>
            </a:r>
            <a:r>
              <a:rPr lang="en-GB" dirty="0"/>
              <a:t>/</a:t>
            </a:r>
            <a:r>
              <a:rPr lang="en-GB" dirty="0" err="1"/>
              <a:t>Réactivez</a:t>
            </a:r>
            <a:r>
              <a:rPr lang="en-GB" dirty="0"/>
              <a:t> </a:t>
            </a:r>
            <a:r>
              <a:rPr lang="en-GB" dirty="0" err="1"/>
              <a:t>votre</a:t>
            </a:r>
            <a:r>
              <a:rPr lang="en-GB" dirty="0"/>
              <a:t> micro</a:t>
            </a:r>
            <a:endParaRPr lang="am-ET" dirty="0"/>
          </a:p>
          <a:p>
            <a:endParaRPr lang="en-GB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C80E3B0-2B3B-400A-A38B-36D678776B44}"/>
              </a:ext>
            </a:extLst>
          </p:cNvPr>
          <p:cNvCxnSpPr>
            <a:cxnSpLocks/>
          </p:cNvCxnSpPr>
          <p:nvPr/>
        </p:nvCxnSpPr>
        <p:spPr>
          <a:xfrm flipH="1" flipV="1">
            <a:off x="793656" y="5146742"/>
            <a:ext cx="691341" cy="4638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BB5A64D-79A6-482B-9EB8-CADEC21582B7}"/>
              </a:ext>
            </a:extLst>
          </p:cNvPr>
          <p:cNvSpPr txBox="1"/>
          <p:nvPr/>
        </p:nvSpPr>
        <p:spPr>
          <a:xfrm>
            <a:off x="164956" y="3374284"/>
            <a:ext cx="104794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Camera on/off/</a:t>
            </a:r>
          </a:p>
          <a:p>
            <a:r>
              <a:rPr lang="en-GB" dirty="0" err="1"/>
              <a:t>Allumez</a:t>
            </a:r>
            <a:r>
              <a:rPr lang="en-GB" dirty="0"/>
              <a:t>/</a:t>
            </a:r>
            <a:r>
              <a:rPr lang="en-GB" dirty="0" err="1"/>
              <a:t>Éteignez</a:t>
            </a:r>
            <a:r>
              <a:rPr lang="en-GB" dirty="0"/>
              <a:t> </a:t>
            </a:r>
            <a:r>
              <a:rPr lang="en-GB" dirty="0" err="1"/>
              <a:t>votre</a:t>
            </a:r>
            <a:r>
              <a:rPr lang="en-GB" dirty="0"/>
              <a:t> </a:t>
            </a:r>
            <a:r>
              <a:rPr lang="en-GB" dirty="0" err="1"/>
              <a:t>caméra</a:t>
            </a:r>
            <a:endParaRPr lang="am-ET" dirty="0"/>
          </a:p>
          <a:p>
            <a:endParaRPr lang="en-GB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85FD641-A803-4FFE-AC08-6CE2459D212F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3979250" y="5728775"/>
            <a:ext cx="608925" cy="1021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7672BBD-2DA7-4B96-B8A2-FB27D6BEC008}"/>
              </a:ext>
            </a:extLst>
          </p:cNvPr>
          <p:cNvSpPr txBox="1"/>
          <p:nvPr/>
        </p:nvSpPr>
        <p:spPr>
          <a:xfrm>
            <a:off x="4588175" y="5405609"/>
            <a:ext cx="2911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End call/</a:t>
            </a:r>
            <a:r>
              <a:rPr lang="en-GB" dirty="0" err="1"/>
              <a:t>Terminez</a:t>
            </a:r>
            <a:r>
              <a:rPr lang="en-GB" dirty="0"/>
              <a:t> </a:t>
            </a:r>
            <a:r>
              <a:rPr lang="en-GB" dirty="0" err="1"/>
              <a:t>l’appel</a:t>
            </a:r>
            <a:endParaRPr lang="am-ET" dirty="0"/>
          </a:p>
          <a:p>
            <a:endParaRPr lang="en-GB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16F3507-8EC2-455F-B0A6-A13AD7185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3113" y="442912"/>
            <a:ext cx="2876550" cy="6067425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6681498-33C2-484C-9FEF-8AE71F20C585}"/>
              </a:ext>
            </a:extLst>
          </p:cNvPr>
          <p:cNvCxnSpPr/>
          <p:nvPr/>
        </p:nvCxnSpPr>
        <p:spPr>
          <a:xfrm flipV="1">
            <a:off x="8093171" y="4500411"/>
            <a:ext cx="2707351" cy="14794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5F1B181-763F-4717-A342-B5FD01D1C0B5}"/>
              </a:ext>
            </a:extLst>
          </p:cNvPr>
          <p:cNvSpPr txBox="1"/>
          <p:nvPr/>
        </p:nvSpPr>
        <p:spPr>
          <a:xfrm>
            <a:off x="10479692" y="3969973"/>
            <a:ext cx="15093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Type/</a:t>
            </a:r>
            <a:r>
              <a:rPr lang="en-GB" dirty="0" err="1"/>
              <a:t>Tapez</a:t>
            </a:r>
            <a:endParaRPr lang="am-ET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02925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20B4E47-E17E-4EB7-9E9C-6D909028C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41" y="743458"/>
            <a:ext cx="4850321" cy="25106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22887F7-0041-4ACC-8267-72FA0EC74B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1" y="3600494"/>
            <a:ext cx="4956339" cy="243570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87C8037-516A-4A9A-9A25-0FB256D8A5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235" y="1197822"/>
            <a:ext cx="4459313" cy="27761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58F5F9-B19C-405C-BA7D-0AAE97B45775}"/>
              </a:ext>
            </a:extLst>
          </p:cNvPr>
          <p:cNvSpPr txBox="1"/>
          <p:nvPr/>
        </p:nvSpPr>
        <p:spPr>
          <a:xfrm>
            <a:off x="5261140" y="1686674"/>
            <a:ext cx="16730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1/</a:t>
            </a:r>
            <a:r>
              <a:rPr lang="en-GB" dirty="0" err="1"/>
              <a:t>Cliquez</a:t>
            </a:r>
            <a:endParaRPr lang="am-ET" dirty="0"/>
          </a:p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7DC81F-7368-46BB-BF9D-836C63D33C68}"/>
              </a:ext>
            </a:extLst>
          </p:cNvPr>
          <p:cNvSpPr txBox="1"/>
          <p:nvPr/>
        </p:nvSpPr>
        <p:spPr>
          <a:xfrm>
            <a:off x="5453270" y="4087431"/>
            <a:ext cx="13589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2/</a:t>
            </a:r>
            <a:r>
              <a:rPr lang="en-GB" dirty="0" err="1"/>
              <a:t>Cliquez</a:t>
            </a:r>
            <a:endParaRPr lang="am-ET" dirty="0"/>
          </a:p>
          <a:p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B5FCB8-3C15-4A39-80CB-15997CC4E199}"/>
              </a:ext>
            </a:extLst>
          </p:cNvPr>
          <p:cNvSpPr txBox="1"/>
          <p:nvPr/>
        </p:nvSpPr>
        <p:spPr>
          <a:xfrm>
            <a:off x="9932504" y="4272097"/>
            <a:ext cx="15670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3/</a:t>
            </a:r>
            <a:r>
              <a:rPr lang="en-GB" dirty="0" err="1"/>
              <a:t>Cliquez</a:t>
            </a:r>
            <a:endParaRPr lang="am-ET" dirty="0"/>
          </a:p>
          <a:p>
            <a:endParaRPr lang="en-GB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F27A06B-FFB1-4C2A-A8D0-82E367FBC545}"/>
              </a:ext>
            </a:extLst>
          </p:cNvPr>
          <p:cNvCxnSpPr>
            <a:cxnSpLocks/>
          </p:cNvCxnSpPr>
          <p:nvPr/>
        </p:nvCxnSpPr>
        <p:spPr>
          <a:xfrm flipH="1">
            <a:off x="4419571" y="1979085"/>
            <a:ext cx="735552" cy="4770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C4B8578-E95C-47A0-9E22-3093B2B6D1DA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4750920" y="4087434"/>
            <a:ext cx="702350" cy="4616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03AC108-31ED-4877-87CE-58CA4F9A662B}"/>
              </a:ext>
            </a:extLst>
          </p:cNvPr>
          <p:cNvCxnSpPr/>
          <p:nvPr/>
        </p:nvCxnSpPr>
        <p:spPr>
          <a:xfrm flipV="1">
            <a:off x="10535478" y="3800976"/>
            <a:ext cx="192157" cy="4711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89151E4-363E-48E5-A913-277B2245B9C5}"/>
              </a:ext>
            </a:extLst>
          </p:cNvPr>
          <p:cNvSpPr txBox="1"/>
          <p:nvPr/>
        </p:nvSpPr>
        <p:spPr>
          <a:xfrm>
            <a:off x="1889392" y="164510"/>
            <a:ext cx="86591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To join a call – laptop/</a:t>
            </a:r>
            <a:r>
              <a:rPr lang="fr-FR" dirty="0"/>
              <a:t>Pour rejoindre une réunion/meeting par ordinateur portable</a:t>
            </a:r>
            <a:endParaRPr lang="am-ET" dirty="0"/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849855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D1FD69-6C07-4927-99FB-93EF47255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924" y="855304"/>
            <a:ext cx="5479565" cy="3428555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1A653DD-8F5E-4A63-BC32-DA6AE15EAFFB}"/>
              </a:ext>
            </a:extLst>
          </p:cNvPr>
          <p:cNvCxnSpPr>
            <a:cxnSpLocks/>
          </p:cNvCxnSpPr>
          <p:nvPr/>
        </p:nvCxnSpPr>
        <p:spPr>
          <a:xfrm flipH="1" flipV="1">
            <a:off x="2789689" y="747430"/>
            <a:ext cx="1020311" cy="4949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245AB2F-9C79-4E49-9FF4-455CE0BDEDEE}"/>
              </a:ext>
            </a:extLst>
          </p:cNvPr>
          <p:cNvCxnSpPr>
            <a:cxnSpLocks/>
          </p:cNvCxnSpPr>
          <p:nvPr/>
        </p:nvCxnSpPr>
        <p:spPr>
          <a:xfrm flipH="1" flipV="1">
            <a:off x="4545294" y="648808"/>
            <a:ext cx="583300" cy="5935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4CEE907-D21A-4108-8376-B6D5B764CEC7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5645426" y="855305"/>
            <a:ext cx="1572792" cy="3870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2C5B19F-FDDA-4860-9EFA-AEE57E11131E}"/>
              </a:ext>
            </a:extLst>
          </p:cNvPr>
          <p:cNvSpPr txBox="1"/>
          <p:nvPr/>
        </p:nvSpPr>
        <p:spPr>
          <a:xfrm>
            <a:off x="1140404" y="491510"/>
            <a:ext cx="18645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Chat/</a:t>
            </a:r>
            <a:r>
              <a:rPr lang="en-GB" dirty="0" err="1"/>
              <a:t>Bavardez</a:t>
            </a:r>
            <a:endParaRPr lang="am-ET" dirty="0"/>
          </a:p>
          <a:p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9B24EA-E5CA-4262-AA59-AA30D8B98760}"/>
              </a:ext>
            </a:extLst>
          </p:cNvPr>
          <p:cNvSpPr txBox="1"/>
          <p:nvPr/>
        </p:nvSpPr>
        <p:spPr>
          <a:xfrm>
            <a:off x="2759164" y="131813"/>
            <a:ext cx="49716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Camera on/off/</a:t>
            </a:r>
            <a:r>
              <a:rPr lang="en-GB" dirty="0" err="1"/>
              <a:t>Allumez</a:t>
            </a:r>
            <a:r>
              <a:rPr lang="en-GB" dirty="0"/>
              <a:t>/</a:t>
            </a:r>
            <a:r>
              <a:rPr lang="en-GB" dirty="0" err="1"/>
              <a:t>Éteignez</a:t>
            </a:r>
            <a:r>
              <a:rPr lang="en-GB" dirty="0"/>
              <a:t> </a:t>
            </a:r>
            <a:r>
              <a:rPr lang="en-GB" dirty="0" err="1"/>
              <a:t>votre</a:t>
            </a:r>
            <a:r>
              <a:rPr lang="en-GB" dirty="0"/>
              <a:t> </a:t>
            </a:r>
            <a:r>
              <a:rPr lang="en-GB" dirty="0" err="1"/>
              <a:t>caméra</a:t>
            </a:r>
            <a:endParaRPr lang="am-ET" dirty="0"/>
          </a:p>
          <a:p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63A8E4-1358-4B56-9D68-3884EC274371}"/>
              </a:ext>
            </a:extLst>
          </p:cNvPr>
          <p:cNvSpPr txBox="1"/>
          <p:nvPr/>
        </p:nvSpPr>
        <p:spPr>
          <a:xfrm>
            <a:off x="7218218" y="532139"/>
            <a:ext cx="43780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Mute/unmute/</a:t>
            </a:r>
            <a:r>
              <a:rPr lang="en-GB" dirty="0" err="1"/>
              <a:t>Coupez</a:t>
            </a:r>
            <a:r>
              <a:rPr lang="en-GB" dirty="0"/>
              <a:t>/</a:t>
            </a:r>
            <a:r>
              <a:rPr lang="en-GB" dirty="0" err="1"/>
              <a:t>Réactivez</a:t>
            </a:r>
            <a:r>
              <a:rPr lang="en-GB" dirty="0"/>
              <a:t> </a:t>
            </a:r>
            <a:r>
              <a:rPr lang="en-GB" dirty="0" err="1"/>
              <a:t>votre</a:t>
            </a:r>
            <a:r>
              <a:rPr lang="en-GB" dirty="0"/>
              <a:t> micro</a:t>
            </a:r>
            <a:endParaRPr lang="am-ET" dirty="0"/>
          </a:p>
          <a:p>
            <a:endParaRPr lang="en-GB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99DC3A5-A9D1-46AB-BDF2-87AD24734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1286" y="2793084"/>
            <a:ext cx="5114925" cy="321945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739CFB3-F5F0-40A9-8219-EB7A6E9238AF}"/>
              </a:ext>
            </a:extLst>
          </p:cNvPr>
          <p:cNvSpPr txBox="1"/>
          <p:nvPr/>
        </p:nvSpPr>
        <p:spPr>
          <a:xfrm>
            <a:off x="9395582" y="6208644"/>
            <a:ext cx="16187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Type/</a:t>
            </a:r>
            <a:r>
              <a:rPr lang="en-GB" dirty="0" err="1"/>
              <a:t>Tapez</a:t>
            </a:r>
            <a:endParaRPr lang="am-ET" dirty="0"/>
          </a:p>
          <a:p>
            <a:endParaRPr lang="en-GB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3A4D40B-BF77-437D-9F1A-1B7C82DFB849}"/>
              </a:ext>
            </a:extLst>
          </p:cNvPr>
          <p:cNvCxnSpPr>
            <a:cxnSpLocks/>
            <a:stCxn id="17" idx="0"/>
          </p:cNvCxnSpPr>
          <p:nvPr/>
        </p:nvCxnSpPr>
        <p:spPr>
          <a:xfrm flipH="1" flipV="1">
            <a:off x="10111409" y="5645426"/>
            <a:ext cx="93564" cy="5632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F0DB10D-4A05-4527-98B1-8F43F9C29BF0}"/>
              </a:ext>
            </a:extLst>
          </p:cNvPr>
          <p:cNvSpPr txBox="1"/>
          <p:nvPr/>
        </p:nvSpPr>
        <p:spPr>
          <a:xfrm>
            <a:off x="7560359" y="1609233"/>
            <a:ext cx="2551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End call/</a:t>
            </a:r>
            <a:r>
              <a:rPr lang="en-GB" dirty="0" err="1"/>
              <a:t>Terminez</a:t>
            </a:r>
            <a:r>
              <a:rPr lang="en-GB" dirty="0"/>
              <a:t> </a:t>
            </a:r>
            <a:r>
              <a:rPr lang="en-GB" dirty="0" err="1"/>
              <a:t>l’appel</a:t>
            </a:r>
            <a:endParaRPr lang="am-ET" dirty="0"/>
          </a:p>
          <a:p>
            <a:endParaRPr lang="en-GB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A2F0A1D-9955-4A60-B50A-F28BCAE8F8C1}"/>
              </a:ext>
            </a:extLst>
          </p:cNvPr>
          <p:cNvCxnSpPr>
            <a:cxnSpLocks/>
            <a:stCxn id="21" idx="1"/>
          </p:cNvCxnSpPr>
          <p:nvPr/>
        </p:nvCxnSpPr>
        <p:spPr>
          <a:xfrm flipH="1" flipV="1">
            <a:off x="6771757" y="1413123"/>
            <a:ext cx="788602" cy="5192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9900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94325352E032448D621CCF83E7CDF4" ma:contentTypeVersion="7" ma:contentTypeDescription="Create a new document." ma:contentTypeScope="" ma:versionID="ba3f5d81746a1d17f477876d09e42da9">
  <xsd:schema xmlns:xsd="http://www.w3.org/2001/XMLSchema" xmlns:xs="http://www.w3.org/2001/XMLSchema" xmlns:p="http://schemas.microsoft.com/office/2006/metadata/properties" xmlns:ns2="31635c7e-3a11-4128-b6ca-f17fd774e46d" targetNamespace="http://schemas.microsoft.com/office/2006/metadata/properties" ma:root="true" ma:fieldsID="53fdc2f79366fcea6d46fcbf154b677f" ns2:_="">
    <xsd:import namespace="31635c7e-3a11-4128-b6ca-f17fd774e4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635c7e-3a11-4128-b6ca-f17fd774e4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38D0E1B-8218-46F0-A750-5C70FFA4B123}"/>
</file>

<file path=customXml/itemProps2.xml><?xml version="1.0" encoding="utf-8"?>
<ds:datastoreItem xmlns:ds="http://schemas.openxmlformats.org/officeDocument/2006/customXml" ds:itemID="{BAECA9A1-CE19-466D-949A-68BF3399821C}">
  <ds:schemaRefs>
    <ds:schemaRef ds:uri="ee33d249-ce2b-4c43-a749-c7a5913dfd35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edee15e7-447e-48a0-9c83-dd90427a371f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0FA2D43-A8C7-4C4D-9A2A-3D3F27DBBCE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163</Words>
  <Application>Microsoft Office PowerPoint</Application>
  <PresentationFormat>Widescreen</PresentationFormat>
  <Paragraphs>28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Nyala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 Nasrallah</dc:creator>
  <cp:lastModifiedBy>Julia Nasrallah</cp:lastModifiedBy>
  <cp:revision>8</cp:revision>
  <dcterms:created xsi:type="dcterms:W3CDTF">2021-06-30T13:21:48Z</dcterms:created>
  <dcterms:modified xsi:type="dcterms:W3CDTF">2021-07-23T13:16:16Z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0x0101006794325352E032448D621CCF83E7CDF4</vt:lpwstr>
  </property>
  <property fmtid="{D5CDD505-2E9C-101B-9397-08002B2CF9AE}" pid="3" name="Order">
    <vt:r8>8745600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  <property fmtid="{D5CDD505-2E9C-101B-9397-08002B2CF9AE}" pid="12" name="MediaServiceImageTags">
    <vt:lpwstr/>
  </property>
  <property fmtid="{D5CDD505-2E9C-101B-9397-08002B2CF9AE}" pid="13" name="TaxKeyword">
    <vt:lpwstr/>
  </property>
</Properties>
</file>