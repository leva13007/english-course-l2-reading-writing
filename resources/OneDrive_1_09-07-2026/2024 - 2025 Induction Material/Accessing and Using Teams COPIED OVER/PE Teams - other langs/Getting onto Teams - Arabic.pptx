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57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Nasrallah" userId="a195ca03-6986-4630-8fa7-5c8ad63c348f" providerId="ADAL" clId="{CD6BDF03-9D52-4DDE-9746-1F5CBB3048A3}"/>
    <pc:docChg chg="undo custSel modSld">
      <pc:chgData name="Julia Nasrallah" userId="a195ca03-6986-4630-8fa7-5c8ad63c348f" providerId="ADAL" clId="{CD6BDF03-9D52-4DDE-9746-1F5CBB3048A3}" dt="2021-07-19T11:53:17.929" v="110" actId="14100"/>
      <pc:docMkLst>
        <pc:docMk/>
      </pc:docMkLst>
      <pc:sldChg chg="modSp">
        <pc:chgData name="Julia Nasrallah" userId="a195ca03-6986-4630-8fa7-5c8ad63c348f" providerId="ADAL" clId="{CD6BDF03-9D52-4DDE-9746-1F5CBB3048A3}" dt="2021-07-19T10:06:02.749" v="101" actId="14100"/>
        <pc:sldMkLst>
          <pc:docMk/>
          <pc:sldMk cId="2502925252" sldId="257"/>
        </pc:sldMkLst>
        <pc:spChg chg="mod">
          <ac:chgData name="Julia Nasrallah" userId="a195ca03-6986-4630-8fa7-5c8ad63c348f" providerId="ADAL" clId="{CD6BDF03-9D52-4DDE-9746-1F5CBB3048A3}" dt="2021-07-19T09:55:17.966" v="42" actId="14100"/>
          <ac:spMkLst>
            <pc:docMk/>
            <pc:sldMk cId="2502925252" sldId="257"/>
            <ac:spMk id="5" creationId="{40DB2ED1-F192-44A9-B822-D07D535081B1}"/>
          </ac:spMkLst>
        </pc:spChg>
        <pc:spChg chg="mod">
          <ac:chgData name="Julia Nasrallah" userId="a195ca03-6986-4630-8fa7-5c8ad63c348f" providerId="ADAL" clId="{CD6BDF03-9D52-4DDE-9746-1F5CBB3048A3}" dt="2021-07-19T09:58:27.863" v="71"/>
          <ac:spMkLst>
            <pc:docMk/>
            <pc:sldMk cId="2502925252" sldId="257"/>
            <ac:spMk id="8" creationId="{ADF7A171-B849-425C-9040-7A6BD553351B}"/>
          </ac:spMkLst>
        </pc:spChg>
        <pc:spChg chg="mod">
          <ac:chgData name="Julia Nasrallah" userId="a195ca03-6986-4630-8fa7-5c8ad63c348f" providerId="ADAL" clId="{CD6BDF03-9D52-4DDE-9746-1F5CBB3048A3}" dt="2021-07-19T10:04:23.173" v="92" actId="1076"/>
          <ac:spMkLst>
            <pc:docMk/>
            <pc:sldMk cId="2502925252" sldId="257"/>
            <ac:spMk id="11" creationId="{4BB5A64D-79A6-482B-9EB8-CADEC21582B7}"/>
          </ac:spMkLst>
        </pc:spChg>
        <pc:spChg chg="mod">
          <ac:chgData name="Julia Nasrallah" userId="a195ca03-6986-4630-8fa7-5c8ad63c348f" providerId="ADAL" clId="{CD6BDF03-9D52-4DDE-9746-1F5CBB3048A3}" dt="2021-07-19T09:59:15.066" v="80" actId="14100"/>
          <ac:spMkLst>
            <pc:docMk/>
            <pc:sldMk cId="2502925252" sldId="257"/>
            <ac:spMk id="14" creationId="{57672BBD-2DA7-4B96-B8A2-FB27D6BEC008}"/>
          </ac:spMkLst>
        </pc:spChg>
        <pc:spChg chg="mod">
          <ac:chgData name="Julia Nasrallah" userId="a195ca03-6986-4630-8fa7-5c8ad63c348f" providerId="ADAL" clId="{CD6BDF03-9D52-4DDE-9746-1F5CBB3048A3}" dt="2021-07-19T09:59:42.135" v="84" actId="14100"/>
          <ac:spMkLst>
            <pc:docMk/>
            <pc:sldMk cId="2502925252" sldId="257"/>
            <ac:spMk id="19" creationId="{A5F1B181-763F-4717-A342-B5FD01D1C0B5}"/>
          </ac:spMkLst>
        </pc:spChg>
        <pc:picChg chg="mod">
          <ac:chgData name="Julia Nasrallah" userId="a195ca03-6986-4630-8fa7-5c8ad63c348f" providerId="ADAL" clId="{CD6BDF03-9D52-4DDE-9746-1F5CBB3048A3}" dt="2021-07-19T10:03:48.945" v="88" actId="1076"/>
          <ac:picMkLst>
            <pc:docMk/>
            <pc:sldMk cId="2502925252" sldId="257"/>
            <ac:picMk id="2" creationId="{B8EBD38E-5936-45FD-BB7B-27C586E5F91E}"/>
          </ac:picMkLst>
        </pc:picChg>
        <pc:cxnChg chg="mod">
          <ac:chgData name="Julia Nasrallah" userId="a195ca03-6986-4630-8fa7-5c8ad63c348f" providerId="ADAL" clId="{CD6BDF03-9D52-4DDE-9746-1F5CBB3048A3}" dt="2021-07-19T10:03:57.469" v="89" actId="14100"/>
          <ac:cxnSpMkLst>
            <pc:docMk/>
            <pc:sldMk cId="2502925252" sldId="257"/>
            <ac:cxnSpMk id="4" creationId="{CDFD6EC3-2AB4-4BFD-AEA7-3060AF4FCFD2}"/>
          </ac:cxnSpMkLst>
        </pc:cxnChg>
        <pc:cxnChg chg="mod">
          <ac:chgData name="Julia Nasrallah" userId="a195ca03-6986-4630-8fa7-5c8ad63c348f" providerId="ADAL" clId="{CD6BDF03-9D52-4DDE-9746-1F5CBB3048A3}" dt="2021-07-19T10:06:02.749" v="101" actId="14100"/>
          <ac:cxnSpMkLst>
            <pc:docMk/>
            <pc:sldMk cId="2502925252" sldId="257"/>
            <ac:cxnSpMk id="7" creationId="{CACD3811-4437-47F6-BC56-60F18F29958F}"/>
          </ac:cxnSpMkLst>
        </pc:cxnChg>
        <pc:cxnChg chg="mod">
          <ac:chgData name="Julia Nasrallah" userId="a195ca03-6986-4630-8fa7-5c8ad63c348f" providerId="ADAL" clId="{CD6BDF03-9D52-4DDE-9746-1F5CBB3048A3}" dt="2021-07-19T10:04:27.970" v="93" actId="14100"/>
          <ac:cxnSpMkLst>
            <pc:docMk/>
            <pc:sldMk cId="2502925252" sldId="257"/>
            <ac:cxnSpMk id="10" creationId="{AC80E3B0-2B3B-400A-A38B-36D678776B44}"/>
          </ac:cxnSpMkLst>
        </pc:cxnChg>
      </pc:sldChg>
      <pc:sldChg chg="modSp">
        <pc:chgData name="Julia Nasrallah" userId="a195ca03-6986-4630-8fa7-5c8ad63c348f" providerId="ADAL" clId="{CD6BDF03-9D52-4DDE-9746-1F5CBB3048A3}" dt="2021-07-19T11:53:17.929" v="110" actId="14100"/>
        <pc:sldMkLst>
          <pc:docMk/>
          <pc:sldMk cId="2329900056" sldId="258"/>
        </pc:sldMkLst>
        <pc:spChg chg="mod">
          <ac:chgData name="Julia Nasrallah" userId="a195ca03-6986-4630-8fa7-5c8ad63c348f" providerId="ADAL" clId="{CD6BDF03-9D52-4DDE-9746-1F5CBB3048A3}" dt="2021-07-19T09:57:04.413" v="59" actId="1076"/>
          <ac:spMkLst>
            <pc:docMk/>
            <pc:sldMk cId="2329900056" sldId="258"/>
            <ac:spMk id="9" creationId="{92C5B19F-FDDA-4860-9EFA-AEE57E11131E}"/>
          </ac:spMkLst>
        </pc:spChg>
        <pc:spChg chg="mod">
          <ac:chgData name="Julia Nasrallah" userId="a195ca03-6986-4630-8fa7-5c8ad63c348f" providerId="ADAL" clId="{CD6BDF03-9D52-4DDE-9746-1F5CBB3048A3}" dt="2021-07-19T09:57:13.605" v="61" actId="1076"/>
          <ac:spMkLst>
            <pc:docMk/>
            <pc:sldMk cId="2329900056" sldId="258"/>
            <ac:spMk id="10" creationId="{809B24EA-E5CA-4262-AA59-AA30D8B98760}"/>
          </ac:spMkLst>
        </pc:spChg>
        <pc:spChg chg="mod">
          <ac:chgData name="Julia Nasrallah" userId="a195ca03-6986-4630-8fa7-5c8ad63c348f" providerId="ADAL" clId="{CD6BDF03-9D52-4DDE-9746-1F5CBB3048A3}" dt="2021-07-19T11:52:59.154" v="106" actId="1076"/>
          <ac:spMkLst>
            <pc:docMk/>
            <pc:sldMk cId="2329900056" sldId="258"/>
            <ac:spMk id="11" creationId="{F863A8E4-1358-4B56-9D68-3884EC274371}"/>
          </ac:spMkLst>
        </pc:spChg>
        <pc:spChg chg="mod">
          <ac:chgData name="Julia Nasrallah" userId="a195ca03-6986-4630-8fa7-5c8ad63c348f" providerId="ADAL" clId="{CD6BDF03-9D52-4DDE-9746-1F5CBB3048A3}" dt="2021-07-19T09:59:56.469" v="87" actId="14100"/>
          <ac:spMkLst>
            <pc:docMk/>
            <pc:sldMk cId="2329900056" sldId="258"/>
            <ac:spMk id="17" creationId="{7739CFB3-F5F0-40A9-8219-EB7A6E9238AF}"/>
          </ac:spMkLst>
        </pc:spChg>
        <pc:spChg chg="mod">
          <ac:chgData name="Julia Nasrallah" userId="a195ca03-6986-4630-8fa7-5c8ad63c348f" providerId="ADAL" clId="{CD6BDF03-9D52-4DDE-9746-1F5CBB3048A3}" dt="2021-07-19T11:52:45.400" v="103" actId="1076"/>
          <ac:spMkLst>
            <pc:docMk/>
            <pc:sldMk cId="2329900056" sldId="258"/>
            <ac:spMk id="21" creationId="{2F0DB10D-4A05-4527-98B1-8F43F9C29BF0}"/>
          </ac:spMkLst>
        </pc:spChg>
        <pc:picChg chg="mod">
          <ac:chgData name="Julia Nasrallah" userId="a195ca03-6986-4630-8fa7-5c8ad63c348f" providerId="ADAL" clId="{CD6BDF03-9D52-4DDE-9746-1F5CBB3048A3}" dt="2021-07-19T11:52:40.181" v="102" actId="1076"/>
          <ac:picMkLst>
            <pc:docMk/>
            <pc:sldMk cId="2329900056" sldId="258"/>
            <ac:picMk id="2" creationId="{E7D1FD69-6C07-4927-99FB-93EF47255530}"/>
          </ac:picMkLst>
        </pc:picChg>
        <pc:cxnChg chg="mod">
          <ac:chgData name="Julia Nasrallah" userId="a195ca03-6986-4630-8fa7-5c8ad63c348f" providerId="ADAL" clId="{CD6BDF03-9D52-4DDE-9746-1F5CBB3048A3}" dt="2021-07-19T11:53:17.929" v="110" actId="14100"/>
          <ac:cxnSpMkLst>
            <pc:docMk/>
            <pc:sldMk cId="2329900056" sldId="258"/>
            <ac:cxnSpMk id="4" creationId="{51A653DD-8F5E-4A63-BC32-DA6AE15EAFFB}"/>
          </ac:cxnSpMkLst>
        </pc:cxnChg>
        <pc:cxnChg chg="mod">
          <ac:chgData name="Julia Nasrallah" userId="a195ca03-6986-4630-8fa7-5c8ad63c348f" providerId="ADAL" clId="{CD6BDF03-9D52-4DDE-9746-1F5CBB3048A3}" dt="2021-07-19T11:53:13.192" v="109" actId="14100"/>
          <ac:cxnSpMkLst>
            <pc:docMk/>
            <pc:sldMk cId="2329900056" sldId="258"/>
            <ac:cxnSpMk id="6" creationId="{C245AB2F-9C79-4E49-9FF4-455CE0BDEDEE}"/>
          </ac:cxnSpMkLst>
        </pc:cxnChg>
        <pc:cxnChg chg="mod">
          <ac:chgData name="Julia Nasrallah" userId="a195ca03-6986-4630-8fa7-5c8ad63c348f" providerId="ADAL" clId="{CD6BDF03-9D52-4DDE-9746-1F5CBB3048A3}" dt="2021-07-19T11:53:09.887" v="108" actId="14100"/>
          <ac:cxnSpMkLst>
            <pc:docMk/>
            <pc:sldMk cId="2329900056" sldId="258"/>
            <ac:cxnSpMk id="8" creationId="{04CEE907-D21A-4108-8376-B6D5B764CEC7}"/>
          </ac:cxnSpMkLst>
        </pc:cxnChg>
        <pc:cxnChg chg="mod">
          <ac:chgData name="Julia Nasrallah" userId="a195ca03-6986-4630-8fa7-5c8ad63c348f" providerId="ADAL" clId="{CD6BDF03-9D52-4DDE-9746-1F5CBB3048A3}" dt="2021-07-19T09:59:56.469" v="87" actId="14100"/>
          <ac:cxnSpMkLst>
            <pc:docMk/>
            <pc:sldMk cId="2329900056" sldId="258"/>
            <ac:cxnSpMk id="19" creationId="{C3A4D40B-BF77-437D-9F1A-1B7C82DFB849}"/>
          </ac:cxnSpMkLst>
        </pc:cxnChg>
        <pc:cxnChg chg="mod">
          <ac:chgData name="Julia Nasrallah" userId="a195ca03-6986-4630-8fa7-5c8ad63c348f" providerId="ADAL" clId="{CD6BDF03-9D52-4DDE-9746-1F5CBB3048A3}" dt="2021-07-19T11:52:45.400" v="103" actId="1076"/>
          <ac:cxnSpMkLst>
            <pc:docMk/>
            <pc:sldMk cId="2329900056" sldId="258"/>
            <ac:cxnSpMk id="23" creationId="{5A2F0A1D-9955-4A60-B50A-F28BCAE8F8C1}"/>
          </ac:cxnSpMkLst>
        </pc:cxnChg>
      </pc:sldChg>
      <pc:sldChg chg="modSp">
        <pc:chgData name="Julia Nasrallah" userId="a195ca03-6986-4630-8fa7-5c8ad63c348f" providerId="ADAL" clId="{CD6BDF03-9D52-4DDE-9746-1F5CBB3048A3}" dt="2021-07-19T09:20:40.716" v="2" actId="14100"/>
        <pc:sldMkLst>
          <pc:docMk/>
          <pc:sldMk cId="2170626237" sldId="259"/>
        </pc:sldMkLst>
        <pc:spChg chg="mod">
          <ac:chgData name="Julia Nasrallah" userId="a195ca03-6986-4630-8fa7-5c8ad63c348f" providerId="ADAL" clId="{CD6BDF03-9D52-4DDE-9746-1F5CBB3048A3}" dt="2021-07-19T09:20:40.716" v="2" actId="14100"/>
          <ac:spMkLst>
            <pc:docMk/>
            <pc:sldMk cId="2170626237" sldId="259"/>
            <ac:spMk id="6" creationId="{2F6A58EB-E303-4E1E-909F-08605A84AD6D}"/>
          </ac:spMkLst>
        </pc:spChg>
        <pc:cxnChg chg="mod">
          <ac:chgData name="Julia Nasrallah" userId="a195ca03-6986-4630-8fa7-5c8ad63c348f" providerId="ADAL" clId="{CD6BDF03-9D52-4DDE-9746-1F5CBB3048A3}" dt="2021-07-19T09:20:40.716" v="2" actId="14100"/>
          <ac:cxnSpMkLst>
            <pc:docMk/>
            <pc:sldMk cId="2170626237" sldId="259"/>
            <ac:cxnSpMk id="8" creationId="{39413F6A-EC39-4806-BBA1-A2C2D086542C}"/>
          </ac:cxnSpMkLst>
        </pc:cxnChg>
      </pc:sldChg>
      <pc:sldChg chg="modSp">
        <pc:chgData name="Julia Nasrallah" userId="a195ca03-6986-4630-8fa7-5c8ad63c348f" providerId="ADAL" clId="{CD6BDF03-9D52-4DDE-9746-1F5CBB3048A3}" dt="2021-07-19T09:21:34.125" v="8" actId="14100"/>
        <pc:sldMkLst>
          <pc:docMk/>
          <pc:sldMk cId="1097007592" sldId="260"/>
        </pc:sldMkLst>
        <pc:spChg chg="mod">
          <ac:chgData name="Julia Nasrallah" userId="a195ca03-6986-4630-8fa7-5c8ad63c348f" providerId="ADAL" clId="{CD6BDF03-9D52-4DDE-9746-1F5CBB3048A3}" dt="2021-07-19T09:21:11.048" v="5" actId="14100"/>
          <ac:spMkLst>
            <pc:docMk/>
            <pc:sldMk cId="1097007592" sldId="260"/>
            <ac:spMk id="7" creationId="{9F043BAE-6A5B-409D-BE3D-4EF54C818847}"/>
          </ac:spMkLst>
        </pc:spChg>
        <pc:spChg chg="mod">
          <ac:chgData name="Julia Nasrallah" userId="a195ca03-6986-4630-8fa7-5c8ad63c348f" providerId="ADAL" clId="{CD6BDF03-9D52-4DDE-9746-1F5CBB3048A3}" dt="2021-07-19T09:21:34.125" v="8" actId="14100"/>
          <ac:spMkLst>
            <pc:docMk/>
            <pc:sldMk cId="1097007592" sldId="260"/>
            <ac:spMk id="10" creationId="{DDD3D02B-C96B-41FE-A6B4-7A621E0A0529}"/>
          </ac:spMkLst>
        </pc:spChg>
        <pc:cxnChg chg="mod">
          <ac:chgData name="Julia Nasrallah" userId="a195ca03-6986-4630-8fa7-5c8ad63c348f" providerId="ADAL" clId="{CD6BDF03-9D52-4DDE-9746-1F5CBB3048A3}" dt="2021-07-19T09:21:34.125" v="8" actId="14100"/>
          <ac:cxnSpMkLst>
            <pc:docMk/>
            <pc:sldMk cId="1097007592" sldId="260"/>
            <ac:cxnSpMk id="14" creationId="{23C40A66-0022-4CD3-A195-35B090BFCD1D}"/>
          </ac:cxnSpMkLst>
        </pc:cxnChg>
      </pc:sldChg>
      <pc:sldChg chg="modSp">
        <pc:chgData name="Julia Nasrallah" userId="a195ca03-6986-4630-8fa7-5c8ad63c348f" providerId="ADAL" clId="{CD6BDF03-9D52-4DDE-9746-1F5CBB3048A3}" dt="2021-07-19T10:05:29.403" v="100" actId="14100"/>
        <pc:sldMkLst>
          <pc:docMk/>
          <pc:sldMk cId="1745828806" sldId="261"/>
        </pc:sldMkLst>
        <pc:spChg chg="mod">
          <ac:chgData name="Julia Nasrallah" userId="a195ca03-6986-4630-8fa7-5c8ad63c348f" providerId="ADAL" clId="{CD6BDF03-9D52-4DDE-9746-1F5CBB3048A3}" dt="2021-07-19T10:05:29.403" v="100" actId="14100"/>
          <ac:spMkLst>
            <pc:docMk/>
            <pc:sldMk cId="1745828806" sldId="261"/>
            <ac:spMk id="4" creationId="{1DBAF125-BF3D-4DCE-93AD-6494F6F7A978}"/>
          </ac:spMkLst>
        </pc:spChg>
        <pc:spChg chg="mod">
          <ac:chgData name="Julia Nasrallah" userId="a195ca03-6986-4630-8fa7-5c8ad63c348f" providerId="ADAL" clId="{CD6BDF03-9D52-4DDE-9746-1F5CBB3048A3}" dt="2021-07-19T10:05:29.034" v="99" actId="20577"/>
          <ac:spMkLst>
            <pc:docMk/>
            <pc:sldMk cId="1745828806" sldId="261"/>
            <ac:spMk id="7" creationId="{27FE5AED-519B-4F5C-94D2-2B905FADB1A7}"/>
          </ac:spMkLst>
        </pc:spChg>
        <pc:cxnChg chg="mod">
          <ac:chgData name="Julia Nasrallah" userId="a195ca03-6986-4630-8fa7-5c8ad63c348f" providerId="ADAL" clId="{CD6BDF03-9D52-4DDE-9746-1F5CBB3048A3}" dt="2021-07-19T10:05:29.403" v="100" actId="14100"/>
          <ac:cxnSpMkLst>
            <pc:docMk/>
            <pc:sldMk cId="1745828806" sldId="261"/>
            <ac:cxnSpMk id="6" creationId="{537D6970-7411-486F-8FDB-77122EA3FE07}"/>
          </ac:cxnSpMkLst>
        </pc:cxnChg>
      </pc:sldChg>
      <pc:sldChg chg="modSp">
        <pc:chgData name="Julia Nasrallah" userId="a195ca03-6986-4630-8fa7-5c8ad63c348f" providerId="ADAL" clId="{CD6BDF03-9D52-4DDE-9746-1F5CBB3048A3}" dt="2021-07-19T09:54:17.611" v="34" actId="1076"/>
        <pc:sldMkLst>
          <pc:docMk/>
          <pc:sldMk cId="3118172005" sldId="262"/>
        </pc:sldMkLst>
        <pc:spChg chg="mod">
          <ac:chgData name="Julia Nasrallah" userId="a195ca03-6986-4630-8fa7-5c8ad63c348f" providerId="ADAL" clId="{CD6BDF03-9D52-4DDE-9746-1F5CBB3048A3}" dt="2021-07-19T09:21:55.582" v="12" actId="14100"/>
          <ac:spMkLst>
            <pc:docMk/>
            <pc:sldMk cId="3118172005" sldId="262"/>
            <ac:spMk id="4" creationId="{51F82E57-68D8-46F1-8492-B8F541D4A433}"/>
          </ac:spMkLst>
        </pc:spChg>
        <pc:spChg chg="mod">
          <ac:chgData name="Julia Nasrallah" userId="a195ca03-6986-4630-8fa7-5c8ad63c348f" providerId="ADAL" clId="{CD6BDF03-9D52-4DDE-9746-1F5CBB3048A3}" dt="2021-07-19T09:22:11.480" v="17" actId="1076"/>
          <ac:spMkLst>
            <pc:docMk/>
            <pc:sldMk cId="3118172005" sldId="262"/>
            <ac:spMk id="11" creationId="{CC17F529-EC85-42B2-B50F-2E2B30A3231C}"/>
          </ac:spMkLst>
        </pc:spChg>
        <pc:spChg chg="mod">
          <ac:chgData name="Julia Nasrallah" userId="a195ca03-6986-4630-8fa7-5c8ad63c348f" providerId="ADAL" clId="{CD6BDF03-9D52-4DDE-9746-1F5CBB3048A3}" dt="2021-07-19T09:22:01.196" v="14"/>
          <ac:spMkLst>
            <pc:docMk/>
            <pc:sldMk cId="3118172005" sldId="262"/>
            <ac:spMk id="16" creationId="{FC19896E-0056-4D2A-A101-22CACE36B9AC}"/>
          </ac:spMkLst>
        </pc:spChg>
        <pc:spChg chg="mod">
          <ac:chgData name="Julia Nasrallah" userId="a195ca03-6986-4630-8fa7-5c8ad63c348f" providerId="ADAL" clId="{CD6BDF03-9D52-4DDE-9746-1F5CBB3048A3}" dt="2021-07-19T09:54:17.611" v="34" actId="1076"/>
          <ac:spMkLst>
            <pc:docMk/>
            <pc:sldMk cId="3118172005" sldId="262"/>
            <ac:spMk id="18" creationId="{B49DF0AE-C34B-427D-8106-22B5210A4076}"/>
          </ac:spMkLst>
        </pc:spChg>
        <pc:cxnChg chg="mod">
          <ac:chgData name="Julia Nasrallah" userId="a195ca03-6986-4630-8fa7-5c8ad63c348f" providerId="ADAL" clId="{CD6BDF03-9D52-4DDE-9746-1F5CBB3048A3}" dt="2021-07-19T09:21:55.582" v="12" actId="14100"/>
          <ac:cxnSpMkLst>
            <pc:docMk/>
            <pc:sldMk cId="3118172005" sldId="262"/>
            <ac:cxnSpMk id="6" creationId="{261F1F45-F429-45F9-AD07-F3A50F23FA09}"/>
          </ac:cxnSpMkLst>
        </pc:cxnChg>
      </pc:sldChg>
      <pc:sldChg chg="modSp">
        <pc:chgData name="Julia Nasrallah" userId="a195ca03-6986-4630-8fa7-5c8ad63c348f" providerId="ADAL" clId="{CD6BDF03-9D52-4DDE-9746-1F5CBB3048A3}" dt="2021-07-19T09:54:51.601" v="39" actId="1076"/>
        <pc:sldMkLst>
          <pc:docMk/>
          <pc:sldMk cId="849855746" sldId="263"/>
        </pc:sldMkLst>
        <pc:spChg chg="mod">
          <ac:chgData name="Julia Nasrallah" userId="a195ca03-6986-4630-8fa7-5c8ad63c348f" providerId="ADAL" clId="{CD6BDF03-9D52-4DDE-9746-1F5CBB3048A3}" dt="2021-07-19T09:22:28.873" v="19"/>
          <ac:spMkLst>
            <pc:docMk/>
            <pc:sldMk cId="849855746" sldId="263"/>
            <ac:spMk id="5" creationId="{DA58F5F9-B19C-405C-BA7D-0AAE97B45775}"/>
          </ac:spMkLst>
        </pc:spChg>
        <pc:spChg chg="mod">
          <ac:chgData name="Julia Nasrallah" userId="a195ca03-6986-4630-8fa7-5c8ad63c348f" providerId="ADAL" clId="{CD6BDF03-9D52-4DDE-9746-1F5CBB3048A3}" dt="2021-07-19T09:22:33.531" v="21"/>
          <ac:spMkLst>
            <pc:docMk/>
            <pc:sldMk cId="849855746" sldId="263"/>
            <ac:spMk id="6" creationId="{C77DC81F-7368-46BB-BF9D-836C63D33C68}"/>
          </ac:spMkLst>
        </pc:spChg>
        <pc:spChg chg="mod">
          <ac:chgData name="Julia Nasrallah" userId="a195ca03-6986-4630-8fa7-5c8ad63c348f" providerId="ADAL" clId="{CD6BDF03-9D52-4DDE-9746-1F5CBB3048A3}" dt="2021-07-19T09:22:37.933" v="23"/>
          <ac:spMkLst>
            <pc:docMk/>
            <pc:sldMk cId="849855746" sldId="263"/>
            <ac:spMk id="7" creationId="{C5B5FCB8-3C15-4A39-80CB-15997CC4E199}"/>
          </ac:spMkLst>
        </pc:spChg>
        <pc:spChg chg="mod">
          <ac:chgData name="Julia Nasrallah" userId="a195ca03-6986-4630-8fa7-5c8ad63c348f" providerId="ADAL" clId="{CD6BDF03-9D52-4DDE-9746-1F5CBB3048A3}" dt="2021-07-19T09:54:51.601" v="39" actId="1076"/>
          <ac:spMkLst>
            <pc:docMk/>
            <pc:sldMk cId="849855746" sldId="263"/>
            <ac:spMk id="16" creationId="{189151E4-363E-48E5-A913-277B2245B9C5}"/>
          </ac:spMkLst>
        </pc:spChg>
        <pc:cxnChg chg="mod">
          <ac:chgData name="Julia Nasrallah" userId="a195ca03-6986-4630-8fa7-5c8ad63c348f" providerId="ADAL" clId="{CD6BDF03-9D52-4DDE-9746-1F5CBB3048A3}" dt="2021-07-19T09:22:33.531" v="21"/>
          <ac:cxnSpMkLst>
            <pc:docMk/>
            <pc:sldMk cId="849855746" sldId="263"/>
            <ac:cxnSpMk id="11" creationId="{7C4B8578-E95C-47A0-9E22-3093B2B6D1D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C79-4461-48E0-928B-DB0CB410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D564-F818-464B-898C-0110B8A1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A4B4-DA2B-4AEA-A1C3-03680D1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863C-0FD1-48AC-8533-72D70D74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08-4F12-45CD-99D7-D562FA2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6E2-2AE3-4D46-A9EC-E487A996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D49-12BF-48C7-A018-88466639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7C03-3BFA-4030-B511-2C4183A8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E38-05B5-483B-98F9-561AA56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94C7-F468-4EAA-99E8-C1367D9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8A89-5DFE-4ACB-AAA2-5F30502C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7551-F5D9-4B15-8C8B-BEEEE796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A1DE-5A7B-48FD-9CBB-DDEE2F19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A533-F455-4D32-963F-6C63AEA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279F-CA83-4198-9A67-3784FED8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1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ED88-D71F-4E9C-8E47-2F4415F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3961-9CDB-4F71-AA87-D4FFE0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81D00-FFB7-48AD-A55D-E974CBA98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1E3B-F8E8-458E-9E44-4B10483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5437D-EF81-46F6-8723-A439F47E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E7B2-473E-4526-9680-B0CC5739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3B46-182C-45A0-BC13-DD0B3D3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E2A8-E5C8-4B01-9F7D-E5258BB0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64EE-AFEE-48AE-98AC-0A79C60A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3EA69-10C4-480D-9BDF-D0EB21B19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195ED-23CA-42FF-9379-3C1FFBF41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ED7-29FE-4D10-8542-6DFAAFF6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0D98C-DF46-4EFD-B81A-53F3DF7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634A-D422-457A-BBAC-9FDDD88D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1F8F-E48D-479F-B287-7B5AED8D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D2E5-E901-463B-BE65-45A7863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C43D-7225-4849-91F9-03F71BF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0F72-A2AF-47B6-9425-5BBE710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D9596-881F-4FA7-A0A9-8F6470A0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B6C6-DBF7-4C59-807A-C3F15B49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8E3E-59F9-405C-A4ED-AB8F1F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5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085A-6668-43EC-92A0-39101BD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6977-44C3-428F-9E4B-7548C2F5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64F7D-B390-4404-8836-56E821C2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A4B8-A604-4842-BF8F-2920E3EE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A3F2B-7E24-413F-9871-7E58E47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D817-E84E-4B80-9525-5A9D4813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0A7B-A5BB-4BF9-9D84-CCEAB52F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147D0-3455-49EE-87F4-51A3F0B65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6C577-0E11-465F-8D21-B0520BE8E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EB62-FCB8-49F2-9D9B-9124CDC2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47D7-4305-4A5F-AE18-553A9571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751A-A0B4-423E-A357-A1F1718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456-93E2-49F4-A156-1FCE0EC5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BFA24-CF70-4807-B5C1-C3059378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CC834-CE25-4B49-BF32-EE1A874A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4861-E284-4BD4-9360-62AD86B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6EAC-F311-4AB1-8C27-FF5329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3DDE3-1D5B-40A1-80B3-EADEDE15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ECC3-7BBE-4BAB-81E6-A2ED8275F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13D2-1948-458B-851E-9BA93D7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6B4A-351B-42AE-BB4C-C84B9CF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CDF-23A8-4D22-A576-9A78863E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49D76-5FD0-4D32-9C42-5F407D26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EAE3-EB42-4024-9375-B962850D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6653-069B-4678-9F3F-4CD16D81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E7A-690C-496A-BA0D-CF083E7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A17-8F73-4D2C-9FCA-6098F94A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BCDC4-5BE9-4F63-932A-8A1E1C3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48" y="366712"/>
            <a:ext cx="3095625" cy="612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0F239E-08A5-43DE-A475-13D007E1A4E2}"/>
              </a:ext>
            </a:extLst>
          </p:cNvPr>
          <p:cNvSpPr txBox="1"/>
          <p:nvPr/>
        </p:nvSpPr>
        <p:spPr>
          <a:xfrm>
            <a:off x="8050694" y="4038599"/>
            <a:ext cx="33064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xxxxxx@student.cavc.ac.uk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61863E-F885-45E5-8183-7AF6D4264978}"/>
              </a:ext>
            </a:extLst>
          </p:cNvPr>
          <p:cNvCxnSpPr/>
          <p:nvPr/>
        </p:nvCxnSpPr>
        <p:spPr>
          <a:xfrm flipH="1">
            <a:off x="6838122" y="4200939"/>
            <a:ext cx="111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A58EB-E303-4E1E-909F-08605A84AD6D}"/>
              </a:ext>
            </a:extLst>
          </p:cNvPr>
          <p:cNvSpPr txBox="1"/>
          <p:nvPr/>
        </p:nvSpPr>
        <p:spPr>
          <a:xfrm>
            <a:off x="8421757" y="4658139"/>
            <a:ext cx="1225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b="1" dirty="0" err="1"/>
              <a:t>اضغط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13F6A-EC39-4806-BBA1-A2C2D086542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68689" y="4658141"/>
            <a:ext cx="1353068" cy="184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46334-9656-4DA7-8F1D-DCFC2E7E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590550"/>
            <a:ext cx="2886075" cy="5676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0B7AD-CD57-438E-9092-E463B02D6266}"/>
              </a:ext>
            </a:extLst>
          </p:cNvPr>
          <p:cNvSpPr/>
          <p:nvPr/>
        </p:nvSpPr>
        <p:spPr>
          <a:xfrm>
            <a:off x="4903304" y="3429000"/>
            <a:ext cx="1364974" cy="149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B7-F27A-4404-BD13-BCAA53944EF5}"/>
              </a:ext>
            </a:extLst>
          </p:cNvPr>
          <p:cNvSpPr txBox="1"/>
          <p:nvPr/>
        </p:nvSpPr>
        <p:spPr>
          <a:xfrm>
            <a:off x="8328990" y="3244334"/>
            <a:ext cx="2749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xxxxxx@student.cavc.ac.uk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F2399-71F4-4A66-8075-F0A9615C050F}"/>
              </a:ext>
            </a:extLst>
          </p:cNvPr>
          <p:cNvCxnSpPr/>
          <p:nvPr/>
        </p:nvCxnSpPr>
        <p:spPr>
          <a:xfrm flipH="1">
            <a:off x="7089913" y="3429000"/>
            <a:ext cx="1099930" cy="7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043BAE-6A5B-409D-BE3D-4EF54C818847}"/>
              </a:ext>
            </a:extLst>
          </p:cNvPr>
          <p:cNvSpPr txBox="1"/>
          <p:nvPr/>
        </p:nvSpPr>
        <p:spPr>
          <a:xfrm>
            <a:off x="8328989" y="4035287"/>
            <a:ext cx="3147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Enter password/</a:t>
            </a:r>
            <a:r>
              <a:rPr lang="en-GB" b="1" dirty="0" err="1"/>
              <a:t>ادخل</a:t>
            </a:r>
            <a:r>
              <a:rPr lang="en-GB" b="1" dirty="0"/>
              <a:t> </a:t>
            </a:r>
            <a:r>
              <a:rPr lang="en-GB" b="1" dirty="0" err="1"/>
              <a:t>كلمة</a:t>
            </a:r>
            <a:r>
              <a:rPr lang="en-GB" b="1" dirty="0"/>
              <a:t> </a:t>
            </a:r>
            <a:r>
              <a:rPr lang="en-GB" b="1" dirty="0" err="1"/>
              <a:t>السر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2740E-BFBF-4FC8-B01A-3D53FE4978B9}"/>
              </a:ext>
            </a:extLst>
          </p:cNvPr>
          <p:cNvCxnSpPr/>
          <p:nvPr/>
        </p:nvCxnSpPr>
        <p:spPr>
          <a:xfrm flipH="1" flipV="1">
            <a:off x="7089913" y="3829878"/>
            <a:ext cx="1099930" cy="33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D3D02B-C96B-41FE-A6B4-7A621E0A0529}"/>
              </a:ext>
            </a:extLst>
          </p:cNvPr>
          <p:cNvSpPr txBox="1"/>
          <p:nvPr/>
        </p:nvSpPr>
        <p:spPr>
          <a:xfrm>
            <a:off x="8381999" y="4618383"/>
            <a:ext cx="126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b="1" dirty="0" err="1"/>
              <a:t>اضغط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40A66-0022-4CD3-A195-35B090BFCD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585793" y="4404621"/>
            <a:ext cx="2796206" cy="398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0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30C84-021C-426F-ACA6-71850A34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319087"/>
            <a:ext cx="2924175" cy="62198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5BFDF-F3D1-4A05-BAA6-17C1E575D584}"/>
              </a:ext>
            </a:extLst>
          </p:cNvPr>
          <p:cNvSpPr/>
          <p:nvPr/>
        </p:nvSpPr>
        <p:spPr>
          <a:xfrm>
            <a:off x="4633912" y="2438400"/>
            <a:ext cx="2800558" cy="332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AF125-BF3D-4DCE-93AD-6494F6F7A978}"/>
              </a:ext>
            </a:extLst>
          </p:cNvPr>
          <p:cNvSpPr txBox="1"/>
          <p:nvPr/>
        </p:nvSpPr>
        <p:spPr>
          <a:xfrm>
            <a:off x="8408504" y="1981200"/>
            <a:ext cx="2352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your class/</a:t>
            </a:r>
            <a:r>
              <a:rPr lang="en-GB" b="1" dirty="0" err="1"/>
              <a:t>اضغط</a:t>
            </a:r>
            <a:r>
              <a:rPr lang="en-GB" b="1" dirty="0"/>
              <a:t> </a:t>
            </a:r>
            <a:r>
              <a:rPr lang="en-GB" b="1" dirty="0" err="1"/>
              <a:t>على</a:t>
            </a:r>
            <a:r>
              <a:rPr lang="en-GB" b="1" dirty="0"/>
              <a:t> </a:t>
            </a:r>
            <a:r>
              <a:rPr lang="en-GB" b="1" dirty="0" err="1"/>
              <a:t>صفك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7D6970-7411-486F-8FDB-77122EA3FE07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096000" y="1921567"/>
            <a:ext cx="2312504" cy="382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E5AED-519B-4F5C-94D2-2B905FADB1A7}"/>
              </a:ext>
            </a:extLst>
          </p:cNvPr>
          <p:cNvSpPr txBox="1"/>
          <p:nvPr/>
        </p:nvSpPr>
        <p:spPr>
          <a:xfrm>
            <a:off x="2060712" y="4671391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Teams/</a:t>
            </a:r>
            <a:r>
              <a:rPr lang="en-GB" b="1" dirty="0" err="1"/>
              <a:t>اضغط</a:t>
            </a:r>
            <a:r>
              <a:rPr lang="en-GB" b="1" dirty="0"/>
              <a:t> </a:t>
            </a:r>
            <a:r>
              <a:rPr lang="en-GB" b="1" dirty="0" err="1"/>
              <a:t>على</a:t>
            </a:r>
            <a:r>
              <a:rPr lang="en-GB" b="1" dirty="0"/>
              <a:t> </a:t>
            </a:r>
            <a:r>
              <a:rPr lang="en-GB" b="1" dirty="0" err="1"/>
              <a:t>تيمز</a:t>
            </a:r>
            <a:r>
              <a:rPr lang="en-GB" b="1" dirty="0"/>
              <a:t>(</a:t>
            </a:r>
            <a:r>
              <a:rPr lang="en-GB" b="1" dirty="0" err="1"/>
              <a:t>برنامج</a:t>
            </a:r>
            <a:r>
              <a:rPr lang="en-GB" b="1" dirty="0"/>
              <a:t> </a:t>
            </a:r>
            <a:r>
              <a:rPr lang="en-GB" b="1" dirty="0" err="1"/>
              <a:t>تيمز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2E6857-599F-4A25-8556-BC0DCF62D50D}"/>
              </a:ext>
            </a:extLst>
          </p:cNvPr>
          <p:cNvCxnSpPr/>
          <p:nvPr/>
        </p:nvCxnSpPr>
        <p:spPr>
          <a:xfrm>
            <a:off x="3783495" y="5141843"/>
            <a:ext cx="1928192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4BCBE-37F5-4CD2-8FF3-8A394D90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13" y="486810"/>
            <a:ext cx="266911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E78FB5-049A-4065-B2CC-AB633022A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5" y="704175"/>
            <a:ext cx="257110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82E57-68D8-46F1-8492-B8F541D4A433}"/>
              </a:ext>
            </a:extLst>
          </p:cNvPr>
          <p:cNvSpPr txBox="1"/>
          <p:nvPr/>
        </p:nvSpPr>
        <p:spPr>
          <a:xfrm>
            <a:off x="3435569" y="2358599"/>
            <a:ext cx="134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en-GB" b="1" dirty="0" err="1"/>
              <a:t>اضغط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1F1F45-F429-45F9-AD07-F3A50F23FA0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56821" y="2543265"/>
            <a:ext cx="778748" cy="727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36D90-47AE-47C4-BD02-48F41ADCC23D}"/>
              </a:ext>
            </a:extLst>
          </p:cNvPr>
          <p:cNvCxnSpPr>
            <a:cxnSpLocks/>
          </p:cNvCxnSpPr>
          <p:nvPr/>
        </p:nvCxnSpPr>
        <p:spPr>
          <a:xfrm>
            <a:off x="4589563" y="3178361"/>
            <a:ext cx="351240" cy="9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3C94BF-4A5B-4A49-8AB1-840E9A46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277" y="552637"/>
            <a:ext cx="2782191" cy="5884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7F529-EC85-42B2-B50F-2E2B30A3231C}"/>
              </a:ext>
            </a:extLst>
          </p:cNvPr>
          <p:cNvSpPr txBox="1"/>
          <p:nvPr/>
        </p:nvSpPr>
        <p:spPr>
          <a:xfrm>
            <a:off x="7548649" y="4293416"/>
            <a:ext cx="15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en-GB" b="1" dirty="0" err="1"/>
              <a:t>اضغط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DF220-CE26-467F-8D41-A9F97E925C23}"/>
              </a:ext>
            </a:extLst>
          </p:cNvPr>
          <p:cNvCxnSpPr>
            <a:cxnSpLocks/>
          </p:cNvCxnSpPr>
          <p:nvPr/>
        </p:nvCxnSpPr>
        <p:spPr>
          <a:xfrm>
            <a:off x="8127583" y="4662748"/>
            <a:ext cx="1367542" cy="94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19896E-0056-4D2A-A101-22CACE36B9AC}"/>
              </a:ext>
            </a:extLst>
          </p:cNvPr>
          <p:cNvSpPr txBox="1"/>
          <p:nvPr/>
        </p:nvSpPr>
        <p:spPr>
          <a:xfrm>
            <a:off x="3793703" y="299369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en-GB" b="1" dirty="0" err="1"/>
              <a:t>اضغط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DF0AE-C34B-427D-8106-22B5210A4076}"/>
              </a:ext>
            </a:extLst>
          </p:cNvPr>
          <p:cNvSpPr txBox="1"/>
          <p:nvPr/>
        </p:nvSpPr>
        <p:spPr>
          <a:xfrm>
            <a:off x="3070819" y="17295"/>
            <a:ext cx="6050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meeting – phone/</a:t>
            </a:r>
            <a:r>
              <a:rPr lang="en-GB" b="1" dirty="0" err="1"/>
              <a:t>للانضمام</a:t>
            </a:r>
            <a:r>
              <a:rPr lang="en-GB" b="1" dirty="0"/>
              <a:t> </a:t>
            </a:r>
            <a:r>
              <a:rPr lang="en-GB" b="1" dirty="0" err="1"/>
              <a:t>الى</a:t>
            </a:r>
            <a:r>
              <a:rPr lang="en-GB" b="1" dirty="0"/>
              <a:t> </a:t>
            </a:r>
            <a:r>
              <a:rPr lang="en-GB" b="1" dirty="0" err="1"/>
              <a:t>اجتماع</a:t>
            </a:r>
            <a:r>
              <a:rPr lang="en-GB" b="1" dirty="0"/>
              <a:t> </a:t>
            </a:r>
            <a:r>
              <a:rPr lang="en-GB" b="1" dirty="0" err="1"/>
              <a:t>على</a:t>
            </a:r>
            <a:r>
              <a:rPr lang="en-GB" b="1" dirty="0"/>
              <a:t> </a:t>
            </a:r>
            <a:r>
              <a:rPr lang="en-GB" b="1" dirty="0" err="1"/>
              <a:t>الهاتف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81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BD38E-5936-45FD-BB7B-27C586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671" y="442912"/>
            <a:ext cx="2847975" cy="597217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FD6EC3-2AB4-4BFD-AEA7-3060AF4FCFD2}"/>
              </a:ext>
            </a:extLst>
          </p:cNvPr>
          <p:cNvCxnSpPr>
            <a:cxnSpLocks/>
          </p:cNvCxnSpPr>
          <p:nvPr/>
        </p:nvCxnSpPr>
        <p:spPr>
          <a:xfrm>
            <a:off x="3868770" y="1027043"/>
            <a:ext cx="860341" cy="344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DB2ED1-F192-44A9-B822-D07D535081B1}"/>
              </a:ext>
            </a:extLst>
          </p:cNvPr>
          <p:cNvSpPr txBox="1"/>
          <p:nvPr/>
        </p:nvSpPr>
        <p:spPr>
          <a:xfrm>
            <a:off x="4812895" y="1186934"/>
            <a:ext cx="1238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b="1" dirty="0" err="1"/>
              <a:t>محادثة</a:t>
            </a:r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D3811-4437-47F6-BC56-60F18F29958F}"/>
              </a:ext>
            </a:extLst>
          </p:cNvPr>
          <p:cNvCxnSpPr>
            <a:cxnSpLocks/>
          </p:cNvCxnSpPr>
          <p:nvPr/>
        </p:nvCxnSpPr>
        <p:spPr>
          <a:xfrm flipV="1">
            <a:off x="2493300" y="4691270"/>
            <a:ext cx="2235811" cy="919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7A171-B849-425C-9040-7A6BD553351B}"/>
              </a:ext>
            </a:extLst>
          </p:cNvPr>
          <p:cNvSpPr txBox="1"/>
          <p:nvPr/>
        </p:nvSpPr>
        <p:spPr>
          <a:xfrm>
            <a:off x="4615354" y="4326835"/>
            <a:ext cx="1716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</a:p>
          <a:p>
            <a:r>
              <a:rPr lang="en-GB" b="1" dirty="0" err="1"/>
              <a:t>كتم</a:t>
            </a:r>
            <a:r>
              <a:rPr lang="en-GB" b="1" dirty="0"/>
              <a:t> /</a:t>
            </a:r>
            <a:r>
              <a:rPr lang="en-GB" b="1" dirty="0" err="1"/>
              <a:t>الغاء</a:t>
            </a:r>
            <a:r>
              <a:rPr lang="en-GB" b="1" dirty="0"/>
              <a:t> </a:t>
            </a:r>
            <a:r>
              <a:rPr lang="en-GB" b="1" dirty="0" err="1"/>
              <a:t>الكتم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0E3B0-2B3B-400A-A38B-36D678776B44}"/>
              </a:ext>
            </a:extLst>
          </p:cNvPr>
          <p:cNvCxnSpPr>
            <a:cxnSpLocks/>
          </p:cNvCxnSpPr>
          <p:nvPr/>
        </p:nvCxnSpPr>
        <p:spPr>
          <a:xfrm flipH="1" flipV="1">
            <a:off x="793657" y="5146743"/>
            <a:ext cx="989137" cy="463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B5A64D-79A6-482B-9EB8-CADEC21582B7}"/>
              </a:ext>
            </a:extLst>
          </p:cNvPr>
          <p:cNvSpPr txBox="1"/>
          <p:nvPr/>
        </p:nvSpPr>
        <p:spPr>
          <a:xfrm>
            <a:off x="145193" y="3676039"/>
            <a:ext cx="14144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</a:p>
          <a:p>
            <a:r>
              <a:rPr lang="en-GB" b="1" dirty="0" err="1"/>
              <a:t>الكاميرا</a:t>
            </a:r>
            <a:r>
              <a:rPr lang="en-GB" b="1" dirty="0"/>
              <a:t> </a:t>
            </a:r>
            <a:r>
              <a:rPr lang="en-GB" b="1" dirty="0" err="1"/>
              <a:t>بوضعية</a:t>
            </a:r>
            <a:r>
              <a:rPr lang="en-GB" b="1" dirty="0"/>
              <a:t> </a:t>
            </a:r>
            <a:r>
              <a:rPr lang="en-GB" b="1" dirty="0" err="1"/>
              <a:t>تشغيل</a:t>
            </a:r>
            <a:r>
              <a:rPr lang="en-GB" b="1" dirty="0"/>
              <a:t>/</a:t>
            </a:r>
            <a:r>
              <a:rPr lang="en-GB" b="1" dirty="0" err="1"/>
              <a:t>او</a:t>
            </a:r>
            <a:r>
              <a:rPr lang="en-GB" b="1" dirty="0"/>
              <a:t> </a:t>
            </a:r>
            <a:r>
              <a:rPr lang="en-GB" b="1" dirty="0" err="1"/>
              <a:t>وضعية</a:t>
            </a:r>
            <a:r>
              <a:rPr lang="en-GB" b="1" dirty="0"/>
              <a:t> </a:t>
            </a:r>
            <a:r>
              <a:rPr lang="en-GB" b="1" dirty="0" err="1"/>
              <a:t>ايقاف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FD641-A803-4FFE-AC08-6CE2459D212F}"/>
              </a:ext>
            </a:extLst>
          </p:cNvPr>
          <p:cNvCxnSpPr/>
          <p:nvPr/>
        </p:nvCxnSpPr>
        <p:spPr>
          <a:xfrm>
            <a:off x="3979250" y="5830956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72BBD-2DA7-4B96-B8A2-FB27D6BEC008}"/>
              </a:ext>
            </a:extLst>
          </p:cNvPr>
          <p:cNvSpPr txBox="1"/>
          <p:nvPr/>
        </p:nvSpPr>
        <p:spPr>
          <a:xfrm>
            <a:off x="5137317" y="5610567"/>
            <a:ext cx="204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b="1" dirty="0" err="1"/>
              <a:t>نهاية</a:t>
            </a:r>
            <a:r>
              <a:rPr lang="en-GB" b="1" dirty="0"/>
              <a:t> </a:t>
            </a:r>
            <a:r>
              <a:rPr lang="en-GB" b="1" dirty="0" err="1"/>
              <a:t>المكالمة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6F3507-8EC2-455F-B0A6-A13AD71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13" y="442912"/>
            <a:ext cx="2876550" cy="60674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681498-33C2-484C-9FEF-8AE71F20C585}"/>
              </a:ext>
            </a:extLst>
          </p:cNvPr>
          <p:cNvCxnSpPr/>
          <p:nvPr/>
        </p:nvCxnSpPr>
        <p:spPr>
          <a:xfrm flipV="1">
            <a:off x="8093171" y="4500411"/>
            <a:ext cx="2707351" cy="14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F1B181-763F-4717-A342-B5FD01D1C0B5}"/>
              </a:ext>
            </a:extLst>
          </p:cNvPr>
          <p:cNvSpPr txBox="1"/>
          <p:nvPr/>
        </p:nvSpPr>
        <p:spPr>
          <a:xfrm>
            <a:off x="10349662" y="4082967"/>
            <a:ext cx="12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en-GB" b="1" dirty="0" err="1"/>
              <a:t>نمط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E47-E17E-4EB7-9E9C-6D909028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1" y="743458"/>
            <a:ext cx="4850321" cy="25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87F7-0041-4ACC-8267-72FA0EC7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600494"/>
            <a:ext cx="4956339" cy="243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C8037-516A-4A9A-9A25-0FB256D8A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5" y="1197822"/>
            <a:ext cx="4459313" cy="277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8F5F9-B19C-405C-BA7D-0AAE97B45775}"/>
              </a:ext>
            </a:extLst>
          </p:cNvPr>
          <p:cNvSpPr txBox="1"/>
          <p:nvPr/>
        </p:nvSpPr>
        <p:spPr>
          <a:xfrm>
            <a:off x="5261140" y="168667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en-GB" b="1" dirty="0" err="1"/>
              <a:t>اضغط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C81F-7368-46BB-BF9D-836C63D33C68}"/>
              </a:ext>
            </a:extLst>
          </p:cNvPr>
          <p:cNvSpPr txBox="1"/>
          <p:nvPr/>
        </p:nvSpPr>
        <p:spPr>
          <a:xfrm>
            <a:off x="5453270" y="408743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en-GB" b="1" dirty="0" err="1"/>
              <a:t>اضغط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5FCB8-3C15-4A39-80CB-15997CC4E199}"/>
              </a:ext>
            </a:extLst>
          </p:cNvPr>
          <p:cNvSpPr txBox="1"/>
          <p:nvPr/>
        </p:nvSpPr>
        <p:spPr>
          <a:xfrm>
            <a:off x="9932505" y="4272097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en-GB" b="1" dirty="0" err="1"/>
              <a:t>اضغط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27A06B-FFB1-4C2A-A8D0-82E367FBC545}"/>
              </a:ext>
            </a:extLst>
          </p:cNvPr>
          <p:cNvCxnSpPr>
            <a:cxnSpLocks/>
          </p:cNvCxnSpPr>
          <p:nvPr/>
        </p:nvCxnSpPr>
        <p:spPr>
          <a:xfrm flipH="1">
            <a:off x="4419571" y="1979085"/>
            <a:ext cx="735552" cy="47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4B8578-E95C-47A0-9E22-3093B2B6D1D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750920" y="4087431"/>
            <a:ext cx="702350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AC108-31ED-4877-87CE-58CA4F9A662B}"/>
              </a:ext>
            </a:extLst>
          </p:cNvPr>
          <p:cNvCxnSpPr/>
          <p:nvPr/>
        </p:nvCxnSpPr>
        <p:spPr>
          <a:xfrm flipV="1">
            <a:off x="10535478" y="3800976"/>
            <a:ext cx="192157" cy="47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151E4-363E-48E5-A913-277B2245B9C5}"/>
              </a:ext>
            </a:extLst>
          </p:cNvPr>
          <p:cNvSpPr txBox="1"/>
          <p:nvPr/>
        </p:nvSpPr>
        <p:spPr>
          <a:xfrm>
            <a:off x="3975651" y="102412"/>
            <a:ext cx="572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call – laptop/</a:t>
            </a:r>
            <a:r>
              <a:rPr lang="en-GB" b="1" dirty="0" err="1"/>
              <a:t>للانضمام</a:t>
            </a:r>
            <a:r>
              <a:rPr lang="en-GB" b="1" dirty="0"/>
              <a:t> </a:t>
            </a:r>
            <a:r>
              <a:rPr lang="en-GB" b="1" dirty="0" err="1"/>
              <a:t>على</a:t>
            </a:r>
            <a:r>
              <a:rPr lang="en-GB" b="1" dirty="0"/>
              <a:t> </a:t>
            </a:r>
            <a:r>
              <a:rPr lang="en-GB" b="1" dirty="0" err="1"/>
              <a:t>اجتماع</a:t>
            </a:r>
            <a:r>
              <a:rPr lang="en-GB" b="1" dirty="0"/>
              <a:t> </a:t>
            </a:r>
            <a:r>
              <a:rPr lang="en-GB" b="1" dirty="0" err="1"/>
              <a:t>على</a:t>
            </a:r>
            <a:r>
              <a:rPr lang="en-GB" b="1" dirty="0"/>
              <a:t> </a:t>
            </a:r>
            <a:r>
              <a:rPr lang="en-GB" b="1" dirty="0" err="1"/>
              <a:t>الابتوب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985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1FD69-6C07-4927-99FB-93EF472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03" y="1486476"/>
            <a:ext cx="5479565" cy="34285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A653DD-8F5E-4A63-BC32-DA6AE15EAFFB}"/>
              </a:ext>
            </a:extLst>
          </p:cNvPr>
          <p:cNvCxnSpPr>
            <a:cxnSpLocks/>
          </p:cNvCxnSpPr>
          <p:nvPr/>
        </p:nvCxnSpPr>
        <p:spPr>
          <a:xfrm flipH="1" flipV="1">
            <a:off x="1964338" y="759670"/>
            <a:ext cx="2013035" cy="1095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5AB2F-9C79-4E49-9FF4-455CE0BDEDEE}"/>
              </a:ext>
            </a:extLst>
          </p:cNvPr>
          <p:cNvCxnSpPr>
            <a:cxnSpLocks/>
          </p:cNvCxnSpPr>
          <p:nvPr/>
        </p:nvCxnSpPr>
        <p:spPr>
          <a:xfrm flipH="1" flipV="1">
            <a:off x="4890054" y="818269"/>
            <a:ext cx="339941" cy="911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CEE907-D21A-4108-8376-B6D5B764CEC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591533" y="818268"/>
            <a:ext cx="499454" cy="911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5B19F-FDDA-4860-9EFA-AEE57E11131E}"/>
              </a:ext>
            </a:extLst>
          </p:cNvPr>
          <p:cNvSpPr txBox="1"/>
          <p:nvPr/>
        </p:nvSpPr>
        <p:spPr>
          <a:xfrm>
            <a:off x="1003199" y="390337"/>
            <a:ext cx="139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b="1" dirty="0" err="1"/>
              <a:t>محادثة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B24EA-E5CA-4262-AA59-AA30D8B98760}"/>
              </a:ext>
            </a:extLst>
          </p:cNvPr>
          <p:cNvSpPr txBox="1"/>
          <p:nvPr/>
        </p:nvSpPr>
        <p:spPr>
          <a:xfrm>
            <a:off x="2817489" y="251837"/>
            <a:ext cx="266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  <a:r>
              <a:rPr lang="en-GB" b="1" dirty="0" err="1"/>
              <a:t>الكاميرا</a:t>
            </a:r>
            <a:r>
              <a:rPr lang="en-GB" b="1" dirty="0"/>
              <a:t> </a:t>
            </a:r>
            <a:r>
              <a:rPr lang="en-GB" b="1" dirty="0" err="1"/>
              <a:t>بوضعية</a:t>
            </a:r>
            <a:r>
              <a:rPr lang="en-GB" b="1" dirty="0"/>
              <a:t> </a:t>
            </a:r>
            <a:r>
              <a:rPr lang="en-GB" b="1" dirty="0" err="1"/>
              <a:t>تشغيل</a:t>
            </a:r>
            <a:r>
              <a:rPr lang="en-GB" b="1" dirty="0"/>
              <a:t>/</a:t>
            </a:r>
            <a:r>
              <a:rPr lang="en-GB" b="1" dirty="0" err="1"/>
              <a:t>او</a:t>
            </a:r>
            <a:r>
              <a:rPr lang="en-GB" b="1" dirty="0"/>
              <a:t> </a:t>
            </a:r>
            <a:r>
              <a:rPr lang="en-GB" b="1" dirty="0" err="1"/>
              <a:t>وضعية</a:t>
            </a:r>
            <a:r>
              <a:rPr lang="en-GB" b="1" dirty="0"/>
              <a:t> </a:t>
            </a:r>
            <a:r>
              <a:rPr lang="en-GB" b="1" dirty="0" err="1"/>
              <a:t>ايقاف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3A8E4-1358-4B56-9D68-3884EC274371}"/>
              </a:ext>
            </a:extLst>
          </p:cNvPr>
          <p:cNvSpPr txBox="1"/>
          <p:nvPr/>
        </p:nvSpPr>
        <p:spPr>
          <a:xfrm>
            <a:off x="6090987" y="633602"/>
            <a:ext cx="303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en-GB" b="1" dirty="0" err="1"/>
              <a:t>كتم</a:t>
            </a:r>
            <a:r>
              <a:rPr lang="en-GB" b="1" dirty="0"/>
              <a:t> /</a:t>
            </a:r>
            <a:r>
              <a:rPr lang="en-GB" b="1" dirty="0" err="1"/>
              <a:t>الغاء</a:t>
            </a:r>
            <a:r>
              <a:rPr lang="en-GB" b="1" dirty="0"/>
              <a:t> </a:t>
            </a:r>
            <a:r>
              <a:rPr lang="en-GB" b="1" dirty="0" err="1"/>
              <a:t>الكتم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9DC3A5-A9D1-46AB-BDF2-87AD2473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6" y="2793084"/>
            <a:ext cx="5114925" cy="3219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39CFB3-F5F0-40A9-8219-EB7A6E9238AF}"/>
              </a:ext>
            </a:extLst>
          </p:cNvPr>
          <p:cNvSpPr txBox="1"/>
          <p:nvPr/>
        </p:nvSpPr>
        <p:spPr>
          <a:xfrm>
            <a:off x="9395581" y="6208644"/>
            <a:ext cx="136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en-GB" b="1" dirty="0" err="1"/>
              <a:t>نمط</a:t>
            </a:r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4D40B-BF77-437D-9F1A-1B7C82DFB84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0078173" y="5645426"/>
            <a:ext cx="33236" cy="563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0DB10D-4A05-4527-98B1-8F43F9C29BF0}"/>
              </a:ext>
            </a:extLst>
          </p:cNvPr>
          <p:cNvSpPr txBox="1"/>
          <p:nvPr/>
        </p:nvSpPr>
        <p:spPr>
          <a:xfrm>
            <a:off x="7831977" y="1306366"/>
            <a:ext cx="207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b="1" dirty="0" err="1"/>
              <a:t>نهاية</a:t>
            </a:r>
            <a:r>
              <a:rPr lang="en-GB" b="1" dirty="0"/>
              <a:t> </a:t>
            </a:r>
            <a:r>
              <a:rPr lang="en-GB" b="1" dirty="0" err="1"/>
              <a:t>المكالمة</a:t>
            </a:r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2F0A1D-9955-4A60-B50A-F28BCAE8F8C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6851119" y="1491032"/>
            <a:ext cx="980858" cy="364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90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FA2D43-A8C7-4C4D-9A2A-3D3F27DBBC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ECA9A1-CE19-466D-949A-68BF3399821C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dee15e7-447e-48a0-9c83-dd90427a371f"/>
    <ds:schemaRef ds:uri="http://purl.org/dc/elements/1.1/"/>
    <ds:schemaRef ds:uri="http://schemas.microsoft.com/office/2006/metadata/properties"/>
    <ds:schemaRef ds:uri="ee33d249-ce2b-4c43-a749-c7a5913dfd35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41E3730-2102-4F46-9EEF-17BB466BF95A}"/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158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Nasrallah</dc:creator>
  <cp:lastModifiedBy>Julia Nasrallah</cp:lastModifiedBy>
  <cp:revision>9</cp:revision>
  <dcterms:created xsi:type="dcterms:W3CDTF">2021-06-30T13:21:48Z</dcterms:created>
  <dcterms:modified xsi:type="dcterms:W3CDTF">2021-07-19T11:53:22Z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8707100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  <property fmtid="{D5CDD505-2E9C-101B-9397-08002B2CF9AE}" pid="13" name="TaxKeyword">
    <vt:lpwstr/>
  </property>
</Properties>
</file>