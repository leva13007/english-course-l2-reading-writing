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E5D9FC6A-DEE6-46E1-A1E1-0D2D7438ADB3}"/>
    <pc:docChg chg="custSel modSld">
      <pc:chgData name="Julia Nasrallah" userId="a195ca03-6986-4630-8fa7-5c8ad63c348f" providerId="ADAL" clId="{E5D9FC6A-DEE6-46E1-A1E1-0D2D7438ADB3}" dt="2021-07-19T11:50:12.760" v="80" actId="14100"/>
      <pc:docMkLst>
        <pc:docMk/>
      </pc:docMkLst>
      <pc:sldChg chg="modSp">
        <pc:chgData name="Julia Nasrallah" userId="a195ca03-6986-4630-8fa7-5c8ad63c348f" providerId="ADAL" clId="{E5D9FC6A-DEE6-46E1-A1E1-0D2D7438ADB3}" dt="2021-07-19T11:49:27.091" v="73" actId="1076"/>
        <pc:sldMkLst>
          <pc:docMk/>
          <pc:sldMk cId="2502925252" sldId="257"/>
        </pc:sldMkLst>
        <pc:spChg chg="mod">
          <ac:chgData name="Julia Nasrallah" userId="a195ca03-6986-4630-8fa7-5c8ad63c348f" providerId="ADAL" clId="{E5D9FC6A-DEE6-46E1-A1E1-0D2D7438ADB3}" dt="2021-07-19T11:46:29.802" v="49" actId="14100"/>
          <ac:spMkLst>
            <pc:docMk/>
            <pc:sldMk cId="2502925252" sldId="257"/>
            <ac:spMk id="5" creationId="{40DB2ED1-F192-44A9-B822-D07D535081B1}"/>
          </ac:spMkLst>
        </pc:spChg>
        <pc:spChg chg="mod">
          <ac:chgData name="Julia Nasrallah" userId="a195ca03-6986-4630-8fa7-5c8ad63c348f" providerId="ADAL" clId="{E5D9FC6A-DEE6-46E1-A1E1-0D2D7438ADB3}" dt="2021-07-19T11:47:45.482" v="60"/>
          <ac:spMkLst>
            <pc:docMk/>
            <pc:sldMk cId="2502925252" sldId="257"/>
            <ac:spMk id="8" creationId="{ADF7A171-B849-425C-9040-7A6BD553351B}"/>
          </ac:spMkLst>
        </pc:spChg>
        <pc:spChg chg="mod">
          <ac:chgData name="Julia Nasrallah" userId="a195ca03-6986-4630-8fa7-5c8ad63c348f" providerId="ADAL" clId="{E5D9FC6A-DEE6-46E1-A1E1-0D2D7438ADB3}" dt="2021-07-19T11:47:25.302" v="58" actId="1076"/>
          <ac:spMkLst>
            <pc:docMk/>
            <pc:sldMk cId="2502925252" sldId="257"/>
            <ac:spMk id="11" creationId="{4BB5A64D-79A6-482B-9EB8-CADEC21582B7}"/>
          </ac:spMkLst>
        </pc:spChg>
        <pc:spChg chg="mod">
          <ac:chgData name="Julia Nasrallah" userId="a195ca03-6986-4630-8fa7-5c8ad63c348f" providerId="ADAL" clId="{E5D9FC6A-DEE6-46E1-A1E1-0D2D7438ADB3}" dt="2021-07-19T11:48:44.766" v="69" actId="14100"/>
          <ac:spMkLst>
            <pc:docMk/>
            <pc:sldMk cId="2502925252" sldId="257"/>
            <ac:spMk id="14" creationId="{57672BBD-2DA7-4B96-B8A2-FB27D6BEC008}"/>
          </ac:spMkLst>
        </pc:spChg>
        <pc:spChg chg="mod">
          <ac:chgData name="Julia Nasrallah" userId="a195ca03-6986-4630-8fa7-5c8ad63c348f" providerId="ADAL" clId="{E5D9FC6A-DEE6-46E1-A1E1-0D2D7438ADB3}" dt="2021-07-19T11:49:27.091" v="73" actId="1076"/>
          <ac:spMkLst>
            <pc:docMk/>
            <pc:sldMk cId="2502925252" sldId="257"/>
            <ac:spMk id="19" creationId="{A5F1B181-763F-4717-A342-B5FD01D1C0B5}"/>
          </ac:spMkLst>
        </pc:spChg>
      </pc:sldChg>
      <pc:sldChg chg="modSp">
        <pc:chgData name="Julia Nasrallah" userId="a195ca03-6986-4630-8fa7-5c8ad63c348f" providerId="ADAL" clId="{E5D9FC6A-DEE6-46E1-A1E1-0D2D7438ADB3}" dt="2021-07-19T11:50:12.760" v="80" actId="14100"/>
        <pc:sldMkLst>
          <pc:docMk/>
          <pc:sldMk cId="2329900056" sldId="258"/>
        </pc:sldMkLst>
        <pc:spChg chg="mod">
          <ac:chgData name="Julia Nasrallah" userId="a195ca03-6986-4630-8fa7-5c8ad63c348f" providerId="ADAL" clId="{E5D9FC6A-DEE6-46E1-A1E1-0D2D7438ADB3}" dt="2021-07-19T11:46:39.990" v="52" actId="14100"/>
          <ac:spMkLst>
            <pc:docMk/>
            <pc:sldMk cId="2329900056" sldId="258"/>
            <ac:spMk id="9" creationId="{92C5B19F-FDDA-4860-9EFA-AEE57E11131E}"/>
          </ac:spMkLst>
        </pc:spChg>
        <pc:spChg chg="mod">
          <ac:chgData name="Julia Nasrallah" userId="a195ca03-6986-4630-8fa7-5c8ad63c348f" providerId="ADAL" clId="{E5D9FC6A-DEE6-46E1-A1E1-0D2D7438ADB3}" dt="2021-07-19T11:47:11.698" v="55" actId="14100"/>
          <ac:spMkLst>
            <pc:docMk/>
            <pc:sldMk cId="2329900056" sldId="258"/>
            <ac:spMk id="10" creationId="{809B24EA-E5CA-4262-AA59-AA30D8B98760}"/>
          </ac:spMkLst>
        </pc:spChg>
        <pc:spChg chg="mod">
          <ac:chgData name="Julia Nasrallah" userId="a195ca03-6986-4630-8fa7-5c8ad63c348f" providerId="ADAL" clId="{E5D9FC6A-DEE6-46E1-A1E1-0D2D7438ADB3}" dt="2021-07-19T11:50:09.421" v="79" actId="1076"/>
          <ac:spMkLst>
            <pc:docMk/>
            <pc:sldMk cId="2329900056" sldId="258"/>
            <ac:spMk id="11" creationId="{F863A8E4-1358-4B56-9D68-3884EC274371}"/>
          </ac:spMkLst>
        </pc:spChg>
        <pc:spChg chg="mod">
          <ac:chgData name="Julia Nasrallah" userId="a195ca03-6986-4630-8fa7-5c8ad63c348f" providerId="ADAL" clId="{E5D9FC6A-DEE6-46E1-A1E1-0D2D7438ADB3}" dt="2021-07-19T11:49:36.637" v="76" actId="14100"/>
          <ac:spMkLst>
            <pc:docMk/>
            <pc:sldMk cId="2329900056" sldId="258"/>
            <ac:spMk id="17" creationId="{7739CFB3-F5F0-40A9-8219-EB7A6E9238AF}"/>
          </ac:spMkLst>
        </pc:spChg>
        <pc:spChg chg="mod">
          <ac:chgData name="Julia Nasrallah" userId="a195ca03-6986-4630-8fa7-5c8ad63c348f" providerId="ADAL" clId="{E5D9FC6A-DEE6-46E1-A1E1-0D2D7438ADB3}" dt="2021-07-19T11:50:03.604" v="78" actId="1076"/>
          <ac:spMkLst>
            <pc:docMk/>
            <pc:sldMk cId="2329900056" sldId="258"/>
            <ac:spMk id="21" creationId="{2F0DB10D-4A05-4527-98B1-8F43F9C29BF0}"/>
          </ac:spMkLst>
        </pc:spChg>
        <pc:picChg chg="mod">
          <ac:chgData name="Julia Nasrallah" userId="a195ca03-6986-4630-8fa7-5c8ad63c348f" providerId="ADAL" clId="{E5D9FC6A-DEE6-46E1-A1E1-0D2D7438ADB3}" dt="2021-07-19T11:49:59.512" v="77" actId="1076"/>
          <ac:picMkLst>
            <pc:docMk/>
            <pc:sldMk cId="2329900056" sldId="258"/>
            <ac:picMk id="2" creationId="{E7D1FD69-6C07-4927-99FB-93EF47255530}"/>
          </ac:picMkLst>
        </pc:picChg>
        <pc:cxnChg chg="mod">
          <ac:chgData name="Julia Nasrallah" userId="a195ca03-6986-4630-8fa7-5c8ad63c348f" providerId="ADAL" clId="{E5D9FC6A-DEE6-46E1-A1E1-0D2D7438ADB3}" dt="2021-07-19T11:50:12.760" v="80" actId="14100"/>
          <ac:cxnSpMkLst>
            <pc:docMk/>
            <pc:sldMk cId="2329900056" sldId="258"/>
            <ac:cxnSpMk id="8" creationId="{04CEE907-D21A-4108-8376-B6D5B764CEC7}"/>
          </ac:cxnSpMkLst>
        </pc:cxnChg>
        <pc:cxnChg chg="mod">
          <ac:chgData name="Julia Nasrallah" userId="a195ca03-6986-4630-8fa7-5c8ad63c348f" providerId="ADAL" clId="{E5D9FC6A-DEE6-46E1-A1E1-0D2D7438ADB3}" dt="2021-07-19T11:49:36.637" v="76" actId="14100"/>
          <ac:cxnSpMkLst>
            <pc:docMk/>
            <pc:sldMk cId="2329900056" sldId="258"/>
            <ac:cxnSpMk id="19" creationId="{C3A4D40B-BF77-437D-9F1A-1B7C82DFB849}"/>
          </ac:cxnSpMkLst>
        </pc:cxnChg>
        <pc:cxnChg chg="mod">
          <ac:chgData name="Julia Nasrallah" userId="a195ca03-6986-4630-8fa7-5c8ad63c348f" providerId="ADAL" clId="{E5D9FC6A-DEE6-46E1-A1E1-0D2D7438ADB3}" dt="2021-07-19T11:50:03.604" v="78" actId="1076"/>
          <ac:cxnSpMkLst>
            <pc:docMk/>
            <pc:sldMk cId="2329900056" sldId="258"/>
            <ac:cxnSpMk id="23" creationId="{5A2F0A1D-9955-4A60-B50A-F28BCAE8F8C1}"/>
          </ac:cxnSpMkLst>
        </pc:cxnChg>
      </pc:sldChg>
      <pc:sldChg chg="modSp">
        <pc:chgData name="Julia Nasrallah" userId="a195ca03-6986-4630-8fa7-5c8ad63c348f" providerId="ADAL" clId="{E5D9FC6A-DEE6-46E1-A1E1-0D2D7438ADB3}" dt="2021-07-19T11:36:03.955" v="2" actId="14100"/>
        <pc:sldMkLst>
          <pc:docMk/>
          <pc:sldMk cId="2170626237" sldId="259"/>
        </pc:sldMkLst>
        <pc:spChg chg="mod">
          <ac:chgData name="Julia Nasrallah" userId="a195ca03-6986-4630-8fa7-5c8ad63c348f" providerId="ADAL" clId="{E5D9FC6A-DEE6-46E1-A1E1-0D2D7438ADB3}" dt="2021-07-19T11:36:03.955" v="2" actId="14100"/>
          <ac:spMkLst>
            <pc:docMk/>
            <pc:sldMk cId="2170626237" sldId="259"/>
            <ac:spMk id="6" creationId="{2F6A58EB-E303-4E1E-909F-08605A84AD6D}"/>
          </ac:spMkLst>
        </pc:spChg>
        <pc:cxnChg chg="mod">
          <ac:chgData name="Julia Nasrallah" userId="a195ca03-6986-4630-8fa7-5c8ad63c348f" providerId="ADAL" clId="{E5D9FC6A-DEE6-46E1-A1E1-0D2D7438ADB3}" dt="2021-07-19T11:36:03.955" v="2" actId="14100"/>
          <ac:cxnSpMkLst>
            <pc:docMk/>
            <pc:sldMk cId="2170626237" sldId="259"/>
            <ac:cxnSpMk id="8" creationId="{39413F6A-EC39-4806-BBA1-A2C2D086542C}"/>
          </ac:cxnSpMkLst>
        </pc:cxnChg>
      </pc:sldChg>
      <pc:sldChg chg="modSp">
        <pc:chgData name="Julia Nasrallah" userId="a195ca03-6986-4630-8fa7-5c8ad63c348f" providerId="ADAL" clId="{E5D9FC6A-DEE6-46E1-A1E1-0D2D7438ADB3}" dt="2021-07-19T11:37:58.376" v="29" actId="14100"/>
        <pc:sldMkLst>
          <pc:docMk/>
          <pc:sldMk cId="1097007592" sldId="260"/>
        </pc:sldMkLst>
        <pc:spChg chg="mod">
          <ac:chgData name="Julia Nasrallah" userId="a195ca03-6986-4630-8fa7-5c8ad63c348f" providerId="ADAL" clId="{E5D9FC6A-DEE6-46E1-A1E1-0D2D7438ADB3}" dt="2021-07-19T11:37:58.376" v="29" actId="14100"/>
          <ac:spMkLst>
            <pc:docMk/>
            <pc:sldMk cId="1097007592" sldId="260"/>
            <ac:spMk id="7" creationId="{9F043BAE-6A5B-409D-BE3D-4EF54C818847}"/>
          </ac:spMkLst>
        </pc:spChg>
        <pc:spChg chg="mod">
          <ac:chgData name="Julia Nasrallah" userId="a195ca03-6986-4630-8fa7-5c8ad63c348f" providerId="ADAL" clId="{E5D9FC6A-DEE6-46E1-A1E1-0D2D7438ADB3}" dt="2021-07-19T11:36:17.652" v="5" actId="14100"/>
          <ac:spMkLst>
            <pc:docMk/>
            <pc:sldMk cId="1097007592" sldId="260"/>
            <ac:spMk id="10" creationId="{DDD3D02B-C96B-41FE-A6B4-7A621E0A0529}"/>
          </ac:spMkLst>
        </pc:spChg>
        <pc:cxnChg chg="mod">
          <ac:chgData name="Julia Nasrallah" userId="a195ca03-6986-4630-8fa7-5c8ad63c348f" providerId="ADAL" clId="{E5D9FC6A-DEE6-46E1-A1E1-0D2D7438ADB3}" dt="2021-07-19T11:36:17.652" v="5" actId="14100"/>
          <ac:cxnSpMkLst>
            <pc:docMk/>
            <pc:sldMk cId="1097007592" sldId="260"/>
            <ac:cxnSpMk id="14" creationId="{23C40A66-0022-4CD3-A195-35B090BFCD1D}"/>
          </ac:cxnSpMkLst>
        </pc:cxnChg>
      </pc:sldChg>
      <pc:sldChg chg="modSp">
        <pc:chgData name="Julia Nasrallah" userId="a195ca03-6986-4630-8fa7-5c8ad63c348f" providerId="ADAL" clId="{E5D9FC6A-DEE6-46E1-A1E1-0D2D7438ADB3}" dt="2021-07-19T11:39:10.491" v="36" actId="14100"/>
        <pc:sldMkLst>
          <pc:docMk/>
          <pc:sldMk cId="1745828806" sldId="261"/>
        </pc:sldMkLst>
        <pc:spChg chg="mod">
          <ac:chgData name="Julia Nasrallah" userId="a195ca03-6986-4630-8fa7-5c8ad63c348f" providerId="ADAL" clId="{E5D9FC6A-DEE6-46E1-A1E1-0D2D7438ADB3}" dt="2021-07-19T11:39:10.491" v="36" actId="14100"/>
          <ac:spMkLst>
            <pc:docMk/>
            <pc:sldMk cId="1745828806" sldId="261"/>
            <ac:spMk id="4" creationId="{1DBAF125-BF3D-4DCE-93AD-6494F6F7A978}"/>
          </ac:spMkLst>
        </pc:spChg>
        <pc:spChg chg="mod">
          <ac:chgData name="Julia Nasrallah" userId="a195ca03-6986-4630-8fa7-5c8ad63c348f" providerId="ADAL" clId="{E5D9FC6A-DEE6-46E1-A1E1-0D2D7438ADB3}" dt="2021-07-19T11:39:05.785" v="35" actId="14100"/>
          <ac:spMkLst>
            <pc:docMk/>
            <pc:sldMk cId="1745828806" sldId="261"/>
            <ac:spMk id="7" creationId="{27FE5AED-519B-4F5C-94D2-2B905FADB1A7}"/>
          </ac:spMkLst>
        </pc:spChg>
        <pc:cxnChg chg="mod">
          <ac:chgData name="Julia Nasrallah" userId="a195ca03-6986-4630-8fa7-5c8ad63c348f" providerId="ADAL" clId="{E5D9FC6A-DEE6-46E1-A1E1-0D2D7438ADB3}" dt="2021-07-19T11:39:10.491" v="36" actId="14100"/>
          <ac:cxnSpMkLst>
            <pc:docMk/>
            <pc:sldMk cId="1745828806" sldId="261"/>
            <ac:cxnSpMk id="6" creationId="{537D6970-7411-486F-8FDB-77122EA3FE07}"/>
          </ac:cxnSpMkLst>
        </pc:cxnChg>
      </pc:sldChg>
      <pc:sldChg chg="modSp">
        <pc:chgData name="Julia Nasrallah" userId="a195ca03-6986-4630-8fa7-5c8ad63c348f" providerId="ADAL" clId="{E5D9FC6A-DEE6-46E1-A1E1-0D2D7438ADB3}" dt="2021-07-19T11:45:28.891" v="41" actId="1076"/>
        <pc:sldMkLst>
          <pc:docMk/>
          <pc:sldMk cId="3118172005" sldId="262"/>
        </pc:sldMkLst>
        <pc:spChg chg="mod">
          <ac:chgData name="Julia Nasrallah" userId="a195ca03-6986-4630-8fa7-5c8ad63c348f" providerId="ADAL" clId="{E5D9FC6A-DEE6-46E1-A1E1-0D2D7438ADB3}" dt="2021-07-19T11:36:48.736" v="14" actId="1076"/>
          <ac:spMkLst>
            <pc:docMk/>
            <pc:sldMk cId="3118172005" sldId="262"/>
            <ac:spMk id="4" creationId="{51F82E57-68D8-46F1-8492-B8F541D4A433}"/>
          </ac:spMkLst>
        </pc:spChg>
        <pc:spChg chg="mod">
          <ac:chgData name="Julia Nasrallah" userId="a195ca03-6986-4630-8fa7-5c8ad63c348f" providerId="ADAL" clId="{E5D9FC6A-DEE6-46E1-A1E1-0D2D7438ADB3}" dt="2021-07-19T11:37:05.806" v="19" actId="1076"/>
          <ac:spMkLst>
            <pc:docMk/>
            <pc:sldMk cId="3118172005" sldId="262"/>
            <ac:spMk id="11" creationId="{CC17F529-EC85-42B2-B50F-2E2B30A3231C}"/>
          </ac:spMkLst>
        </pc:spChg>
        <pc:spChg chg="mod">
          <ac:chgData name="Julia Nasrallah" userId="a195ca03-6986-4630-8fa7-5c8ad63c348f" providerId="ADAL" clId="{E5D9FC6A-DEE6-46E1-A1E1-0D2D7438ADB3}" dt="2021-07-19T11:36:53.269" v="16"/>
          <ac:spMkLst>
            <pc:docMk/>
            <pc:sldMk cId="3118172005" sldId="262"/>
            <ac:spMk id="16" creationId="{FC19896E-0056-4D2A-A101-22CACE36B9AC}"/>
          </ac:spMkLst>
        </pc:spChg>
        <pc:spChg chg="mod">
          <ac:chgData name="Julia Nasrallah" userId="a195ca03-6986-4630-8fa7-5c8ad63c348f" providerId="ADAL" clId="{E5D9FC6A-DEE6-46E1-A1E1-0D2D7438ADB3}" dt="2021-07-19T11:45:28.891" v="41" actId="1076"/>
          <ac:spMkLst>
            <pc:docMk/>
            <pc:sldMk cId="3118172005" sldId="262"/>
            <ac:spMk id="18" creationId="{B49DF0AE-C34B-427D-8106-22B5210A4076}"/>
          </ac:spMkLst>
        </pc:spChg>
        <pc:cxnChg chg="mod">
          <ac:chgData name="Julia Nasrallah" userId="a195ca03-6986-4630-8fa7-5c8ad63c348f" providerId="ADAL" clId="{E5D9FC6A-DEE6-46E1-A1E1-0D2D7438ADB3}" dt="2021-07-19T11:36:44.286" v="13" actId="1076"/>
          <ac:cxnSpMkLst>
            <pc:docMk/>
            <pc:sldMk cId="3118172005" sldId="262"/>
            <ac:cxnSpMk id="6" creationId="{261F1F45-F429-45F9-AD07-F3A50F23FA09}"/>
          </ac:cxnSpMkLst>
        </pc:cxnChg>
        <pc:cxnChg chg="mod">
          <ac:chgData name="Julia Nasrallah" userId="a195ca03-6986-4630-8fa7-5c8ad63c348f" providerId="ADAL" clId="{E5D9FC6A-DEE6-46E1-A1E1-0D2D7438ADB3}" dt="2021-07-19T11:37:12.765" v="20" actId="14100"/>
          <ac:cxnSpMkLst>
            <pc:docMk/>
            <pc:sldMk cId="3118172005" sldId="262"/>
            <ac:cxnSpMk id="8" creationId="{0C836D90-47AE-47C4-BD02-48F41ADCC23D}"/>
          </ac:cxnSpMkLst>
        </pc:cxnChg>
      </pc:sldChg>
      <pc:sldChg chg="modSp">
        <pc:chgData name="Julia Nasrallah" userId="a195ca03-6986-4630-8fa7-5c8ad63c348f" providerId="ADAL" clId="{E5D9FC6A-DEE6-46E1-A1E1-0D2D7438ADB3}" dt="2021-07-19T11:46:01.136" v="46" actId="1076"/>
        <pc:sldMkLst>
          <pc:docMk/>
          <pc:sldMk cId="849855746" sldId="263"/>
        </pc:sldMkLst>
        <pc:spChg chg="mod">
          <ac:chgData name="Julia Nasrallah" userId="a195ca03-6986-4630-8fa7-5c8ad63c348f" providerId="ADAL" clId="{E5D9FC6A-DEE6-46E1-A1E1-0D2D7438ADB3}" dt="2021-07-19T11:37:20.951" v="22"/>
          <ac:spMkLst>
            <pc:docMk/>
            <pc:sldMk cId="849855746" sldId="263"/>
            <ac:spMk id="5" creationId="{DA58F5F9-B19C-405C-BA7D-0AAE97B45775}"/>
          </ac:spMkLst>
        </pc:spChg>
        <pc:spChg chg="mod">
          <ac:chgData name="Julia Nasrallah" userId="a195ca03-6986-4630-8fa7-5c8ad63c348f" providerId="ADAL" clId="{E5D9FC6A-DEE6-46E1-A1E1-0D2D7438ADB3}" dt="2021-07-19T11:37:24.758" v="24"/>
          <ac:spMkLst>
            <pc:docMk/>
            <pc:sldMk cId="849855746" sldId="263"/>
            <ac:spMk id="6" creationId="{C77DC81F-7368-46BB-BF9D-836C63D33C68}"/>
          </ac:spMkLst>
        </pc:spChg>
        <pc:spChg chg="mod">
          <ac:chgData name="Julia Nasrallah" userId="a195ca03-6986-4630-8fa7-5c8ad63c348f" providerId="ADAL" clId="{E5D9FC6A-DEE6-46E1-A1E1-0D2D7438ADB3}" dt="2021-07-19T11:37:28.268" v="26"/>
          <ac:spMkLst>
            <pc:docMk/>
            <pc:sldMk cId="849855746" sldId="263"/>
            <ac:spMk id="7" creationId="{C5B5FCB8-3C15-4A39-80CB-15997CC4E199}"/>
          </ac:spMkLst>
        </pc:spChg>
        <pc:spChg chg="mod">
          <ac:chgData name="Julia Nasrallah" userId="a195ca03-6986-4630-8fa7-5c8ad63c348f" providerId="ADAL" clId="{E5D9FC6A-DEE6-46E1-A1E1-0D2D7438ADB3}" dt="2021-07-19T11:46:01.136" v="46" actId="1076"/>
          <ac:spMkLst>
            <pc:docMk/>
            <pc:sldMk cId="849855746" sldId="263"/>
            <ac:spMk id="16" creationId="{189151E4-363E-48E5-A913-277B2245B9C5}"/>
          </ac:spMkLst>
        </pc:spChg>
        <pc:cxnChg chg="mod">
          <ac:chgData name="Julia Nasrallah" userId="a195ca03-6986-4630-8fa7-5c8ad63c348f" providerId="ADAL" clId="{E5D9FC6A-DEE6-46E1-A1E1-0D2D7438ADB3}" dt="2021-07-19T11:37:24.758" v="24"/>
          <ac:cxnSpMkLst>
            <pc:docMk/>
            <pc:sldMk cId="849855746" sldId="263"/>
            <ac:cxnSpMk id="11" creationId="{7C4B8578-E95C-47A0-9E22-3093B2B6D1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7" y="4658139"/>
            <a:ext cx="139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ar-AE" dirty="0"/>
              <a:t>أعصر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89" y="4658139"/>
            <a:ext cx="135306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89" y="4035287"/>
            <a:ext cx="2886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</a:t>
            </a:r>
            <a:r>
              <a:rPr lang="ar-AE" dirty="0"/>
              <a:t>دخل كلمة السر</a:t>
            </a:r>
            <a:br>
              <a:rPr lang="ar-AE" dirty="0"/>
            </a:b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9" y="4618383"/>
            <a:ext cx="1424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ar-AE" dirty="0"/>
              <a:t>أعصر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3" y="4404619"/>
            <a:ext cx="2796206" cy="39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3187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class/</a:t>
            </a:r>
            <a:r>
              <a:rPr lang="ar-AE" dirty="0"/>
              <a:t>خش علي فصلك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096000" y="1921566"/>
            <a:ext cx="2312504" cy="24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1431236" y="4658139"/>
            <a:ext cx="269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</a:t>
            </a:r>
            <a:r>
              <a:rPr lang="ar-AE" dirty="0"/>
              <a:t>افتح التيم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351725" y="2052971"/>
            <a:ext cx="111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ar-AE" dirty="0"/>
              <a:t>أعصر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</p:cNvCxnSpPr>
          <p:nvPr/>
        </p:nvCxnSpPr>
        <p:spPr>
          <a:xfrm flipH="1">
            <a:off x="2501422" y="2699302"/>
            <a:ext cx="778748" cy="588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>
            <a:off x="4462585" y="3270694"/>
            <a:ext cx="4782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413927" y="4293416"/>
            <a:ext cx="15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ar-AE" dirty="0"/>
              <a:t>أعصر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127583" y="4662748"/>
            <a:ext cx="1367542" cy="9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793703" y="299369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ar-AE" dirty="0"/>
              <a:t>أعصر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3280170" y="95313"/>
            <a:ext cx="5473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ar-AE" dirty="0"/>
              <a:t>مكالمه جماعيه علي التلفون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56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/>
          <p:nvPr/>
        </p:nvCxnSpPr>
        <p:spPr>
          <a:xfrm>
            <a:off x="3443650" y="947530"/>
            <a:ext cx="1285461" cy="42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123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ar-AE" dirty="0"/>
              <a:t>ونسه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/>
          <p:nvPr/>
        </p:nvCxnSpPr>
        <p:spPr>
          <a:xfrm flipV="1">
            <a:off x="2239930" y="4696167"/>
            <a:ext cx="2822713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615354" y="4326835"/>
            <a:ext cx="1716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ar-AE" dirty="0"/>
              <a:t>سامع/ ماسامع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6" y="5146742"/>
            <a:ext cx="691341" cy="46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212370" y="4276204"/>
            <a:ext cx="91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</a:t>
            </a:r>
          </a:p>
          <a:p>
            <a:r>
              <a:rPr lang="ar-AE" dirty="0"/>
              <a:t>الكاميرا شغاله/ الكاميرا ماشغاله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/>
          <p:nvPr/>
        </p:nvCxnSpPr>
        <p:spPr>
          <a:xfrm>
            <a:off x="3979250" y="5830956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5137317" y="5610567"/>
            <a:ext cx="2138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ar-AE" dirty="0"/>
              <a:t>المكالمه أنتهت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603470" y="4142169"/>
            <a:ext cx="1167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ar-AE" dirty="0"/>
              <a:t>بكتب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ar-AE" dirty="0"/>
              <a:t>أعصر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ar-AE" dirty="0"/>
              <a:t>أعصر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5" y="4272097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ar-AE" dirty="0"/>
              <a:t>أعصر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1"/>
            <a:ext cx="702350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3650974" y="118343"/>
            <a:ext cx="5433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ar-AE" dirty="0"/>
              <a:t>مكالمه جماعيه علي الابتوب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49" y="1137841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789689" y="747430"/>
            <a:ext cx="1033364" cy="49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545294" y="648808"/>
            <a:ext cx="583300" cy="593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645426" y="860842"/>
            <a:ext cx="555035" cy="38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1808830" y="491510"/>
            <a:ext cx="1196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ar-AE" dirty="0"/>
              <a:t>ونسه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3283027" y="214511"/>
            <a:ext cx="4018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  <a:r>
              <a:rPr lang="ar-AE" dirty="0"/>
              <a:t>الكاميرا شغاله/ الكاميرا ماشغاله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6200461" y="676176"/>
            <a:ext cx="285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ar-AE" dirty="0"/>
              <a:t>سامع/ ماسامع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1" y="6208644"/>
            <a:ext cx="133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ar-AE" dirty="0"/>
              <a:t>بكتب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0064921" y="5645426"/>
            <a:ext cx="46488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560358" y="1779135"/>
            <a:ext cx="229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ar-AE" dirty="0"/>
              <a:t>المكالمه أنتهت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771758" y="1583027"/>
            <a:ext cx="788600" cy="380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705591-2512-4C43-BA20-F869D5577BE0}"/>
</file>

<file path=customXml/itemProps2.xml><?xml version="1.0" encoding="utf-8"?>
<ds:datastoreItem xmlns:ds="http://schemas.openxmlformats.org/officeDocument/2006/customXml" ds:itemID="{BAECA9A1-CE19-466D-949A-68BF3399821C}">
  <ds:schemaRefs>
    <ds:schemaRef ds:uri="http://schemas.microsoft.com/office/infopath/2007/PartnerControls"/>
    <ds:schemaRef ds:uri="edee15e7-447e-48a0-9c83-dd90427a371f"/>
    <ds:schemaRef ds:uri="http://purl.org/dc/elements/1.1/"/>
    <ds:schemaRef ds:uri="http://schemas.microsoft.com/office/2006/metadata/properties"/>
    <ds:schemaRef ds:uri="ee33d249-ce2b-4c43-a749-c7a5913dfd3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146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8</cp:revision>
  <dcterms:created xsi:type="dcterms:W3CDTF">2021-06-30T13:21:48Z</dcterms:created>
  <dcterms:modified xsi:type="dcterms:W3CDTF">2021-07-19T11:50:18Z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8707400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