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56" r:id="rId6"/>
    <p:sldId id="257" r:id="rId7"/>
    <p:sldId id="260" r:id="rId8"/>
    <p:sldId id="259" r:id="rId9"/>
    <p:sldId id="258" r:id="rId10"/>
    <p:sldId id="261" r:id="rId11"/>
    <p:sldId id="262" r:id="rId12"/>
    <p:sldId id="265" r:id="rId13"/>
    <p:sldId id="266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1F39CD-77A5-2608-A520-6BE617217C8A}" v="4" dt="2025-01-02T20:17:31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um Akmal" userId="S::aakmal@cavc.ac.uk::e3ef7302-4c31-4127-9358-88e8a719ddb7" providerId="AD" clId="Web-{21B1C655-327D-5185-A2EE-8DECC7A99E75}"/>
    <pc:docChg chg="modSld">
      <pc:chgData name="Anjum Akmal" userId="S::aakmal@cavc.ac.uk::e3ef7302-4c31-4127-9358-88e8a719ddb7" providerId="AD" clId="Web-{21B1C655-327D-5185-A2EE-8DECC7A99E75}" dt="2022-08-15T12:43:28.395" v="5"/>
      <pc:docMkLst>
        <pc:docMk/>
      </pc:docMkLst>
      <pc:sldChg chg="modSp modMedia">
        <pc:chgData name="Anjum Akmal" userId="S::aakmal@cavc.ac.uk::e3ef7302-4c31-4127-9358-88e8a719ddb7" providerId="AD" clId="Web-{21B1C655-327D-5185-A2EE-8DECC7A99E75}" dt="2022-08-15T12:43:28.395" v="5"/>
        <pc:sldMkLst>
          <pc:docMk/>
          <pc:sldMk cId="3604433251" sldId="260"/>
        </pc:sldMkLst>
        <pc:picChg chg="mod">
          <ac:chgData name="Anjum Akmal" userId="S::aakmal@cavc.ac.uk::e3ef7302-4c31-4127-9358-88e8a719ddb7" providerId="AD" clId="Web-{21B1C655-327D-5185-A2EE-8DECC7A99E75}" dt="2022-08-15T12:43:28.395" v="5"/>
          <ac:picMkLst>
            <pc:docMk/>
            <pc:sldMk cId="3604433251" sldId="260"/>
            <ac:picMk id="4" creationId="{41F894EC-3AC0-4799-90F8-91FC803A4C0B}"/>
          </ac:picMkLst>
        </pc:picChg>
      </pc:sldChg>
    </pc:docChg>
  </pc:docChgLst>
  <pc:docChgLst>
    <pc:chgData name="Monika Yesildal" userId="S::myesildal@cavc.ac.uk::6828f16d-e96c-4208-824b-9ad8a63ae588" providerId="AD" clId="Web-{FF1F39CD-77A5-2608-A520-6BE617217C8A}"/>
    <pc:docChg chg="modSld">
      <pc:chgData name="Monika Yesildal" userId="S::myesildal@cavc.ac.uk::6828f16d-e96c-4208-824b-9ad8a63ae588" providerId="AD" clId="Web-{FF1F39CD-77A5-2608-A520-6BE617217C8A}" dt="2025-01-02T20:17:31.424" v="3" actId="20577"/>
      <pc:docMkLst>
        <pc:docMk/>
      </pc:docMkLst>
      <pc:sldChg chg="modSp">
        <pc:chgData name="Monika Yesildal" userId="S::myesildal@cavc.ac.uk::6828f16d-e96c-4208-824b-9ad8a63ae588" providerId="AD" clId="Web-{FF1F39CD-77A5-2608-A520-6BE617217C8A}" dt="2025-01-02T20:17:31.424" v="3" actId="20577"/>
        <pc:sldMkLst>
          <pc:docMk/>
          <pc:sldMk cId="2354576834" sldId="256"/>
        </pc:sldMkLst>
        <pc:spChg chg="mod">
          <ac:chgData name="Monika Yesildal" userId="S::myesildal@cavc.ac.uk::6828f16d-e96c-4208-824b-9ad8a63ae588" providerId="AD" clId="Web-{FF1F39CD-77A5-2608-A520-6BE617217C8A}" dt="2025-01-02T20:17:31.424" v="3" actId="20577"/>
          <ac:spMkLst>
            <pc:docMk/>
            <pc:sldMk cId="2354576834" sldId="256"/>
            <ac:spMk id="2" creationId="{41B7E1D2-4E2A-46D7-A9F7-28EA5A98EED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7AE5-8A7B-448A-8CE7-72281F715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C91DE-59DD-4737-9FEF-8F2C5EF2F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0379-587F-4978-99C6-E562D105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2197F-0C36-4215-8D4B-53EFA551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0E39D-DDDB-453D-AC78-52D23BCE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73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FC3F-0F9F-46F7-BD8C-BA2D4199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0CAAB-C759-4F9B-98C9-D867DF0F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4AC4D-D677-4147-8A5E-916ABE31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8910B-9FEE-4516-ABAE-2B8E7601E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02449-D671-454B-9B39-B7CF08AE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1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6A074-1248-46C7-AF7A-9F45F5CC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77548-08CD-4CCD-AF10-751EC59C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99F03-E80D-4C99-80D6-CFB0FF0C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A140C-806C-4B44-85E3-AECDCC09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99ED7-2086-4B42-A085-020DF5FA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33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1FF7-3124-402E-AD8F-61650EC6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49B75-B57D-4273-A2D2-58A6AC821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A2038-AB07-4F8C-A488-FED1AAE8F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735FD-4A79-4605-BE12-59ADF63F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6ED5B-48B9-4BF2-8F41-3938D383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D1D21-3A05-443E-8439-85781F7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52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6159-EA2F-4A76-8525-CC1A806C8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F496-8645-4D54-A519-001D34C10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F623D-4E72-4B5E-A6FF-00B36F49F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D21EF-F7CA-4BFA-8355-FE89F6D6A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FAE01-72B4-4449-9675-713451EE3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0D268-7EDD-47AA-80D5-DF2DAFA3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497CE5-E8B6-4C84-B05D-8E83EEE9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9CD17-F6CB-41DE-882F-985DEC1F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02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CBB6-86DC-4E09-8395-F128A66D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A54B5-AAD2-452C-AB81-B2DA6CD7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74A53-FD6E-4A2B-B179-E42C526E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A86D9-F7CF-4753-A8BA-BB76D71A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88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8FE33-EBF8-4E29-B9B4-3CDA4CB0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D3573-40FE-41E9-A380-01268B0C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95570-544E-4BE5-B462-E6CAE006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34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A1C0-2CF5-476E-B341-045F8025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CA21E-FB67-45B4-8B55-9DA88586F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48C51-E9DE-4006-ACCB-3D08134AF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1D632-EE17-4F7A-B0A6-C53284439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8757F-9424-462B-A34E-82335744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72539-A5FA-4F72-8D7D-74132438D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6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D27D-7B3B-4B83-B8DC-9F74D7D72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B824B-5E38-4FF0-9FEB-CA505129A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A0B73-929D-40E2-9CB6-745B73CBE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EF2C5-4EBA-44B4-AAE1-8391BA9F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792E0-6F7F-4311-94B6-D56BDC53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463AC-1EB1-460E-933C-358F82BE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47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81F09-51C1-4E89-A954-731ADE76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533ED-061E-44DD-B101-181CE9667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D95F8-4886-4960-91A0-7DF324A5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37E13-0054-4EAF-ACB9-CD58A7D2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5E097-7AF6-4EF5-8564-BF1D25BE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10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306F9-3005-4DD1-AFD9-EA6EF15F2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CFE51-9CD8-4383-ADC4-1C61C13DD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29D79-4570-48C5-AA17-1D01F1B6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840CB-F454-4B37-AF9D-F6DA10503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8A516-A96A-4913-BF25-65F424D8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68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BA1BFE-2372-4785-9093-2C370AB42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3C48B-32D6-453C-8760-972AB4FFA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FA7B0-336A-424D-81D3-810DB0BB8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FC56-4504-4E74-919D-7D40A95D1006}" type="datetimeFigureOut">
              <a:rPr lang="en-GB" smtClean="0"/>
              <a:t>02/01/2025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033CF-48E8-4AE6-96C7-4AC0BEA1D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7EAE7-13E3-40DA-A769-90B09214C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70483-0220-4691-9EFD-444F2281D6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19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2.mp3"/><Relationship Id="rId7" Type="http://schemas.openxmlformats.org/officeDocument/2006/relationships/image" Target="../media/image9.jpe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jpe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mp3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4.mp3"/><Relationship Id="rId7" Type="http://schemas.openxmlformats.org/officeDocument/2006/relationships/image" Target="../media/image17.jpe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6.jpe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A2BC7A-C1AA-4B18-98F0-7CA2A7DAD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91" y="3429000"/>
            <a:ext cx="9684543" cy="1825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65ED1D-82C1-4568-9F77-E2CE6CBDA3B3}"/>
              </a:ext>
            </a:extLst>
          </p:cNvPr>
          <p:cNvSpPr txBox="1"/>
          <p:nvPr/>
        </p:nvSpPr>
        <p:spPr>
          <a:xfrm>
            <a:off x="1461466" y="1285461"/>
            <a:ext cx="959865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The Two Choices game</a:t>
            </a:r>
          </a:p>
          <a:p>
            <a:endParaRPr lang="en-GB" sz="4400" dirty="0"/>
          </a:p>
          <a:p>
            <a:r>
              <a:rPr lang="en-GB" sz="4400" dirty="0"/>
              <a:t>Sit down						Stand up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225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coffee">
            <a:extLst>
              <a:ext uri="{FF2B5EF4-FFF2-40B4-BE49-F238E27FC236}">
                <a16:creationId xmlns:a16="http://schemas.microsoft.com/office/drawing/2014/main" id="{A892C267-BE24-4012-A7EA-DF9CACB5F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58" y="2305570"/>
            <a:ext cx="4930386" cy="276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tea">
            <a:extLst>
              <a:ext uri="{FF2B5EF4-FFF2-40B4-BE49-F238E27FC236}">
                <a16:creationId xmlns:a16="http://schemas.microsoft.com/office/drawing/2014/main" id="{2DE916ED-8B35-4B99-8D15-F916E6279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415" y="2246740"/>
            <a:ext cx="3943350" cy="282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B7E1D2-4E2A-46D7-A9F7-28EA5A98EEDE}"/>
              </a:ext>
            </a:extLst>
          </p:cNvPr>
          <p:cNvSpPr txBox="1"/>
          <p:nvPr/>
        </p:nvSpPr>
        <p:spPr>
          <a:xfrm>
            <a:off x="1166191" y="397565"/>
            <a:ext cx="9594574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4000" dirty="0"/>
              <a:t>Do you like…?</a:t>
            </a:r>
          </a:p>
          <a:p>
            <a:endParaRPr lang="en-GB" sz="4000" dirty="0"/>
          </a:p>
          <a:p>
            <a:r>
              <a:rPr lang="en-GB" sz="4000"/>
              <a:t>          Coffee</a:t>
            </a:r>
          </a:p>
          <a:p>
            <a:endParaRPr lang="en-GB" sz="4000" dirty="0"/>
          </a:p>
          <a:p>
            <a:endParaRPr lang="en-GB" sz="4000" dirty="0"/>
          </a:p>
          <a:p>
            <a:endParaRPr lang="en-GB" sz="4000" dirty="0"/>
          </a:p>
          <a:p>
            <a:r>
              <a:rPr lang="en-GB" sz="4000"/>
              <a:t>						tea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5B45D9-4792-4497-91FB-869A4EEF14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7792"/>
          <a:stretch/>
        </p:blipFill>
        <p:spPr>
          <a:xfrm>
            <a:off x="2738644" y="5063773"/>
            <a:ext cx="1253159" cy="1724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098C58-E081-4A69-BE82-EF519E0038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375"/>
          <a:stretch/>
        </p:blipFill>
        <p:spPr>
          <a:xfrm>
            <a:off x="8283851" y="5063772"/>
            <a:ext cx="1359176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7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old temperature">
            <a:extLst>
              <a:ext uri="{FF2B5EF4-FFF2-40B4-BE49-F238E27FC236}">
                <a16:creationId xmlns:a16="http://schemas.microsoft.com/office/drawing/2014/main" id="{3F41ECCB-6677-4C88-AD5A-AC0C4AC6F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30" y="2151728"/>
            <a:ext cx="4038600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cold temperature">
            <a:extLst>
              <a:ext uri="{FF2B5EF4-FFF2-40B4-BE49-F238E27FC236}">
                <a16:creationId xmlns:a16="http://schemas.microsoft.com/office/drawing/2014/main" id="{FE5DAB78-49BB-40D2-84CD-30F9F34DD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4867" b="1852"/>
          <a:stretch/>
        </p:blipFill>
        <p:spPr bwMode="auto">
          <a:xfrm>
            <a:off x="480278" y="2654611"/>
            <a:ext cx="894184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hot weather">
            <a:extLst>
              <a:ext uri="{FF2B5EF4-FFF2-40B4-BE49-F238E27FC236}">
                <a16:creationId xmlns:a16="http://schemas.microsoft.com/office/drawing/2014/main" id="{04F6F75A-792C-401A-924B-65AA2EA14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151728"/>
            <a:ext cx="3730938" cy="247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mage result for cold temperature">
            <a:extLst>
              <a:ext uri="{FF2B5EF4-FFF2-40B4-BE49-F238E27FC236}">
                <a16:creationId xmlns:a16="http://schemas.microsoft.com/office/drawing/2014/main" id="{0F1FF161-6C35-4BB5-ACA0-4D7321E238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26"/>
          <a:stretch/>
        </p:blipFill>
        <p:spPr bwMode="auto">
          <a:xfrm>
            <a:off x="10402744" y="2654611"/>
            <a:ext cx="11684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AFDE12-F28E-43E2-9F44-890FC12843E3}"/>
              </a:ext>
            </a:extLst>
          </p:cNvPr>
          <p:cNvSpPr/>
          <p:nvPr/>
        </p:nvSpPr>
        <p:spPr>
          <a:xfrm>
            <a:off x="1064230" y="536671"/>
            <a:ext cx="9753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prstClr val="black"/>
                </a:solidFill>
              </a:rPr>
              <a:t>Do you like…?</a:t>
            </a:r>
          </a:p>
          <a:p>
            <a:pPr lvl="0"/>
            <a:r>
              <a:rPr lang="en-GB" sz="4000" dirty="0">
                <a:solidFill>
                  <a:prstClr val="black"/>
                </a:solidFill>
              </a:rPr>
              <a:t>          cold weather			hot weather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E3649-AD79-4430-9F2A-692FEE53B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7744" y="4825655"/>
            <a:ext cx="7935725" cy="149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91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cardiff bus">
            <a:extLst>
              <a:ext uri="{FF2B5EF4-FFF2-40B4-BE49-F238E27FC236}">
                <a16:creationId xmlns:a16="http://schemas.microsoft.com/office/drawing/2014/main" id="{A1B8ED9C-F2D6-41B1-92C8-5C788C062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035285"/>
            <a:ext cx="3854450" cy="1960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 result for cycle">
            <a:extLst>
              <a:ext uri="{FF2B5EF4-FFF2-40B4-BE49-F238E27FC236}">
                <a16:creationId xmlns:a16="http://schemas.microsoft.com/office/drawing/2014/main" id="{3C447E5E-C00C-4C2E-9464-26A5610DB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007" y="1554277"/>
            <a:ext cx="3854451" cy="244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Bus - Sound Effect">
            <a:hlinkClick r:id="" action="ppaction://media"/>
            <a:extLst>
              <a:ext uri="{FF2B5EF4-FFF2-40B4-BE49-F238E27FC236}">
                <a16:creationId xmlns:a16="http://schemas.microsoft.com/office/drawing/2014/main" id="{9DE4B6CD-260E-4508-9164-7439DC91F1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49575" y="4441272"/>
            <a:ext cx="609600" cy="609600"/>
          </a:xfrm>
          <a:prstGeom prst="rect">
            <a:avLst/>
          </a:prstGeom>
        </p:spPr>
      </p:pic>
      <p:pic>
        <p:nvPicPr>
          <p:cNvPr id="4" name="Bicycle bell sound effect">
            <a:hlinkClick r:id="" action="ppaction://media"/>
            <a:extLst>
              <a:ext uri="{FF2B5EF4-FFF2-40B4-BE49-F238E27FC236}">
                <a16:creationId xmlns:a16="http://schemas.microsoft.com/office/drawing/2014/main" id="{41F894EC-3AC0-4799-90F8-91FC803A4C0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012573" y="4508384"/>
            <a:ext cx="609600" cy="609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166957-9130-4198-B755-B0F55296B47B}"/>
              </a:ext>
            </a:extLst>
          </p:cNvPr>
          <p:cNvSpPr/>
          <p:nvPr/>
        </p:nvSpPr>
        <p:spPr>
          <a:xfrm>
            <a:off x="1064230" y="536671"/>
            <a:ext cx="9753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prstClr val="black"/>
                </a:solidFill>
              </a:rPr>
              <a:t>Do you like…?</a:t>
            </a:r>
          </a:p>
          <a:p>
            <a:pPr lvl="0"/>
            <a:r>
              <a:rPr lang="en-GB" sz="4000" dirty="0">
                <a:solidFill>
                  <a:prstClr val="black"/>
                </a:solidFill>
              </a:rPr>
              <a:t>          the bus					a bike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40DBD0-96F4-4909-B2E7-B727D411B6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3021" y="5117984"/>
            <a:ext cx="7935725" cy="149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3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4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08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flip flops">
            <a:extLst>
              <a:ext uri="{FF2B5EF4-FFF2-40B4-BE49-F238E27FC236}">
                <a16:creationId xmlns:a16="http://schemas.microsoft.com/office/drawing/2014/main" id="{1929F3BF-6538-4926-BFD5-BF0386F1E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08" y="1567070"/>
            <a:ext cx="3911600" cy="391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trainers">
            <a:extLst>
              <a:ext uri="{FF2B5EF4-FFF2-40B4-BE49-F238E27FC236}">
                <a16:creationId xmlns:a16="http://schemas.microsoft.com/office/drawing/2014/main" id="{D4A38676-DFAF-48EA-BA21-B11255ED8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570" y="1198390"/>
            <a:ext cx="46482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BE47B1A-21B2-4E09-8E83-E25D825A8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910" y="4868784"/>
            <a:ext cx="7937680" cy="14936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FCE82A3-C216-4FC7-B800-AF6897E4957F}"/>
              </a:ext>
            </a:extLst>
          </p:cNvPr>
          <p:cNvSpPr/>
          <p:nvPr/>
        </p:nvSpPr>
        <p:spPr>
          <a:xfrm>
            <a:off x="1064230" y="536671"/>
            <a:ext cx="9753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prstClr val="black"/>
                </a:solidFill>
              </a:rPr>
              <a:t>Do you like…?</a:t>
            </a:r>
          </a:p>
          <a:p>
            <a:pPr lvl="0"/>
            <a:r>
              <a:rPr lang="en-GB" sz="4000" dirty="0">
                <a:solidFill>
                  <a:prstClr val="black"/>
                </a:solidFill>
              </a:rPr>
              <a:t>          flip flops					trainers</a:t>
            </a:r>
          </a:p>
        </p:txBody>
      </p:sp>
    </p:spTree>
    <p:extLst>
      <p:ext uri="{BB962C8B-B14F-4D97-AF65-F5344CB8AC3E}">
        <p14:creationId xmlns:p14="http://schemas.microsoft.com/office/powerpoint/2010/main" val="45537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cats">
            <a:extLst>
              <a:ext uri="{FF2B5EF4-FFF2-40B4-BE49-F238E27FC236}">
                <a16:creationId xmlns:a16="http://schemas.microsoft.com/office/drawing/2014/main" id="{BF953025-6A7F-45E8-970F-B3960B566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695" y="2044938"/>
            <a:ext cx="5116240" cy="288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dogs">
            <a:extLst>
              <a:ext uri="{FF2B5EF4-FFF2-40B4-BE49-F238E27FC236}">
                <a16:creationId xmlns:a16="http://schemas.microsoft.com/office/drawing/2014/main" id="{C9F549E3-5C34-4E15-8128-BB90D83EA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298" y="2091251"/>
            <a:ext cx="5126007" cy="288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68F77D-57BB-4B33-84D4-C9D9EC66D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095" y="4988054"/>
            <a:ext cx="7937680" cy="14936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B4830C-E1A3-41EC-A0DA-A1EAFD485C40}"/>
              </a:ext>
            </a:extLst>
          </p:cNvPr>
          <p:cNvSpPr/>
          <p:nvPr/>
        </p:nvSpPr>
        <p:spPr>
          <a:xfrm>
            <a:off x="1064230" y="536671"/>
            <a:ext cx="9753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prstClr val="black"/>
                </a:solidFill>
              </a:rPr>
              <a:t>Do you like…?</a:t>
            </a:r>
          </a:p>
          <a:p>
            <a:pPr lvl="0"/>
            <a:r>
              <a:rPr lang="en-GB" sz="4000" dirty="0">
                <a:solidFill>
                  <a:prstClr val="black"/>
                </a:solidFill>
              </a:rPr>
              <a:t>          cats					dogs</a:t>
            </a:r>
          </a:p>
        </p:txBody>
      </p:sp>
    </p:spTree>
    <p:extLst>
      <p:ext uri="{BB962C8B-B14F-4D97-AF65-F5344CB8AC3E}">
        <p14:creationId xmlns:p14="http://schemas.microsoft.com/office/powerpoint/2010/main" val="107975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basketball">
            <a:extLst>
              <a:ext uri="{FF2B5EF4-FFF2-40B4-BE49-F238E27FC236}">
                <a16:creationId xmlns:a16="http://schemas.microsoft.com/office/drawing/2014/main" id="{DAF53105-1060-40B0-9CA7-CFD156292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1608154"/>
            <a:ext cx="5368925" cy="301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result for swimming">
            <a:extLst>
              <a:ext uri="{FF2B5EF4-FFF2-40B4-BE49-F238E27FC236}">
                <a16:creationId xmlns:a16="http://schemas.microsoft.com/office/drawing/2014/main" id="{D7C2B61E-E592-44FF-B3FC-1EF0C06F6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155" y="1608154"/>
            <a:ext cx="4927330" cy="336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Basketball Dribbling Sound Effect [ HD ]">
            <a:hlinkClick r:id="" action="ppaction://media"/>
            <a:extLst>
              <a:ext uri="{FF2B5EF4-FFF2-40B4-BE49-F238E27FC236}">
                <a16:creationId xmlns:a16="http://schemas.microsoft.com/office/drawing/2014/main" id="{AA64CDAB-3C7F-4826-893E-F145D0D529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06737" y="4806155"/>
            <a:ext cx="609600" cy="609600"/>
          </a:xfrm>
          <a:prstGeom prst="rect">
            <a:avLst/>
          </a:prstGeom>
        </p:spPr>
      </p:pic>
      <p:pic>
        <p:nvPicPr>
          <p:cNvPr id="3" name="Swimming - Sound effects">
            <a:hlinkClick r:id="" action="ppaction://media"/>
            <a:extLst>
              <a:ext uri="{FF2B5EF4-FFF2-40B4-BE49-F238E27FC236}">
                <a16:creationId xmlns:a16="http://schemas.microsoft.com/office/drawing/2014/main" id="{9762C955-E8FC-40E3-991B-E83CFD32D01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760903" y="4806155"/>
            <a:ext cx="609600" cy="609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D73126-F6DB-491B-8913-964C5727B7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4482" y="5364351"/>
            <a:ext cx="7937680" cy="14936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9BE3F8-017C-4D4E-B771-687DAA6C5AE4}"/>
              </a:ext>
            </a:extLst>
          </p:cNvPr>
          <p:cNvSpPr/>
          <p:nvPr/>
        </p:nvSpPr>
        <p:spPr>
          <a:xfrm>
            <a:off x="1219346" y="284715"/>
            <a:ext cx="9753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prstClr val="black"/>
                </a:solidFill>
              </a:rPr>
              <a:t>Do you like…?</a:t>
            </a:r>
          </a:p>
          <a:p>
            <a:pPr lvl="0"/>
            <a:r>
              <a:rPr lang="en-GB" sz="4000" dirty="0">
                <a:solidFill>
                  <a:prstClr val="black"/>
                </a:solidFill>
              </a:rPr>
              <a:t>          basketball				swimming</a:t>
            </a:r>
          </a:p>
        </p:txBody>
      </p:sp>
    </p:spTree>
    <p:extLst>
      <p:ext uri="{BB962C8B-B14F-4D97-AF65-F5344CB8AC3E}">
        <p14:creationId xmlns:p14="http://schemas.microsoft.com/office/powerpoint/2010/main" val="279317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79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apples">
            <a:extLst>
              <a:ext uri="{FF2B5EF4-FFF2-40B4-BE49-F238E27FC236}">
                <a16:creationId xmlns:a16="http://schemas.microsoft.com/office/drawing/2014/main" id="{E1920ED0-E4D8-4812-B4DD-B984F0EDD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858433"/>
            <a:ext cx="4711700" cy="3141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 result for banana">
            <a:extLst>
              <a:ext uri="{FF2B5EF4-FFF2-40B4-BE49-F238E27FC236}">
                <a16:creationId xmlns:a16="http://schemas.microsoft.com/office/drawing/2014/main" id="{9179849D-CCD1-4C51-82A9-C371F971F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700" y="1811316"/>
            <a:ext cx="3459184" cy="345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A72AA0-8BEE-4FD3-A870-DBBC3DFF3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116" y="5270500"/>
            <a:ext cx="7937680" cy="14936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7ADB95-7955-4D03-80F0-249E92015306}"/>
              </a:ext>
            </a:extLst>
          </p:cNvPr>
          <p:cNvSpPr/>
          <p:nvPr/>
        </p:nvSpPr>
        <p:spPr>
          <a:xfrm>
            <a:off x="1064230" y="536671"/>
            <a:ext cx="9753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prstClr val="black"/>
                </a:solidFill>
              </a:rPr>
              <a:t>Do you like…?</a:t>
            </a:r>
          </a:p>
          <a:p>
            <a:pPr lvl="0"/>
            <a:r>
              <a:rPr lang="en-GB" sz="4000" dirty="0">
                <a:solidFill>
                  <a:prstClr val="black"/>
                </a:solidFill>
              </a:rPr>
              <a:t>          apples					bananas</a:t>
            </a:r>
          </a:p>
        </p:txBody>
      </p:sp>
    </p:spTree>
    <p:extLst>
      <p:ext uri="{BB962C8B-B14F-4D97-AF65-F5344CB8AC3E}">
        <p14:creationId xmlns:p14="http://schemas.microsoft.com/office/powerpoint/2010/main" val="253693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56BA13-2EFF-4762-A369-4E64A2829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099" y="5147079"/>
            <a:ext cx="7937680" cy="14936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0EE4D7-3F86-493F-8115-AEC1236C3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949" y="2380890"/>
            <a:ext cx="3989208" cy="26601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A9E77C-291C-4F6F-B5BA-84FCB57829ED}"/>
              </a:ext>
            </a:extLst>
          </p:cNvPr>
          <p:cNvSpPr/>
          <p:nvPr/>
        </p:nvSpPr>
        <p:spPr>
          <a:xfrm>
            <a:off x="1064230" y="536671"/>
            <a:ext cx="9753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prstClr val="black"/>
                </a:solidFill>
              </a:rPr>
              <a:t>Do you like…?</a:t>
            </a:r>
          </a:p>
          <a:p>
            <a:pPr lvl="0"/>
            <a:r>
              <a:rPr lang="en-GB" sz="4000" dirty="0">
                <a:solidFill>
                  <a:prstClr val="black"/>
                </a:solidFill>
              </a:rPr>
              <a:t>          curry and rice				pizza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07855-5D83-4BAD-BECB-05EE3AE68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591" y="2250089"/>
            <a:ext cx="4186460" cy="27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1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1BFE9F-7B0C-40A1-936A-28798CCC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864" y="5213340"/>
            <a:ext cx="7937680" cy="149364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DA8854-E771-4598-A45F-86DA8DC07D32}"/>
              </a:ext>
            </a:extLst>
          </p:cNvPr>
          <p:cNvSpPr/>
          <p:nvPr/>
        </p:nvSpPr>
        <p:spPr>
          <a:xfrm>
            <a:off x="1064230" y="536671"/>
            <a:ext cx="9753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prstClr val="black"/>
                </a:solidFill>
              </a:rPr>
              <a:t>Do you like…?</a:t>
            </a:r>
          </a:p>
          <a:p>
            <a:pPr lvl="0"/>
            <a:r>
              <a:rPr lang="en-GB" sz="4000" dirty="0">
                <a:solidFill>
                  <a:prstClr val="black"/>
                </a:solidFill>
              </a:rPr>
              <a:t>				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9CAC53-7F12-47F0-B35B-02B1F70DA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3" y="2348119"/>
            <a:ext cx="3843130" cy="21617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5DCC30-C726-4DC4-942D-4A70C0B98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544" y="3429000"/>
            <a:ext cx="1179287" cy="1179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332470-1852-4CA1-BAC0-65C1DE11A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85" y="2631522"/>
            <a:ext cx="4514022" cy="1594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43363C-5165-488E-8554-C64EEA6094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8384" t="14056" r="29788" b="18269"/>
          <a:stretch/>
        </p:blipFill>
        <p:spPr>
          <a:xfrm>
            <a:off x="669577" y="1917243"/>
            <a:ext cx="1179287" cy="109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42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 result for ?">
            <a:extLst>
              <a:ext uri="{FF2B5EF4-FFF2-40B4-BE49-F238E27FC236}">
                <a16:creationId xmlns:a16="http://schemas.microsoft.com/office/drawing/2014/main" id="{96CF5B61-FDB6-4D8F-87D3-7C140659C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5" y="2116137"/>
            <a:ext cx="2625725" cy="262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 result for ?">
            <a:extLst>
              <a:ext uri="{FF2B5EF4-FFF2-40B4-BE49-F238E27FC236}">
                <a16:creationId xmlns:a16="http://schemas.microsoft.com/office/drawing/2014/main" id="{4B404DAE-F548-4E58-9C6E-A2E9CE3FD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0" y="1917700"/>
            <a:ext cx="4349750" cy="347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875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32C11E-CF9F-4EC8-A153-D6A0A1CF0B99}">
  <ds:schemaRefs>
    <ds:schemaRef ds:uri="http://schemas.microsoft.com/office/2006/metadata/properties"/>
    <ds:schemaRef ds:uri="http://schemas.microsoft.com/office/infopath/2007/PartnerControls"/>
    <ds:schemaRef ds:uri="0b5197e8-b3d5-44fa-9c9e-08a78b475116"/>
    <ds:schemaRef ds:uri="1cf731c3-fdca-4a95-a92a-ea3b14523102"/>
  </ds:schemaRefs>
</ds:datastoreItem>
</file>

<file path=customXml/itemProps2.xml><?xml version="1.0" encoding="utf-8"?>
<ds:datastoreItem xmlns:ds="http://schemas.openxmlformats.org/officeDocument/2006/customXml" ds:itemID="{F84C7DC1-ABE9-4005-B3C3-5D98395286B4}"/>
</file>

<file path=customXml/itemProps3.xml><?xml version="1.0" encoding="utf-8"?>
<ds:datastoreItem xmlns:ds="http://schemas.openxmlformats.org/officeDocument/2006/customXml" ds:itemID="{B3942182-0636-444C-A13A-7EE1A52C21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123</Words>
  <Application>Microsoft Office PowerPoint</Application>
  <PresentationFormat>Widescreen</PresentationFormat>
  <Paragraphs>22</Paragraphs>
  <Slides>11</Slides>
  <Notes>0</Notes>
  <HiddenSlides>0</HiddenSlides>
  <MMClips>4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 Wert</dc:creator>
  <cp:lastModifiedBy>Carol Wert</cp:lastModifiedBy>
  <cp:revision>15</cp:revision>
  <dcterms:created xsi:type="dcterms:W3CDTF">2018-09-09T14:23:19Z</dcterms:created>
  <dcterms:modified xsi:type="dcterms:W3CDTF">2025-01-02T20:17:31Z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Order">
    <vt:r8>9099800</vt:r8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</Properties>
</file>