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6" r:id="rId13"/>
    <p:sldId id="263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3" d="100"/>
          <a:sy n="53" d="100"/>
        </p:scale>
        <p:origin x="71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Nasrallah" userId="a195ca03-6986-4630-8fa7-5c8ad63c348f" providerId="ADAL" clId="{C8429CAD-5533-41F1-94DE-7BB4D253EB04}"/>
    <pc:docChg chg="modSld">
      <pc:chgData name="Julia Nasrallah" userId="a195ca03-6986-4630-8fa7-5c8ad63c348f" providerId="ADAL" clId="{C8429CAD-5533-41F1-94DE-7BB4D253EB04}" dt="2023-08-25T14:00:02.080" v="3"/>
      <pc:docMkLst>
        <pc:docMk/>
      </pc:docMkLst>
      <pc:sldChg chg="modAnim">
        <pc:chgData name="Julia Nasrallah" userId="a195ca03-6986-4630-8fa7-5c8ad63c348f" providerId="ADAL" clId="{C8429CAD-5533-41F1-94DE-7BB4D253EB04}" dt="2023-08-25T14:00:02.080" v="3"/>
        <pc:sldMkLst>
          <pc:docMk/>
          <pc:sldMk cId="2544988841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DDAB-B7CD-40C6-8CA0-9997F42C3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E8E97-5738-46B6-9AEA-742CAF1BE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4EADB-5D21-40BE-A0DF-09E229EE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05424-A456-4A54-930E-C388F5CA5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2CD3F-6784-451E-9467-7DF7E92E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70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F2132-633B-44E3-A921-F22A204E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9B936-72A0-4CF0-87EA-3D8566784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40D1B-C716-49C6-ABDB-292A41EC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6DE37-7F9F-4B48-AE97-6E9E008DD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5975-1AFD-41F2-9DAC-F32AD7DE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7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4C72-6035-4E50-8D28-79BB25A5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BACC6-BE0D-47C6-866C-C9D0D87F5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8EB5B-B879-446D-9B1C-3F4EE5B47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97A33-6CDD-456E-A8D2-14F8DA2E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88FB9-2549-40DA-A529-C6A740D82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587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7D70-2DFF-45C4-9570-B9022B696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D8CC9-2216-4EAD-8F89-08A171D34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6E154-5FAF-402C-A733-EA02620C8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ECDEC-3749-4AA6-A769-FAD405567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F3514-1A9A-492B-A0EB-3823DF2E7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3514-5B54-4C4F-8228-FB15150E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30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5E68-E488-42A1-A479-0F1D5AD6E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41BB9-96BA-459E-BC69-5328BF76E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27D12-483C-40C5-AABF-C94DB7DDF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2BA6B-B641-4264-A437-B05F31CC1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007B23-6C4B-48A0-BD27-1442328C6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F4485-6DF5-4D4E-9599-D3549AF9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595920-2B8F-4313-A62E-AC70D181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F9F66-75BF-4FA8-87AC-C2F7A874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2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2466-195E-4A3D-85D0-50578F043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41978-6FC8-4CC1-AAD4-805FEB3B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F0BBB-5573-4D4B-A009-5CD345E9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9A359-181A-4058-9F3B-2D1379D3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10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47C155-EEED-4559-AA34-6385A096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6C3DF-C458-4DA5-8642-999FA0AC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DC788-0547-4D0D-AC6E-E1FE41A02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90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86DBE-94FA-4E61-ADB0-96DD3D0B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E119D-C469-4FA5-A965-D7A6D7781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77038-C51F-4078-914A-4B44CD87F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B7E4C-0AB9-4999-9888-FA8D8AB4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E9BF6-3220-46F9-B70B-691823CF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BAC00-ECB2-4B92-98D6-26E893DD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72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BDF18-A9E8-4A94-91FD-01D878DF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67861-3016-410A-8568-1201EF71D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00D0F-9507-492F-BCF9-08203F296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298B7-9422-44D9-A144-252A13A68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FAB9A-18F7-4A71-871B-0E8F539B6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F77D3-C402-461F-9A8D-EFF61251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696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086B-8A6F-4C9A-84C7-2690181C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CF1F0-67D3-4030-9233-BE094844C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F64F0-BDAE-4CD2-AAB8-9152EAE9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7F81-C92E-40CF-A911-42166C2F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A9031-6472-41A7-A1B9-D160F5F7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559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F2A92-A364-4D34-A52B-9789859EF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BB4F5-505F-41DE-BA58-EB42B9439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2288-F5B2-423D-BB59-D26510471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FC3B9-EE17-4672-8F7A-7B22AB96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AD920-5ABD-40FF-A249-2FF80A8A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650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A8D2B3-86FA-410A-8FA4-0B2BC3D5D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E7641-B6F6-4557-AAB7-442248630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D59ED-9C97-4ADC-833B-9CE810DEE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E37E9-DF66-4077-8855-D77A37DBA27D}" type="datetimeFigureOut">
              <a:rPr lang="en-GB" smtClean="0"/>
              <a:t>25/08/2023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92247-60DA-4B43-B0E1-D2E1799EA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35518-DBC5-4D42-B9F9-D4F05B221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8B892-1255-4108-8D29-B3BC946324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10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DD0A-FC98-4749-BFAB-BCF95CB20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What do you like?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3D2A2-F6A0-4F55-A739-D24722A876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50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D1F6D-E412-4207-9512-82BBAEABB010}"/>
              </a:ext>
            </a:extLst>
          </p:cNvPr>
          <p:cNvSpPr txBox="1"/>
          <p:nvPr/>
        </p:nvSpPr>
        <p:spPr>
          <a:xfrm>
            <a:off x="1553028" y="914400"/>
            <a:ext cx="1915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CFF4-94E9-4448-B1A4-DC2E2A561CAD}"/>
              </a:ext>
            </a:extLst>
          </p:cNvPr>
          <p:cNvSpPr txBox="1"/>
          <p:nvPr/>
        </p:nvSpPr>
        <p:spPr>
          <a:xfrm>
            <a:off x="7692196" y="943429"/>
            <a:ext cx="206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or this?</a:t>
            </a:r>
          </a:p>
        </p:txBody>
      </p:sp>
      <p:pic>
        <p:nvPicPr>
          <p:cNvPr id="1026" name="Picture 2" descr="Classic Coke (GLASS) 200ml x 24 - WDS Group">
            <a:extLst>
              <a:ext uri="{FF2B5EF4-FFF2-40B4-BE49-F238E27FC236}">
                <a16:creationId xmlns:a16="http://schemas.microsoft.com/office/drawing/2014/main" id="{E9E31FD8-248A-4BB3-A583-1630F3254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028" y="2691267"/>
            <a:ext cx="2578554" cy="257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2x Pepsi Cola PET 500ml – Italian Gourmet UK">
            <a:extLst>
              <a:ext uri="{FF2B5EF4-FFF2-40B4-BE49-F238E27FC236}">
                <a16:creationId xmlns:a16="http://schemas.microsoft.com/office/drawing/2014/main" id="{1564A64A-1C54-4739-89B8-0D333662C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379" y="2679756"/>
            <a:ext cx="2578554" cy="259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8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D1F6D-E412-4207-9512-82BBAEABB010}"/>
              </a:ext>
            </a:extLst>
          </p:cNvPr>
          <p:cNvSpPr txBox="1"/>
          <p:nvPr/>
        </p:nvSpPr>
        <p:spPr>
          <a:xfrm>
            <a:off x="1553028" y="914400"/>
            <a:ext cx="1915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CFF4-94E9-4448-B1A4-DC2E2A561CAD}"/>
              </a:ext>
            </a:extLst>
          </p:cNvPr>
          <p:cNvSpPr txBox="1"/>
          <p:nvPr/>
        </p:nvSpPr>
        <p:spPr>
          <a:xfrm>
            <a:off x="7692196" y="943429"/>
            <a:ext cx="206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or this?</a:t>
            </a:r>
          </a:p>
        </p:txBody>
      </p:sp>
      <p:pic>
        <p:nvPicPr>
          <p:cNvPr id="2050" name="Picture 2" descr="Days can be measured in two ways and we are uing the longer one">
            <a:extLst>
              <a:ext uri="{FF2B5EF4-FFF2-40B4-BE49-F238E27FC236}">
                <a16:creationId xmlns:a16="http://schemas.microsoft.com/office/drawing/2014/main" id="{3364569C-A36F-4925-94DC-BF0F29B0C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028" y="3131825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30,000+ Best Night Photos · 100% Free Download · Pexels Stock Photos">
            <a:extLst>
              <a:ext uri="{FF2B5EF4-FFF2-40B4-BE49-F238E27FC236}">
                <a16:creationId xmlns:a16="http://schemas.microsoft.com/office/drawing/2014/main" id="{8A555C41-4DBE-42A4-BEF0-9C701567A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633" y="2511021"/>
            <a:ext cx="2264908" cy="340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8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D1F6D-E412-4207-9512-82BBAEABB010}"/>
              </a:ext>
            </a:extLst>
          </p:cNvPr>
          <p:cNvSpPr txBox="1"/>
          <p:nvPr/>
        </p:nvSpPr>
        <p:spPr>
          <a:xfrm>
            <a:off x="1553028" y="914400"/>
            <a:ext cx="1915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CFF4-94E9-4448-B1A4-DC2E2A561CAD}"/>
              </a:ext>
            </a:extLst>
          </p:cNvPr>
          <p:cNvSpPr txBox="1"/>
          <p:nvPr/>
        </p:nvSpPr>
        <p:spPr>
          <a:xfrm>
            <a:off x="7692196" y="943429"/>
            <a:ext cx="206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or this?</a:t>
            </a:r>
          </a:p>
        </p:txBody>
      </p:sp>
      <p:pic>
        <p:nvPicPr>
          <p:cNvPr id="3074" name="Picture 2" descr="Why Texting Is Such a Rich Narrative Tool for the Modern Romantic Comedy">
            <a:extLst>
              <a:ext uri="{FF2B5EF4-FFF2-40B4-BE49-F238E27FC236}">
                <a16:creationId xmlns:a16="http://schemas.microsoft.com/office/drawing/2014/main" id="{B3C75016-D0EC-4D7D-9541-59C408A7B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74" y="2745981"/>
            <a:ext cx="4873507" cy="2082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iddle eastern man phoning Stock Photo | Adobe Stock">
            <a:extLst>
              <a:ext uri="{FF2B5EF4-FFF2-40B4-BE49-F238E27FC236}">
                <a16:creationId xmlns:a16="http://schemas.microsoft.com/office/drawing/2014/main" id="{6A7BF820-1324-432D-9332-9F2CC7180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060" y="2490961"/>
            <a:ext cx="3860740" cy="259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39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D1F6D-E412-4207-9512-82BBAEABB010}"/>
              </a:ext>
            </a:extLst>
          </p:cNvPr>
          <p:cNvSpPr txBox="1"/>
          <p:nvPr/>
        </p:nvSpPr>
        <p:spPr>
          <a:xfrm>
            <a:off x="1553028" y="914400"/>
            <a:ext cx="1915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CFF4-94E9-4448-B1A4-DC2E2A561CAD}"/>
              </a:ext>
            </a:extLst>
          </p:cNvPr>
          <p:cNvSpPr txBox="1"/>
          <p:nvPr/>
        </p:nvSpPr>
        <p:spPr>
          <a:xfrm>
            <a:off x="7692196" y="943429"/>
            <a:ext cx="206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or this?</a:t>
            </a:r>
          </a:p>
        </p:txBody>
      </p:sp>
      <p:pic>
        <p:nvPicPr>
          <p:cNvPr id="4098" name="Picture 2" descr="Cat intelligence - Wikipedia">
            <a:extLst>
              <a:ext uri="{FF2B5EF4-FFF2-40B4-BE49-F238E27FC236}">
                <a16:creationId xmlns:a16="http://schemas.microsoft.com/office/drawing/2014/main" id="{221D7ABA-8123-463A-A7A4-FD90F85D9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794" y="2603388"/>
            <a:ext cx="3519261" cy="234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op 20 Smallest Dog Breeds – Forbes Advisor">
            <a:extLst>
              <a:ext uri="{FF2B5EF4-FFF2-40B4-BE49-F238E27FC236}">
                <a16:creationId xmlns:a16="http://schemas.microsoft.com/office/drawing/2014/main" id="{C6D33AD1-ED01-47EB-B71E-F0353476A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796" y="2603388"/>
            <a:ext cx="4239758" cy="238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18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D1F6D-E412-4207-9512-82BBAEABB010}"/>
              </a:ext>
            </a:extLst>
          </p:cNvPr>
          <p:cNvSpPr txBox="1"/>
          <p:nvPr/>
        </p:nvSpPr>
        <p:spPr>
          <a:xfrm>
            <a:off x="1553028" y="914400"/>
            <a:ext cx="1915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CFF4-94E9-4448-B1A4-DC2E2A561CAD}"/>
              </a:ext>
            </a:extLst>
          </p:cNvPr>
          <p:cNvSpPr txBox="1"/>
          <p:nvPr/>
        </p:nvSpPr>
        <p:spPr>
          <a:xfrm>
            <a:off x="7692196" y="943429"/>
            <a:ext cx="206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or this?</a:t>
            </a:r>
          </a:p>
        </p:txBody>
      </p:sp>
      <p:pic>
        <p:nvPicPr>
          <p:cNvPr id="5122" name="Picture 2" descr="Good Times With Bad Music - JSTOR Daily">
            <a:extLst>
              <a:ext uri="{FF2B5EF4-FFF2-40B4-BE49-F238E27FC236}">
                <a16:creationId xmlns:a16="http://schemas.microsoft.com/office/drawing/2014/main" id="{0CD360D6-B07A-4CE0-BBEA-4D4E70078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42" y="2265829"/>
            <a:ext cx="3965801" cy="263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ongoose :: Why Fans Crave the Return of Sports">
            <a:extLst>
              <a:ext uri="{FF2B5EF4-FFF2-40B4-BE49-F238E27FC236}">
                <a16:creationId xmlns:a16="http://schemas.microsoft.com/office/drawing/2014/main" id="{8844F849-AC9F-4285-A64D-EAEE679A4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784" y="2346533"/>
            <a:ext cx="4424381" cy="247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86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D1F6D-E412-4207-9512-82BBAEABB010}"/>
              </a:ext>
            </a:extLst>
          </p:cNvPr>
          <p:cNvSpPr txBox="1"/>
          <p:nvPr/>
        </p:nvSpPr>
        <p:spPr>
          <a:xfrm>
            <a:off x="1553028" y="914400"/>
            <a:ext cx="1915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CFF4-94E9-4448-B1A4-DC2E2A561CAD}"/>
              </a:ext>
            </a:extLst>
          </p:cNvPr>
          <p:cNvSpPr txBox="1"/>
          <p:nvPr/>
        </p:nvSpPr>
        <p:spPr>
          <a:xfrm>
            <a:off x="7692196" y="943429"/>
            <a:ext cx="206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or this?</a:t>
            </a:r>
          </a:p>
        </p:txBody>
      </p:sp>
      <p:pic>
        <p:nvPicPr>
          <p:cNvPr id="6146" name="Picture 2" descr="Coastline of Wales - Wikipedia">
            <a:extLst>
              <a:ext uri="{FF2B5EF4-FFF2-40B4-BE49-F238E27FC236}">
                <a16:creationId xmlns:a16="http://schemas.microsoft.com/office/drawing/2014/main" id="{BC51E324-3BA2-4AE6-B83E-8D8C5CE2F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00" y="2461932"/>
            <a:ext cx="3983250" cy="2650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Mynyddoedd Cambria | Pumlumon - Devils Bridge - Visit Mid Wales">
            <a:extLst>
              <a:ext uri="{FF2B5EF4-FFF2-40B4-BE49-F238E27FC236}">
                <a16:creationId xmlns:a16="http://schemas.microsoft.com/office/drawing/2014/main" id="{B033FE6E-BA2C-4207-9195-B26DC9F70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968" y="2461931"/>
            <a:ext cx="4507386" cy="262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39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D1F6D-E412-4207-9512-82BBAEABB010}"/>
              </a:ext>
            </a:extLst>
          </p:cNvPr>
          <p:cNvSpPr txBox="1"/>
          <p:nvPr/>
        </p:nvSpPr>
        <p:spPr>
          <a:xfrm>
            <a:off x="1553028" y="914400"/>
            <a:ext cx="1915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CFF4-94E9-4448-B1A4-DC2E2A561CAD}"/>
              </a:ext>
            </a:extLst>
          </p:cNvPr>
          <p:cNvSpPr txBox="1"/>
          <p:nvPr/>
        </p:nvSpPr>
        <p:spPr>
          <a:xfrm>
            <a:off x="7692196" y="943429"/>
            <a:ext cx="206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or this?</a:t>
            </a:r>
          </a:p>
        </p:txBody>
      </p:sp>
      <p:pic>
        <p:nvPicPr>
          <p:cNvPr id="8194" name="Picture 2" descr="Hand-writing letters shown to be best technique for learning to read | Hub">
            <a:extLst>
              <a:ext uri="{FF2B5EF4-FFF2-40B4-BE49-F238E27FC236}">
                <a16:creationId xmlns:a16="http://schemas.microsoft.com/office/drawing/2014/main" id="{8791C941-738E-4D27-BDD5-492AE7330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57" y="2579861"/>
            <a:ext cx="4522755" cy="253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Developing Students Speaking Skills">
            <a:extLst>
              <a:ext uri="{FF2B5EF4-FFF2-40B4-BE49-F238E27FC236}">
                <a16:creationId xmlns:a16="http://schemas.microsoft.com/office/drawing/2014/main" id="{EDEDBF71-72C6-4A08-B75C-746671A06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284" y="2222367"/>
            <a:ext cx="4299630" cy="286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49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D1F6D-E412-4207-9512-82BBAEABB010}"/>
              </a:ext>
            </a:extLst>
          </p:cNvPr>
          <p:cNvSpPr txBox="1"/>
          <p:nvPr/>
        </p:nvSpPr>
        <p:spPr>
          <a:xfrm>
            <a:off x="1553028" y="914400"/>
            <a:ext cx="1915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CFF4-94E9-4448-B1A4-DC2E2A561CAD}"/>
              </a:ext>
            </a:extLst>
          </p:cNvPr>
          <p:cNvSpPr txBox="1"/>
          <p:nvPr/>
        </p:nvSpPr>
        <p:spPr>
          <a:xfrm>
            <a:off x="7692196" y="943429"/>
            <a:ext cx="206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or this?</a:t>
            </a:r>
          </a:p>
        </p:txBody>
      </p:sp>
      <p:pic>
        <p:nvPicPr>
          <p:cNvPr id="10242" name="Picture 2" descr="How to date a 19th-century terrace - Family Tree">
            <a:extLst>
              <a:ext uri="{FF2B5EF4-FFF2-40B4-BE49-F238E27FC236}">
                <a16:creationId xmlns:a16="http://schemas.microsoft.com/office/drawing/2014/main" id="{610597C2-B60D-4887-B9E2-8652CB979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4" y="2547259"/>
            <a:ext cx="4009571" cy="246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Advantages &amp; Disadvantages of Buying A Flat - Sleek-chic UK Home Interiors  Blog">
            <a:extLst>
              <a:ext uri="{FF2B5EF4-FFF2-40B4-BE49-F238E27FC236}">
                <a16:creationId xmlns:a16="http://schemas.microsoft.com/office/drawing/2014/main" id="{AA939D78-E818-4E20-9324-F09D76A76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221" y="2328410"/>
            <a:ext cx="3422876" cy="342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98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D1F6D-E412-4207-9512-82BBAEABB010}"/>
              </a:ext>
            </a:extLst>
          </p:cNvPr>
          <p:cNvSpPr txBox="1"/>
          <p:nvPr/>
        </p:nvSpPr>
        <p:spPr>
          <a:xfrm>
            <a:off x="1553028" y="914400"/>
            <a:ext cx="1915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CFF4-94E9-4448-B1A4-DC2E2A561CAD}"/>
              </a:ext>
            </a:extLst>
          </p:cNvPr>
          <p:cNvSpPr txBox="1"/>
          <p:nvPr/>
        </p:nvSpPr>
        <p:spPr>
          <a:xfrm>
            <a:off x="7692196" y="943429"/>
            <a:ext cx="206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or this?</a:t>
            </a:r>
          </a:p>
        </p:txBody>
      </p:sp>
      <p:pic>
        <p:nvPicPr>
          <p:cNvPr id="7170" name="Picture 2" descr="Why Does Tea Make You Nauseated?">
            <a:extLst>
              <a:ext uri="{FF2B5EF4-FFF2-40B4-BE49-F238E27FC236}">
                <a16:creationId xmlns:a16="http://schemas.microsoft.com/office/drawing/2014/main" id="{3F1B580A-7EFD-4D08-8052-A855AA72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65" y="2371156"/>
            <a:ext cx="3512004" cy="263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What to Eat with Coffee (Morning, Noon, or Night) - Insanely Good">
            <a:extLst>
              <a:ext uri="{FF2B5EF4-FFF2-40B4-BE49-F238E27FC236}">
                <a16:creationId xmlns:a16="http://schemas.microsoft.com/office/drawing/2014/main" id="{8026383D-167A-46C8-8488-F818A06E6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375" y="2198636"/>
            <a:ext cx="2975654" cy="297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62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8D1F6D-E412-4207-9512-82BBAEABB010}"/>
              </a:ext>
            </a:extLst>
          </p:cNvPr>
          <p:cNvSpPr txBox="1"/>
          <p:nvPr/>
        </p:nvSpPr>
        <p:spPr>
          <a:xfrm>
            <a:off x="1553028" y="914400"/>
            <a:ext cx="1915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CFF4-94E9-4448-B1A4-DC2E2A561CAD}"/>
              </a:ext>
            </a:extLst>
          </p:cNvPr>
          <p:cNvSpPr txBox="1"/>
          <p:nvPr/>
        </p:nvSpPr>
        <p:spPr>
          <a:xfrm>
            <a:off x="7692196" y="943429"/>
            <a:ext cx="2061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or this?</a:t>
            </a:r>
          </a:p>
        </p:txBody>
      </p:sp>
      <p:pic>
        <p:nvPicPr>
          <p:cNvPr id="9218" name="Picture 2" descr="Jane's Patisserie Eton Mess Cake Recipe | Celebrate! Cookbook">
            <a:extLst>
              <a:ext uri="{FF2B5EF4-FFF2-40B4-BE49-F238E27FC236}">
                <a16:creationId xmlns:a16="http://schemas.microsoft.com/office/drawing/2014/main" id="{AC2910D0-3B14-467E-AA0D-FEBF32E45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274" y="2222367"/>
            <a:ext cx="2592840" cy="336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Best Burger Recipe (So Juicy, Grill Or Stovetop) - Wholesome Yum">
            <a:extLst>
              <a:ext uri="{FF2B5EF4-FFF2-40B4-BE49-F238E27FC236}">
                <a16:creationId xmlns:a16="http://schemas.microsoft.com/office/drawing/2014/main" id="{1DC568E4-33BC-4945-AD01-53BD4FA4A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221" y="2372067"/>
            <a:ext cx="3219676" cy="321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75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D2F289-0305-47BA-9D62-FDECE1267B03}"/>
</file>

<file path=customXml/itemProps2.xml><?xml version="1.0" encoding="utf-8"?>
<ds:datastoreItem xmlns:ds="http://schemas.openxmlformats.org/officeDocument/2006/customXml" ds:itemID="{78D7C03D-1BA6-41E0-8F4C-9DFE417BED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33D3DB-C188-4A18-8361-D6CA5033C803}">
  <ds:schemaRefs>
    <ds:schemaRef ds:uri="http://purl.org/dc/elements/1.1/"/>
    <ds:schemaRef ds:uri="ee33d249-ce2b-4c43-a749-c7a5913dfd35"/>
    <ds:schemaRef ds:uri="http://schemas.openxmlformats.org/package/2006/metadata/core-properties"/>
    <ds:schemaRef ds:uri="http://www.w3.org/XML/1998/namespace"/>
    <ds:schemaRef ds:uri="http://purl.org/dc/terms/"/>
    <ds:schemaRef ds:uri="edee15e7-447e-48a0-9c83-dd90427a371f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</Words>
  <Application>Microsoft Office PowerPoint</Application>
  <PresentationFormat>Widescreen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What do you like?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do you like?</dc:title>
  <dc:creator>Julia Nasrallah</dc:creator>
  <cp:lastModifiedBy>Julia Nasrallah</cp:lastModifiedBy>
  <cp:revision>2</cp:revision>
  <dcterms:created xsi:type="dcterms:W3CDTF">2023-08-25T13:52:03Z</dcterms:created>
  <dcterms:modified xsi:type="dcterms:W3CDTF">2023-08-25T14:00:35Z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14752300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