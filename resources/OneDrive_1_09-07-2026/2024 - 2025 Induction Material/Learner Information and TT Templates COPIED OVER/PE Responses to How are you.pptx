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1" r:id="rId7"/>
    <p:sldId id="260" r:id="rId8"/>
    <p:sldId id="258" r:id="rId9"/>
    <p:sldId id="262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B81010-C1CB-649E-F1B9-5DFE2B0A171E}" v="3" dt="2021-10-03T10:07:14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Beasley" userId="S::robeasley@cavc.ac.uk::e2744aae-18e5-47d4-8c84-4938074a2073" providerId="AD" clId="Web-{A0381D1C-6F5D-264C-52F5-8D2E59466726}"/>
    <pc:docChg chg="modSld">
      <pc:chgData name="Rob Beasley" userId="S::robeasley@cavc.ac.uk::e2744aae-18e5-47d4-8c84-4938074a2073" providerId="AD" clId="Web-{A0381D1C-6F5D-264C-52F5-8D2E59466726}" dt="2019-07-22T10:59:16.533" v="9" actId="20577"/>
      <pc:docMkLst>
        <pc:docMk/>
      </pc:docMkLst>
      <pc:sldChg chg="modSp">
        <pc:chgData name="Rob Beasley" userId="S::robeasley@cavc.ac.uk::e2744aae-18e5-47d4-8c84-4938074a2073" providerId="AD" clId="Web-{A0381D1C-6F5D-264C-52F5-8D2E59466726}" dt="2019-07-22T10:59:16.533" v="8" actId="20577"/>
        <pc:sldMkLst>
          <pc:docMk/>
          <pc:sldMk cId="73490071" sldId="257"/>
        </pc:sldMkLst>
        <pc:spChg chg="mod">
          <ac:chgData name="Rob Beasley" userId="S::robeasley@cavc.ac.uk::e2744aae-18e5-47d4-8c84-4938074a2073" providerId="AD" clId="Web-{A0381D1C-6F5D-264C-52F5-8D2E59466726}" dt="2019-07-22T10:59:16.533" v="8" actId="20577"/>
          <ac:spMkLst>
            <pc:docMk/>
            <pc:sldMk cId="73490071" sldId="257"/>
            <ac:spMk id="2" creationId="{397E6CD2-61E8-4F47-896E-6C65CB3727A0}"/>
          </ac:spMkLst>
        </pc:spChg>
      </pc:sldChg>
    </pc:docChg>
  </pc:docChgLst>
  <pc:docChgLst>
    <pc:chgData name="Lucie Gegg" userId="S::lgegg@cavc.ac.uk::cbf9fdf3-4404-4b1f-8eea-ed1480630563" providerId="AD" clId="Web-{F496F4CB-FC42-436E-99AD-D3344C0C535C}"/>
    <pc:docChg chg="delSld sldOrd">
      <pc:chgData name="Lucie Gegg" userId="S::lgegg@cavc.ac.uk::cbf9fdf3-4404-4b1f-8eea-ed1480630563" providerId="AD" clId="Web-{F496F4CB-FC42-436E-99AD-D3344C0C535C}" dt="2018-07-19T10:36:04.288" v="2"/>
      <pc:docMkLst>
        <pc:docMk/>
      </pc:docMkLst>
      <pc:sldChg chg="ord">
        <pc:chgData name="Lucie Gegg" userId="S::lgegg@cavc.ac.uk::cbf9fdf3-4404-4b1f-8eea-ed1480630563" providerId="AD" clId="Web-{F496F4CB-FC42-436E-99AD-D3344C0C535C}" dt="2018-07-19T10:36:04.288" v="2"/>
        <pc:sldMkLst>
          <pc:docMk/>
          <pc:sldMk cId="908758260" sldId="259"/>
        </pc:sldMkLst>
      </pc:sldChg>
      <pc:sldChg chg="del ord">
        <pc:chgData name="Lucie Gegg" userId="S::lgegg@cavc.ac.uk::cbf9fdf3-4404-4b1f-8eea-ed1480630563" providerId="AD" clId="Web-{F496F4CB-FC42-436E-99AD-D3344C0C535C}" dt="2018-07-19T10:35:59.366" v="1"/>
        <pc:sldMkLst>
          <pc:docMk/>
          <pc:sldMk cId="22041776" sldId="264"/>
        </pc:sldMkLst>
      </pc:sldChg>
    </pc:docChg>
  </pc:docChgLst>
  <pc:docChgLst>
    <pc:chgData name="Rob Beasley" userId="S::robeasley@cavc.ac.uk::e2744aae-18e5-47d4-8c84-4938074a2073" providerId="AD" clId="Web-{26DFA31E-AE17-7DC4-2CB7-2BCFE3A2C4E1}"/>
    <pc:docChg chg="modSld">
      <pc:chgData name="Rob Beasley" userId="S::robeasley@cavc.ac.uk::e2744aae-18e5-47d4-8c84-4938074a2073" providerId="AD" clId="Web-{26DFA31E-AE17-7DC4-2CB7-2BCFE3A2C4E1}" dt="2018-09-14T10:08:03.965" v="15" actId="20577"/>
      <pc:docMkLst>
        <pc:docMk/>
      </pc:docMkLst>
      <pc:sldChg chg="modSp">
        <pc:chgData name="Rob Beasley" userId="S::robeasley@cavc.ac.uk::e2744aae-18e5-47d4-8c84-4938074a2073" providerId="AD" clId="Web-{26DFA31E-AE17-7DC4-2CB7-2BCFE3A2C4E1}" dt="2018-09-14T10:04:56.138" v="4" actId="20577"/>
        <pc:sldMkLst>
          <pc:docMk/>
          <pc:sldMk cId="73490071" sldId="257"/>
        </pc:sldMkLst>
        <pc:spChg chg="mod">
          <ac:chgData name="Rob Beasley" userId="S::robeasley@cavc.ac.uk::e2744aae-18e5-47d4-8c84-4938074a2073" providerId="AD" clId="Web-{26DFA31E-AE17-7DC4-2CB7-2BCFE3A2C4E1}" dt="2018-09-14T10:04:56.138" v="4" actId="20577"/>
          <ac:spMkLst>
            <pc:docMk/>
            <pc:sldMk cId="73490071" sldId="257"/>
            <ac:spMk id="2" creationId="{397E6CD2-61E8-4F47-896E-6C65CB3727A0}"/>
          </ac:spMkLst>
        </pc:spChg>
      </pc:sldChg>
      <pc:sldChg chg="modSp">
        <pc:chgData name="Rob Beasley" userId="S::robeasley@cavc.ac.uk::e2744aae-18e5-47d4-8c84-4938074a2073" providerId="AD" clId="Web-{26DFA31E-AE17-7DC4-2CB7-2BCFE3A2C4E1}" dt="2018-09-14T10:05:01.153" v="8" actId="20577"/>
        <pc:sldMkLst>
          <pc:docMk/>
          <pc:sldMk cId="908758260" sldId="259"/>
        </pc:sldMkLst>
        <pc:spChg chg="mod">
          <ac:chgData name="Rob Beasley" userId="S::robeasley@cavc.ac.uk::e2744aae-18e5-47d4-8c84-4938074a2073" providerId="AD" clId="Web-{26DFA31E-AE17-7DC4-2CB7-2BCFE3A2C4E1}" dt="2018-09-14T10:05:01.153" v="8" actId="20577"/>
          <ac:spMkLst>
            <pc:docMk/>
            <pc:sldMk cId="908758260" sldId="259"/>
            <ac:spMk id="2" creationId="{397E6CD2-61E8-4F47-896E-6C65CB3727A0}"/>
          </ac:spMkLst>
        </pc:spChg>
      </pc:sldChg>
      <pc:sldChg chg="modSp">
        <pc:chgData name="Rob Beasley" userId="S::robeasley@cavc.ac.uk::e2744aae-18e5-47d4-8c84-4938074a2073" providerId="AD" clId="Web-{26DFA31E-AE17-7DC4-2CB7-2BCFE3A2C4E1}" dt="2018-09-14T10:08:01.418" v="13" actId="20577"/>
        <pc:sldMkLst>
          <pc:docMk/>
          <pc:sldMk cId="2066326697" sldId="260"/>
        </pc:sldMkLst>
        <pc:spChg chg="mod">
          <ac:chgData name="Rob Beasley" userId="S::robeasley@cavc.ac.uk::e2744aae-18e5-47d4-8c84-4938074a2073" providerId="AD" clId="Web-{26DFA31E-AE17-7DC4-2CB7-2BCFE3A2C4E1}" dt="2018-09-14T10:08:01.418" v="13" actId="20577"/>
          <ac:spMkLst>
            <pc:docMk/>
            <pc:sldMk cId="2066326697" sldId="260"/>
            <ac:spMk id="2" creationId="{397E6CD2-61E8-4F47-896E-6C65CB3727A0}"/>
          </ac:spMkLst>
        </pc:spChg>
      </pc:sldChg>
    </pc:docChg>
  </pc:docChgLst>
  <pc:docChgLst>
    <pc:chgData name="Myriem Fasla" userId="S::mfasla@cavc.ac.uk::a6c240fa-33ce-4290-bd82-9b778a2e9b50" providerId="AD" clId="Web-{6EB81010-C1CB-649E-F1B9-5DFE2B0A171E}"/>
    <pc:docChg chg="modSld">
      <pc:chgData name="Myriem Fasla" userId="S::mfasla@cavc.ac.uk::a6c240fa-33ce-4290-bd82-9b778a2e9b50" providerId="AD" clId="Web-{6EB81010-C1CB-649E-F1B9-5DFE2B0A171E}" dt="2021-10-03T10:07:14.185" v="2" actId="1076"/>
      <pc:docMkLst>
        <pc:docMk/>
      </pc:docMkLst>
      <pc:sldChg chg="modSp">
        <pc:chgData name="Myriem Fasla" userId="S::mfasla@cavc.ac.uk::a6c240fa-33ce-4290-bd82-9b778a2e9b50" providerId="AD" clId="Web-{6EB81010-C1CB-649E-F1B9-5DFE2B0A171E}" dt="2021-10-03T10:07:14.185" v="2" actId="1076"/>
        <pc:sldMkLst>
          <pc:docMk/>
          <pc:sldMk cId="1880188061" sldId="261"/>
        </pc:sldMkLst>
        <pc:picChg chg="mod">
          <ac:chgData name="Myriem Fasla" userId="S::mfasla@cavc.ac.uk::a6c240fa-33ce-4290-bd82-9b778a2e9b50" providerId="AD" clId="Web-{6EB81010-C1CB-649E-F1B9-5DFE2B0A171E}" dt="2021-10-03T10:07:14.185" v="2" actId="1076"/>
          <ac:picMkLst>
            <pc:docMk/>
            <pc:sldMk cId="1880188061" sldId="261"/>
            <ac:picMk id="5122" creationId="{33B9BA6D-4C43-473C-AE2C-B30AAC6F013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B756F-2038-4A0A-AC42-800769C30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CA270A-BC08-492B-A27B-23C505ADA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9AA22-A60C-450E-BD0E-55CC738A2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0C66F-C93E-43FB-8772-4CCBB901F728}" type="datetimeFigureOut">
              <a:rPr lang="en-GB" smtClean="0"/>
              <a:t>03/10/2021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28F99-B0D4-4E28-B8D6-634338CCD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001E3-58EB-4424-87E3-A6DF459E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D090-75C6-446F-AF8B-70FED753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253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BBAFD-EB75-4105-8706-9B3F595AE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3FC11-39D9-4436-AD84-39C3121AC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09297-2BED-4064-8406-62ABAB59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0C66F-C93E-43FB-8772-4CCBB901F728}" type="datetimeFigureOut">
              <a:rPr lang="en-GB" smtClean="0"/>
              <a:t>03/10/2021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D9EE9-38BA-4701-98AF-4174A7706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57448-F5BD-4F81-A364-67A9D38BE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D090-75C6-446F-AF8B-70FED753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97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1A9C4-FBBA-4A81-BD10-5A1D8B578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16B1C-1E0D-4227-B3F0-0D4FF15DA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A67B0-DCB7-4263-A9C9-01CF447A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0C66F-C93E-43FB-8772-4CCBB901F728}" type="datetimeFigureOut">
              <a:rPr lang="en-GB" smtClean="0"/>
              <a:t>03/10/2021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C0981-91D9-49F8-99F2-F42D75181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F14EF-E0A1-44F3-A2FA-977B03DEF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D090-75C6-446F-AF8B-70FED753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9697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F69E-8F3E-4538-82FA-FB1F99BA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1B460-76B3-4E87-9FA8-F2BA3A01E6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EA456-6417-47DE-9C13-72F69EBAF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6270C-C452-4019-98B8-77E2F5311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0C66F-C93E-43FB-8772-4CCBB901F728}" type="datetimeFigureOut">
              <a:rPr lang="en-GB" smtClean="0"/>
              <a:t>03/10/2021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395C8-ECDF-4769-A8F3-4FFD73CA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0C2B7-8494-4E25-A305-88756B135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D090-75C6-446F-AF8B-70FED753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1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94FEE-4097-4F16-B5CF-B5573B50C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5FE46-AD9E-4B1F-9B4F-E58158C66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2D021-DB59-4EE9-8F3E-A5AA513B7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57C423-242A-4CDB-A460-B01B41C22B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E2D814-485B-4239-814D-3A8DA251C1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83AA95-162D-4C85-A8F1-6282B09B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0C66F-C93E-43FB-8772-4CCBB901F728}" type="datetimeFigureOut">
              <a:rPr lang="en-GB" smtClean="0"/>
              <a:t>03/10/2021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911EF3-9B04-4FD8-9A48-C581539A5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3878-E7B4-48CF-8489-7C69DF68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D090-75C6-446F-AF8B-70FED753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816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F9FEC-D2E3-494C-8FE5-BAB440530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A07B2C-F362-4611-8C2A-5052A54E5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0C66F-C93E-43FB-8772-4CCBB901F728}" type="datetimeFigureOut">
              <a:rPr lang="en-GB" smtClean="0"/>
              <a:t>03/10/2021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1B37F-F683-4C79-97F6-CDBFC9FC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66512-617F-4819-8259-8E8109D8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D090-75C6-446F-AF8B-70FED753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780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63B458-42BC-4EBE-B16B-67F220A1E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0C66F-C93E-43FB-8772-4CCBB901F728}" type="datetimeFigureOut">
              <a:rPr lang="en-GB" smtClean="0"/>
              <a:t>03/10/2021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906038-9862-417A-903B-03E3DAE01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D2310-3E4E-474F-A342-E15470893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D090-75C6-446F-AF8B-70FED753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54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116C-8A79-4372-B02D-5CA56A4F5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596C1-A520-43CB-A0E7-8F0E0B300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5A7E5-4B12-4C1C-B656-40DC5DF20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4F5C9-C63A-4849-8BA6-CD3C42FDB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0C66F-C93E-43FB-8772-4CCBB901F728}" type="datetimeFigureOut">
              <a:rPr lang="en-GB" smtClean="0"/>
              <a:t>03/10/2021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9C297-CE8D-4057-B50E-81A9CCCF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0315F-B3A5-42FD-A560-F968639B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D090-75C6-446F-AF8B-70FED753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92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DA380-3CEA-4548-87AF-09FCA9943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E59FDB-B17B-4413-92C9-477C3174A4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5DE5E-5ADC-4BFC-8EF8-F4B16DEF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8A7B7-73E7-4903-A2E1-BC52E1ED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0C66F-C93E-43FB-8772-4CCBB901F728}" type="datetimeFigureOut">
              <a:rPr lang="en-GB" smtClean="0"/>
              <a:t>03/10/2021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BAB15-8575-49F3-9BFE-ABF93D376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03667-33F3-4734-BFCB-5DFCF9B01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D090-75C6-446F-AF8B-70FED753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727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A423C-0065-4D46-ACA8-9F30A2B3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C17A5-F487-4ECA-A597-CA744E707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C9126-834D-4621-888F-13F88213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0C66F-C93E-43FB-8772-4CCBB901F728}" type="datetimeFigureOut">
              <a:rPr lang="en-GB" smtClean="0"/>
              <a:t>03/10/2021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0DB80-6905-490D-8372-A7815CA33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EB238-5A5D-4EEA-B45B-BA1959F09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D090-75C6-446F-AF8B-70FED753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8746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33A45A-A8FA-445C-B888-6F86DD32E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4F2AF7-2ED5-4224-9E36-44F87CD86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090A8-1FEE-4072-A183-4DF6EA9EB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0C66F-C93E-43FB-8772-4CCBB901F728}" type="datetimeFigureOut">
              <a:rPr lang="en-GB" smtClean="0"/>
              <a:t>03/10/2021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583E5-795F-49DC-95CF-F729DD9FF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186A4-A74D-48D0-8DFA-10F9673AA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D090-75C6-446F-AF8B-70FED753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61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2877D1-5AF7-4273-AB26-D845DF38D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A8ABC-2EC1-4CF2-8D43-01FB19536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29372-2891-4056-8790-33111536FC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0C66F-C93E-43FB-8772-4CCBB901F728}" type="datetimeFigureOut">
              <a:rPr lang="en-GB" smtClean="0"/>
              <a:t>03/10/2021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E5AA7-453B-47B8-80B4-8A9271678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518EF-0C9A-4CBE-A424-597DEAD161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8D090-75C6-446F-AF8B-70FED7530CE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8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20" name="Freeform 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48626"/>
            <a:ext cx="6738450" cy="1409374"/>
          </a:xfrm>
          <a:custGeom>
            <a:avLst/>
            <a:gdLst>
              <a:gd name="connsiteX0" fmla="*/ 0 w 6738450"/>
              <a:gd name="connsiteY0" fmla="*/ 0 h 1409374"/>
              <a:gd name="connsiteX1" fmla="*/ 6738450 w 6738450"/>
              <a:gd name="connsiteY1" fmla="*/ 0 h 1409374"/>
              <a:gd name="connsiteX2" fmla="*/ 6085725 w 6738450"/>
              <a:gd name="connsiteY2" fmla="*/ 1409374 h 1409374"/>
              <a:gd name="connsiteX3" fmla="*/ 1524000 w 6738450"/>
              <a:gd name="connsiteY3" fmla="*/ 1409374 h 1409374"/>
              <a:gd name="connsiteX4" fmla="*/ 1200418 w 6738450"/>
              <a:gd name="connsiteY4" fmla="*/ 1409374 h 1409374"/>
              <a:gd name="connsiteX5" fmla="*/ 0 w 6738450"/>
              <a:gd name="connsiteY5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38450" h="1409374">
                <a:moveTo>
                  <a:pt x="0" y="0"/>
                </a:moveTo>
                <a:lnTo>
                  <a:pt x="6738450" y="0"/>
                </a:lnTo>
                <a:lnTo>
                  <a:pt x="6085725" y="1409374"/>
                </a:lnTo>
                <a:lnTo>
                  <a:pt x="1524000" y="1409374"/>
                </a:lnTo>
                <a:lnTo>
                  <a:pt x="1200418" y="1409374"/>
                </a:lnTo>
                <a:lnTo>
                  <a:pt x="0" y="140937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 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5448626"/>
            <a:ext cx="5925190" cy="1409374"/>
          </a:xfrm>
          <a:custGeom>
            <a:avLst/>
            <a:gdLst>
              <a:gd name="connsiteX0" fmla="*/ 652725 w 5925190"/>
              <a:gd name="connsiteY0" fmla="*/ 0 h 1409374"/>
              <a:gd name="connsiteX1" fmla="*/ 5925190 w 5925190"/>
              <a:gd name="connsiteY1" fmla="*/ 0 h 1409374"/>
              <a:gd name="connsiteX2" fmla="*/ 5925190 w 5925190"/>
              <a:gd name="connsiteY2" fmla="*/ 1409374 h 1409374"/>
              <a:gd name="connsiteX3" fmla="*/ 0 w 5925190"/>
              <a:gd name="connsiteY3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1409374">
                <a:moveTo>
                  <a:pt x="652725" y="0"/>
                </a:moveTo>
                <a:lnTo>
                  <a:pt x="5925190" y="0"/>
                </a:lnTo>
                <a:lnTo>
                  <a:pt x="5925190" y="1409374"/>
                </a:lnTo>
                <a:lnTo>
                  <a:pt x="0" y="140937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20618" cy="2896258"/>
          </a:xfrm>
          <a:custGeom>
            <a:avLst/>
            <a:gdLst>
              <a:gd name="connsiteX0" fmla="*/ 0 w 5920618"/>
              <a:gd name="connsiteY0" fmla="*/ 0 h 2896258"/>
              <a:gd name="connsiteX1" fmla="*/ 3191370 w 5920618"/>
              <a:gd name="connsiteY1" fmla="*/ 0 h 2896258"/>
              <a:gd name="connsiteX2" fmla="*/ 3346315 w 5920618"/>
              <a:gd name="connsiteY2" fmla="*/ 0 h 2896258"/>
              <a:gd name="connsiteX3" fmla="*/ 5920618 w 5920618"/>
              <a:gd name="connsiteY3" fmla="*/ 0 h 2896258"/>
              <a:gd name="connsiteX4" fmla="*/ 4583705 w 5920618"/>
              <a:gd name="connsiteY4" fmla="*/ 2896258 h 2896258"/>
              <a:gd name="connsiteX5" fmla="*/ 3346315 w 5920618"/>
              <a:gd name="connsiteY5" fmla="*/ 2896258 h 2896258"/>
              <a:gd name="connsiteX6" fmla="*/ 1854457 w 5920618"/>
              <a:gd name="connsiteY6" fmla="*/ 2896258 h 2896258"/>
              <a:gd name="connsiteX7" fmla="*/ 0 w 5920618"/>
              <a:gd name="connsiteY7" fmla="*/ 2896258 h 289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0618" h="2896258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8" y="0"/>
                </a:lnTo>
                <a:lnTo>
                  <a:pt x="4583705" y="2896258"/>
                </a:lnTo>
                <a:lnTo>
                  <a:pt x="3346315" y="2896258"/>
                </a:lnTo>
                <a:lnTo>
                  <a:pt x="1854457" y="2896258"/>
                </a:lnTo>
                <a:lnTo>
                  <a:pt x="0" y="2896258"/>
                </a:lnTo>
                <a:close/>
              </a:path>
            </a:pathLst>
          </a:custGeom>
          <a:solidFill>
            <a:srgbClr val="B47E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903F09-DFB4-4B75-9A73-816BC8C61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657" y="852507"/>
            <a:ext cx="4661263" cy="37639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2672EA-A2EE-4C9B-9FB9-5DF882B5C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435" y="3217991"/>
            <a:ext cx="5667375" cy="19089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 kern="1200" spc="300" dirty="0">
                <a:solidFill>
                  <a:schemeClr val="tx1"/>
                </a:solidFill>
                <a:latin typeface="Comic Sans MS" panose="030F0702030302020204" pitchFamily="66" charset="0"/>
              </a:rPr>
              <a:t>How are you?</a:t>
            </a:r>
          </a:p>
        </p:txBody>
      </p:sp>
    </p:spTree>
    <p:extLst>
      <p:ext uri="{BB962C8B-B14F-4D97-AF65-F5344CB8AC3E}">
        <p14:creationId xmlns:p14="http://schemas.microsoft.com/office/powerpoint/2010/main" val="2572170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3" name="Freeform 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48626"/>
            <a:ext cx="6738450" cy="1409374"/>
          </a:xfrm>
          <a:custGeom>
            <a:avLst/>
            <a:gdLst>
              <a:gd name="connsiteX0" fmla="*/ 0 w 6738450"/>
              <a:gd name="connsiteY0" fmla="*/ 0 h 1409374"/>
              <a:gd name="connsiteX1" fmla="*/ 6738450 w 6738450"/>
              <a:gd name="connsiteY1" fmla="*/ 0 h 1409374"/>
              <a:gd name="connsiteX2" fmla="*/ 6085725 w 6738450"/>
              <a:gd name="connsiteY2" fmla="*/ 1409374 h 1409374"/>
              <a:gd name="connsiteX3" fmla="*/ 1524000 w 6738450"/>
              <a:gd name="connsiteY3" fmla="*/ 1409374 h 1409374"/>
              <a:gd name="connsiteX4" fmla="*/ 1200418 w 6738450"/>
              <a:gd name="connsiteY4" fmla="*/ 1409374 h 1409374"/>
              <a:gd name="connsiteX5" fmla="*/ 0 w 6738450"/>
              <a:gd name="connsiteY5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38450" h="1409374">
                <a:moveTo>
                  <a:pt x="0" y="0"/>
                </a:moveTo>
                <a:lnTo>
                  <a:pt x="6738450" y="0"/>
                </a:lnTo>
                <a:lnTo>
                  <a:pt x="6085725" y="1409374"/>
                </a:lnTo>
                <a:lnTo>
                  <a:pt x="1524000" y="1409374"/>
                </a:lnTo>
                <a:lnTo>
                  <a:pt x="1200418" y="1409374"/>
                </a:lnTo>
                <a:lnTo>
                  <a:pt x="0" y="140937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5448626"/>
            <a:ext cx="5925190" cy="1409374"/>
          </a:xfrm>
          <a:custGeom>
            <a:avLst/>
            <a:gdLst>
              <a:gd name="connsiteX0" fmla="*/ 652725 w 5925190"/>
              <a:gd name="connsiteY0" fmla="*/ 0 h 1409374"/>
              <a:gd name="connsiteX1" fmla="*/ 5925190 w 5925190"/>
              <a:gd name="connsiteY1" fmla="*/ 0 h 1409374"/>
              <a:gd name="connsiteX2" fmla="*/ 5925190 w 5925190"/>
              <a:gd name="connsiteY2" fmla="*/ 1409374 h 1409374"/>
              <a:gd name="connsiteX3" fmla="*/ 0 w 5925190"/>
              <a:gd name="connsiteY3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1409374">
                <a:moveTo>
                  <a:pt x="652725" y="0"/>
                </a:moveTo>
                <a:lnTo>
                  <a:pt x="5925190" y="0"/>
                </a:lnTo>
                <a:lnTo>
                  <a:pt x="5925190" y="1409374"/>
                </a:lnTo>
                <a:lnTo>
                  <a:pt x="0" y="140937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20618" cy="2896258"/>
          </a:xfrm>
          <a:custGeom>
            <a:avLst/>
            <a:gdLst>
              <a:gd name="connsiteX0" fmla="*/ 0 w 5920618"/>
              <a:gd name="connsiteY0" fmla="*/ 0 h 2896258"/>
              <a:gd name="connsiteX1" fmla="*/ 3191370 w 5920618"/>
              <a:gd name="connsiteY1" fmla="*/ 0 h 2896258"/>
              <a:gd name="connsiteX2" fmla="*/ 3346315 w 5920618"/>
              <a:gd name="connsiteY2" fmla="*/ 0 h 2896258"/>
              <a:gd name="connsiteX3" fmla="*/ 5920618 w 5920618"/>
              <a:gd name="connsiteY3" fmla="*/ 0 h 2896258"/>
              <a:gd name="connsiteX4" fmla="*/ 4583705 w 5920618"/>
              <a:gd name="connsiteY4" fmla="*/ 2896258 h 2896258"/>
              <a:gd name="connsiteX5" fmla="*/ 3346315 w 5920618"/>
              <a:gd name="connsiteY5" fmla="*/ 2896258 h 2896258"/>
              <a:gd name="connsiteX6" fmla="*/ 1854457 w 5920618"/>
              <a:gd name="connsiteY6" fmla="*/ 2896258 h 2896258"/>
              <a:gd name="connsiteX7" fmla="*/ 0 w 5920618"/>
              <a:gd name="connsiteY7" fmla="*/ 2896258 h 289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0618" h="2896258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8" y="0"/>
                </a:lnTo>
                <a:lnTo>
                  <a:pt x="4583705" y="2896258"/>
                </a:lnTo>
                <a:lnTo>
                  <a:pt x="3346315" y="2896258"/>
                </a:lnTo>
                <a:lnTo>
                  <a:pt x="1854457" y="2896258"/>
                </a:lnTo>
                <a:lnTo>
                  <a:pt x="0" y="2896258"/>
                </a:lnTo>
                <a:close/>
              </a:path>
            </a:pathLst>
          </a:custGeom>
          <a:solidFill>
            <a:srgbClr val="3136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165CDD80-C8F0-46FC-989D-497F20168F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830" y="640080"/>
            <a:ext cx="4412916" cy="418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7E6CD2-61E8-4F47-896E-6C65CB372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35" y="3217991"/>
            <a:ext cx="5667375" cy="190890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spc="300">
                <a:latin typeface="Comic Sans MS"/>
              </a:rPr>
              <a:t>I am	happy</a:t>
            </a:r>
            <a:r>
              <a:rPr lang="en-US" spc="300">
                <a:latin typeface="Comic Sans MS"/>
              </a:rPr>
              <a:t>.</a:t>
            </a:r>
            <a:br>
              <a:rPr lang="en-US" spc="300" dirty="0">
                <a:latin typeface="Comic Sans MS"/>
              </a:rPr>
            </a:br>
            <a:r>
              <a:rPr lang="en-US" spc="300" dirty="0">
                <a:latin typeface="Comic Sans MS"/>
              </a:rPr>
              <a:t>        </a:t>
            </a:r>
            <a:endParaRPr lang="en-US" kern="1200" spc="30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9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3" name="Freeform 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48626"/>
            <a:ext cx="6738450" cy="1409374"/>
          </a:xfrm>
          <a:custGeom>
            <a:avLst/>
            <a:gdLst>
              <a:gd name="connsiteX0" fmla="*/ 0 w 6738450"/>
              <a:gd name="connsiteY0" fmla="*/ 0 h 1409374"/>
              <a:gd name="connsiteX1" fmla="*/ 6738450 w 6738450"/>
              <a:gd name="connsiteY1" fmla="*/ 0 h 1409374"/>
              <a:gd name="connsiteX2" fmla="*/ 6085725 w 6738450"/>
              <a:gd name="connsiteY2" fmla="*/ 1409374 h 1409374"/>
              <a:gd name="connsiteX3" fmla="*/ 1524000 w 6738450"/>
              <a:gd name="connsiteY3" fmla="*/ 1409374 h 1409374"/>
              <a:gd name="connsiteX4" fmla="*/ 1200418 w 6738450"/>
              <a:gd name="connsiteY4" fmla="*/ 1409374 h 1409374"/>
              <a:gd name="connsiteX5" fmla="*/ 0 w 6738450"/>
              <a:gd name="connsiteY5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38450" h="1409374">
                <a:moveTo>
                  <a:pt x="0" y="0"/>
                </a:moveTo>
                <a:lnTo>
                  <a:pt x="6738450" y="0"/>
                </a:lnTo>
                <a:lnTo>
                  <a:pt x="6085725" y="1409374"/>
                </a:lnTo>
                <a:lnTo>
                  <a:pt x="1524000" y="1409374"/>
                </a:lnTo>
                <a:lnTo>
                  <a:pt x="1200418" y="1409374"/>
                </a:lnTo>
                <a:lnTo>
                  <a:pt x="0" y="140937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5448626"/>
            <a:ext cx="5925190" cy="1409374"/>
          </a:xfrm>
          <a:custGeom>
            <a:avLst/>
            <a:gdLst>
              <a:gd name="connsiteX0" fmla="*/ 652725 w 5925190"/>
              <a:gd name="connsiteY0" fmla="*/ 0 h 1409374"/>
              <a:gd name="connsiteX1" fmla="*/ 5925190 w 5925190"/>
              <a:gd name="connsiteY1" fmla="*/ 0 h 1409374"/>
              <a:gd name="connsiteX2" fmla="*/ 5925190 w 5925190"/>
              <a:gd name="connsiteY2" fmla="*/ 1409374 h 1409374"/>
              <a:gd name="connsiteX3" fmla="*/ 0 w 5925190"/>
              <a:gd name="connsiteY3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1409374">
                <a:moveTo>
                  <a:pt x="652725" y="0"/>
                </a:moveTo>
                <a:lnTo>
                  <a:pt x="5925190" y="0"/>
                </a:lnTo>
                <a:lnTo>
                  <a:pt x="5925190" y="1409374"/>
                </a:lnTo>
                <a:lnTo>
                  <a:pt x="0" y="140937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20618" cy="2896258"/>
          </a:xfrm>
          <a:custGeom>
            <a:avLst/>
            <a:gdLst>
              <a:gd name="connsiteX0" fmla="*/ 0 w 5920618"/>
              <a:gd name="connsiteY0" fmla="*/ 0 h 2896258"/>
              <a:gd name="connsiteX1" fmla="*/ 3191370 w 5920618"/>
              <a:gd name="connsiteY1" fmla="*/ 0 h 2896258"/>
              <a:gd name="connsiteX2" fmla="*/ 3346315 w 5920618"/>
              <a:gd name="connsiteY2" fmla="*/ 0 h 2896258"/>
              <a:gd name="connsiteX3" fmla="*/ 5920618 w 5920618"/>
              <a:gd name="connsiteY3" fmla="*/ 0 h 2896258"/>
              <a:gd name="connsiteX4" fmla="*/ 4583705 w 5920618"/>
              <a:gd name="connsiteY4" fmla="*/ 2896258 h 2896258"/>
              <a:gd name="connsiteX5" fmla="*/ 3346315 w 5920618"/>
              <a:gd name="connsiteY5" fmla="*/ 2896258 h 2896258"/>
              <a:gd name="connsiteX6" fmla="*/ 1854457 w 5920618"/>
              <a:gd name="connsiteY6" fmla="*/ 2896258 h 2896258"/>
              <a:gd name="connsiteX7" fmla="*/ 0 w 5920618"/>
              <a:gd name="connsiteY7" fmla="*/ 2896258 h 289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0618" h="2896258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8" y="0"/>
                </a:lnTo>
                <a:lnTo>
                  <a:pt x="4583705" y="2896258"/>
                </a:lnTo>
                <a:lnTo>
                  <a:pt x="3346315" y="2896258"/>
                </a:lnTo>
                <a:lnTo>
                  <a:pt x="1854457" y="2896258"/>
                </a:lnTo>
                <a:lnTo>
                  <a:pt x="0" y="2896258"/>
                </a:lnTo>
                <a:close/>
              </a:path>
            </a:pathLst>
          </a:custGeom>
          <a:solidFill>
            <a:srgbClr val="3136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E6CD2-61E8-4F47-896E-6C65CB372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35" y="3217991"/>
            <a:ext cx="5667375" cy="190890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spc="300" dirty="0">
                <a:solidFill>
                  <a:schemeClr val="tx1"/>
                </a:solidFill>
                <a:latin typeface="Comic Sans MS" panose="030F0702030302020204" pitchFamily="66" charset="0"/>
              </a:rPr>
              <a:t>I am	sad.</a:t>
            </a:r>
          </a:p>
        </p:txBody>
      </p:sp>
      <p:pic>
        <p:nvPicPr>
          <p:cNvPr id="5122" name="Picture 2" descr="Image result for sad emoji">
            <a:extLst>
              <a:ext uri="{FF2B5EF4-FFF2-40B4-BE49-F238E27FC236}">
                <a16:creationId xmlns:a16="http://schemas.microsoft.com/office/drawing/2014/main" id="{33B9BA6D-4C43-473C-AE2C-B30AAC6F0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112" y="416942"/>
            <a:ext cx="5239657" cy="5239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0188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3" name="Freeform 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48626"/>
            <a:ext cx="6738450" cy="1409374"/>
          </a:xfrm>
          <a:custGeom>
            <a:avLst/>
            <a:gdLst>
              <a:gd name="connsiteX0" fmla="*/ 0 w 6738450"/>
              <a:gd name="connsiteY0" fmla="*/ 0 h 1409374"/>
              <a:gd name="connsiteX1" fmla="*/ 6738450 w 6738450"/>
              <a:gd name="connsiteY1" fmla="*/ 0 h 1409374"/>
              <a:gd name="connsiteX2" fmla="*/ 6085725 w 6738450"/>
              <a:gd name="connsiteY2" fmla="*/ 1409374 h 1409374"/>
              <a:gd name="connsiteX3" fmla="*/ 1524000 w 6738450"/>
              <a:gd name="connsiteY3" fmla="*/ 1409374 h 1409374"/>
              <a:gd name="connsiteX4" fmla="*/ 1200418 w 6738450"/>
              <a:gd name="connsiteY4" fmla="*/ 1409374 h 1409374"/>
              <a:gd name="connsiteX5" fmla="*/ 0 w 6738450"/>
              <a:gd name="connsiteY5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38450" h="1409374">
                <a:moveTo>
                  <a:pt x="0" y="0"/>
                </a:moveTo>
                <a:lnTo>
                  <a:pt x="6738450" y="0"/>
                </a:lnTo>
                <a:lnTo>
                  <a:pt x="6085725" y="1409374"/>
                </a:lnTo>
                <a:lnTo>
                  <a:pt x="1524000" y="1409374"/>
                </a:lnTo>
                <a:lnTo>
                  <a:pt x="1200418" y="1409374"/>
                </a:lnTo>
                <a:lnTo>
                  <a:pt x="0" y="140937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5448626"/>
            <a:ext cx="5925190" cy="1409374"/>
          </a:xfrm>
          <a:custGeom>
            <a:avLst/>
            <a:gdLst>
              <a:gd name="connsiteX0" fmla="*/ 652725 w 5925190"/>
              <a:gd name="connsiteY0" fmla="*/ 0 h 1409374"/>
              <a:gd name="connsiteX1" fmla="*/ 5925190 w 5925190"/>
              <a:gd name="connsiteY1" fmla="*/ 0 h 1409374"/>
              <a:gd name="connsiteX2" fmla="*/ 5925190 w 5925190"/>
              <a:gd name="connsiteY2" fmla="*/ 1409374 h 1409374"/>
              <a:gd name="connsiteX3" fmla="*/ 0 w 5925190"/>
              <a:gd name="connsiteY3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1409374">
                <a:moveTo>
                  <a:pt x="652725" y="0"/>
                </a:moveTo>
                <a:lnTo>
                  <a:pt x="5925190" y="0"/>
                </a:lnTo>
                <a:lnTo>
                  <a:pt x="5925190" y="1409374"/>
                </a:lnTo>
                <a:lnTo>
                  <a:pt x="0" y="140937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20618" cy="2896258"/>
          </a:xfrm>
          <a:custGeom>
            <a:avLst/>
            <a:gdLst>
              <a:gd name="connsiteX0" fmla="*/ 0 w 5920618"/>
              <a:gd name="connsiteY0" fmla="*/ 0 h 2896258"/>
              <a:gd name="connsiteX1" fmla="*/ 3191370 w 5920618"/>
              <a:gd name="connsiteY1" fmla="*/ 0 h 2896258"/>
              <a:gd name="connsiteX2" fmla="*/ 3346315 w 5920618"/>
              <a:gd name="connsiteY2" fmla="*/ 0 h 2896258"/>
              <a:gd name="connsiteX3" fmla="*/ 5920618 w 5920618"/>
              <a:gd name="connsiteY3" fmla="*/ 0 h 2896258"/>
              <a:gd name="connsiteX4" fmla="*/ 4583705 w 5920618"/>
              <a:gd name="connsiteY4" fmla="*/ 2896258 h 2896258"/>
              <a:gd name="connsiteX5" fmla="*/ 3346315 w 5920618"/>
              <a:gd name="connsiteY5" fmla="*/ 2896258 h 2896258"/>
              <a:gd name="connsiteX6" fmla="*/ 1854457 w 5920618"/>
              <a:gd name="connsiteY6" fmla="*/ 2896258 h 2896258"/>
              <a:gd name="connsiteX7" fmla="*/ 0 w 5920618"/>
              <a:gd name="connsiteY7" fmla="*/ 2896258 h 289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0618" h="2896258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8" y="0"/>
                </a:lnTo>
                <a:lnTo>
                  <a:pt x="4583705" y="2896258"/>
                </a:lnTo>
                <a:lnTo>
                  <a:pt x="3346315" y="2896258"/>
                </a:lnTo>
                <a:lnTo>
                  <a:pt x="1854457" y="2896258"/>
                </a:lnTo>
                <a:lnTo>
                  <a:pt x="0" y="2896258"/>
                </a:lnTo>
                <a:close/>
              </a:path>
            </a:pathLst>
          </a:custGeom>
          <a:solidFill>
            <a:srgbClr val="3136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E6CD2-61E8-4F47-896E-6C65CB372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35" y="3217991"/>
            <a:ext cx="5667375" cy="190890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spc="300">
                <a:latin typeface="Comic Sans MS" panose="030F0702030302020204" pitchFamily="66" charset="0"/>
              </a:rPr>
              <a:t>I am	</a:t>
            </a:r>
            <a:r>
              <a:rPr lang="en-US" spc="300">
                <a:latin typeface="Comic Sans MS" panose="030F0702030302020204" pitchFamily="66" charset="0"/>
              </a:rPr>
              <a:t>ok</a:t>
            </a:r>
            <a:r>
              <a:rPr lang="en-US" kern="1200" spc="300">
                <a:latin typeface="Comic Sans MS" panose="030F0702030302020204" pitchFamily="66" charset="0"/>
              </a:rPr>
              <a:t>.</a:t>
            </a:r>
          </a:p>
        </p:txBody>
      </p:sp>
      <p:pic>
        <p:nvPicPr>
          <p:cNvPr id="4098" name="Picture 2" descr="Image result for not bad emoji">
            <a:extLst>
              <a:ext uri="{FF2B5EF4-FFF2-40B4-BE49-F238E27FC236}">
                <a16:creationId xmlns:a16="http://schemas.microsoft.com/office/drawing/2014/main" id="{F23D9CDC-4145-4740-96C6-8D67CBD41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453" y="246362"/>
            <a:ext cx="5666518" cy="506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32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3" name="Freeform 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48626"/>
            <a:ext cx="6738450" cy="1409374"/>
          </a:xfrm>
          <a:custGeom>
            <a:avLst/>
            <a:gdLst>
              <a:gd name="connsiteX0" fmla="*/ 0 w 6738450"/>
              <a:gd name="connsiteY0" fmla="*/ 0 h 1409374"/>
              <a:gd name="connsiteX1" fmla="*/ 6738450 w 6738450"/>
              <a:gd name="connsiteY1" fmla="*/ 0 h 1409374"/>
              <a:gd name="connsiteX2" fmla="*/ 6085725 w 6738450"/>
              <a:gd name="connsiteY2" fmla="*/ 1409374 h 1409374"/>
              <a:gd name="connsiteX3" fmla="*/ 1524000 w 6738450"/>
              <a:gd name="connsiteY3" fmla="*/ 1409374 h 1409374"/>
              <a:gd name="connsiteX4" fmla="*/ 1200418 w 6738450"/>
              <a:gd name="connsiteY4" fmla="*/ 1409374 h 1409374"/>
              <a:gd name="connsiteX5" fmla="*/ 0 w 6738450"/>
              <a:gd name="connsiteY5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38450" h="1409374">
                <a:moveTo>
                  <a:pt x="0" y="0"/>
                </a:moveTo>
                <a:lnTo>
                  <a:pt x="6738450" y="0"/>
                </a:lnTo>
                <a:lnTo>
                  <a:pt x="6085725" y="1409374"/>
                </a:lnTo>
                <a:lnTo>
                  <a:pt x="1524000" y="1409374"/>
                </a:lnTo>
                <a:lnTo>
                  <a:pt x="1200418" y="1409374"/>
                </a:lnTo>
                <a:lnTo>
                  <a:pt x="0" y="140937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5448626"/>
            <a:ext cx="5925190" cy="1409374"/>
          </a:xfrm>
          <a:custGeom>
            <a:avLst/>
            <a:gdLst>
              <a:gd name="connsiteX0" fmla="*/ 652725 w 5925190"/>
              <a:gd name="connsiteY0" fmla="*/ 0 h 1409374"/>
              <a:gd name="connsiteX1" fmla="*/ 5925190 w 5925190"/>
              <a:gd name="connsiteY1" fmla="*/ 0 h 1409374"/>
              <a:gd name="connsiteX2" fmla="*/ 5925190 w 5925190"/>
              <a:gd name="connsiteY2" fmla="*/ 1409374 h 1409374"/>
              <a:gd name="connsiteX3" fmla="*/ 0 w 5925190"/>
              <a:gd name="connsiteY3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1409374">
                <a:moveTo>
                  <a:pt x="652725" y="0"/>
                </a:moveTo>
                <a:lnTo>
                  <a:pt x="5925190" y="0"/>
                </a:lnTo>
                <a:lnTo>
                  <a:pt x="5925190" y="1409374"/>
                </a:lnTo>
                <a:lnTo>
                  <a:pt x="0" y="140937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20618" cy="2896258"/>
          </a:xfrm>
          <a:custGeom>
            <a:avLst/>
            <a:gdLst>
              <a:gd name="connsiteX0" fmla="*/ 0 w 5920618"/>
              <a:gd name="connsiteY0" fmla="*/ 0 h 2896258"/>
              <a:gd name="connsiteX1" fmla="*/ 3191370 w 5920618"/>
              <a:gd name="connsiteY1" fmla="*/ 0 h 2896258"/>
              <a:gd name="connsiteX2" fmla="*/ 3346315 w 5920618"/>
              <a:gd name="connsiteY2" fmla="*/ 0 h 2896258"/>
              <a:gd name="connsiteX3" fmla="*/ 5920618 w 5920618"/>
              <a:gd name="connsiteY3" fmla="*/ 0 h 2896258"/>
              <a:gd name="connsiteX4" fmla="*/ 4583705 w 5920618"/>
              <a:gd name="connsiteY4" fmla="*/ 2896258 h 2896258"/>
              <a:gd name="connsiteX5" fmla="*/ 3346315 w 5920618"/>
              <a:gd name="connsiteY5" fmla="*/ 2896258 h 2896258"/>
              <a:gd name="connsiteX6" fmla="*/ 1854457 w 5920618"/>
              <a:gd name="connsiteY6" fmla="*/ 2896258 h 2896258"/>
              <a:gd name="connsiteX7" fmla="*/ 0 w 5920618"/>
              <a:gd name="connsiteY7" fmla="*/ 2896258 h 289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0618" h="2896258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8" y="0"/>
                </a:lnTo>
                <a:lnTo>
                  <a:pt x="4583705" y="2896258"/>
                </a:lnTo>
                <a:lnTo>
                  <a:pt x="3346315" y="2896258"/>
                </a:lnTo>
                <a:lnTo>
                  <a:pt x="1854457" y="2896258"/>
                </a:lnTo>
                <a:lnTo>
                  <a:pt x="0" y="2896258"/>
                </a:lnTo>
                <a:close/>
              </a:path>
            </a:pathLst>
          </a:custGeom>
          <a:solidFill>
            <a:srgbClr val="3136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E6CD2-61E8-4F47-896E-6C65CB372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35" y="3217991"/>
            <a:ext cx="5667375" cy="190890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spc="300" dirty="0">
                <a:solidFill>
                  <a:schemeClr val="tx1"/>
                </a:solidFill>
                <a:latin typeface="Comic Sans MS" panose="030F0702030302020204" pitchFamily="66" charset="0"/>
              </a:rPr>
              <a:t>I am	tired.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A198C9-2377-4F60-8971-590E56C47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861" y="-8723"/>
            <a:ext cx="5947447" cy="5349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71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3" name="Freeform 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48626"/>
            <a:ext cx="6738450" cy="1409374"/>
          </a:xfrm>
          <a:custGeom>
            <a:avLst/>
            <a:gdLst>
              <a:gd name="connsiteX0" fmla="*/ 0 w 6738450"/>
              <a:gd name="connsiteY0" fmla="*/ 0 h 1409374"/>
              <a:gd name="connsiteX1" fmla="*/ 6738450 w 6738450"/>
              <a:gd name="connsiteY1" fmla="*/ 0 h 1409374"/>
              <a:gd name="connsiteX2" fmla="*/ 6085725 w 6738450"/>
              <a:gd name="connsiteY2" fmla="*/ 1409374 h 1409374"/>
              <a:gd name="connsiteX3" fmla="*/ 1524000 w 6738450"/>
              <a:gd name="connsiteY3" fmla="*/ 1409374 h 1409374"/>
              <a:gd name="connsiteX4" fmla="*/ 1200418 w 6738450"/>
              <a:gd name="connsiteY4" fmla="*/ 1409374 h 1409374"/>
              <a:gd name="connsiteX5" fmla="*/ 0 w 6738450"/>
              <a:gd name="connsiteY5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38450" h="1409374">
                <a:moveTo>
                  <a:pt x="0" y="0"/>
                </a:moveTo>
                <a:lnTo>
                  <a:pt x="6738450" y="0"/>
                </a:lnTo>
                <a:lnTo>
                  <a:pt x="6085725" y="1409374"/>
                </a:lnTo>
                <a:lnTo>
                  <a:pt x="1524000" y="1409374"/>
                </a:lnTo>
                <a:lnTo>
                  <a:pt x="1200418" y="1409374"/>
                </a:lnTo>
                <a:lnTo>
                  <a:pt x="0" y="140937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5448626"/>
            <a:ext cx="5925190" cy="1409374"/>
          </a:xfrm>
          <a:custGeom>
            <a:avLst/>
            <a:gdLst>
              <a:gd name="connsiteX0" fmla="*/ 652725 w 5925190"/>
              <a:gd name="connsiteY0" fmla="*/ 0 h 1409374"/>
              <a:gd name="connsiteX1" fmla="*/ 5925190 w 5925190"/>
              <a:gd name="connsiteY1" fmla="*/ 0 h 1409374"/>
              <a:gd name="connsiteX2" fmla="*/ 5925190 w 5925190"/>
              <a:gd name="connsiteY2" fmla="*/ 1409374 h 1409374"/>
              <a:gd name="connsiteX3" fmla="*/ 0 w 5925190"/>
              <a:gd name="connsiteY3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1409374">
                <a:moveTo>
                  <a:pt x="652725" y="0"/>
                </a:moveTo>
                <a:lnTo>
                  <a:pt x="5925190" y="0"/>
                </a:lnTo>
                <a:lnTo>
                  <a:pt x="5925190" y="1409374"/>
                </a:lnTo>
                <a:lnTo>
                  <a:pt x="0" y="140937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20618" cy="2896258"/>
          </a:xfrm>
          <a:custGeom>
            <a:avLst/>
            <a:gdLst>
              <a:gd name="connsiteX0" fmla="*/ 0 w 5920618"/>
              <a:gd name="connsiteY0" fmla="*/ 0 h 2896258"/>
              <a:gd name="connsiteX1" fmla="*/ 3191370 w 5920618"/>
              <a:gd name="connsiteY1" fmla="*/ 0 h 2896258"/>
              <a:gd name="connsiteX2" fmla="*/ 3346315 w 5920618"/>
              <a:gd name="connsiteY2" fmla="*/ 0 h 2896258"/>
              <a:gd name="connsiteX3" fmla="*/ 5920618 w 5920618"/>
              <a:gd name="connsiteY3" fmla="*/ 0 h 2896258"/>
              <a:gd name="connsiteX4" fmla="*/ 4583705 w 5920618"/>
              <a:gd name="connsiteY4" fmla="*/ 2896258 h 2896258"/>
              <a:gd name="connsiteX5" fmla="*/ 3346315 w 5920618"/>
              <a:gd name="connsiteY5" fmla="*/ 2896258 h 2896258"/>
              <a:gd name="connsiteX6" fmla="*/ 1854457 w 5920618"/>
              <a:gd name="connsiteY6" fmla="*/ 2896258 h 2896258"/>
              <a:gd name="connsiteX7" fmla="*/ 0 w 5920618"/>
              <a:gd name="connsiteY7" fmla="*/ 2896258 h 289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0618" h="2896258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8" y="0"/>
                </a:lnTo>
                <a:lnTo>
                  <a:pt x="4583705" y="2896258"/>
                </a:lnTo>
                <a:lnTo>
                  <a:pt x="3346315" y="2896258"/>
                </a:lnTo>
                <a:lnTo>
                  <a:pt x="1854457" y="2896258"/>
                </a:lnTo>
                <a:lnTo>
                  <a:pt x="0" y="2896258"/>
                </a:lnTo>
                <a:close/>
              </a:path>
            </a:pathLst>
          </a:custGeom>
          <a:solidFill>
            <a:srgbClr val="3136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E6CD2-61E8-4F47-896E-6C65CB372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35" y="3217991"/>
            <a:ext cx="5667375" cy="190890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spc="300" dirty="0">
                <a:solidFill>
                  <a:schemeClr val="tx1"/>
                </a:solidFill>
                <a:latin typeface="Comic Sans MS" panose="030F0702030302020204" pitchFamily="66" charset="0"/>
              </a:rPr>
              <a:t>I am	angry.</a:t>
            </a:r>
          </a:p>
        </p:txBody>
      </p:sp>
      <p:pic>
        <p:nvPicPr>
          <p:cNvPr id="8194" name="Picture 2" descr="Image result for sad emoji">
            <a:extLst>
              <a:ext uri="{FF2B5EF4-FFF2-40B4-BE49-F238E27FC236}">
                <a16:creationId xmlns:a16="http://schemas.microsoft.com/office/drawing/2014/main" id="{50277731-8FD2-43E5-9B8F-04463463F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256" y="154595"/>
            <a:ext cx="4972298" cy="497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783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3" name="Freeform 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48626"/>
            <a:ext cx="6738450" cy="1409374"/>
          </a:xfrm>
          <a:custGeom>
            <a:avLst/>
            <a:gdLst>
              <a:gd name="connsiteX0" fmla="*/ 0 w 6738450"/>
              <a:gd name="connsiteY0" fmla="*/ 0 h 1409374"/>
              <a:gd name="connsiteX1" fmla="*/ 6738450 w 6738450"/>
              <a:gd name="connsiteY1" fmla="*/ 0 h 1409374"/>
              <a:gd name="connsiteX2" fmla="*/ 6085725 w 6738450"/>
              <a:gd name="connsiteY2" fmla="*/ 1409374 h 1409374"/>
              <a:gd name="connsiteX3" fmla="*/ 1524000 w 6738450"/>
              <a:gd name="connsiteY3" fmla="*/ 1409374 h 1409374"/>
              <a:gd name="connsiteX4" fmla="*/ 1200418 w 6738450"/>
              <a:gd name="connsiteY4" fmla="*/ 1409374 h 1409374"/>
              <a:gd name="connsiteX5" fmla="*/ 0 w 6738450"/>
              <a:gd name="connsiteY5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38450" h="1409374">
                <a:moveTo>
                  <a:pt x="0" y="0"/>
                </a:moveTo>
                <a:lnTo>
                  <a:pt x="6738450" y="0"/>
                </a:lnTo>
                <a:lnTo>
                  <a:pt x="6085725" y="1409374"/>
                </a:lnTo>
                <a:lnTo>
                  <a:pt x="1524000" y="1409374"/>
                </a:lnTo>
                <a:lnTo>
                  <a:pt x="1200418" y="1409374"/>
                </a:lnTo>
                <a:lnTo>
                  <a:pt x="0" y="140937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5448626"/>
            <a:ext cx="5925190" cy="1409374"/>
          </a:xfrm>
          <a:custGeom>
            <a:avLst/>
            <a:gdLst>
              <a:gd name="connsiteX0" fmla="*/ 652725 w 5925190"/>
              <a:gd name="connsiteY0" fmla="*/ 0 h 1409374"/>
              <a:gd name="connsiteX1" fmla="*/ 5925190 w 5925190"/>
              <a:gd name="connsiteY1" fmla="*/ 0 h 1409374"/>
              <a:gd name="connsiteX2" fmla="*/ 5925190 w 5925190"/>
              <a:gd name="connsiteY2" fmla="*/ 1409374 h 1409374"/>
              <a:gd name="connsiteX3" fmla="*/ 0 w 5925190"/>
              <a:gd name="connsiteY3" fmla="*/ 1409374 h 1409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1409374">
                <a:moveTo>
                  <a:pt x="652725" y="0"/>
                </a:moveTo>
                <a:lnTo>
                  <a:pt x="5925190" y="0"/>
                </a:lnTo>
                <a:lnTo>
                  <a:pt x="5925190" y="1409374"/>
                </a:lnTo>
                <a:lnTo>
                  <a:pt x="0" y="140937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20618" cy="2896258"/>
          </a:xfrm>
          <a:custGeom>
            <a:avLst/>
            <a:gdLst>
              <a:gd name="connsiteX0" fmla="*/ 0 w 5920618"/>
              <a:gd name="connsiteY0" fmla="*/ 0 h 2896258"/>
              <a:gd name="connsiteX1" fmla="*/ 3191370 w 5920618"/>
              <a:gd name="connsiteY1" fmla="*/ 0 h 2896258"/>
              <a:gd name="connsiteX2" fmla="*/ 3346315 w 5920618"/>
              <a:gd name="connsiteY2" fmla="*/ 0 h 2896258"/>
              <a:gd name="connsiteX3" fmla="*/ 5920618 w 5920618"/>
              <a:gd name="connsiteY3" fmla="*/ 0 h 2896258"/>
              <a:gd name="connsiteX4" fmla="*/ 4583705 w 5920618"/>
              <a:gd name="connsiteY4" fmla="*/ 2896258 h 2896258"/>
              <a:gd name="connsiteX5" fmla="*/ 3346315 w 5920618"/>
              <a:gd name="connsiteY5" fmla="*/ 2896258 h 2896258"/>
              <a:gd name="connsiteX6" fmla="*/ 1854457 w 5920618"/>
              <a:gd name="connsiteY6" fmla="*/ 2896258 h 2896258"/>
              <a:gd name="connsiteX7" fmla="*/ 0 w 5920618"/>
              <a:gd name="connsiteY7" fmla="*/ 2896258 h 2896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0618" h="2896258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8" y="0"/>
                </a:lnTo>
                <a:lnTo>
                  <a:pt x="4583705" y="2896258"/>
                </a:lnTo>
                <a:lnTo>
                  <a:pt x="3346315" y="2896258"/>
                </a:lnTo>
                <a:lnTo>
                  <a:pt x="1854457" y="2896258"/>
                </a:lnTo>
                <a:lnTo>
                  <a:pt x="0" y="2896258"/>
                </a:lnTo>
                <a:close/>
              </a:path>
            </a:pathLst>
          </a:custGeom>
          <a:solidFill>
            <a:srgbClr val="3136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7E6CD2-61E8-4F47-896E-6C65CB372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35" y="3217991"/>
            <a:ext cx="5667375" cy="190890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spc="300">
                <a:latin typeface="Comic Sans MS" panose="030F0702030302020204" pitchFamily="66" charset="0"/>
              </a:rPr>
              <a:t>I am	sick</a:t>
            </a:r>
          </a:p>
        </p:txBody>
      </p:sp>
      <p:pic>
        <p:nvPicPr>
          <p:cNvPr id="3074" name="Picture 3">
            <a:extLst>
              <a:ext uri="{FF2B5EF4-FFF2-40B4-BE49-F238E27FC236}">
                <a16:creationId xmlns:a16="http://schemas.microsoft.com/office/drawing/2014/main" id="{D8441236-4A98-423D-9120-B73A4CF2B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053" y="-1"/>
            <a:ext cx="5018803" cy="5375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0875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F9DDD6-58F7-4AE7-A044-C8E1A08F2D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8D0AB3-D191-4702-B4B1-BD80BB64D9EA}">
  <ds:schemaRefs>
    <ds:schemaRef ds:uri="http://schemas.microsoft.com/office/2006/metadata/properties"/>
    <ds:schemaRef ds:uri="http://schemas.microsoft.com/office/infopath/2007/PartnerControls"/>
    <ds:schemaRef ds:uri="0b5197e8-b3d5-44fa-9c9e-08a78b475116"/>
  </ds:schemaRefs>
</ds:datastoreItem>
</file>

<file path=customXml/itemProps3.xml><?xml version="1.0" encoding="utf-8"?>
<ds:datastoreItem xmlns:ds="http://schemas.openxmlformats.org/officeDocument/2006/customXml" ds:itemID="{FF17AAA8-53BD-4672-A039-C39B138CF8E8}"/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18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How are you?</vt:lpstr>
      <vt:lpstr>I am happy.         </vt:lpstr>
      <vt:lpstr>I am sad.</vt:lpstr>
      <vt:lpstr>I am ok.</vt:lpstr>
      <vt:lpstr>I am tired.</vt:lpstr>
      <vt:lpstr>I am angry.</vt:lpstr>
      <vt:lpstr>I am sick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are you?</dc:title>
  <dc:creator>Victoria Cheung</dc:creator>
  <cp:lastModifiedBy>Victoria Cheung</cp:lastModifiedBy>
  <cp:revision>13</cp:revision>
  <dcterms:created xsi:type="dcterms:W3CDTF">2017-08-08T19:55:21Z</dcterms:created>
  <dcterms:modified xsi:type="dcterms:W3CDTF">2021-10-03T10:07:22Z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Order">
    <vt:r8>3159500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