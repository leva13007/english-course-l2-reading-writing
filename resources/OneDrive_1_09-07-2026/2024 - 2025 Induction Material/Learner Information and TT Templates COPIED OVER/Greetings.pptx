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442DD7-4888-B454-26A4-AA6BB2B9C2A5}" v="1" dt="2022-07-10T14:14:33.266"/>
    <p1510:client id="{7BF33728-B24E-8E78-1B2A-135107FF9088}" v="1" dt="2021-09-20T08:00:55.397"/>
    <p1510:client id="{A6B58508-68D9-A97B-E560-8EB7BE64073B}" v="6" dt="2021-09-21T12:13:04.928"/>
    <p1510:client id="{E0C91AA4-51ED-2919-C4BF-A304158966B2}" v="1" dt="2021-09-19T15:10:49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um Akmal" userId="S::akmal_a@cavc.ac.uk::e3ef7302-4c31-4127-9358-88e8a719ddb7" providerId="AD" clId="Web-{A6B58508-68D9-A97B-E560-8EB7BE64073B}"/>
    <pc:docChg chg="modSld">
      <pc:chgData name="Anjum Akmal" userId="S::akmal_a@cavc.ac.uk::e3ef7302-4c31-4127-9358-88e8a719ddb7" providerId="AD" clId="Web-{A6B58508-68D9-A97B-E560-8EB7BE64073B}" dt="2021-09-21T12:13:04.928" v="5"/>
      <pc:docMkLst>
        <pc:docMk/>
      </pc:docMkLst>
      <pc:sldChg chg="modSp modMedia">
        <pc:chgData name="Anjum Akmal" userId="S::akmal_a@cavc.ac.uk::e3ef7302-4c31-4127-9358-88e8a719ddb7" providerId="AD" clId="Web-{A6B58508-68D9-A97B-E560-8EB7BE64073B}" dt="2021-09-21T12:12:16.552" v="1"/>
        <pc:sldMkLst>
          <pc:docMk/>
          <pc:sldMk cId="3794239648" sldId="262"/>
        </pc:sldMkLst>
        <pc:picChg chg="mod">
          <ac:chgData name="Anjum Akmal" userId="S::akmal_a@cavc.ac.uk::e3ef7302-4c31-4127-9358-88e8a719ddb7" providerId="AD" clId="Web-{A6B58508-68D9-A97B-E560-8EB7BE64073B}" dt="2021-09-21T12:12:16.552" v="1"/>
          <ac:picMkLst>
            <pc:docMk/>
            <pc:sldMk cId="3794239648" sldId="262"/>
            <ac:picMk id="3" creationId="{E0A4813D-0C0B-44FF-B1BD-E8B7CA72F5FB}"/>
          </ac:picMkLst>
        </pc:picChg>
      </pc:sldChg>
      <pc:sldChg chg="modSp modMedia">
        <pc:chgData name="Anjum Akmal" userId="S::akmal_a@cavc.ac.uk::e3ef7302-4c31-4127-9358-88e8a719ddb7" providerId="AD" clId="Web-{A6B58508-68D9-A97B-E560-8EB7BE64073B}" dt="2021-09-21T12:13:04.928" v="5"/>
        <pc:sldMkLst>
          <pc:docMk/>
          <pc:sldMk cId="3628156502" sldId="263"/>
        </pc:sldMkLst>
        <pc:picChg chg="mod">
          <ac:chgData name="Anjum Akmal" userId="S::akmal_a@cavc.ac.uk::e3ef7302-4c31-4127-9358-88e8a719ddb7" providerId="AD" clId="Web-{A6B58508-68D9-A97B-E560-8EB7BE64073B}" dt="2021-09-21T12:13:04.928" v="5"/>
          <ac:picMkLst>
            <pc:docMk/>
            <pc:sldMk cId="3628156502" sldId="263"/>
            <ac:picMk id="3" creationId="{2F6837EA-AE1C-4F4E-ABB3-B91F76B53F6E}"/>
          </ac:picMkLst>
        </pc:picChg>
      </pc:sldChg>
    </pc:docChg>
  </pc:docChgLst>
  <pc:docChgLst>
    <pc:chgData name="Anna Dennis" userId="S::adennis1@cavc.ac.uk::709de259-f1fe-4916-806f-99931d35bc73" providerId="AD" clId="Web-{7BF33728-B24E-8E78-1B2A-135107FF9088}"/>
    <pc:docChg chg="modSld">
      <pc:chgData name="Anna Dennis" userId="S::adennis1@cavc.ac.uk::709de259-f1fe-4916-806f-99931d35bc73" providerId="AD" clId="Web-{7BF33728-B24E-8E78-1B2A-135107FF9088}" dt="2021-09-20T08:00:55.397" v="0" actId="1076"/>
      <pc:docMkLst>
        <pc:docMk/>
      </pc:docMkLst>
      <pc:sldChg chg="modSp">
        <pc:chgData name="Anna Dennis" userId="S::adennis1@cavc.ac.uk::709de259-f1fe-4916-806f-99931d35bc73" providerId="AD" clId="Web-{7BF33728-B24E-8E78-1B2A-135107FF9088}" dt="2021-09-20T08:00:55.397" v="0" actId="1076"/>
        <pc:sldMkLst>
          <pc:docMk/>
          <pc:sldMk cId="3059631087" sldId="257"/>
        </pc:sldMkLst>
        <pc:picChg chg="mod">
          <ac:chgData name="Anna Dennis" userId="S::adennis1@cavc.ac.uk::709de259-f1fe-4916-806f-99931d35bc73" providerId="AD" clId="Web-{7BF33728-B24E-8E78-1B2A-135107FF9088}" dt="2021-09-20T08:00:55.397" v="0" actId="1076"/>
          <ac:picMkLst>
            <pc:docMk/>
            <pc:sldMk cId="3059631087" sldId="257"/>
            <ac:picMk id="5" creationId="{00000000-0000-0000-0000-000000000000}"/>
          </ac:picMkLst>
        </pc:picChg>
      </pc:sldChg>
    </pc:docChg>
  </pc:docChgLst>
  <pc:docChgLst>
    <pc:chgData name="Lucie Gegg" userId="cbf9fdf3-4404-4b1f-8eea-ed1480630563" providerId="ADAL" clId="{5B088DB7-887A-4441-AB43-BA19A95B6B14}"/>
    <pc:docChg chg="addSld modSld">
      <pc:chgData name="Lucie Gegg" userId="cbf9fdf3-4404-4b1f-8eea-ed1480630563" providerId="ADAL" clId="{5B088DB7-887A-4441-AB43-BA19A95B6B14}" dt="2020-07-06T10:00:58.092" v="20"/>
      <pc:docMkLst>
        <pc:docMk/>
      </pc:docMkLst>
      <pc:sldChg chg="addSp modSp add modAnim">
        <pc:chgData name="Lucie Gegg" userId="cbf9fdf3-4404-4b1f-8eea-ed1480630563" providerId="ADAL" clId="{5B088DB7-887A-4441-AB43-BA19A95B6B14}" dt="2020-07-06T09:59:10.411" v="4" actId="1076"/>
        <pc:sldMkLst>
          <pc:docMk/>
          <pc:sldMk cId="3794239648" sldId="262"/>
        </pc:sldMkLst>
        <pc:picChg chg="add mod">
          <ac:chgData name="Lucie Gegg" userId="cbf9fdf3-4404-4b1f-8eea-ed1480630563" providerId="ADAL" clId="{5B088DB7-887A-4441-AB43-BA19A95B6B14}" dt="2020-07-06T09:59:10.411" v="4" actId="1076"/>
          <ac:picMkLst>
            <pc:docMk/>
            <pc:sldMk cId="3794239648" sldId="262"/>
            <ac:picMk id="2" creationId="{D82DC182-BB0B-48B3-BEF4-DA97A45ED844}"/>
          </ac:picMkLst>
        </pc:picChg>
        <pc:picChg chg="add">
          <ac:chgData name="Lucie Gegg" userId="cbf9fdf3-4404-4b1f-8eea-ed1480630563" providerId="ADAL" clId="{5B088DB7-887A-4441-AB43-BA19A95B6B14}" dt="2020-07-06T09:59:05.268" v="2"/>
          <ac:picMkLst>
            <pc:docMk/>
            <pc:sldMk cId="3794239648" sldId="262"/>
            <ac:picMk id="3" creationId="{E0A4813D-0C0B-44FF-B1BD-E8B7CA72F5FB}"/>
          </ac:picMkLst>
        </pc:picChg>
      </pc:sldChg>
      <pc:sldChg chg="addSp modSp add modAnim">
        <pc:chgData name="Lucie Gegg" userId="cbf9fdf3-4404-4b1f-8eea-ed1480630563" providerId="ADAL" clId="{5B088DB7-887A-4441-AB43-BA19A95B6B14}" dt="2020-07-06T09:59:53.017" v="10" actId="1076"/>
        <pc:sldMkLst>
          <pc:docMk/>
          <pc:sldMk cId="3628156502" sldId="263"/>
        </pc:sldMkLst>
        <pc:picChg chg="add mod">
          <ac:chgData name="Lucie Gegg" userId="cbf9fdf3-4404-4b1f-8eea-ed1480630563" providerId="ADAL" clId="{5B088DB7-887A-4441-AB43-BA19A95B6B14}" dt="2020-07-06T09:59:41.972" v="8" actId="14100"/>
          <ac:picMkLst>
            <pc:docMk/>
            <pc:sldMk cId="3628156502" sldId="263"/>
            <ac:picMk id="2" creationId="{1E96BB28-AB23-44F5-8311-BC91F3B3F3EB}"/>
          </ac:picMkLst>
        </pc:picChg>
        <pc:picChg chg="add mod">
          <ac:chgData name="Lucie Gegg" userId="cbf9fdf3-4404-4b1f-8eea-ed1480630563" providerId="ADAL" clId="{5B088DB7-887A-4441-AB43-BA19A95B6B14}" dt="2020-07-06T09:59:53.017" v="10" actId="1076"/>
          <ac:picMkLst>
            <pc:docMk/>
            <pc:sldMk cId="3628156502" sldId="263"/>
            <ac:picMk id="3" creationId="{2F6837EA-AE1C-4F4E-ABB3-B91F76B53F6E}"/>
          </ac:picMkLst>
        </pc:picChg>
      </pc:sldChg>
      <pc:sldChg chg="addSp modSp add modAnim">
        <pc:chgData name="Lucie Gegg" userId="cbf9fdf3-4404-4b1f-8eea-ed1480630563" providerId="ADAL" clId="{5B088DB7-887A-4441-AB43-BA19A95B6B14}" dt="2020-07-06T10:00:25.787" v="15"/>
        <pc:sldMkLst>
          <pc:docMk/>
          <pc:sldMk cId="3704141613" sldId="264"/>
        </pc:sldMkLst>
        <pc:picChg chg="add mod">
          <ac:chgData name="Lucie Gegg" userId="cbf9fdf3-4404-4b1f-8eea-ed1480630563" providerId="ADAL" clId="{5B088DB7-887A-4441-AB43-BA19A95B6B14}" dt="2020-07-06T10:00:20.671" v="14" actId="14100"/>
          <ac:picMkLst>
            <pc:docMk/>
            <pc:sldMk cId="3704141613" sldId="264"/>
            <ac:picMk id="2" creationId="{66B20008-B0EF-4998-A394-13E1E72EE2F6}"/>
          </ac:picMkLst>
        </pc:picChg>
        <pc:picChg chg="add">
          <ac:chgData name="Lucie Gegg" userId="cbf9fdf3-4404-4b1f-8eea-ed1480630563" providerId="ADAL" clId="{5B088DB7-887A-4441-AB43-BA19A95B6B14}" dt="2020-07-06T10:00:25.787" v="15"/>
          <ac:picMkLst>
            <pc:docMk/>
            <pc:sldMk cId="3704141613" sldId="264"/>
            <ac:picMk id="3" creationId="{B98F0C31-4472-4EB4-865E-6F600686F5E5}"/>
          </ac:picMkLst>
        </pc:picChg>
      </pc:sldChg>
      <pc:sldChg chg="addSp modSp add modAnim">
        <pc:chgData name="Lucie Gegg" userId="cbf9fdf3-4404-4b1f-8eea-ed1480630563" providerId="ADAL" clId="{5B088DB7-887A-4441-AB43-BA19A95B6B14}" dt="2020-07-06T10:00:58.092" v="20"/>
        <pc:sldMkLst>
          <pc:docMk/>
          <pc:sldMk cId="835546927" sldId="265"/>
        </pc:sldMkLst>
        <pc:picChg chg="add mod">
          <ac:chgData name="Lucie Gegg" userId="cbf9fdf3-4404-4b1f-8eea-ed1480630563" providerId="ADAL" clId="{5B088DB7-887A-4441-AB43-BA19A95B6B14}" dt="2020-07-06T10:00:54.016" v="19" actId="14100"/>
          <ac:picMkLst>
            <pc:docMk/>
            <pc:sldMk cId="835546927" sldId="265"/>
            <ac:picMk id="2" creationId="{CD61CF2E-0E17-4487-BBBD-B828DC6012A4}"/>
          </ac:picMkLst>
        </pc:picChg>
        <pc:picChg chg="add">
          <ac:chgData name="Lucie Gegg" userId="cbf9fdf3-4404-4b1f-8eea-ed1480630563" providerId="ADAL" clId="{5B088DB7-887A-4441-AB43-BA19A95B6B14}" dt="2020-07-06T10:00:58.092" v="20"/>
          <ac:picMkLst>
            <pc:docMk/>
            <pc:sldMk cId="835546927" sldId="265"/>
            <ac:picMk id="3" creationId="{4E0E1961-D985-4F4E-926B-C205814B79C5}"/>
          </ac:picMkLst>
        </pc:picChg>
      </pc:sldChg>
    </pc:docChg>
  </pc:docChgLst>
  <pc:docChgLst>
    <pc:chgData name="Caroline Boyce" userId="S::cboyce@cavc.ac.uk::f9f8e848-f2da-4360-8b04-2a6e9bd37ea7" providerId="AD" clId="Web-{E0C91AA4-51ED-2919-C4BF-A304158966B2}"/>
    <pc:docChg chg="modSld">
      <pc:chgData name="Caroline Boyce" userId="S::cboyce@cavc.ac.uk::f9f8e848-f2da-4360-8b04-2a6e9bd37ea7" providerId="AD" clId="Web-{E0C91AA4-51ED-2919-C4BF-A304158966B2}" dt="2021-09-19T15:10:49.418" v="0" actId="1076"/>
      <pc:docMkLst>
        <pc:docMk/>
      </pc:docMkLst>
      <pc:sldChg chg="modSp">
        <pc:chgData name="Caroline Boyce" userId="S::cboyce@cavc.ac.uk::f9f8e848-f2da-4360-8b04-2a6e9bd37ea7" providerId="AD" clId="Web-{E0C91AA4-51ED-2919-C4BF-A304158966B2}" dt="2021-09-19T15:10:49.418" v="0" actId="1076"/>
        <pc:sldMkLst>
          <pc:docMk/>
          <pc:sldMk cId="3794239648" sldId="262"/>
        </pc:sldMkLst>
        <pc:picChg chg="mod">
          <ac:chgData name="Caroline Boyce" userId="S::cboyce@cavc.ac.uk::f9f8e848-f2da-4360-8b04-2a6e9bd37ea7" providerId="AD" clId="Web-{E0C91AA4-51ED-2919-C4BF-A304158966B2}" dt="2021-09-19T15:10:49.418" v="0" actId="1076"/>
          <ac:picMkLst>
            <pc:docMk/>
            <pc:sldMk cId="3794239648" sldId="262"/>
            <ac:picMk id="2" creationId="{D82DC182-BB0B-48B3-BEF4-DA97A45ED844}"/>
          </ac:picMkLst>
        </pc:picChg>
      </pc:sldChg>
    </pc:docChg>
  </pc:docChgLst>
  <pc:docChgLst>
    <pc:chgData name="Lucie Gegg" userId="S::lgegg@cavc.ac.uk::cbf9fdf3-4404-4b1f-8eea-ed1480630563" providerId="AD" clId="Web-{66442DD7-4888-B454-26A4-AA6BB2B9C2A5}"/>
    <pc:docChg chg="addSld">
      <pc:chgData name="Lucie Gegg" userId="S::lgegg@cavc.ac.uk::cbf9fdf3-4404-4b1f-8eea-ed1480630563" providerId="AD" clId="Web-{66442DD7-4888-B454-26A4-AA6BB2B9C2A5}" dt="2022-07-10T14:14:33.266" v="0"/>
      <pc:docMkLst>
        <pc:docMk/>
      </pc:docMkLst>
      <pc:sldChg chg="new">
        <pc:chgData name="Lucie Gegg" userId="S::lgegg@cavc.ac.uk::cbf9fdf3-4404-4b1f-8eea-ed1480630563" providerId="AD" clId="Web-{66442DD7-4888-B454-26A4-AA6BB2B9C2A5}" dt="2022-07-10T14:14:33.266" v="0"/>
        <pc:sldMkLst>
          <pc:docMk/>
          <pc:sldMk cId="3179609694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96BA-D02B-4394-BE91-C7DE5FF28830}" type="datetimeFigureOut">
              <a:rPr lang="en-GB" smtClean="0"/>
              <a:t>10/07/2022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FA7E-2F01-4B5E-974F-B7E27007D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86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96BA-D02B-4394-BE91-C7DE5FF28830}" type="datetimeFigureOut">
              <a:rPr lang="en-GB" smtClean="0"/>
              <a:t>10/07/2022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FA7E-2F01-4B5E-974F-B7E27007D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242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96BA-D02B-4394-BE91-C7DE5FF28830}" type="datetimeFigureOut">
              <a:rPr lang="en-GB" smtClean="0"/>
              <a:t>10/07/2022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FA7E-2F01-4B5E-974F-B7E27007D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842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96BA-D02B-4394-BE91-C7DE5FF28830}" type="datetimeFigureOut">
              <a:rPr lang="en-GB" smtClean="0"/>
              <a:t>10/07/2022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FA7E-2F01-4B5E-974F-B7E27007D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12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96BA-D02B-4394-BE91-C7DE5FF28830}" type="datetimeFigureOut">
              <a:rPr lang="en-GB" smtClean="0"/>
              <a:t>10/07/2022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FA7E-2F01-4B5E-974F-B7E27007D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2702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96BA-D02B-4394-BE91-C7DE5FF28830}" type="datetimeFigureOut">
              <a:rPr lang="en-GB" smtClean="0"/>
              <a:t>10/07/2022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FA7E-2F01-4B5E-974F-B7E27007D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24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96BA-D02B-4394-BE91-C7DE5FF28830}" type="datetimeFigureOut">
              <a:rPr lang="en-GB" smtClean="0"/>
              <a:t>10/07/2022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FA7E-2F01-4B5E-974F-B7E27007D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51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96BA-D02B-4394-BE91-C7DE5FF28830}" type="datetimeFigureOut">
              <a:rPr lang="en-GB" smtClean="0"/>
              <a:t>10/07/2022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FA7E-2F01-4B5E-974F-B7E27007D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503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96BA-D02B-4394-BE91-C7DE5FF28830}" type="datetimeFigureOut">
              <a:rPr lang="en-GB" smtClean="0"/>
              <a:t>10/07/2022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FA7E-2F01-4B5E-974F-B7E27007D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619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96BA-D02B-4394-BE91-C7DE5FF28830}" type="datetimeFigureOut">
              <a:rPr lang="en-GB" smtClean="0"/>
              <a:t>10/07/2022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FA7E-2F01-4B5E-974F-B7E27007D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03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96BA-D02B-4394-BE91-C7DE5FF28830}" type="datetimeFigureOut">
              <a:rPr lang="en-GB" smtClean="0"/>
              <a:t>10/07/2022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1FA7E-2F01-4B5E-974F-B7E27007D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935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F96BA-D02B-4394-BE91-C7DE5FF28830}" type="datetimeFigureOut">
              <a:rPr lang="en-GB" smtClean="0"/>
              <a:t>10/07/2022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1FA7E-2F01-4B5E-974F-B7E27007DF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312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7" Type="http://schemas.microsoft.com/office/2007/relationships/hdphoto" Target="../media/hdphoto2.wdp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7" Type="http://schemas.microsoft.com/office/2007/relationships/hdphoto" Target="../media/hdphoto4.wdp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7.png"/><Relationship Id="rId5" Type="http://schemas.microsoft.com/office/2007/relationships/hdphoto" Target="../media/hdphoto3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7" Type="http://schemas.microsoft.com/office/2007/relationships/hdphoto" Target="../media/hdphoto6.wdp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9.png"/><Relationship Id="rId5" Type="http://schemas.microsoft.com/office/2007/relationships/hdphoto" Target="../media/hdphoto5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englishmyway.co.uk/topics/130/246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13800" dirty="0">
                <a:latin typeface="Comic Sans MS" panose="030F0702030302020204" pitchFamily="66" charset="0"/>
              </a:rPr>
              <a:t>Greetings</a:t>
            </a:r>
            <a:r>
              <a:rPr lang="en-GB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167" y="4071094"/>
            <a:ext cx="2771889" cy="153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508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51390" y="803955"/>
            <a:ext cx="8020039" cy="5424695"/>
          </a:xfrm>
          <a:prstGeom prst="rect">
            <a:avLst/>
          </a:prstGeom>
        </p:spPr>
      </p:pic>
      <p:pic>
        <p:nvPicPr>
          <p:cNvPr id="5" name="outandabout_02_audio_greeting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71574" y="3082376"/>
            <a:ext cx="1040380" cy="104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3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9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solidFill>
            <a:schemeClr val="accent1"/>
          </a:solidFill>
        </p:spPr>
        <p:txBody>
          <a:bodyPr/>
          <a:lstStyle/>
          <a:p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solidFill>
            <a:schemeClr val="accent6"/>
          </a:solidFill>
        </p:spPr>
        <p:txBody>
          <a:bodyPr/>
          <a:lstStyle/>
          <a:p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97576">
                        <a14:foregroundMark x1="19596" y1="85922" x2="19596" y2="85922"/>
                        <a14:foregroundMark x1="46667" y1="14078" x2="46667" y2="14078"/>
                        <a14:foregroundMark x1="45859" y1="10194" x2="45859" y2="679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243" y="3366294"/>
            <a:ext cx="4714875" cy="19621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37" b="92140" l="1563" r="99805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5394" y="3256756"/>
            <a:ext cx="4876800" cy="2181225"/>
          </a:xfrm>
          <a:prstGeom prst="rect">
            <a:avLst/>
          </a:prstGeom>
        </p:spPr>
      </p:pic>
      <p:pic>
        <p:nvPicPr>
          <p:cNvPr id="9" name="outandabout_02_audio_greeting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652010" y="346586"/>
            <a:ext cx="1040380" cy="104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94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9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solidFill>
            <a:schemeClr val="accent1"/>
          </a:solidFill>
        </p:spPr>
        <p:txBody>
          <a:bodyPr/>
          <a:lstStyle/>
          <a:p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solidFill>
            <a:schemeClr val="accent6"/>
          </a:solidFill>
        </p:spPr>
        <p:txBody>
          <a:bodyPr/>
          <a:lstStyle/>
          <a:p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787" b="95816" l="2287" r="9708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7918" y="3209131"/>
            <a:ext cx="4581525" cy="22764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220" b="95935" l="3721" r="9744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15919" y="3175793"/>
            <a:ext cx="4095750" cy="2343150"/>
          </a:xfrm>
          <a:prstGeom prst="rect">
            <a:avLst/>
          </a:prstGeom>
        </p:spPr>
      </p:pic>
      <p:pic>
        <p:nvPicPr>
          <p:cNvPr id="11" name="outandabout_02_audio_greeting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709443" y="233590"/>
            <a:ext cx="1040380" cy="104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10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92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solidFill>
            <a:schemeClr val="accent1"/>
          </a:solidFill>
        </p:spPr>
        <p:txBody>
          <a:bodyPr/>
          <a:lstStyle/>
          <a:p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solidFill>
            <a:schemeClr val="accent6"/>
          </a:solidFill>
        </p:spPr>
        <p:txBody>
          <a:bodyPr/>
          <a:lstStyle/>
          <a:p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502" b="93385" l="0" r="9714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0293" y="3123405"/>
            <a:ext cx="4676775" cy="24479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049" b="95902" l="5850" r="9972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16547" y="3123405"/>
            <a:ext cx="3419475" cy="2324100"/>
          </a:xfrm>
          <a:prstGeom prst="rect">
            <a:avLst/>
          </a:prstGeom>
        </p:spPr>
      </p:pic>
      <p:pic>
        <p:nvPicPr>
          <p:cNvPr id="11" name="outandabout_02_audio_greeting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577398" y="439283"/>
            <a:ext cx="1040380" cy="104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42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92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hlinkClick r:id="rId2"/>
              </a:rPr>
              <a:t>https://www.englishmyway.co.uk/topics/130/246</a:t>
            </a:r>
            <a:endParaRPr lang="en-GB" sz="40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31322" y="1825625"/>
            <a:ext cx="69293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92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2DC182-BB0B-48B3-BEF4-DA97A45ED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786" y="539563"/>
            <a:ext cx="7840436" cy="5962487"/>
          </a:xfrm>
          <a:prstGeom prst="rect">
            <a:avLst/>
          </a:prstGeom>
        </p:spPr>
      </p:pic>
      <p:pic>
        <p:nvPicPr>
          <p:cNvPr id="3" name="outandabout_02_audio_greeting">
            <a:hlinkClick r:id="" action="ppaction://media"/>
            <a:extLst>
              <a:ext uri="{FF2B5EF4-FFF2-40B4-BE49-F238E27FC236}">
                <a16:creationId xmlns:a16="http://schemas.microsoft.com/office/drawing/2014/main" id="{E0A4813D-0C0B-44FF-B1BD-E8B7CA72F5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714706" y="2996112"/>
            <a:ext cx="1040380" cy="104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239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9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96BB28-AB23-44F5-8311-BC91F3B3F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31" y="368783"/>
            <a:ext cx="7597193" cy="5780226"/>
          </a:xfrm>
          <a:prstGeom prst="rect">
            <a:avLst/>
          </a:prstGeom>
        </p:spPr>
      </p:pic>
      <p:pic>
        <p:nvPicPr>
          <p:cNvPr id="3" name="outandabout_02_audio_greeting">
            <a:hlinkClick r:id="" action="ppaction://media"/>
            <a:extLst>
              <a:ext uri="{FF2B5EF4-FFF2-40B4-BE49-F238E27FC236}">
                <a16:creationId xmlns:a16="http://schemas.microsoft.com/office/drawing/2014/main" id="{2F6837EA-AE1C-4F4E-ABB3-B91F76B53F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362619" y="2738706"/>
            <a:ext cx="1040380" cy="104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15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9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B20008-B0EF-4998-A394-13E1E72EE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52" y="314738"/>
            <a:ext cx="7744505" cy="5927035"/>
          </a:xfrm>
          <a:prstGeom prst="rect">
            <a:avLst/>
          </a:prstGeom>
        </p:spPr>
      </p:pic>
      <p:pic>
        <p:nvPicPr>
          <p:cNvPr id="3" name="outandabout_02_audio_greeting">
            <a:hlinkClick r:id="" action="ppaction://media"/>
            <a:extLst>
              <a:ext uri="{FF2B5EF4-FFF2-40B4-BE49-F238E27FC236}">
                <a16:creationId xmlns:a16="http://schemas.microsoft.com/office/drawing/2014/main" id="{B98F0C31-4472-4EB4-865E-6F600686F5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362619" y="2738706"/>
            <a:ext cx="1040380" cy="104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14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9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61CF2E-0E17-4487-BBBD-B828DC601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246" y="385762"/>
            <a:ext cx="7573883" cy="5776499"/>
          </a:xfrm>
          <a:prstGeom prst="rect">
            <a:avLst/>
          </a:prstGeom>
        </p:spPr>
      </p:pic>
      <p:pic>
        <p:nvPicPr>
          <p:cNvPr id="3" name="outandabout_02_audio_greeting">
            <a:hlinkClick r:id="" action="ppaction://media"/>
            <a:extLst>
              <a:ext uri="{FF2B5EF4-FFF2-40B4-BE49-F238E27FC236}">
                <a16:creationId xmlns:a16="http://schemas.microsoft.com/office/drawing/2014/main" id="{4E0E1961-D985-4F4E-926B-C205814B79C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362619" y="2738706"/>
            <a:ext cx="1040380" cy="104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54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9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B7FBD-778A-3AA3-1DF2-54B055635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09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232CC6D-BAD0-42B9-9DDC-D6C3787CDB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98C1EC-2040-4F0A-B127-A89AEFD63190}"/>
</file>

<file path=customXml/itemProps3.xml><?xml version="1.0" encoding="utf-8"?>
<ds:datastoreItem xmlns:ds="http://schemas.openxmlformats.org/officeDocument/2006/customXml" ds:itemID="{FE8FD778-B279-45DB-BC06-431D3603B01E}">
  <ds:schemaRefs>
    <ds:schemaRef ds:uri="1cf731c3-fdca-4a95-a92a-ea3b14523102"/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0b5197e8-b3d5-44fa-9c9e-08a78b47511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</Words>
  <Application>Microsoft Office PowerPoint</Application>
  <PresentationFormat>Widescreen</PresentationFormat>
  <Paragraphs>2</Paragraphs>
  <Slides>11</Slides>
  <Notes>0</Notes>
  <HiddenSlides>0</HiddenSlides>
  <MMClips>8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Greetings </vt:lpstr>
      <vt:lpstr>PowerPoint Presentation</vt:lpstr>
      <vt:lpstr>PowerPoint Presentation</vt:lpstr>
      <vt:lpstr>PowerPoint Presentation</vt:lpstr>
      <vt:lpstr>PowerPoint Presentation</vt:lpstr>
      <vt:lpstr>https://www.englishmyway.co.uk/topics/130/246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Cardiff and Vale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Greetings</dc:title>
  <dc:creator>Lucie Gegg</dc:creator>
  <cp:lastModifiedBy>Lucie Gegg</cp:lastModifiedBy>
  <cp:revision>9</cp:revision>
  <dcterms:created xsi:type="dcterms:W3CDTF">2019-07-22T12:08:32Z</dcterms:created>
  <dcterms:modified xsi:type="dcterms:W3CDTF">2022-07-10T14:14:33Z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TaxKeyword">
    <vt:lpwstr/>
  </property>
  <property fmtid="{D5CDD505-2E9C-101B-9397-08002B2CF9AE}" pid="4" name="MediaServiceImageTags">
    <vt:lpwstr/>
  </property>
  <property fmtid="{D5CDD505-2E9C-101B-9397-08002B2CF9AE}" pid="5" name="Order">
    <vt:r8>5301600</vt:r8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  <property fmtid="{D5CDD505-2E9C-101B-9397-08002B2CF9AE}" pid="13" name="xd_Signature">
    <vt:bool>false</vt:bool>
  </property>
</Properties>
</file>