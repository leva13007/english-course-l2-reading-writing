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98" r:id="rId4"/>
  </p:sldMasterIdLst>
  <p:notesMasterIdLst>
    <p:notesMasterId r:id="rId26"/>
  </p:notesMasterIdLst>
  <p:sldIdLst>
    <p:sldId id="363" r:id="rId5"/>
    <p:sldId id="364" r:id="rId6"/>
    <p:sldId id="256" r:id="rId7"/>
    <p:sldId id="263" r:id="rId8"/>
    <p:sldId id="362" r:id="rId9"/>
    <p:sldId id="302" r:id="rId10"/>
    <p:sldId id="352" r:id="rId11"/>
    <p:sldId id="353" r:id="rId12"/>
    <p:sldId id="361" r:id="rId13"/>
    <p:sldId id="367" r:id="rId14"/>
    <p:sldId id="369" r:id="rId15"/>
    <p:sldId id="368" r:id="rId16"/>
    <p:sldId id="370" r:id="rId17"/>
    <p:sldId id="371" r:id="rId18"/>
    <p:sldId id="372" r:id="rId19"/>
    <p:sldId id="373" r:id="rId20"/>
    <p:sldId id="375" r:id="rId21"/>
    <p:sldId id="376" r:id="rId22"/>
    <p:sldId id="377" r:id="rId23"/>
    <p:sldId id="378" r:id="rId24"/>
    <p:sldId id="374" r:id="rId2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F8A"/>
    <a:srgbClr val="2E1CB0"/>
    <a:srgbClr val="2C08C4"/>
    <a:srgbClr val="0075CC"/>
    <a:srgbClr val="1B95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85FBB8-123B-3B5E-3EED-8CD08BF04699}" v="2" dt="2024-09-10T10:21:20.4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alin Toth" userId="S::ktoth@cavc.ac.uk::662d3613-46a3-4b97-9baf-1602dc61f73b" providerId="AD" clId="Web-{BB7CD372-DA3C-B332-6862-D3CA307A924B}"/>
    <pc:docChg chg="modSld">
      <pc:chgData name="Katalin Toth" userId="S::ktoth@cavc.ac.uk::662d3613-46a3-4b97-9baf-1602dc61f73b" providerId="AD" clId="Web-{BB7CD372-DA3C-B332-6862-D3CA307A924B}" dt="2023-09-07T10:06:44.070" v="0"/>
      <pc:docMkLst>
        <pc:docMk/>
      </pc:docMkLst>
      <pc:sldChg chg="addSp">
        <pc:chgData name="Katalin Toth" userId="S::ktoth@cavc.ac.uk::662d3613-46a3-4b97-9baf-1602dc61f73b" providerId="AD" clId="Web-{BB7CD372-DA3C-B332-6862-D3CA307A924B}" dt="2023-09-07T10:06:44.070" v="0"/>
        <pc:sldMkLst>
          <pc:docMk/>
          <pc:sldMk cId="1633951685" sldId="364"/>
        </pc:sldMkLst>
        <pc:inkChg chg="add">
          <ac:chgData name="Katalin Toth" userId="S::ktoth@cavc.ac.uk::662d3613-46a3-4b97-9baf-1602dc61f73b" providerId="AD" clId="Web-{BB7CD372-DA3C-B332-6862-D3CA307A924B}" dt="2023-09-07T10:06:44.070" v="0"/>
          <ac:inkMkLst>
            <pc:docMk/>
            <pc:sldMk cId="1633951685" sldId="364"/>
            <ac:inkMk id="4" creationId="{93DBBEC1-B949-2DAC-FDB3-4D947AE82355}"/>
          </ac:inkMkLst>
        </pc:inkChg>
      </pc:sldChg>
    </pc:docChg>
  </pc:docChgLst>
  <pc:docChgLst>
    <pc:chgData name="Debra Blakemore" userId="S::dblakemore@cavc.ac.uk::950459e1-eef7-4d91-9f6a-28775fa18fe5" providerId="AD" clId="Web-{9031B5A5-BD50-E2EE-54BA-EF7963A042F3}"/>
    <pc:docChg chg="delSld">
      <pc:chgData name="Debra Blakemore" userId="S::dblakemore@cavc.ac.uk::950459e1-eef7-4d91-9f6a-28775fa18fe5" providerId="AD" clId="Web-{9031B5A5-BD50-E2EE-54BA-EF7963A042F3}" dt="2023-09-01T12:45:39.623" v="0"/>
      <pc:docMkLst>
        <pc:docMk/>
      </pc:docMkLst>
      <pc:sldChg chg="del">
        <pc:chgData name="Debra Blakemore" userId="S::dblakemore@cavc.ac.uk::950459e1-eef7-4d91-9f6a-28775fa18fe5" providerId="AD" clId="Web-{9031B5A5-BD50-E2EE-54BA-EF7963A042F3}" dt="2023-09-01T12:45:39.623" v="0"/>
        <pc:sldMkLst>
          <pc:docMk/>
          <pc:sldMk cId="2140817127" sldId="368"/>
        </pc:sldMkLst>
      </pc:sldChg>
    </pc:docChg>
  </pc:docChgLst>
  <pc:docChgLst>
    <pc:chgData name="Katalin Toth" userId="S::ktoth@cavc.ac.uk::662d3613-46a3-4b97-9baf-1602dc61f73b" providerId="AD" clId="Web-{BFD55E01-439B-5C7D-1D3E-D14D23DBC521}"/>
    <pc:docChg chg="sldOrd">
      <pc:chgData name="Katalin Toth" userId="S::ktoth@cavc.ac.uk::662d3613-46a3-4b97-9baf-1602dc61f73b" providerId="AD" clId="Web-{BFD55E01-439B-5C7D-1D3E-D14D23DBC521}" dt="2023-09-07T10:53:52.254" v="0"/>
      <pc:docMkLst>
        <pc:docMk/>
      </pc:docMkLst>
      <pc:sldChg chg="ord">
        <pc:chgData name="Katalin Toth" userId="S::ktoth@cavc.ac.uk::662d3613-46a3-4b97-9baf-1602dc61f73b" providerId="AD" clId="Web-{BFD55E01-439B-5C7D-1D3E-D14D23DBC521}" dt="2023-09-07T10:53:52.254" v="0"/>
        <pc:sldMkLst>
          <pc:docMk/>
          <pc:sldMk cId="1178974646" sldId="365"/>
        </pc:sldMkLst>
      </pc:sldChg>
    </pc:docChg>
  </pc:docChgLst>
  <pc:docChgLst>
    <pc:chgData name="Clare Jenkins" userId="S::cjenkins3@cavc.ac.uk::d1aac318-cc82-4064-b811-128c5dcd9468" providerId="AD" clId="Web-{F02E6774-2184-5B79-5A0A-6DBA3133FA19}"/>
    <pc:docChg chg="modSld">
      <pc:chgData name="Clare Jenkins" userId="S::cjenkins3@cavc.ac.uk::d1aac318-cc82-4064-b811-128c5dcd9468" providerId="AD" clId="Web-{F02E6774-2184-5B79-5A0A-6DBA3133FA19}" dt="2023-09-07T19:38:34.267" v="9" actId="20577"/>
      <pc:docMkLst>
        <pc:docMk/>
      </pc:docMkLst>
      <pc:sldChg chg="modSp">
        <pc:chgData name="Clare Jenkins" userId="S::cjenkins3@cavc.ac.uk::d1aac318-cc82-4064-b811-128c5dcd9468" providerId="AD" clId="Web-{F02E6774-2184-5B79-5A0A-6DBA3133FA19}" dt="2023-09-07T19:38:06.640" v="3" actId="20577"/>
        <pc:sldMkLst>
          <pc:docMk/>
          <pc:sldMk cId="0" sldId="361"/>
        </pc:sldMkLst>
        <pc:spChg chg="mod">
          <ac:chgData name="Clare Jenkins" userId="S::cjenkins3@cavc.ac.uk::d1aac318-cc82-4064-b811-128c5dcd9468" providerId="AD" clId="Web-{F02E6774-2184-5B79-5A0A-6DBA3133FA19}" dt="2023-09-07T19:38:06.640" v="3" actId="20577"/>
          <ac:spMkLst>
            <pc:docMk/>
            <pc:sldMk cId="0" sldId="361"/>
            <ac:spMk id="4" creationId="{00000000-0000-0000-0000-000000000000}"/>
          </ac:spMkLst>
        </pc:spChg>
        <pc:spChg chg="mod">
          <ac:chgData name="Clare Jenkins" userId="S::cjenkins3@cavc.ac.uk::d1aac318-cc82-4064-b811-128c5dcd9468" providerId="AD" clId="Web-{F02E6774-2184-5B79-5A0A-6DBA3133FA19}" dt="2023-09-07T19:38:01.749" v="1" actId="1076"/>
          <ac:spMkLst>
            <pc:docMk/>
            <pc:sldMk cId="0" sldId="361"/>
            <ac:spMk id="24580" creationId="{00000000-0000-0000-0000-000000000000}"/>
          </ac:spMkLst>
        </pc:spChg>
      </pc:sldChg>
      <pc:sldChg chg="modSp">
        <pc:chgData name="Clare Jenkins" userId="S::cjenkins3@cavc.ac.uk::d1aac318-cc82-4064-b811-128c5dcd9468" providerId="AD" clId="Web-{F02E6774-2184-5B79-5A0A-6DBA3133FA19}" dt="2023-09-07T19:38:34.267" v="9" actId="20577"/>
        <pc:sldMkLst>
          <pc:docMk/>
          <pc:sldMk cId="1886592930" sldId="362"/>
        </pc:sldMkLst>
        <pc:spChg chg="mod">
          <ac:chgData name="Clare Jenkins" userId="S::cjenkins3@cavc.ac.uk::d1aac318-cc82-4064-b811-128c5dcd9468" providerId="AD" clId="Web-{F02E6774-2184-5B79-5A0A-6DBA3133FA19}" dt="2023-09-07T19:38:34.267" v="9" actId="20577"/>
          <ac:spMkLst>
            <pc:docMk/>
            <pc:sldMk cId="1886592930" sldId="362"/>
            <ac:spMk id="4" creationId="{00000000-0000-0000-0000-000000000000}"/>
          </ac:spMkLst>
        </pc:spChg>
        <pc:spChg chg="mod">
          <ac:chgData name="Clare Jenkins" userId="S::cjenkins3@cavc.ac.uk::d1aac318-cc82-4064-b811-128c5dcd9468" providerId="AD" clId="Web-{F02E6774-2184-5B79-5A0A-6DBA3133FA19}" dt="2023-09-07T19:38:27.860" v="5" actId="1076"/>
          <ac:spMkLst>
            <pc:docMk/>
            <pc:sldMk cId="1886592930" sldId="362"/>
            <ac:spMk id="6" creationId="{00000000-0000-0000-0000-000000000000}"/>
          </ac:spMkLst>
        </pc:spChg>
      </pc:sldChg>
    </pc:docChg>
  </pc:docChgLst>
  <pc:docChgLst>
    <pc:chgData name="Rio Judson" userId="S::rjudson@cavc.ac.uk::34f39feb-f4a6-4919-b10b-74ad51ce6c99" providerId="AD" clId="Web-{A994F0EE-BD81-8EE5-438C-6431108CCA1C}"/>
    <pc:docChg chg="modSld">
      <pc:chgData name="Rio Judson" userId="S::rjudson@cavc.ac.uk::34f39feb-f4a6-4919-b10b-74ad51ce6c99" providerId="AD" clId="Web-{A994F0EE-BD81-8EE5-438C-6431108CCA1C}" dt="2023-11-09T10:58:54.331" v="3" actId="1076"/>
      <pc:docMkLst>
        <pc:docMk/>
      </pc:docMkLst>
      <pc:sldChg chg="modSp">
        <pc:chgData name="Rio Judson" userId="S::rjudson@cavc.ac.uk::34f39feb-f4a6-4919-b10b-74ad51ce6c99" providerId="AD" clId="Web-{A994F0EE-BD81-8EE5-438C-6431108CCA1C}" dt="2023-11-09T10:58:54.331" v="3" actId="1076"/>
        <pc:sldMkLst>
          <pc:docMk/>
          <pc:sldMk cId="3670139272" sldId="363"/>
        </pc:sldMkLst>
        <pc:picChg chg="mod">
          <ac:chgData name="Rio Judson" userId="S::rjudson@cavc.ac.uk::34f39feb-f4a6-4919-b10b-74ad51ce6c99" providerId="AD" clId="Web-{A994F0EE-BD81-8EE5-438C-6431108CCA1C}" dt="2023-11-09T10:58:54.331" v="3" actId="1076"/>
          <ac:picMkLst>
            <pc:docMk/>
            <pc:sldMk cId="3670139272" sldId="363"/>
            <ac:picMk id="3" creationId="{A216E3FB-2C15-4B64-53E2-88238191B574}"/>
          </ac:picMkLst>
        </pc:picChg>
      </pc:sldChg>
    </pc:docChg>
  </pc:docChgLst>
  <pc:docChgLst>
    <pc:chgData name="Maria Gagliardi" userId="S::mgagliardi@cavc.ac.uk::a34cf001-11e0-4665-9809-996318092a94" providerId="AD" clId="Web-{B3D749C0-F8B0-8A65-0442-5F0111316B8A}"/>
    <pc:docChg chg="addSld delSld modSld">
      <pc:chgData name="Maria Gagliardi" userId="S::mgagliardi@cavc.ac.uk::a34cf001-11e0-4665-9809-996318092a94" providerId="AD" clId="Web-{B3D749C0-F8B0-8A65-0442-5F0111316B8A}" dt="2023-08-30T11:16:12.536" v="13" actId="14100"/>
      <pc:docMkLst>
        <pc:docMk/>
      </pc:docMkLst>
      <pc:sldChg chg="new del">
        <pc:chgData name="Maria Gagliardi" userId="S::mgagliardi@cavc.ac.uk::a34cf001-11e0-4665-9809-996318092a94" providerId="AD" clId="Web-{B3D749C0-F8B0-8A65-0442-5F0111316B8A}" dt="2023-08-30T11:12:50.702" v="1"/>
        <pc:sldMkLst>
          <pc:docMk/>
          <pc:sldMk cId="1973592652" sldId="366"/>
        </pc:sldMkLst>
      </pc:sldChg>
      <pc:sldChg chg="addSp modSp new">
        <pc:chgData name="Maria Gagliardi" userId="S::mgagliardi@cavc.ac.uk::a34cf001-11e0-4665-9809-996318092a94" providerId="AD" clId="Web-{B3D749C0-F8B0-8A65-0442-5F0111316B8A}" dt="2023-08-30T11:16:01.880" v="11" actId="14100"/>
        <pc:sldMkLst>
          <pc:docMk/>
          <pc:sldMk cId="4283261843" sldId="366"/>
        </pc:sldMkLst>
        <pc:picChg chg="add mod">
          <ac:chgData name="Maria Gagliardi" userId="S::mgagliardi@cavc.ac.uk::a34cf001-11e0-4665-9809-996318092a94" providerId="AD" clId="Web-{B3D749C0-F8B0-8A65-0442-5F0111316B8A}" dt="2023-08-30T11:16:01.880" v="11" actId="14100"/>
          <ac:picMkLst>
            <pc:docMk/>
            <pc:sldMk cId="4283261843" sldId="366"/>
            <ac:picMk id="2" creationId="{81198FF9-9F5E-434A-265C-CA8CFFFC0B8F}"/>
          </ac:picMkLst>
        </pc:picChg>
      </pc:sldChg>
      <pc:sldChg chg="addSp modSp new">
        <pc:chgData name="Maria Gagliardi" userId="S::mgagliardi@cavc.ac.uk::a34cf001-11e0-4665-9809-996318092a94" providerId="AD" clId="Web-{B3D749C0-F8B0-8A65-0442-5F0111316B8A}" dt="2023-08-30T11:16:12.536" v="13" actId="14100"/>
        <pc:sldMkLst>
          <pc:docMk/>
          <pc:sldMk cId="3638628922" sldId="367"/>
        </pc:sldMkLst>
        <pc:picChg chg="add mod">
          <ac:chgData name="Maria Gagliardi" userId="S::mgagliardi@cavc.ac.uk::a34cf001-11e0-4665-9809-996318092a94" providerId="AD" clId="Web-{B3D749C0-F8B0-8A65-0442-5F0111316B8A}" dt="2023-08-30T11:16:12.536" v="13" actId="14100"/>
          <ac:picMkLst>
            <pc:docMk/>
            <pc:sldMk cId="3638628922" sldId="367"/>
            <ac:picMk id="2" creationId="{15DFE271-7BB0-1A70-2154-AAABF3385CCD}"/>
          </ac:picMkLst>
        </pc:picChg>
      </pc:sldChg>
    </pc:docChg>
  </pc:docChgLst>
  <pc:docChgLst>
    <pc:chgData name="Debra Blakemore" userId="S::dblakemore@cavc.ac.uk::950459e1-eef7-4d91-9f6a-28775fa18fe5" providerId="AD" clId="Web-{6122F461-83CE-9A41-6925-5E333FC5D1D7}"/>
    <pc:docChg chg="addSld modSld">
      <pc:chgData name="Debra Blakemore" userId="S::dblakemore@cavc.ac.uk::950459e1-eef7-4d91-9f6a-28775fa18fe5" providerId="AD" clId="Web-{6122F461-83CE-9A41-6925-5E333FC5D1D7}" dt="2023-09-01T12:44:26.277" v="1" actId="1076"/>
      <pc:docMkLst>
        <pc:docMk/>
      </pc:docMkLst>
      <pc:sldChg chg="modSp">
        <pc:chgData name="Debra Blakemore" userId="S::dblakemore@cavc.ac.uk::950459e1-eef7-4d91-9f6a-28775fa18fe5" providerId="AD" clId="Web-{6122F461-83CE-9A41-6925-5E333FC5D1D7}" dt="2023-09-01T12:44:26.277" v="1" actId="1076"/>
        <pc:sldMkLst>
          <pc:docMk/>
          <pc:sldMk cId="1178974646" sldId="365"/>
        </pc:sldMkLst>
        <pc:picChg chg="mod">
          <ac:chgData name="Debra Blakemore" userId="S::dblakemore@cavc.ac.uk::950459e1-eef7-4d91-9f6a-28775fa18fe5" providerId="AD" clId="Web-{6122F461-83CE-9A41-6925-5E333FC5D1D7}" dt="2023-09-01T12:44:26.277" v="1" actId="1076"/>
          <ac:picMkLst>
            <pc:docMk/>
            <pc:sldMk cId="1178974646" sldId="365"/>
            <ac:picMk id="5" creationId="{7F5B67CC-B827-497E-3775-0E031AC78D81}"/>
          </ac:picMkLst>
        </pc:picChg>
      </pc:sldChg>
      <pc:sldChg chg="add replId">
        <pc:chgData name="Debra Blakemore" userId="S::dblakemore@cavc.ac.uk::950459e1-eef7-4d91-9f6a-28775fa18fe5" providerId="AD" clId="Web-{6122F461-83CE-9A41-6925-5E333FC5D1D7}" dt="2023-09-01T12:43:30.056" v="0"/>
        <pc:sldMkLst>
          <pc:docMk/>
          <pc:sldMk cId="2140817127" sldId="368"/>
        </pc:sldMkLst>
      </pc:sldChg>
    </pc:docChg>
  </pc:docChgLst>
  <pc:docChgLst>
    <pc:chgData name="Jennifer McDowell" userId="S::jmcdowell@cavc.ac.uk::6c3c1b43-65b9-483d-9ea4-de4bb27c7ca1" providerId="AD" clId="Web-{7D85FBB8-123B-3B5E-3EED-8CD08BF04699}"/>
    <pc:docChg chg="modSld">
      <pc:chgData name="Jennifer McDowell" userId="S::jmcdowell@cavc.ac.uk::6c3c1b43-65b9-483d-9ea4-de4bb27c7ca1" providerId="AD" clId="Web-{7D85FBB8-123B-3B5E-3EED-8CD08BF04699}" dt="2024-09-10T10:21:20.445" v="1" actId="1076"/>
      <pc:docMkLst>
        <pc:docMk/>
      </pc:docMkLst>
      <pc:sldChg chg="modSp">
        <pc:chgData name="Jennifer McDowell" userId="S::jmcdowell@cavc.ac.uk::6c3c1b43-65b9-483d-9ea4-de4bb27c7ca1" providerId="AD" clId="Web-{7D85FBB8-123B-3B5E-3EED-8CD08BF04699}" dt="2024-09-10T10:21:20.445" v="1" actId="1076"/>
        <pc:sldMkLst>
          <pc:docMk/>
          <pc:sldMk cId="1480173675" sldId="368"/>
        </pc:sldMkLst>
        <pc:picChg chg="mod">
          <ac:chgData name="Jennifer McDowell" userId="S::jmcdowell@cavc.ac.uk::6c3c1b43-65b9-483d-9ea4-de4bb27c7ca1" providerId="AD" clId="Web-{7D85FBB8-123B-3B5E-3EED-8CD08BF04699}" dt="2024-09-10T10:21:20.445" v="1" actId="1076"/>
          <ac:picMkLst>
            <pc:docMk/>
            <pc:sldMk cId="1480173675" sldId="368"/>
            <ac:picMk id="2" creationId="{53DC16B4-5548-6EA5-27A6-3052EECDB195}"/>
          </ac:picMkLst>
        </pc:picChg>
      </pc:sldChg>
    </pc:docChg>
  </pc:docChgLst>
  <pc:docChgLst>
    <pc:chgData name="Rio Judson" userId="S::rjudson@cavc.ac.uk::34f39feb-f4a6-4919-b10b-74ad51ce6c99" providerId="AD" clId="Web-{540F16D3-CAA7-AA7B-C050-D1B98954593A}"/>
    <pc:docChg chg="modSld">
      <pc:chgData name="Rio Judson" userId="S::rjudson@cavc.ac.uk::34f39feb-f4a6-4919-b10b-74ad51ce6c99" providerId="AD" clId="Web-{540F16D3-CAA7-AA7B-C050-D1B98954593A}" dt="2023-09-05T15:52:03.720" v="1" actId="1076"/>
      <pc:docMkLst>
        <pc:docMk/>
      </pc:docMkLst>
      <pc:sldChg chg="modSp">
        <pc:chgData name="Rio Judson" userId="S::rjudson@cavc.ac.uk::34f39feb-f4a6-4919-b10b-74ad51ce6c99" providerId="AD" clId="Web-{540F16D3-CAA7-AA7B-C050-D1B98954593A}" dt="2023-09-05T15:52:03.720" v="1" actId="1076"/>
        <pc:sldMkLst>
          <pc:docMk/>
          <pc:sldMk cId="1178974646" sldId="365"/>
        </pc:sldMkLst>
        <pc:picChg chg="mod">
          <ac:chgData name="Rio Judson" userId="S::rjudson@cavc.ac.uk::34f39feb-f4a6-4919-b10b-74ad51ce6c99" providerId="AD" clId="Web-{540F16D3-CAA7-AA7B-C050-D1B98954593A}" dt="2023-09-05T15:52:03.720" v="1" actId="1076"/>
          <ac:picMkLst>
            <pc:docMk/>
            <pc:sldMk cId="1178974646" sldId="365"/>
            <ac:picMk id="5" creationId="{7F5B67CC-B827-497E-3775-0E031AC78D81}"/>
          </ac:picMkLst>
        </pc:picChg>
      </pc:sldChg>
    </pc:docChg>
  </pc:docChgLst>
  <pc:docChgLst>
    <pc:chgData name="Maria Gagliardi" userId="S::mgagliardi@cavc.ac.uk::a34cf001-11e0-4665-9809-996318092a94" providerId="AD" clId="Web-{0DE2A77A-97DB-D938-EFB5-24BCB80C9AFF}"/>
    <pc:docChg chg="modSld">
      <pc:chgData name="Maria Gagliardi" userId="S::mgagliardi@cavc.ac.uk::a34cf001-11e0-4665-9809-996318092a94" providerId="AD" clId="Web-{0DE2A77A-97DB-D938-EFB5-24BCB80C9AFF}" dt="2023-09-02T05:32:37.094" v="1"/>
      <pc:docMkLst>
        <pc:docMk/>
      </pc:docMkLst>
      <pc:sldChg chg="delSp">
        <pc:chgData name="Maria Gagliardi" userId="S::mgagliardi@cavc.ac.uk::a34cf001-11e0-4665-9809-996318092a94" providerId="AD" clId="Web-{0DE2A77A-97DB-D938-EFB5-24BCB80C9AFF}" dt="2023-09-02T05:32:37.094" v="1"/>
        <pc:sldMkLst>
          <pc:docMk/>
          <pc:sldMk cId="1178974646" sldId="365"/>
        </pc:sldMkLst>
        <pc:spChg chg="del">
          <ac:chgData name="Maria Gagliardi" userId="S::mgagliardi@cavc.ac.uk::a34cf001-11e0-4665-9809-996318092a94" providerId="AD" clId="Web-{0DE2A77A-97DB-D938-EFB5-24BCB80C9AFF}" dt="2023-09-02T05:32:37.094" v="1"/>
          <ac:spMkLst>
            <pc:docMk/>
            <pc:sldMk cId="1178974646" sldId="365"/>
            <ac:spMk id="3" creationId="{2DC8F554-5AC8-1EBB-0882-BC918A0EC036}"/>
          </ac:spMkLst>
        </pc:spChg>
        <pc:spChg chg="del">
          <ac:chgData name="Maria Gagliardi" userId="S::mgagliardi@cavc.ac.uk::a34cf001-11e0-4665-9809-996318092a94" providerId="AD" clId="Web-{0DE2A77A-97DB-D938-EFB5-24BCB80C9AFF}" dt="2023-09-02T05:32:33.047" v="0"/>
          <ac:spMkLst>
            <pc:docMk/>
            <pc:sldMk cId="1178974646" sldId="365"/>
            <ac:spMk id="4" creationId="{46C5D41C-79B7-1F91-E7EC-CE244E2C49D0}"/>
          </ac:spMkLst>
        </pc:spChg>
      </pc:sldChg>
    </pc:docChg>
  </pc:docChgLst>
  <pc:docChgLst>
    <pc:chgData name="Maria Gagliardi" userId="S::mgagliardi@cavc.ac.uk::a34cf001-11e0-4665-9809-996318092a94" providerId="AD" clId="Web-{DB16FFCD-A77C-617C-1F10-06E48F1042E5}"/>
    <pc:docChg chg="addSld delSld modSld">
      <pc:chgData name="Maria Gagliardi" userId="S::mgagliardi@cavc.ac.uk::a34cf001-11e0-4665-9809-996318092a94" providerId="AD" clId="Web-{DB16FFCD-A77C-617C-1F10-06E48F1042E5}" dt="2024-08-29T16:36:06.583" v="57" actId="14100"/>
      <pc:docMkLst>
        <pc:docMk/>
      </pc:docMkLst>
      <pc:sldChg chg="del">
        <pc:chgData name="Maria Gagliardi" userId="S::mgagliardi@cavc.ac.uk::a34cf001-11e0-4665-9809-996318092a94" providerId="AD" clId="Web-{DB16FFCD-A77C-617C-1F10-06E48F1042E5}" dt="2024-08-29T16:25:58.386" v="2"/>
        <pc:sldMkLst>
          <pc:docMk/>
          <pc:sldMk cId="1178974646" sldId="365"/>
        </pc:sldMkLst>
      </pc:sldChg>
      <pc:sldChg chg="delSp del">
        <pc:chgData name="Maria Gagliardi" userId="S::mgagliardi@cavc.ac.uk::a34cf001-11e0-4665-9809-996318092a94" providerId="AD" clId="Web-{DB16FFCD-A77C-617C-1F10-06E48F1042E5}" dt="2024-08-29T16:25:23.353" v="1"/>
        <pc:sldMkLst>
          <pc:docMk/>
          <pc:sldMk cId="4283261843" sldId="366"/>
        </pc:sldMkLst>
        <pc:picChg chg="del">
          <ac:chgData name="Maria Gagliardi" userId="S::mgagliardi@cavc.ac.uk::a34cf001-11e0-4665-9809-996318092a94" providerId="AD" clId="Web-{DB16FFCD-A77C-617C-1F10-06E48F1042E5}" dt="2024-08-29T16:25:19.822" v="0"/>
          <ac:picMkLst>
            <pc:docMk/>
            <pc:sldMk cId="4283261843" sldId="366"/>
            <ac:picMk id="2" creationId="{81198FF9-9F5E-434A-265C-CA8CFFFC0B8F}"/>
          </ac:picMkLst>
        </pc:picChg>
      </pc:sldChg>
      <pc:sldChg chg="modSp">
        <pc:chgData name="Maria Gagliardi" userId="S::mgagliardi@cavc.ac.uk::a34cf001-11e0-4665-9809-996318092a94" providerId="AD" clId="Web-{DB16FFCD-A77C-617C-1F10-06E48F1042E5}" dt="2024-08-29T16:28:31.720" v="12" actId="14100"/>
        <pc:sldMkLst>
          <pc:docMk/>
          <pc:sldMk cId="3638628922" sldId="367"/>
        </pc:sldMkLst>
        <pc:picChg chg="mod">
          <ac:chgData name="Maria Gagliardi" userId="S::mgagliardi@cavc.ac.uk::a34cf001-11e0-4665-9809-996318092a94" providerId="AD" clId="Web-{DB16FFCD-A77C-617C-1F10-06E48F1042E5}" dt="2024-08-29T16:28:31.720" v="12" actId="14100"/>
          <ac:picMkLst>
            <pc:docMk/>
            <pc:sldMk cId="3638628922" sldId="367"/>
            <ac:picMk id="2" creationId="{15DFE271-7BB0-1A70-2154-AAABF3385CCD}"/>
          </ac:picMkLst>
        </pc:picChg>
      </pc:sldChg>
      <pc:sldChg chg="addSp delSp modSp new">
        <pc:chgData name="Maria Gagliardi" userId="S::mgagliardi@cavc.ac.uk::a34cf001-11e0-4665-9809-996318092a94" providerId="AD" clId="Web-{DB16FFCD-A77C-617C-1F10-06E48F1042E5}" dt="2024-08-29T16:30:06.037" v="16"/>
        <pc:sldMkLst>
          <pc:docMk/>
          <pc:sldMk cId="1480173675" sldId="368"/>
        </pc:sldMkLst>
        <pc:picChg chg="add mod">
          <ac:chgData name="Maria Gagliardi" userId="S::mgagliardi@cavc.ac.uk::a34cf001-11e0-4665-9809-996318092a94" providerId="AD" clId="Web-{DB16FFCD-A77C-617C-1F10-06E48F1042E5}" dt="2024-08-29T16:27:49.641" v="6" actId="14100"/>
          <ac:picMkLst>
            <pc:docMk/>
            <pc:sldMk cId="1480173675" sldId="368"/>
            <ac:picMk id="2" creationId="{53DC16B4-5548-6EA5-27A6-3052EECDB195}"/>
          </ac:picMkLst>
        </pc:picChg>
        <pc:picChg chg="add del mod">
          <ac:chgData name="Maria Gagliardi" userId="S::mgagliardi@cavc.ac.uk::a34cf001-11e0-4665-9809-996318092a94" providerId="AD" clId="Web-{DB16FFCD-A77C-617C-1F10-06E48F1042E5}" dt="2024-08-29T16:30:06.037" v="16"/>
          <ac:picMkLst>
            <pc:docMk/>
            <pc:sldMk cId="1480173675" sldId="368"/>
            <ac:picMk id="3" creationId="{61E1BB0B-4709-5543-AB1B-B8D777750BF9}"/>
          </ac:picMkLst>
        </pc:picChg>
      </pc:sldChg>
      <pc:sldChg chg="addSp modSp new">
        <pc:chgData name="Maria Gagliardi" userId="S::mgagliardi@cavc.ac.uk::a34cf001-11e0-4665-9809-996318092a94" providerId="AD" clId="Web-{DB16FFCD-A77C-617C-1F10-06E48F1042E5}" dt="2024-08-29T16:28:42.986" v="14" actId="14100"/>
        <pc:sldMkLst>
          <pc:docMk/>
          <pc:sldMk cId="1996791546" sldId="369"/>
        </pc:sldMkLst>
        <pc:picChg chg="add mod">
          <ac:chgData name="Maria Gagliardi" userId="S::mgagliardi@cavc.ac.uk::a34cf001-11e0-4665-9809-996318092a94" providerId="AD" clId="Web-{DB16FFCD-A77C-617C-1F10-06E48F1042E5}" dt="2024-08-29T16:28:42.986" v="14" actId="14100"/>
          <ac:picMkLst>
            <pc:docMk/>
            <pc:sldMk cId="1996791546" sldId="369"/>
            <ac:picMk id="2" creationId="{F3733E3E-061E-5CE1-E308-D2E8FA689441}"/>
          </ac:picMkLst>
        </pc:picChg>
      </pc:sldChg>
      <pc:sldChg chg="addSp modSp new">
        <pc:chgData name="Maria Gagliardi" userId="S::mgagliardi@cavc.ac.uk::a34cf001-11e0-4665-9809-996318092a94" providerId="AD" clId="Web-{DB16FFCD-A77C-617C-1F10-06E48F1042E5}" dt="2024-08-29T16:30:25.209" v="20" actId="14100"/>
        <pc:sldMkLst>
          <pc:docMk/>
          <pc:sldMk cId="1193264698" sldId="370"/>
        </pc:sldMkLst>
        <pc:picChg chg="add mod">
          <ac:chgData name="Maria Gagliardi" userId="S::mgagliardi@cavc.ac.uk::a34cf001-11e0-4665-9809-996318092a94" providerId="AD" clId="Web-{DB16FFCD-A77C-617C-1F10-06E48F1042E5}" dt="2024-08-29T16:30:25.209" v="20" actId="14100"/>
          <ac:picMkLst>
            <pc:docMk/>
            <pc:sldMk cId="1193264698" sldId="370"/>
            <ac:picMk id="2" creationId="{8AF50001-5674-3C6E-E957-6CE1FB3FBEC8}"/>
          </ac:picMkLst>
        </pc:picChg>
      </pc:sldChg>
      <pc:sldChg chg="addSp modSp new">
        <pc:chgData name="Maria Gagliardi" userId="S::mgagliardi@cavc.ac.uk::a34cf001-11e0-4665-9809-996318092a94" providerId="AD" clId="Web-{DB16FFCD-A77C-617C-1F10-06E48F1042E5}" dt="2024-08-29T16:31:11.320" v="29" actId="14100"/>
        <pc:sldMkLst>
          <pc:docMk/>
          <pc:sldMk cId="1355343011" sldId="371"/>
        </pc:sldMkLst>
        <pc:picChg chg="add mod">
          <ac:chgData name="Maria Gagliardi" userId="S::mgagliardi@cavc.ac.uk::a34cf001-11e0-4665-9809-996318092a94" providerId="AD" clId="Web-{DB16FFCD-A77C-617C-1F10-06E48F1042E5}" dt="2024-08-29T16:31:11.320" v="29" actId="14100"/>
          <ac:picMkLst>
            <pc:docMk/>
            <pc:sldMk cId="1355343011" sldId="371"/>
            <ac:picMk id="2" creationId="{4A24CC5E-39D0-B1D7-5489-40F53F18BE50}"/>
          </ac:picMkLst>
        </pc:picChg>
      </pc:sldChg>
      <pc:sldChg chg="addSp modSp new del">
        <pc:chgData name="Maria Gagliardi" userId="S::mgagliardi@cavc.ac.uk::a34cf001-11e0-4665-9809-996318092a94" providerId="AD" clId="Web-{DB16FFCD-A77C-617C-1F10-06E48F1042E5}" dt="2024-08-29T16:30:50.726" v="25"/>
        <pc:sldMkLst>
          <pc:docMk/>
          <pc:sldMk cId="1763758437" sldId="371"/>
        </pc:sldMkLst>
        <pc:picChg chg="add mod">
          <ac:chgData name="Maria Gagliardi" userId="S::mgagliardi@cavc.ac.uk::a34cf001-11e0-4665-9809-996318092a94" providerId="AD" clId="Web-{DB16FFCD-A77C-617C-1F10-06E48F1042E5}" dt="2024-08-29T16:30:46.616" v="24" actId="14100"/>
          <ac:picMkLst>
            <pc:docMk/>
            <pc:sldMk cId="1763758437" sldId="371"/>
            <ac:picMk id="2" creationId="{D248943C-B12A-E662-8D3D-33351F81AAEC}"/>
          </ac:picMkLst>
        </pc:picChg>
      </pc:sldChg>
      <pc:sldChg chg="addSp modSp new">
        <pc:chgData name="Maria Gagliardi" userId="S::mgagliardi@cavc.ac.uk::a34cf001-11e0-4665-9809-996318092a94" providerId="AD" clId="Web-{DB16FFCD-A77C-617C-1F10-06E48F1042E5}" dt="2024-08-29T16:31:32.556" v="33" actId="14100"/>
        <pc:sldMkLst>
          <pc:docMk/>
          <pc:sldMk cId="4038903588" sldId="372"/>
        </pc:sldMkLst>
        <pc:picChg chg="add mod">
          <ac:chgData name="Maria Gagliardi" userId="S::mgagliardi@cavc.ac.uk::a34cf001-11e0-4665-9809-996318092a94" providerId="AD" clId="Web-{DB16FFCD-A77C-617C-1F10-06E48F1042E5}" dt="2024-08-29T16:31:32.556" v="33" actId="14100"/>
          <ac:picMkLst>
            <pc:docMk/>
            <pc:sldMk cId="4038903588" sldId="372"/>
            <ac:picMk id="2" creationId="{CF87AC99-6710-264F-C5FF-08EFED1E4C1B}"/>
          </ac:picMkLst>
        </pc:picChg>
      </pc:sldChg>
      <pc:sldChg chg="addSp modSp new">
        <pc:chgData name="Maria Gagliardi" userId="S::mgagliardi@cavc.ac.uk::a34cf001-11e0-4665-9809-996318092a94" providerId="AD" clId="Web-{DB16FFCD-A77C-617C-1F10-06E48F1042E5}" dt="2024-08-29T16:31:55.338" v="37" actId="14100"/>
        <pc:sldMkLst>
          <pc:docMk/>
          <pc:sldMk cId="2855205772" sldId="373"/>
        </pc:sldMkLst>
        <pc:picChg chg="add mod">
          <ac:chgData name="Maria Gagliardi" userId="S::mgagliardi@cavc.ac.uk::a34cf001-11e0-4665-9809-996318092a94" providerId="AD" clId="Web-{DB16FFCD-A77C-617C-1F10-06E48F1042E5}" dt="2024-08-29T16:31:55.338" v="37" actId="14100"/>
          <ac:picMkLst>
            <pc:docMk/>
            <pc:sldMk cId="2855205772" sldId="373"/>
            <ac:picMk id="2" creationId="{90511A38-A9BE-2C9F-FDF8-66C4E0FE3378}"/>
          </ac:picMkLst>
        </pc:picChg>
      </pc:sldChg>
      <pc:sldChg chg="addSp modSp new">
        <pc:chgData name="Maria Gagliardi" userId="S::mgagliardi@cavc.ac.uk::a34cf001-11e0-4665-9809-996318092a94" providerId="AD" clId="Web-{DB16FFCD-A77C-617C-1F10-06E48F1042E5}" dt="2024-08-29T16:32:25.402" v="41" actId="14100"/>
        <pc:sldMkLst>
          <pc:docMk/>
          <pc:sldMk cId="699972096" sldId="374"/>
        </pc:sldMkLst>
        <pc:picChg chg="add mod">
          <ac:chgData name="Maria Gagliardi" userId="S::mgagliardi@cavc.ac.uk::a34cf001-11e0-4665-9809-996318092a94" providerId="AD" clId="Web-{DB16FFCD-A77C-617C-1F10-06E48F1042E5}" dt="2024-08-29T16:32:25.402" v="41" actId="14100"/>
          <ac:picMkLst>
            <pc:docMk/>
            <pc:sldMk cId="699972096" sldId="374"/>
            <ac:picMk id="2" creationId="{097444D0-CFDA-1774-FADD-960F623F38F9}"/>
          </ac:picMkLst>
        </pc:picChg>
      </pc:sldChg>
      <pc:sldChg chg="addSp modSp new">
        <pc:chgData name="Maria Gagliardi" userId="S::mgagliardi@cavc.ac.uk::a34cf001-11e0-4665-9809-996318092a94" providerId="AD" clId="Web-{DB16FFCD-A77C-617C-1F10-06E48F1042E5}" dt="2024-08-29T16:34:39.907" v="45" actId="14100"/>
        <pc:sldMkLst>
          <pc:docMk/>
          <pc:sldMk cId="649090127" sldId="375"/>
        </pc:sldMkLst>
        <pc:picChg chg="add mod">
          <ac:chgData name="Maria Gagliardi" userId="S::mgagliardi@cavc.ac.uk::a34cf001-11e0-4665-9809-996318092a94" providerId="AD" clId="Web-{DB16FFCD-A77C-617C-1F10-06E48F1042E5}" dt="2024-08-29T16:34:39.907" v="45" actId="14100"/>
          <ac:picMkLst>
            <pc:docMk/>
            <pc:sldMk cId="649090127" sldId="375"/>
            <ac:picMk id="2" creationId="{34629B3C-739E-0387-A7A9-530A94637A40}"/>
          </ac:picMkLst>
        </pc:picChg>
      </pc:sldChg>
      <pc:sldChg chg="addSp modSp new">
        <pc:chgData name="Maria Gagliardi" userId="S::mgagliardi@cavc.ac.uk::a34cf001-11e0-4665-9809-996318092a94" providerId="AD" clId="Web-{DB16FFCD-A77C-617C-1F10-06E48F1042E5}" dt="2024-08-29T16:35:19.721" v="49" actId="14100"/>
        <pc:sldMkLst>
          <pc:docMk/>
          <pc:sldMk cId="981376231" sldId="376"/>
        </pc:sldMkLst>
        <pc:picChg chg="add mod">
          <ac:chgData name="Maria Gagliardi" userId="S::mgagliardi@cavc.ac.uk::a34cf001-11e0-4665-9809-996318092a94" providerId="AD" clId="Web-{DB16FFCD-A77C-617C-1F10-06E48F1042E5}" dt="2024-08-29T16:35:19.721" v="49" actId="14100"/>
          <ac:picMkLst>
            <pc:docMk/>
            <pc:sldMk cId="981376231" sldId="376"/>
            <ac:picMk id="2" creationId="{5D6E9E89-16DB-E0E1-86B5-C6F8645BCB95}"/>
          </ac:picMkLst>
        </pc:picChg>
      </pc:sldChg>
      <pc:sldChg chg="addSp modSp new">
        <pc:chgData name="Maria Gagliardi" userId="S::mgagliardi@cavc.ac.uk::a34cf001-11e0-4665-9809-996318092a94" providerId="AD" clId="Web-{DB16FFCD-A77C-617C-1F10-06E48F1042E5}" dt="2024-08-29T16:35:45.378" v="53" actId="14100"/>
        <pc:sldMkLst>
          <pc:docMk/>
          <pc:sldMk cId="1539745636" sldId="377"/>
        </pc:sldMkLst>
        <pc:picChg chg="add mod">
          <ac:chgData name="Maria Gagliardi" userId="S::mgagliardi@cavc.ac.uk::a34cf001-11e0-4665-9809-996318092a94" providerId="AD" clId="Web-{DB16FFCD-A77C-617C-1F10-06E48F1042E5}" dt="2024-08-29T16:35:45.378" v="53" actId="14100"/>
          <ac:picMkLst>
            <pc:docMk/>
            <pc:sldMk cId="1539745636" sldId="377"/>
            <ac:picMk id="2" creationId="{44161201-946F-A318-1DDB-29D7C38175A4}"/>
          </ac:picMkLst>
        </pc:picChg>
      </pc:sldChg>
      <pc:sldChg chg="addSp modSp new">
        <pc:chgData name="Maria Gagliardi" userId="S::mgagliardi@cavc.ac.uk::a34cf001-11e0-4665-9809-996318092a94" providerId="AD" clId="Web-{DB16FFCD-A77C-617C-1F10-06E48F1042E5}" dt="2024-08-29T16:36:06.583" v="57" actId="14100"/>
        <pc:sldMkLst>
          <pc:docMk/>
          <pc:sldMk cId="4206984870" sldId="378"/>
        </pc:sldMkLst>
        <pc:picChg chg="add mod">
          <ac:chgData name="Maria Gagliardi" userId="S::mgagliardi@cavc.ac.uk::a34cf001-11e0-4665-9809-996318092a94" providerId="AD" clId="Web-{DB16FFCD-A77C-617C-1F10-06E48F1042E5}" dt="2024-08-29T16:36:06.583" v="57" actId="14100"/>
          <ac:picMkLst>
            <pc:docMk/>
            <pc:sldMk cId="4206984870" sldId="378"/>
            <ac:picMk id="2" creationId="{59570DBB-4791-C201-DBB1-3E5D6CF48F66}"/>
          </ac:picMkLst>
        </pc:picChg>
      </pc:sldChg>
    </pc:docChg>
  </pc:docChgLst>
  <pc:docChgLst>
    <pc:chgData name="Maria Gagliardi" userId="S::mgagliardi@cavc.ac.uk::a34cf001-11e0-4665-9809-996318092a94" providerId="AD" clId="Web-{86CCE37F-CD0A-F095-ADE0-956BA6AE34D2}"/>
    <pc:docChg chg="addSld modSld">
      <pc:chgData name="Maria Gagliardi" userId="S::mgagliardi@cavc.ac.uk::a34cf001-11e0-4665-9809-996318092a94" providerId="AD" clId="Web-{86CCE37F-CD0A-F095-ADE0-956BA6AE34D2}" dt="2023-08-22T09:45:11.285" v="8" actId="14100"/>
      <pc:docMkLst>
        <pc:docMk/>
      </pc:docMkLst>
      <pc:sldChg chg="addSp delSp modSp">
        <pc:chgData name="Maria Gagliardi" userId="S::mgagliardi@cavc.ac.uk::a34cf001-11e0-4665-9809-996318092a94" providerId="AD" clId="Web-{86CCE37F-CD0A-F095-ADE0-956BA6AE34D2}" dt="2023-08-22T09:44:52.269" v="2"/>
        <pc:sldMkLst>
          <pc:docMk/>
          <pc:sldMk cId="0" sldId="361"/>
        </pc:sldMkLst>
        <pc:spChg chg="mod">
          <ac:chgData name="Maria Gagliardi" userId="S::mgagliardi@cavc.ac.uk::a34cf001-11e0-4665-9809-996318092a94" providerId="AD" clId="Web-{86CCE37F-CD0A-F095-ADE0-956BA6AE34D2}" dt="2023-08-22T09:44:34.550" v="0" actId="20577"/>
          <ac:spMkLst>
            <pc:docMk/>
            <pc:sldMk cId="0" sldId="361"/>
            <ac:spMk id="10" creationId="{00000000-0000-0000-0000-000000000000}"/>
          </ac:spMkLst>
        </pc:spChg>
        <pc:picChg chg="add del mod">
          <ac:chgData name="Maria Gagliardi" userId="S::mgagliardi@cavc.ac.uk::a34cf001-11e0-4665-9809-996318092a94" providerId="AD" clId="Web-{86CCE37F-CD0A-F095-ADE0-956BA6AE34D2}" dt="2023-08-22T09:44:52.269" v="2"/>
          <ac:picMkLst>
            <pc:docMk/>
            <pc:sldMk cId="0" sldId="361"/>
            <ac:picMk id="2" creationId="{583F4165-200D-FD2B-9025-DF456112501A}"/>
          </ac:picMkLst>
        </pc:picChg>
      </pc:sldChg>
      <pc:sldChg chg="addSp delSp modSp new">
        <pc:chgData name="Maria Gagliardi" userId="S::mgagliardi@cavc.ac.uk::a34cf001-11e0-4665-9809-996318092a94" providerId="AD" clId="Web-{86CCE37F-CD0A-F095-ADE0-956BA6AE34D2}" dt="2023-08-22T09:45:11.285" v="8" actId="14100"/>
        <pc:sldMkLst>
          <pc:docMk/>
          <pc:sldMk cId="1178974646" sldId="365"/>
        </pc:sldMkLst>
        <pc:spChg chg="del">
          <ac:chgData name="Maria Gagliardi" userId="S::mgagliardi@cavc.ac.uk::a34cf001-11e0-4665-9809-996318092a94" providerId="AD" clId="Web-{86CCE37F-CD0A-F095-ADE0-956BA6AE34D2}" dt="2023-08-22T09:45:02.363" v="4"/>
          <ac:spMkLst>
            <pc:docMk/>
            <pc:sldMk cId="1178974646" sldId="365"/>
            <ac:spMk id="2" creationId="{A80A3E84-C4B0-7F71-68CD-8C99D1E4DFE2}"/>
          </ac:spMkLst>
        </pc:spChg>
        <pc:picChg chg="add mod ord">
          <ac:chgData name="Maria Gagliardi" userId="S::mgagliardi@cavc.ac.uk::a34cf001-11e0-4665-9809-996318092a94" providerId="AD" clId="Web-{86CCE37F-CD0A-F095-ADE0-956BA6AE34D2}" dt="2023-08-22T09:45:11.285" v="8" actId="14100"/>
          <ac:picMkLst>
            <pc:docMk/>
            <pc:sldMk cId="1178974646" sldId="365"/>
            <ac:picMk id="5" creationId="{7F5B67CC-B827-497E-3775-0E031AC78D81}"/>
          </ac:picMkLst>
        </pc:picChg>
      </pc:sldChg>
    </pc:docChg>
  </pc:docChgLst>
  <pc:docChgLst>
    <pc:chgData name="Rio Judson" userId="S::rjudson@cavc.ac.uk::34f39feb-f4a6-4919-b10b-74ad51ce6c99" providerId="AD" clId="Web-{EC8BD4B2-5CD0-0A06-433C-276177263BC5}"/>
    <pc:docChg chg="modSld">
      <pc:chgData name="Rio Judson" userId="S::rjudson@cavc.ac.uk::34f39feb-f4a6-4919-b10b-74ad51ce6c99" providerId="AD" clId="Web-{EC8BD4B2-5CD0-0A06-433C-276177263BC5}" dt="2023-09-05T07:29:49.162" v="0" actId="14100"/>
      <pc:docMkLst>
        <pc:docMk/>
      </pc:docMkLst>
      <pc:sldChg chg="modSp">
        <pc:chgData name="Rio Judson" userId="S::rjudson@cavc.ac.uk::34f39feb-f4a6-4919-b10b-74ad51ce6c99" providerId="AD" clId="Web-{EC8BD4B2-5CD0-0A06-433C-276177263BC5}" dt="2023-09-05T07:29:49.162" v="0" actId="14100"/>
        <pc:sldMkLst>
          <pc:docMk/>
          <pc:sldMk cId="1178974646" sldId="365"/>
        </pc:sldMkLst>
        <pc:picChg chg="mod">
          <ac:chgData name="Rio Judson" userId="S::rjudson@cavc.ac.uk::34f39feb-f4a6-4919-b10b-74ad51ce6c99" providerId="AD" clId="Web-{EC8BD4B2-5CD0-0A06-433C-276177263BC5}" dt="2023-09-05T07:29:49.162" v="0" actId="14100"/>
          <ac:picMkLst>
            <pc:docMk/>
            <pc:sldMk cId="1178974646" sldId="365"/>
            <ac:picMk id="5" creationId="{7F5B67CC-B827-497E-3775-0E031AC78D81}"/>
          </ac:picMkLst>
        </pc:picChg>
      </pc:sldChg>
    </pc:docChg>
  </pc:docChgLst>
  <pc:docChgLst>
    <pc:chgData name="Maria Gagliardi" userId="S::mgagliardi@cavc.ac.uk::a34cf001-11e0-4665-9809-996318092a94" providerId="AD" clId="Web-{4C475BE2-6410-B388-2004-F46F0D38C775}"/>
    <pc:docChg chg="mod addSld delSld modSld sldOrd modMainMaster setSldSz">
      <pc:chgData name="Maria Gagliardi" userId="S::mgagliardi@cavc.ac.uk::a34cf001-11e0-4665-9809-996318092a94" providerId="AD" clId="Web-{4C475BE2-6410-B388-2004-F46F0D38C775}" dt="2023-08-22T09:39:45.952" v="58" actId="20577"/>
      <pc:docMkLst>
        <pc:docMk/>
      </pc:docMkLst>
      <pc:sldChg chg="modSp">
        <pc:chgData name="Maria Gagliardi" userId="S::mgagliardi@cavc.ac.uk::a34cf001-11e0-4665-9809-996318092a94" providerId="AD" clId="Web-{4C475BE2-6410-B388-2004-F46F0D38C775}" dt="2023-08-22T09:38:11.668" v="47"/>
        <pc:sldMkLst>
          <pc:docMk/>
          <pc:sldMk cId="0" sldId="256"/>
        </pc:sldMkLst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0" sldId="256"/>
            <ac:spMk id="4" creationId="{00000000-0000-0000-0000-000000000000}"/>
          </ac:spMkLst>
        </pc:spChg>
        <pc:picChg chg="mod">
          <ac:chgData name="Maria Gagliardi" userId="S::mgagliardi@cavc.ac.uk::a34cf001-11e0-4665-9809-996318092a94" providerId="AD" clId="Web-{4C475BE2-6410-B388-2004-F46F0D38C775}" dt="2023-08-22T09:38:11.668" v="47"/>
          <ac:picMkLst>
            <pc:docMk/>
            <pc:sldMk cId="0" sldId="256"/>
            <ac:picMk id="5123" creationId="{00000000-0000-0000-0000-000000000000}"/>
          </ac:picMkLst>
        </pc:picChg>
        <pc:picChg chg="mod">
          <ac:chgData name="Maria Gagliardi" userId="S::mgagliardi@cavc.ac.uk::a34cf001-11e0-4665-9809-996318092a94" providerId="AD" clId="Web-{4C475BE2-6410-B388-2004-F46F0D38C775}" dt="2023-08-22T09:38:11.668" v="47"/>
          <ac:picMkLst>
            <pc:docMk/>
            <pc:sldMk cId="0" sldId="256"/>
            <ac:picMk id="5124" creationId="{00000000-0000-0000-0000-000000000000}"/>
          </ac:picMkLst>
        </pc:picChg>
      </pc:sldChg>
      <pc:sldChg chg="modSp">
        <pc:chgData name="Maria Gagliardi" userId="S::mgagliardi@cavc.ac.uk::a34cf001-11e0-4665-9809-996318092a94" providerId="AD" clId="Web-{4C475BE2-6410-B388-2004-F46F0D38C775}" dt="2023-08-22T09:38:11.668" v="47"/>
        <pc:sldMkLst>
          <pc:docMk/>
          <pc:sldMk cId="0" sldId="263"/>
        </pc:sldMkLst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0" sldId="263"/>
            <ac:spMk id="4" creationId="{00000000-0000-0000-0000-000000000000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0" sldId="263"/>
            <ac:spMk id="6" creationId="{00000000-0000-0000-0000-000000000000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0" sldId="263"/>
            <ac:spMk id="10" creationId="{00000000-0000-0000-0000-000000000000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0" sldId="263"/>
            <ac:spMk id="7172" creationId="{00000000-0000-0000-0000-000000000000}"/>
          </ac:spMkLst>
        </pc:spChg>
        <pc:picChg chg="mod">
          <ac:chgData name="Maria Gagliardi" userId="S::mgagliardi@cavc.ac.uk::a34cf001-11e0-4665-9809-996318092a94" providerId="AD" clId="Web-{4C475BE2-6410-B388-2004-F46F0D38C775}" dt="2023-08-22T09:38:11.668" v="47"/>
          <ac:picMkLst>
            <pc:docMk/>
            <pc:sldMk cId="0" sldId="263"/>
            <ac:picMk id="7173" creationId="{00000000-0000-0000-0000-000000000000}"/>
          </ac:picMkLst>
        </pc:picChg>
        <pc:picChg chg="mod">
          <ac:chgData name="Maria Gagliardi" userId="S::mgagliardi@cavc.ac.uk::a34cf001-11e0-4665-9809-996318092a94" providerId="AD" clId="Web-{4C475BE2-6410-B388-2004-F46F0D38C775}" dt="2023-08-22T09:38:11.668" v="47"/>
          <ac:picMkLst>
            <pc:docMk/>
            <pc:sldMk cId="0" sldId="263"/>
            <ac:picMk id="7174" creationId="{00000000-0000-0000-0000-000000000000}"/>
          </ac:picMkLst>
        </pc:picChg>
        <pc:picChg chg="mod">
          <ac:chgData name="Maria Gagliardi" userId="S::mgagliardi@cavc.ac.uk::a34cf001-11e0-4665-9809-996318092a94" providerId="AD" clId="Web-{4C475BE2-6410-B388-2004-F46F0D38C775}" dt="2023-08-22T09:38:11.668" v="47"/>
          <ac:picMkLst>
            <pc:docMk/>
            <pc:sldMk cId="0" sldId="263"/>
            <ac:picMk id="7175" creationId="{00000000-0000-0000-0000-000000000000}"/>
          </ac:picMkLst>
        </pc:picChg>
      </pc:sldChg>
      <pc:sldChg chg="modSp">
        <pc:chgData name="Maria Gagliardi" userId="S::mgagliardi@cavc.ac.uk::a34cf001-11e0-4665-9809-996318092a94" providerId="AD" clId="Web-{4C475BE2-6410-B388-2004-F46F0D38C775}" dt="2023-08-22T09:38:11.668" v="47"/>
        <pc:sldMkLst>
          <pc:docMk/>
          <pc:sldMk cId="0" sldId="302"/>
        </pc:sldMkLst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0" sldId="302"/>
            <ac:spMk id="4" creationId="{00000000-0000-0000-0000-000000000000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0" sldId="302"/>
            <ac:spMk id="10243" creationId="{00000000-0000-0000-0000-000000000000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0" sldId="302"/>
            <ac:spMk id="18442" creationId="{00000000-0000-0000-0000-000000000000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0" sldId="302"/>
            <ac:spMk id="18443" creationId="{00000000-0000-0000-0000-000000000000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0" sldId="302"/>
            <ac:spMk id="18444" creationId="{00000000-0000-0000-0000-000000000000}"/>
          </ac:spMkLst>
        </pc:spChg>
        <pc:grpChg chg="mod">
          <ac:chgData name="Maria Gagliardi" userId="S::mgagliardi@cavc.ac.uk::a34cf001-11e0-4665-9809-996318092a94" providerId="AD" clId="Web-{4C475BE2-6410-B388-2004-F46F0D38C775}" dt="2023-08-22T09:38:11.668" v="47"/>
          <ac:grpSpMkLst>
            <pc:docMk/>
            <pc:sldMk cId="0" sldId="302"/>
            <ac:grpSpMk id="2" creationId="{00000000-0000-0000-0000-000000000000}"/>
          </ac:grpSpMkLst>
        </pc:grpChg>
        <pc:picChg chg="mod">
          <ac:chgData name="Maria Gagliardi" userId="S::mgagliardi@cavc.ac.uk::a34cf001-11e0-4665-9809-996318092a94" providerId="AD" clId="Web-{4C475BE2-6410-B388-2004-F46F0D38C775}" dt="2023-08-22T09:38:11.668" v="47"/>
          <ac:picMkLst>
            <pc:docMk/>
            <pc:sldMk cId="0" sldId="302"/>
            <ac:picMk id="10244" creationId="{00000000-0000-0000-0000-000000000000}"/>
          </ac:picMkLst>
        </pc:picChg>
        <pc:picChg chg="mod">
          <ac:chgData name="Maria Gagliardi" userId="S::mgagliardi@cavc.ac.uk::a34cf001-11e0-4665-9809-996318092a94" providerId="AD" clId="Web-{4C475BE2-6410-B388-2004-F46F0D38C775}" dt="2023-08-22T09:38:11.668" v="47"/>
          <ac:picMkLst>
            <pc:docMk/>
            <pc:sldMk cId="0" sldId="302"/>
            <ac:picMk id="10245" creationId="{00000000-0000-0000-0000-000000000000}"/>
          </ac:picMkLst>
        </pc:picChg>
      </pc:sldChg>
      <pc:sldChg chg="modSp">
        <pc:chgData name="Maria Gagliardi" userId="S::mgagliardi@cavc.ac.uk::a34cf001-11e0-4665-9809-996318092a94" providerId="AD" clId="Web-{4C475BE2-6410-B388-2004-F46F0D38C775}" dt="2023-08-22T09:38:11.668" v="47"/>
        <pc:sldMkLst>
          <pc:docMk/>
          <pc:sldMk cId="0" sldId="352"/>
        </pc:sldMkLst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0" sldId="352"/>
            <ac:spMk id="4" creationId="{00000000-0000-0000-0000-000000000000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0" sldId="352"/>
            <ac:spMk id="6" creationId="{00000000-0000-0000-0000-000000000000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0" sldId="352"/>
            <ac:spMk id="10" creationId="{00000000-0000-0000-0000-000000000000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0" sldId="352"/>
            <ac:spMk id="11268" creationId="{00000000-0000-0000-0000-000000000000}"/>
          </ac:spMkLst>
        </pc:spChg>
        <pc:picChg chg="mod">
          <ac:chgData name="Maria Gagliardi" userId="S::mgagliardi@cavc.ac.uk::a34cf001-11e0-4665-9809-996318092a94" providerId="AD" clId="Web-{4C475BE2-6410-B388-2004-F46F0D38C775}" dt="2023-08-22T09:38:11.668" v="47"/>
          <ac:picMkLst>
            <pc:docMk/>
            <pc:sldMk cId="0" sldId="352"/>
            <ac:picMk id="11269" creationId="{00000000-0000-0000-0000-000000000000}"/>
          </ac:picMkLst>
        </pc:picChg>
        <pc:picChg chg="mod">
          <ac:chgData name="Maria Gagliardi" userId="S::mgagliardi@cavc.ac.uk::a34cf001-11e0-4665-9809-996318092a94" providerId="AD" clId="Web-{4C475BE2-6410-B388-2004-F46F0D38C775}" dt="2023-08-22T09:38:11.668" v="47"/>
          <ac:picMkLst>
            <pc:docMk/>
            <pc:sldMk cId="0" sldId="352"/>
            <ac:picMk id="11270" creationId="{00000000-0000-0000-0000-000000000000}"/>
          </ac:picMkLst>
        </pc:picChg>
      </pc:sldChg>
      <pc:sldChg chg="modSp">
        <pc:chgData name="Maria Gagliardi" userId="S::mgagliardi@cavc.ac.uk::a34cf001-11e0-4665-9809-996318092a94" providerId="AD" clId="Web-{4C475BE2-6410-B388-2004-F46F0D38C775}" dt="2023-08-22T09:38:11.668" v="47"/>
        <pc:sldMkLst>
          <pc:docMk/>
          <pc:sldMk cId="0" sldId="353"/>
        </pc:sldMkLst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0" sldId="353"/>
            <ac:spMk id="4" creationId="{00000000-0000-0000-0000-000000000000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0" sldId="353"/>
            <ac:spMk id="6" creationId="{00000000-0000-0000-0000-000000000000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0" sldId="353"/>
            <ac:spMk id="10" creationId="{00000000-0000-0000-0000-000000000000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0" sldId="353"/>
            <ac:spMk id="12292" creationId="{00000000-0000-0000-0000-000000000000}"/>
          </ac:spMkLst>
        </pc:spChg>
        <pc:picChg chg="mod">
          <ac:chgData name="Maria Gagliardi" userId="S::mgagliardi@cavc.ac.uk::a34cf001-11e0-4665-9809-996318092a94" providerId="AD" clId="Web-{4C475BE2-6410-B388-2004-F46F0D38C775}" dt="2023-08-22T09:38:11.668" v="47"/>
          <ac:picMkLst>
            <pc:docMk/>
            <pc:sldMk cId="0" sldId="353"/>
            <ac:picMk id="12293" creationId="{00000000-0000-0000-0000-000000000000}"/>
          </ac:picMkLst>
        </pc:picChg>
        <pc:picChg chg="mod">
          <ac:chgData name="Maria Gagliardi" userId="S::mgagliardi@cavc.ac.uk::a34cf001-11e0-4665-9809-996318092a94" providerId="AD" clId="Web-{4C475BE2-6410-B388-2004-F46F0D38C775}" dt="2023-08-22T09:38:11.668" v="47"/>
          <ac:picMkLst>
            <pc:docMk/>
            <pc:sldMk cId="0" sldId="353"/>
            <ac:picMk id="12294" creationId="{00000000-0000-0000-0000-000000000000}"/>
          </ac:picMkLst>
        </pc:picChg>
      </pc:sldChg>
      <pc:sldChg chg="modSp">
        <pc:chgData name="Maria Gagliardi" userId="S::mgagliardi@cavc.ac.uk::a34cf001-11e0-4665-9809-996318092a94" providerId="AD" clId="Web-{4C475BE2-6410-B388-2004-F46F0D38C775}" dt="2023-08-22T09:38:11.668" v="47"/>
        <pc:sldMkLst>
          <pc:docMk/>
          <pc:sldMk cId="0" sldId="361"/>
        </pc:sldMkLst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0" sldId="361"/>
            <ac:spMk id="4" creationId="{00000000-0000-0000-0000-000000000000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0" sldId="361"/>
            <ac:spMk id="6" creationId="{00000000-0000-0000-0000-000000000000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0" sldId="361"/>
            <ac:spMk id="10" creationId="{00000000-0000-0000-0000-000000000000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0" sldId="361"/>
            <ac:spMk id="24580" creationId="{00000000-0000-0000-0000-000000000000}"/>
          </ac:spMkLst>
        </pc:spChg>
        <pc:picChg chg="mod">
          <ac:chgData name="Maria Gagliardi" userId="S::mgagliardi@cavc.ac.uk::a34cf001-11e0-4665-9809-996318092a94" providerId="AD" clId="Web-{4C475BE2-6410-B388-2004-F46F0D38C775}" dt="2023-08-22T09:38:11.668" v="47"/>
          <ac:picMkLst>
            <pc:docMk/>
            <pc:sldMk cId="0" sldId="361"/>
            <ac:picMk id="24581" creationId="{00000000-0000-0000-0000-000000000000}"/>
          </ac:picMkLst>
        </pc:picChg>
        <pc:picChg chg="mod">
          <ac:chgData name="Maria Gagliardi" userId="S::mgagliardi@cavc.ac.uk::a34cf001-11e0-4665-9809-996318092a94" providerId="AD" clId="Web-{4C475BE2-6410-B388-2004-F46F0D38C775}" dt="2023-08-22T09:38:11.668" v="47"/>
          <ac:picMkLst>
            <pc:docMk/>
            <pc:sldMk cId="0" sldId="361"/>
            <ac:picMk id="24582" creationId="{00000000-0000-0000-0000-000000000000}"/>
          </ac:picMkLst>
        </pc:picChg>
        <pc:picChg chg="mod">
          <ac:chgData name="Maria Gagliardi" userId="S::mgagliardi@cavc.ac.uk::a34cf001-11e0-4665-9809-996318092a94" providerId="AD" clId="Web-{4C475BE2-6410-B388-2004-F46F0D38C775}" dt="2023-08-22T09:38:11.668" v="47"/>
          <ac:picMkLst>
            <pc:docMk/>
            <pc:sldMk cId="0" sldId="361"/>
            <ac:picMk id="24584" creationId="{00000000-0000-0000-0000-000000000000}"/>
          </ac:picMkLst>
        </pc:picChg>
      </pc:sldChg>
      <pc:sldChg chg="modSp">
        <pc:chgData name="Maria Gagliardi" userId="S::mgagliardi@cavc.ac.uk::a34cf001-11e0-4665-9809-996318092a94" providerId="AD" clId="Web-{4C475BE2-6410-B388-2004-F46F0D38C775}" dt="2023-08-22T09:38:11.668" v="47"/>
        <pc:sldMkLst>
          <pc:docMk/>
          <pc:sldMk cId="1886592930" sldId="362"/>
        </pc:sldMkLst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1886592930" sldId="362"/>
            <ac:spMk id="4" creationId="{00000000-0000-0000-0000-000000000000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1886592930" sldId="362"/>
            <ac:spMk id="6" creationId="{00000000-0000-0000-0000-000000000000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1886592930" sldId="362"/>
            <ac:spMk id="10" creationId="{00000000-0000-0000-0000-000000000000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1886592930" sldId="362"/>
            <ac:spMk id="7172" creationId="{00000000-0000-0000-0000-000000000000}"/>
          </ac:spMkLst>
        </pc:spChg>
        <pc:picChg chg="mod">
          <ac:chgData name="Maria Gagliardi" userId="S::mgagliardi@cavc.ac.uk::a34cf001-11e0-4665-9809-996318092a94" providerId="AD" clId="Web-{4C475BE2-6410-B388-2004-F46F0D38C775}" dt="2023-08-22T09:38:11.668" v="47"/>
          <ac:picMkLst>
            <pc:docMk/>
            <pc:sldMk cId="1886592930" sldId="362"/>
            <ac:picMk id="7173" creationId="{00000000-0000-0000-0000-000000000000}"/>
          </ac:picMkLst>
        </pc:picChg>
        <pc:picChg chg="mod">
          <ac:chgData name="Maria Gagliardi" userId="S::mgagliardi@cavc.ac.uk::a34cf001-11e0-4665-9809-996318092a94" providerId="AD" clId="Web-{4C475BE2-6410-B388-2004-F46F0D38C775}" dt="2023-08-22T09:38:11.668" v="47"/>
          <ac:picMkLst>
            <pc:docMk/>
            <pc:sldMk cId="1886592930" sldId="362"/>
            <ac:picMk id="7174" creationId="{00000000-0000-0000-0000-000000000000}"/>
          </ac:picMkLst>
        </pc:picChg>
        <pc:picChg chg="mod">
          <ac:chgData name="Maria Gagliardi" userId="S::mgagliardi@cavc.ac.uk::a34cf001-11e0-4665-9809-996318092a94" providerId="AD" clId="Web-{4C475BE2-6410-B388-2004-F46F0D38C775}" dt="2023-08-22T09:38:11.668" v="47"/>
          <ac:picMkLst>
            <pc:docMk/>
            <pc:sldMk cId="1886592930" sldId="362"/>
            <ac:picMk id="7175" creationId="{00000000-0000-0000-0000-000000000000}"/>
          </ac:picMkLst>
        </pc:picChg>
      </pc:sldChg>
      <pc:sldChg chg="new del ord">
        <pc:chgData name="Maria Gagliardi" userId="S::mgagliardi@cavc.ac.uk::a34cf001-11e0-4665-9809-996318092a94" providerId="AD" clId="Web-{4C475BE2-6410-B388-2004-F46F0D38C775}" dt="2023-08-22T09:33:00.423" v="2"/>
        <pc:sldMkLst>
          <pc:docMk/>
          <pc:sldMk cId="1762223530" sldId="363"/>
        </pc:sldMkLst>
      </pc:sldChg>
      <pc:sldChg chg="addSp delSp modSp new ord">
        <pc:chgData name="Maria Gagliardi" userId="S::mgagliardi@cavc.ac.uk::a34cf001-11e0-4665-9809-996318092a94" providerId="AD" clId="Web-{4C475BE2-6410-B388-2004-F46F0D38C775}" dt="2023-08-22T09:38:11.668" v="47"/>
        <pc:sldMkLst>
          <pc:docMk/>
          <pc:sldMk cId="3670139272" sldId="363"/>
        </pc:sldMkLst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3670139272" sldId="363"/>
            <ac:spMk id="2" creationId="{9209DB71-0AB8-1308-11AB-096659C05DAC}"/>
          </ac:spMkLst>
        </pc:spChg>
        <pc:picChg chg="add mod">
          <ac:chgData name="Maria Gagliardi" userId="S::mgagliardi@cavc.ac.uk::a34cf001-11e0-4665-9809-996318092a94" providerId="AD" clId="Web-{4C475BE2-6410-B388-2004-F46F0D38C775}" dt="2023-08-22T09:38:11.668" v="47"/>
          <ac:picMkLst>
            <pc:docMk/>
            <pc:sldMk cId="3670139272" sldId="363"/>
            <ac:picMk id="3" creationId="{A216E3FB-2C15-4B64-53E2-88238191B574}"/>
          </ac:picMkLst>
        </pc:picChg>
        <pc:picChg chg="add del mod">
          <ac:chgData name="Maria Gagliardi" userId="S::mgagliardi@cavc.ac.uk::a34cf001-11e0-4665-9809-996318092a94" providerId="AD" clId="Web-{4C475BE2-6410-B388-2004-F46F0D38C775}" dt="2023-08-22T09:34:56.724" v="21"/>
          <ac:picMkLst>
            <pc:docMk/>
            <pc:sldMk cId="3670139272" sldId="363"/>
            <ac:picMk id="4" creationId="{27D0F812-5746-F55E-253F-B701DB6C34DA}"/>
          </ac:picMkLst>
        </pc:picChg>
        <pc:picChg chg="add del mod">
          <ac:chgData name="Maria Gagliardi" userId="S::mgagliardi@cavc.ac.uk::a34cf001-11e0-4665-9809-996318092a94" providerId="AD" clId="Web-{4C475BE2-6410-B388-2004-F46F0D38C775}" dt="2023-08-22T09:36:19.883" v="27"/>
          <ac:picMkLst>
            <pc:docMk/>
            <pc:sldMk cId="3670139272" sldId="363"/>
            <ac:picMk id="5" creationId="{A934E865-2108-984F-8D29-E736A81F410B}"/>
          </ac:picMkLst>
        </pc:picChg>
        <pc:picChg chg="add del mod">
          <ac:chgData name="Maria Gagliardi" userId="S::mgagliardi@cavc.ac.uk::a34cf001-11e0-4665-9809-996318092a94" providerId="AD" clId="Web-{4C475BE2-6410-B388-2004-F46F0D38C775}" dt="2023-08-22T09:36:25.180" v="29"/>
          <ac:picMkLst>
            <pc:docMk/>
            <pc:sldMk cId="3670139272" sldId="363"/>
            <ac:picMk id="6" creationId="{DB117E20-B0A3-B2AE-2A8E-E080FC6CE9A7}"/>
          </ac:picMkLst>
        </pc:picChg>
      </pc:sldChg>
      <pc:sldChg chg="addSp modSp new del">
        <pc:chgData name="Maria Gagliardi" userId="S::mgagliardi@cavc.ac.uk::a34cf001-11e0-4665-9809-996318092a94" providerId="AD" clId="Web-{4C475BE2-6410-B388-2004-F46F0D38C775}" dt="2023-08-22T09:35:34.147" v="25"/>
        <pc:sldMkLst>
          <pc:docMk/>
          <pc:sldMk cId="716452086" sldId="364"/>
        </pc:sldMkLst>
        <pc:picChg chg="add mod">
          <ac:chgData name="Maria Gagliardi" userId="S::mgagliardi@cavc.ac.uk::a34cf001-11e0-4665-9809-996318092a94" providerId="AD" clId="Web-{4C475BE2-6410-B388-2004-F46F0D38C775}" dt="2023-08-22T09:35:27.068" v="24" actId="14100"/>
          <ac:picMkLst>
            <pc:docMk/>
            <pc:sldMk cId="716452086" sldId="364"/>
            <ac:picMk id="3" creationId="{DED61982-412F-31EC-4FAF-70723F7C4308}"/>
          </ac:picMkLst>
        </pc:picChg>
      </pc:sldChg>
      <pc:sldChg chg="modSp new">
        <pc:chgData name="Maria Gagliardi" userId="S::mgagliardi@cavc.ac.uk::a34cf001-11e0-4665-9809-996318092a94" providerId="AD" clId="Web-{4C475BE2-6410-B388-2004-F46F0D38C775}" dt="2023-08-22T09:39:45.952" v="58" actId="20577"/>
        <pc:sldMkLst>
          <pc:docMk/>
          <pc:sldMk cId="1633951685" sldId="364"/>
        </pc:sldMkLst>
        <pc:spChg chg="mod">
          <ac:chgData name="Maria Gagliardi" userId="S::mgagliardi@cavc.ac.uk::a34cf001-11e0-4665-9809-996318092a94" providerId="AD" clId="Web-{4C475BE2-6410-B388-2004-F46F0D38C775}" dt="2023-08-22T09:39:26.498" v="56" actId="20577"/>
          <ac:spMkLst>
            <pc:docMk/>
            <pc:sldMk cId="1633951685" sldId="364"/>
            <ac:spMk id="2" creationId="{CB4F18DE-D38F-5579-C765-9171793EB0DC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9:45.952" v="58" actId="20577"/>
          <ac:spMkLst>
            <pc:docMk/>
            <pc:sldMk cId="1633951685" sldId="364"/>
            <ac:spMk id="3" creationId="{23FFAB6A-1FCB-3F2D-6F2B-7435D217568F}"/>
          </ac:spMkLst>
        </pc:spChg>
      </pc:sldChg>
      <pc:sldChg chg="modSp new del">
        <pc:chgData name="Maria Gagliardi" userId="S::mgagliardi@cavc.ac.uk::a34cf001-11e0-4665-9809-996318092a94" providerId="AD" clId="Web-{4C475BE2-6410-B388-2004-F46F0D38C775}" dt="2023-08-22T09:37:28.119" v="33"/>
        <pc:sldMkLst>
          <pc:docMk/>
          <pc:sldMk cId="1759781774" sldId="364"/>
        </pc:sldMkLst>
        <pc:spChg chg="mod">
          <ac:chgData name="Maria Gagliardi" userId="S::mgagliardi@cavc.ac.uk::a34cf001-11e0-4665-9809-996318092a94" providerId="AD" clId="Web-{4C475BE2-6410-B388-2004-F46F0D38C775}" dt="2023-08-22T09:37:22.838" v="32" actId="20577"/>
          <ac:spMkLst>
            <pc:docMk/>
            <pc:sldMk cId="1759781774" sldId="364"/>
            <ac:spMk id="2" creationId="{BAB22BF3-3869-22D3-10F9-461906325EAC}"/>
          </ac:spMkLst>
        </pc:spChg>
      </pc:sldChg>
      <pc:sldChg chg="addSp modSp new del">
        <pc:chgData name="Maria Gagliardi" userId="S::mgagliardi@cavc.ac.uk::a34cf001-11e0-4665-9809-996318092a94" providerId="AD" clId="Web-{4C475BE2-6410-B388-2004-F46F0D38C775}" dt="2023-08-22T09:37:43.432" v="39"/>
        <pc:sldMkLst>
          <pc:docMk/>
          <pc:sldMk cId="2573315621" sldId="364"/>
        </pc:sldMkLst>
        <pc:spChg chg="add mod">
          <ac:chgData name="Maria Gagliardi" userId="S::mgagliardi@cavc.ac.uk::a34cf001-11e0-4665-9809-996318092a94" providerId="AD" clId="Web-{4C475BE2-6410-B388-2004-F46F0D38C775}" dt="2023-08-22T09:37:40.807" v="38" actId="20577"/>
          <ac:spMkLst>
            <pc:docMk/>
            <pc:sldMk cId="2573315621" sldId="364"/>
            <ac:spMk id="2" creationId="{3267006B-F60C-9D0C-1538-75CC5763B0DF}"/>
          </ac:spMkLst>
        </pc:spChg>
      </pc:sldChg>
      <pc:sldChg chg="new del">
        <pc:chgData name="Maria Gagliardi" userId="S::mgagliardi@cavc.ac.uk::a34cf001-11e0-4665-9809-996318092a94" providerId="AD" clId="Web-{4C475BE2-6410-B388-2004-F46F0D38C775}" dt="2023-08-22T09:34:45.051" v="19"/>
        <pc:sldMkLst>
          <pc:docMk/>
          <pc:sldMk cId="2866872556" sldId="364"/>
        </pc:sldMkLst>
      </pc:sldChg>
      <pc:sldMasterChg chg="modSp modSldLayout">
        <pc:chgData name="Maria Gagliardi" userId="S::mgagliardi@cavc.ac.uk::a34cf001-11e0-4665-9809-996318092a94" providerId="AD" clId="Web-{4C475BE2-6410-B388-2004-F46F0D38C775}" dt="2023-08-22T09:38:11.668" v="47"/>
        <pc:sldMasterMkLst>
          <pc:docMk/>
          <pc:sldMasterMk cId="0" sldId="2147484198"/>
        </pc:sldMasterMkLst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asterMk cId="0" sldId="2147484198"/>
            <ac:spMk id="5" creationId="{00000000-0000-0000-0000-000000000000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asterMk cId="0" sldId="2147484198"/>
            <ac:spMk id="10" creationId="{00000000-0000-0000-0000-000000000000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asterMk cId="0" sldId="2147484198"/>
            <ac:spMk id="22" creationId="{00000000-0000-0000-0000-000000000000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asterMk cId="0" sldId="2147484198"/>
            <ac:spMk id="24" creationId="{00000000-0000-0000-0000-000000000000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asterMk cId="0" sldId="2147484198"/>
            <ac:spMk id="1026" creationId="{00000000-0000-0000-0000-000000000000}"/>
          </ac:spMkLst>
        </pc:spChg>
        <pc:sldLayoutChg chg="modSp">
          <pc:chgData name="Maria Gagliardi" userId="S::mgagliardi@cavc.ac.uk::a34cf001-11e0-4665-9809-996318092a94" providerId="AD" clId="Web-{4C475BE2-6410-B388-2004-F46F0D38C775}" dt="2023-08-22T09:38:11.668" v="47"/>
          <pc:sldLayoutMkLst>
            <pc:docMk/>
            <pc:sldMasterMk cId="0" sldId="2147484198"/>
            <pc:sldLayoutMk cId="0" sldId="2147484229"/>
          </pc:sldLayoutMkLst>
          <pc:spChg chg="mod">
            <ac:chgData name="Maria Gagliardi" userId="S::mgagliardi@cavc.ac.uk::a34cf001-11e0-4665-9809-996318092a94" providerId="AD" clId="Web-{4C475BE2-6410-B388-2004-F46F0D38C775}" dt="2023-08-22T09:38:11.668" v="47"/>
            <ac:spMkLst>
              <pc:docMk/>
              <pc:sldMasterMk cId="0" sldId="2147484198"/>
              <pc:sldLayoutMk cId="0" sldId="2147484229"/>
              <ac:spMk id="9" creationId="{00000000-0000-0000-0000-000000000000}"/>
            </ac:spMkLst>
          </pc:spChg>
        </pc:sldLayoutChg>
        <pc:sldLayoutChg chg="modSp">
          <pc:chgData name="Maria Gagliardi" userId="S::mgagliardi@cavc.ac.uk::a34cf001-11e0-4665-9809-996318092a94" providerId="AD" clId="Web-{4C475BE2-6410-B388-2004-F46F0D38C775}" dt="2023-08-22T09:38:11.668" v="47"/>
          <pc:sldLayoutMkLst>
            <pc:docMk/>
            <pc:sldMasterMk cId="0" sldId="2147484198"/>
            <pc:sldLayoutMk cId="0" sldId="2147484230"/>
          </pc:sldLayoutMkLst>
          <pc:spChg chg="mod">
            <ac:chgData name="Maria Gagliardi" userId="S::mgagliardi@cavc.ac.uk::a34cf001-11e0-4665-9809-996318092a94" providerId="AD" clId="Web-{4C475BE2-6410-B388-2004-F46F0D38C775}" dt="2023-08-22T09:38:11.668" v="47"/>
            <ac:spMkLst>
              <pc:docMk/>
              <pc:sldMasterMk cId="0" sldId="2147484198"/>
              <pc:sldLayoutMk cId="0" sldId="2147484230"/>
              <ac:spMk id="11" creationId="{00000000-0000-0000-0000-000000000000}"/>
            </ac:spMkLst>
          </pc:spChg>
          <pc:spChg chg="mod">
            <ac:chgData name="Maria Gagliardi" userId="S::mgagliardi@cavc.ac.uk::a34cf001-11e0-4665-9809-996318092a94" providerId="AD" clId="Web-{4C475BE2-6410-B388-2004-F46F0D38C775}" dt="2023-08-22T09:38:11.668" v="47"/>
            <ac:spMkLst>
              <pc:docMk/>
              <pc:sldMasterMk cId="0" sldId="2147484198"/>
              <pc:sldLayoutMk cId="0" sldId="2147484230"/>
              <ac:spMk id="13" creationId="{00000000-0000-0000-0000-000000000000}"/>
            </ac:spMkLst>
          </pc:spChg>
        </pc:sldLayoutChg>
        <pc:sldLayoutChg chg="modSp">
          <pc:chgData name="Maria Gagliardi" userId="S::mgagliardi@cavc.ac.uk::a34cf001-11e0-4665-9809-996318092a94" providerId="AD" clId="Web-{4C475BE2-6410-B388-2004-F46F0D38C775}" dt="2023-08-22T09:38:11.668" v="47"/>
          <pc:sldLayoutMkLst>
            <pc:docMk/>
            <pc:sldMasterMk cId="0" sldId="2147484198"/>
            <pc:sldLayoutMk cId="0" sldId="2147484233"/>
          </pc:sldLayoutMkLst>
          <pc:spChg chg="mod">
            <ac:chgData name="Maria Gagliardi" userId="S::mgagliardi@cavc.ac.uk::a34cf001-11e0-4665-9809-996318092a94" providerId="AD" clId="Web-{4C475BE2-6410-B388-2004-F46F0D38C775}" dt="2023-08-22T09:38:11.668" v="47"/>
            <ac:spMkLst>
              <pc:docMk/>
              <pc:sldMasterMk cId="0" sldId="2147484198"/>
              <pc:sldLayoutMk cId="0" sldId="2147484233"/>
              <ac:spMk id="3" creationId="{00000000-0000-0000-0000-000000000000}"/>
            </ac:spMkLst>
          </pc:spChg>
          <pc:spChg chg="mod">
            <ac:chgData name="Maria Gagliardi" userId="S::mgagliardi@cavc.ac.uk::a34cf001-11e0-4665-9809-996318092a94" providerId="AD" clId="Web-{4C475BE2-6410-B388-2004-F46F0D38C775}" dt="2023-08-22T09:38:11.668" v="47"/>
            <ac:spMkLst>
              <pc:docMk/>
              <pc:sldMasterMk cId="0" sldId="2147484198"/>
              <pc:sldLayoutMk cId="0" sldId="2147484233"/>
              <ac:spMk id="29" creationId="{00000000-0000-0000-0000-000000000000}"/>
            </ac:spMkLst>
          </pc:spChg>
          <pc:spChg chg="mod">
            <ac:chgData name="Maria Gagliardi" userId="S::mgagliardi@cavc.ac.uk::a34cf001-11e0-4665-9809-996318092a94" providerId="AD" clId="Web-{4C475BE2-6410-B388-2004-F46F0D38C775}" dt="2023-08-22T09:38:11.668" v="47"/>
            <ac:spMkLst>
              <pc:docMk/>
              <pc:sldMasterMk cId="0" sldId="2147484198"/>
              <pc:sldLayoutMk cId="0" sldId="2147484233"/>
              <ac:spMk id="31" creationId="{00000000-0000-0000-0000-000000000000}"/>
            </ac:spMkLst>
          </pc:spChg>
        </pc:sldLayoutChg>
        <pc:sldLayoutChg chg="modSp">
          <pc:chgData name="Maria Gagliardi" userId="S::mgagliardi@cavc.ac.uk::a34cf001-11e0-4665-9809-996318092a94" providerId="AD" clId="Web-{4C475BE2-6410-B388-2004-F46F0D38C775}" dt="2023-08-22T09:38:11.668" v="47"/>
          <pc:sldLayoutMkLst>
            <pc:docMk/>
            <pc:sldMasterMk cId="0" sldId="2147484198"/>
            <pc:sldLayoutMk cId="0" sldId="2147484234"/>
          </pc:sldLayoutMkLst>
          <pc:spChg chg="mod">
            <ac:chgData name="Maria Gagliardi" userId="S::mgagliardi@cavc.ac.uk::a34cf001-11e0-4665-9809-996318092a94" providerId="AD" clId="Web-{4C475BE2-6410-B388-2004-F46F0D38C775}" dt="2023-08-22T09:38:11.668" v="47"/>
            <ac:spMkLst>
              <pc:docMk/>
              <pc:sldMasterMk cId="0" sldId="2147484198"/>
              <pc:sldLayoutMk cId="0" sldId="2147484234"/>
              <ac:spMk id="2" creationId="{00000000-0000-0000-0000-000000000000}"/>
            </ac:spMkLst>
          </pc:spChg>
          <pc:spChg chg="mod">
            <ac:chgData name="Maria Gagliardi" userId="S::mgagliardi@cavc.ac.uk::a34cf001-11e0-4665-9809-996318092a94" providerId="AD" clId="Web-{4C475BE2-6410-B388-2004-F46F0D38C775}" dt="2023-08-22T09:38:11.668" v="47"/>
            <ac:spMkLst>
              <pc:docMk/>
              <pc:sldMasterMk cId="0" sldId="2147484198"/>
              <pc:sldLayoutMk cId="0" sldId="2147484234"/>
              <ac:spMk id="3" creationId="{00000000-0000-0000-0000-000000000000}"/>
            </ac:spMkLst>
          </pc:spChg>
          <pc:spChg chg="mod">
            <ac:chgData name="Maria Gagliardi" userId="S::mgagliardi@cavc.ac.uk::a34cf001-11e0-4665-9809-996318092a94" providerId="AD" clId="Web-{4C475BE2-6410-B388-2004-F46F0D38C775}" dt="2023-08-22T09:38:11.668" v="47"/>
            <ac:spMkLst>
              <pc:docMk/>
              <pc:sldMasterMk cId="0" sldId="2147484198"/>
              <pc:sldLayoutMk cId="0" sldId="2147484234"/>
              <ac:spMk id="4" creationId="{00000000-0000-0000-0000-000000000000}"/>
            </ac:spMkLst>
          </pc:spChg>
        </pc:sldLayoutChg>
        <pc:sldLayoutChg chg="modSp">
          <pc:chgData name="Maria Gagliardi" userId="S::mgagliardi@cavc.ac.uk::a34cf001-11e0-4665-9809-996318092a94" providerId="AD" clId="Web-{4C475BE2-6410-B388-2004-F46F0D38C775}" dt="2023-08-22T09:38:11.668" v="47"/>
          <pc:sldLayoutMkLst>
            <pc:docMk/>
            <pc:sldMasterMk cId="0" sldId="2147484198"/>
            <pc:sldLayoutMk cId="0" sldId="2147484236"/>
          </pc:sldLayoutMkLst>
          <pc:spChg chg="mod">
            <ac:chgData name="Maria Gagliardi" userId="S::mgagliardi@cavc.ac.uk::a34cf001-11e0-4665-9809-996318092a94" providerId="AD" clId="Web-{4C475BE2-6410-B388-2004-F46F0D38C775}" dt="2023-08-22T09:38:11.668" v="47"/>
            <ac:spMkLst>
              <pc:docMk/>
              <pc:sldMasterMk cId="0" sldId="2147484198"/>
              <pc:sldLayoutMk cId="0" sldId="2147484236"/>
              <ac:spMk id="2" creationId="{00000000-0000-0000-0000-000000000000}"/>
            </ac:spMkLst>
          </pc:spChg>
          <pc:spChg chg="mod">
            <ac:chgData name="Maria Gagliardi" userId="S::mgagliardi@cavc.ac.uk::a34cf001-11e0-4665-9809-996318092a94" providerId="AD" clId="Web-{4C475BE2-6410-B388-2004-F46F0D38C775}" dt="2023-08-22T09:38:11.668" v="47"/>
            <ac:spMkLst>
              <pc:docMk/>
              <pc:sldMasterMk cId="0" sldId="2147484198"/>
              <pc:sldLayoutMk cId="0" sldId="2147484236"/>
              <ac:spMk id="3" creationId="{00000000-0000-0000-0000-000000000000}"/>
            </ac:spMkLst>
          </pc:spChg>
        </pc:sldLayoutChg>
        <pc:sldLayoutChg chg="modSp">
          <pc:chgData name="Maria Gagliardi" userId="S::mgagliardi@cavc.ac.uk::a34cf001-11e0-4665-9809-996318092a94" providerId="AD" clId="Web-{4C475BE2-6410-B388-2004-F46F0D38C775}" dt="2023-08-22T09:38:11.668" v="47"/>
          <pc:sldLayoutMkLst>
            <pc:docMk/>
            <pc:sldMasterMk cId="0" sldId="2147484198"/>
            <pc:sldLayoutMk cId="0" sldId="2147484237"/>
          </pc:sldLayoutMkLst>
          <pc:spChg chg="mod">
            <ac:chgData name="Maria Gagliardi" userId="S::mgagliardi@cavc.ac.uk::a34cf001-11e0-4665-9809-996318092a94" providerId="AD" clId="Web-{4C475BE2-6410-B388-2004-F46F0D38C775}" dt="2023-08-22T09:38:11.668" v="47"/>
            <ac:spMkLst>
              <pc:docMk/>
              <pc:sldMasterMk cId="0" sldId="2147484198"/>
              <pc:sldLayoutMk cId="0" sldId="2147484237"/>
              <ac:spMk id="6" creationId="{00000000-0000-0000-0000-000000000000}"/>
            </ac:spMkLst>
          </pc:spChg>
          <pc:spChg chg="mod">
            <ac:chgData name="Maria Gagliardi" userId="S::mgagliardi@cavc.ac.uk::a34cf001-11e0-4665-9809-996318092a94" providerId="AD" clId="Web-{4C475BE2-6410-B388-2004-F46F0D38C775}" dt="2023-08-22T09:38:11.668" v="47"/>
            <ac:spMkLst>
              <pc:docMk/>
              <pc:sldMasterMk cId="0" sldId="2147484198"/>
              <pc:sldLayoutMk cId="0" sldId="2147484237"/>
              <ac:spMk id="9" creationId="{00000000-0000-0000-0000-000000000000}"/>
            </ac:spMkLst>
          </pc:spChg>
          <pc:spChg chg="mod">
            <ac:chgData name="Maria Gagliardi" userId="S::mgagliardi@cavc.ac.uk::a34cf001-11e0-4665-9809-996318092a94" providerId="AD" clId="Web-{4C475BE2-6410-B388-2004-F46F0D38C775}" dt="2023-08-22T09:38:11.668" v="47"/>
            <ac:spMkLst>
              <pc:docMk/>
              <pc:sldMasterMk cId="0" sldId="2147484198"/>
              <pc:sldLayoutMk cId="0" sldId="2147484237"/>
              <ac:spMk id="28" creationId="{00000000-0000-0000-0000-000000000000}"/>
            </ac:spMkLst>
          </pc:spChg>
          <pc:cxnChg chg="mod">
            <ac:chgData name="Maria Gagliardi" userId="S::mgagliardi@cavc.ac.uk::a34cf001-11e0-4665-9809-996318092a94" providerId="AD" clId="Web-{4C475BE2-6410-B388-2004-F46F0D38C775}" dt="2023-08-22T09:38:11.668" v="47"/>
            <ac:cxnSpMkLst>
              <pc:docMk/>
              <pc:sldMasterMk cId="0" sldId="2147484198"/>
              <pc:sldLayoutMk cId="0" sldId="2147484237"/>
              <ac:cxnSpMk id="4" creationId="{00000000-0000-0000-0000-000000000000}"/>
            </ac:cxnSpMkLst>
          </pc:cxnChg>
          <pc:cxnChg chg="mod">
            <ac:chgData name="Maria Gagliardi" userId="S::mgagliardi@cavc.ac.uk::a34cf001-11e0-4665-9809-996318092a94" providerId="AD" clId="Web-{4C475BE2-6410-B388-2004-F46F0D38C775}" dt="2023-08-22T09:38:11.668" v="47"/>
            <ac:cxnSpMkLst>
              <pc:docMk/>
              <pc:sldMasterMk cId="0" sldId="2147484198"/>
              <pc:sldLayoutMk cId="0" sldId="2147484237"/>
              <ac:cxnSpMk id="5" creationId="{00000000-0000-0000-0000-000000000000}"/>
            </ac:cxnSpMkLst>
          </pc:cxnChg>
        </pc:sldLayoutChg>
        <pc:sldLayoutChg chg="modSp">
          <pc:chgData name="Maria Gagliardi" userId="S::mgagliardi@cavc.ac.uk::a34cf001-11e0-4665-9809-996318092a94" providerId="AD" clId="Web-{4C475BE2-6410-B388-2004-F46F0D38C775}" dt="2023-08-22T09:38:11.668" v="47"/>
          <pc:sldLayoutMkLst>
            <pc:docMk/>
            <pc:sldMasterMk cId="0" sldId="2147484198"/>
            <pc:sldLayoutMk cId="0" sldId="2147484238"/>
          </pc:sldLayoutMkLst>
          <pc:spChg chg="mod">
            <ac:chgData name="Maria Gagliardi" userId="S::mgagliardi@cavc.ac.uk::a34cf001-11e0-4665-9809-996318092a94" providerId="AD" clId="Web-{4C475BE2-6410-B388-2004-F46F0D38C775}" dt="2023-08-22T09:38:11.668" v="47"/>
            <ac:spMkLst>
              <pc:docMk/>
              <pc:sldMasterMk cId="0" sldId="2147484198"/>
              <pc:sldLayoutMk cId="0" sldId="2147484238"/>
              <ac:spMk id="2" creationId="{00000000-0000-0000-0000-000000000000}"/>
            </ac:spMkLst>
          </pc:spChg>
          <pc:spChg chg="mod">
            <ac:chgData name="Maria Gagliardi" userId="S::mgagliardi@cavc.ac.uk::a34cf001-11e0-4665-9809-996318092a94" providerId="AD" clId="Web-{4C475BE2-6410-B388-2004-F46F0D38C775}" dt="2023-08-22T09:38:11.668" v="47"/>
            <ac:spMkLst>
              <pc:docMk/>
              <pc:sldMasterMk cId="0" sldId="2147484198"/>
              <pc:sldLayoutMk cId="0" sldId="2147484238"/>
              <ac:spMk id="3" creationId="{00000000-0000-0000-0000-000000000000}"/>
            </ac:spMkLst>
          </pc:spChg>
          <pc:cxnChg chg="mod">
            <ac:chgData name="Maria Gagliardi" userId="S::mgagliardi@cavc.ac.uk::a34cf001-11e0-4665-9809-996318092a94" providerId="AD" clId="Web-{4C475BE2-6410-B388-2004-F46F0D38C775}" dt="2023-08-22T09:38:11.668" v="47"/>
            <ac:cxnSpMkLst>
              <pc:docMk/>
              <pc:sldMasterMk cId="0" sldId="2147484198"/>
              <pc:sldLayoutMk cId="0" sldId="2147484238"/>
              <ac:cxnSpMk id="4" creationId="{00000000-0000-0000-0000-000000000000}"/>
            </ac:cxnSpMkLst>
          </pc:cxnChg>
        </pc:sldLayoutChg>
        <pc:sldLayoutChg chg="modSp">
          <pc:chgData name="Maria Gagliardi" userId="S::mgagliardi@cavc.ac.uk::a34cf001-11e0-4665-9809-996318092a94" providerId="AD" clId="Web-{4C475BE2-6410-B388-2004-F46F0D38C775}" dt="2023-08-22T09:38:11.668" v="47"/>
          <pc:sldLayoutMkLst>
            <pc:docMk/>
            <pc:sldMasterMk cId="0" sldId="2147484198"/>
            <pc:sldLayoutMk cId="0" sldId="2147484239"/>
          </pc:sldLayoutMkLst>
          <pc:spChg chg="mod">
            <ac:chgData name="Maria Gagliardi" userId="S::mgagliardi@cavc.ac.uk::a34cf001-11e0-4665-9809-996318092a94" providerId="AD" clId="Web-{4C475BE2-6410-B388-2004-F46F0D38C775}" dt="2023-08-22T09:38:11.668" v="47"/>
            <ac:spMkLst>
              <pc:docMk/>
              <pc:sldMasterMk cId="0" sldId="2147484198"/>
              <pc:sldLayoutMk cId="0" sldId="2147484239"/>
              <ac:spMk id="2" creationId="{00000000-0000-0000-0000-000000000000}"/>
            </ac:spMkLst>
          </pc:spChg>
          <pc:spChg chg="mod">
            <ac:chgData name="Maria Gagliardi" userId="S::mgagliardi@cavc.ac.uk::a34cf001-11e0-4665-9809-996318092a94" providerId="AD" clId="Web-{4C475BE2-6410-B388-2004-F46F0D38C775}" dt="2023-08-22T09:38:11.668" v="47"/>
            <ac:spMkLst>
              <pc:docMk/>
              <pc:sldMasterMk cId="0" sldId="2147484198"/>
              <pc:sldLayoutMk cId="0" sldId="2147484239"/>
              <ac:spMk id="3" creationId="{00000000-0000-0000-0000-000000000000}"/>
            </ac:spMkLst>
          </pc:spChg>
          <pc:spChg chg="mod">
            <ac:chgData name="Maria Gagliardi" userId="S::mgagliardi@cavc.ac.uk::a34cf001-11e0-4665-9809-996318092a94" providerId="AD" clId="Web-{4C475BE2-6410-B388-2004-F46F0D38C775}" dt="2023-08-22T09:38:11.668" v="47"/>
            <ac:spMkLst>
              <pc:docMk/>
              <pc:sldMasterMk cId="0" sldId="2147484198"/>
              <pc:sldLayoutMk cId="0" sldId="2147484239"/>
              <ac:spMk id="12" creationId="{00000000-0000-0000-0000-000000000000}"/>
            </ac:spMkLst>
          </pc:spChg>
          <pc:spChg chg="mod">
            <ac:chgData name="Maria Gagliardi" userId="S::mgagliardi@cavc.ac.uk::a34cf001-11e0-4665-9809-996318092a94" providerId="AD" clId="Web-{4C475BE2-6410-B388-2004-F46F0D38C775}" dt="2023-08-22T09:38:11.668" v="47"/>
            <ac:spMkLst>
              <pc:docMk/>
              <pc:sldMasterMk cId="0" sldId="2147484198"/>
              <pc:sldLayoutMk cId="0" sldId="2147484239"/>
              <ac:spMk id="32" creationId="{00000000-0000-0000-0000-000000000000}"/>
            </ac:spMkLst>
          </pc:spChg>
          <pc:spChg chg="mod">
            <ac:chgData name="Maria Gagliardi" userId="S::mgagliardi@cavc.ac.uk::a34cf001-11e0-4665-9809-996318092a94" providerId="AD" clId="Web-{4C475BE2-6410-B388-2004-F46F0D38C775}" dt="2023-08-22T09:38:11.668" v="47"/>
            <ac:spMkLst>
              <pc:docMk/>
              <pc:sldMasterMk cId="0" sldId="2147484198"/>
              <pc:sldLayoutMk cId="0" sldId="2147484239"/>
              <ac:spMk id="34" creationId="{00000000-0000-0000-0000-000000000000}"/>
            </ac:spMkLst>
          </pc:spChg>
          <pc:cxnChg chg="mod">
            <ac:chgData name="Maria Gagliardi" userId="S::mgagliardi@cavc.ac.uk::a34cf001-11e0-4665-9809-996318092a94" providerId="AD" clId="Web-{4C475BE2-6410-B388-2004-F46F0D38C775}" dt="2023-08-22T09:38:11.668" v="47"/>
            <ac:cxnSpMkLst>
              <pc:docMk/>
              <pc:sldMasterMk cId="0" sldId="2147484198"/>
              <pc:sldLayoutMk cId="0" sldId="2147484239"/>
              <ac:cxnSpMk id="7" creationId="{00000000-0000-0000-0000-000000000000}"/>
            </ac:cxnSpMkLst>
          </pc:cxnChg>
          <pc:cxnChg chg="mod">
            <ac:chgData name="Maria Gagliardi" userId="S::mgagliardi@cavc.ac.uk::a34cf001-11e0-4665-9809-996318092a94" providerId="AD" clId="Web-{4C475BE2-6410-B388-2004-F46F0D38C775}" dt="2023-08-22T09:38:11.668" v="47"/>
            <ac:cxnSpMkLst>
              <pc:docMk/>
              <pc:sldMasterMk cId="0" sldId="2147484198"/>
              <pc:sldLayoutMk cId="0" sldId="2147484239"/>
              <ac:cxnSpMk id="8" creationId="{00000000-0000-0000-0000-000000000000}"/>
            </ac:cxnSpMkLst>
          </pc:cxnChg>
        </pc:sldLayoutChg>
      </pc:sldMasterChg>
    </pc:docChg>
  </pc:docChgLst>
  <pc:docChgLst>
    <pc:chgData name="Maria Gagliardi" userId="S::mgagliardi@cavc.ac.uk::a34cf001-11e0-4665-9809-996318092a94" providerId="AD" clId="Web-{80DB52F2-CEDF-60C1-DA59-84AB54A962FE}"/>
    <pc:docChg chg="addSld modSld">
      <pc:chgData name="Maria Gagliardi" userId="S::mgagliardi@cavc.ac.uk::a34cf001-11e0-4665-9809-996318092a94" providerId="AD" clId="Web-{80DB52F2-CEDF-60C1-DA59-84AB54A962FE}" dt="2023-08-22T09:16:47.235" v="25" actId="20577"/>
      <pc:docMkLst>
        <pc:docMk/>
      </pc:docMkLst>
      <pc:sldChg chg="modSp">
        <pc:chgData name="Maria Gagliardi" userId="S::mgagliardi@cavc.ac.uk::a34cf001-11e0-4665-9809-996318092a94" providerId="AD" clId="Web-{80DB52F2-CEDF-60C1-DA59-84AB54A962FE}" dt="2023-08-22T09:16:09.906" v="21" actId="20577"/>
        <pc:sldMkLst>
          <pc:docMk/>
          <pc:sldMk cId="0" sldId="361"/>
        </pc:sldMkLst>
        <pc:spChg chg="mod">
          <ac:chgData name="Maria Gagliardi" userId="S::mgagliardi@cavc.ac.uk::a34cf001-11e0-4665-9809-996318092a94" providerId="AD" clId="Web-{80DB52F2-CEDF-60C1-DA59-84AB54A962FE}" dt="2023-08-22T09:16:09.906" v="21" actId="20577"/>
          <ac:spMkLst>
            <pc:docMk/>
            <pc:sldMk cId="0" sldId="361"/>
            <ac:spMk id="10" creationId="{00000000-0000-0000-0000-000000000000}"/>
          </ac:spMkLst>
        </pc:spChg>
      </pc:sldChg>
      <pc:sldChg chg="modSp add replId">
        <pc:chgData name="Maria Gagliardi" userId="S::mgagliardi@cavc.ac.uk::a34cf001-11e0-4665-9809-996318092a94" providerId="AD" clId="Web-{80DB52F2-CEDF-60C1-DA59-84AB54A962FE}" dt="2023-08-22T09:16:47.235" v="25" actId="20577"/>
        <pc:sldMkLst>
          <pc:docMk/>
          <pc:sldMk cId="1886592930" sldId="362"/>
        </pc:sldMkLst>
        <pc:spChg chg="mod">
          <ac:chgData name="Maria Gagliardi" userId="S::mgagliardi@cavc.ac.uk::a34cf001-11e0-4665-9809-996318092a94" providerId="AD" clId="Web-{80DB52F2-CEDF-60C1-DA59-84AB54A962FE}" dt="2023-08-22T09:16:47.235" v="25" actId="20577"/>
          <ac:spMkLst>
            <pc:docMk/>
            <pc:sldMk cId="1886592930" sldId="362"/>
            <ac:spMk id="10" creationId="{00000000-0000-0000-0000-000000000000}"/>
          </ac:spMkLst>
        </pc:spChg>
      </pc:sldChg>
    </pc:docChg>
  </pc:docChgLst>
  <pc:docChgLst>
    <pc:chgData name="Eric Brown" userId="S::ebrown4@cavc.ac.uk::1c345641-96cf-448a-a447-b6d3b25e614f" providerId="AD" clId="Web-{C2B8DC68-C844-0FF5-3CCB-6DC2097E30D3}"/>
    <pc:docChg chg="modSld">
      <pc:chgData name="Eric Brown" userId="S::ebrown4@cavc.ac.uk::1c345641-96cf-448a-a447-b6d3b25e614f" providerId="AD" clId="Web-{C2B8DC68-C844-0FF5-3CCB-6DC2097E30D3}" dt="2022-11-30T16:20:30.589" v="1" actId="1076"/>
      <pc:docMkLst>
        <pc:docMk/>
      </pc:docMkLst>
      <pc:sldChg chg="modSp">
        <pc:chgData name="Eric Brown" userId="S::ebrown4@cavc.ac.uk::1c345641-96cf-448a-a447-b6d3b25e614f" providerId="AD" clId="Web-{C2B8DC68-C844-0FF5-3CCB-6DC2097E30D3}" dt="2022-11-30T16:20:30.589" v="1" actId="1076"/>
        <pc:sldMkLst>
          <pc:docMk/>
          <pc:sldMk cId="0" sldId="263"/>
        </pc:sldMkLst>
        <pc:spChg chg="mod">
          <ac:chgData name="Eric Brown" userId="S::ebrown4@cavc.ac.uk::1c345641-96cf-448a-a447-b6d3b25e614f" providerId="AD" clId="Web-{C2B8DC68-C844-0FF5-3CCB-6DC2097E30D3}" dt="2022-11-30T16:20:30.589" v="1" actId="1076"/>
          <ac:spMkLst>
            <pc:docMk/>
            <pc:sldMk cId="0" sldId="263"/>
            <ac:spMk id="10" creationId="{00000000-0000-0000-0000-000000000000}"/>
          </ac:spMkLst>
        </pc:spChg>
      </pc:sldChg>
    </pc:docChg>
  </pc:docChgLst>
  <pc:docChgLst>
    <pc:chgData name="Katalin Toth" userId="S::ktoth@cavc.ac.uk::662d3613-46a3-4b97-9baf-1602dc61f73b" providerId="AD" clId="Web-{5A41886A-AF66-0B8F-2BF3-C47248B02D7F}"/>
    <pc:docChg chg="modSld">
      <pc:chgData name="Katalin Toth" userId="S::ktoth@cavc.ac.uk::662d3613-46a3-4b97-9baf-1602dc61f73b" providerId="AD" clId="Web-{5A41886A-AF66-0B8F-2BF3-C47248B02D7F}" dt="2023-09-05T14:03:27.780" v="3" actId="1076"/>
      <pc:docMkLst>
        <pc:docMk/>
      </pc:docMkLst>
      <pc:sldChg chg="modSp">
        <pc:chgData name="Katalin Toth" userId="S::ktoth@cavc.ac.uk::662d3613-46a3-4b97-9baf-1602dc61f73b" providerId="AD" clId="Web-{5A41886A-AF66-0B8F-2BF3-C47248B02D7F}" dt="2023-09-05T14:03:27.780" v="3" actId="1076"/>
        <pc:sldMkLst>
          <pc:docMk/>
          <pc:sldMk cId="1178974646" sldId="365"/>
        </pc:sldMkLst>
        <pc:picChg chg="mod">
          <ac:chgData name="Katalin Toth" userId="S::ktoth@cavc.ac.uk::662d3613-46a3-4b97-9baf-1602dc61f73b" providerId="AD" clId="Web-{5A41886A-AF66-0B8F-2BF3-C47248B02D7F}" dt="2023-09-05T14:03:27.780" v="3" actId="1076"/>
          <ac:picMkLst>
            <pc:docMk/>
            <pc:sldMk cId="1178974646" sldId="365"/>
            <ac:picMk id="5" creationId="{7F5B67CC-B827-497E-3775-0E031AC78D81}"/>
          </ac:picMkLst>
        </pc:picChg>
      </pc:sldChg>
    </pc:docChg>
  </pc:docChgLst>
  <pc:docChgLst>
    <pc:chgData name="Julia Nasrallah" userId="S::jnasrallah1@cavc.ac.uk::a195ca03-6986-4630-8fa7-5c8ad63c348f" providerId="AD" clId="Web-{BF98B77D-E0E6-81C0-5E56-2CFCDD77EC00}"/>
    <pc:docChg chg="modSld">
      <pc:chgData name="Julia Nasrallah" userId="S::jnasrallah1@cavc.ac.uk::a195ca03-6986-4630-8fa7-5c8ad63c348f" providerId="AD" clId="Web-{BF98B77D-E0E6-81C0-5E56-2CFCDD77EC00}" dt="2024-09-04T10:31:15.314" v="2" actId="20577"/>
      <pc:docMkLst>
        <pc:docMk/>
      </pc:docMkLst>
      <pc:sldChg chg="modSp">
        <pc:chgData name="Julia Nasrallah" userId="S::jnasrallah1@cavc.ac.uk::a195ca03-6986-4630-8fa7-5c8ad63c348f" providerId="AD" clId="Web-{BF98B77D-E0E6-81C0-5E56-2CFCDD77EC00}" dt="2024-09-04T10:31:15.314" v="2" actId="20577"/>
        <pc:sldMkLst>
          <pc:docMk/>
          <pc:sldMk cId="0" sldId="302"/>
        </pc:sldMkLst>
        <pc:spChg chg="mod">
          <ac:chgData name="Julia Nasrallah" userId="S::jnasrallah1@cavc.ac.uk::a195ca03-6986-4630-8fa7-5c8ad63c348f" providerId="AD" clId="Web-{BF98B77D-E0E6-81C0-5E56-2CFCDD77EC00}" dt="2024-09-04T10:30:56.611" v="0" actId="20577"/>
          <ac:spMkLst>
            <pc:docMk/>
            <pc:sldMk cId="0" sldId="302"/>
            <ac:spMk id="18442" creationId="{00000000-0000-0000-0000-000000000000}"/>
          </ac:spMkLst>
        </pc:spChg>
        <pc:spChg chg="mod">
          <ac:chgData name="Julia Nasrallah" userId="S::jnasrallah1@cavc.ac.uk::a195ca03-6986-4630-8fa7-5c8ad63c348f" providerId="AD" clId="Web-{BF98B77D-E0E6-81C0-5E56-2CFCDD77EC00}" dt="2024-09-04T10:31:15.314" v="2" actId="20577"/>
          <ac:spMkLst>
            <pc:docMk/>
            <pc:sldMk cId="0" sldId="302"/>
            <ac:spMk id="18443" creationId="{00000000-0000-0000-0000-000000000000}"/>
          </ac:spMkLst>
        </pc:spChg>
        <pc:spChg chg="mod">
          <ac:chgData name="Julia Nasrallah" userId="S::jnasrallah1@cavc.ac.uk::a195ca03-6986-4630-8fa7-5c8ad63c348f" providerId="AD" clId="Web-{BF98B77D-E0E6-81C0-5E56-2CFCDD77EC00}" dt="2024-09-04T10:31:10.470" v="1" actId="20577"/>
          <ac:spMkLst>
            <pc:docMk/>
            <pc:sldMk cId="0" sldId="302"/>
            <ac:spMk id="18444" creationId="{00000000-0000-0000-0000-00000000000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7T10:52:57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31623 14076 16383 0 0,'-2'0'0'0'0,"-4"0"0"0"0,-3 0 0 0 0,0 0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D3EBE0E-C2F5-4C33-A5FE-40C5AD34485F}" type="datetimeFigureOut">
              <a:rPr lang="en-US"/>
              <a:pPr>
                <a:defRPr/>
              </a:pPr>
              <a:t>9/10/2024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C19AEDF-2C9B-45A4-BC3C-8844293E185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59401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4EFC55E-2369-4D0D-A60C-89367A393810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8851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CA265E73-E672-4390-9BBF-482D676DBE8C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71760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CA265E73-E672-4390-9BBF-482D676DBE8C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77370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7DF2258-29DC-48FB-9AF0-88C0862757F0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6425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BCB780F1-3EEC-4A1A-9497-76070FC7B0E3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76222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53F2B54-5C96-44F2-B6E6-246D4CD3CCAE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29062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D91E7D2-2C62-42D9-BB4A-75B14F839975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8074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951567" y="3549650"/>
            <a:ext cx="39624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6278033" y="3549650"/>
            <a:ext cx="39624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053667" y="3525839"/>
            <a:ext cx="61384" cy="46037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609600" y="3699804"/>
            <a:ext cx="110744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609600" y="1433732"/>
            <a:ext cx="11074400" cy="1981200"/>
          </a:xfrm>
          <a:ln w="6350" cap="rnd">
            <a:noFill/>
          </a:ln>
        </p:spPr>
        <p:txBody>
          <a:bodyPr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E27897-3694-4C8B-B45E-8A0D1260CFAB}" type="datetimeFigureOut">
              <a:rPr lang="en-GB"/>
              <a:pPr>
                <a:defRPr/>
              </a:pPr>
              <a:t>10/09/2024</a:t>
            </a:fld>
            <a:endParaRPr lang="en-GB"/>
          </a:p>
        </p:txBody>
      </p:sp>
      <p:sp>
        <p:nvSpPr>
          <p:cNvPr id="8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563890-3921-467E-B4D9-874948FFC79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10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609600" y="1524000"/>
            <a:ext cx="109728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E96099-A890-4BE9-9137-9E61130D14AB}" type="datetimeFigureOut">
              <a:rPr lang="en-GB"/>
              <a:pPr>
                <a:defRPr/>
              </a:pPr>
              <a:t>10/09/2024</a:t>
            </a:fld>
            <a:endParaRPr lang="en-GB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04A1C8-EE31-4421-9299-4E8E86A0F3D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914400" y="4916488"/>
            <a:ext cx="10566400" cy="4762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505200"/>
            <a:ext cx="105664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958864"/>
            <a:ext cx="10566400" cy="984736"/>
          </a:xfrm>
        </p:spPr>
        <p:txBody>
          <a:bodyPr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B3A618-1056-4CEE-AD9A-D806AC2A0FF9}" type="datetimeFigureOut">
              <a:rPr lang="en-GB"/>
              <a:pPr>
                <a:defRPr/>
              </a:pPr>
              <a:t>10/09/2024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8D8033-8EF2-41A1-90A1-7DB7A4197B2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609600" y="1524000"/>
            <a:ext cx="5413248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6197600" y="1524000"/>
            <a:ext cx="5413248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ABF953-A20E-420A-AE67-95AD7213846E}" type="datetimeFigureOut">
              <a:rPr lang="en-GB"/>
              <a:pPr>
                <a:defRPr/>
              </a:pPr>
              <a:t>10/09/2024</a:t>
            </a:fld>
            <a:endParaRPr lang="en-GB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379D70-42DE-412C-AD8B-84EAEE04AFE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751418" y="2179639"/>
            <a:ext cx="4997449" cy="1587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339418" y="2179639"/>
            <a:ext cx="4999567" cy="1587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99593"/>
            <a:ext cx="5386917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609600" y="2201896"/>
            <a:ext cx="5384800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6199717" y="2201896"/>
            <a:ext cx="5384800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544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6197600" y="1399593"/>
            <a:ext cx="5386917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B35DE9-0663-4F22-8B4F-60443E0E835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1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75276A-9EEE-498B-BA50-937E0E939D10}" type="datetimeFigureOut">
              <a:rPr lang="en-GB"/>
              <a:pPr>
                <a:defRPr/>
              </a:pPr>
              <a:t>10/09/2024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AA6433-87A0-4EFA-AE54-5109196550D5}" type="datetimeFigureOut">
              <a:rPr lang="en-GB"/>
              <a:pPr>
                <a:defRPr/>
              </a:pPr>
              <a:t>10/09/2024</a:t>
            </a:fld>
            <a:endParaRPr lang="en-GB"/>
          </a:p>
        </p:txBody>
      </p:sp>
      <p:sp>
        <p:nvSpPr>
          <p:cNvPr id="4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375D57-0ACF-41FB-8EBD-63B39E7015B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0178A1-824D-4B9A-B8B5-21CD7E0DCEB7}" type="datetimeFigureOut">
              <a:rPr lang="en-GB"/>
              <a:pPr>
                <a:defRPr/>
              </a:pPr>
              <a:t>10/09/2024</a:t>
            </a:fld>
            <a:endParaRPr lang="en-GB"/>
          </a:p>
        </p:txBody>
      </p:sp>
      <p:sp>
        <p:nvSpPr>
          <p:cNvPr id="3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14A332-4765-49B3-A9A9-7B6CF955D22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609600" y="457200"/>
            <a:ext cx="8331200" cy="571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042400" y="1600200"/>
            <a:ext cx="2645664" cy="3733800"/>
          </a:xfrm>
        </p:spPr>
        <p:txBody>
          <a:bodyPr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9042400" y="457200"/>
            <a:ext cx="2641600" cy="1066800"/>
          </a:xfrm>
        </p:spPr>
        <p:txBody>
          <a:bodyPr lIns="91440" tIns="9144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770303-16AB-4DC8-A733-8C2A9342EF69}" type="datetimeFigureOut">
              <a:rPr lang="en-GB"/>
              <a:pPr>
                <a:defRPr/>
              </a:pPr>
              <a:t>10/09/2024</a:t>
            </a:fld>
            <a:endParaRPr lang="en-GB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2A8E1B-D458-4CC0-8620-7FD8E1C6335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9200" y="457200"/>
            <a:ext cx="2743200" cy="1066800"/>
          </a:xfrm>
        </p:spPr>
        <p:txBody>
          <a:bodyPr lIns="91440" tIns="9144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457200"/>
            <a:ext cx="80264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39200" y="1600200"/>
            <a:ext cx="2743200" cy="4419600"/>
          </a:xfrm>
        </p:spPr>
        <p:txBody>
          <a:bodyPr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74E594-92E3-43FB-A624-1F1E0B9F9BD2}" type="datetimeFigureOut">
              <a:rPr lang="en-GB"/>
              <a:pPr>
                <a:defRPr/>
              </a:pPr>
              <a:t>10/09/2024</a:t>
            </a:fld>
            <a:endParaRPr lang="en-GB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7B0010-57A7-4B13-B7FC-9F2A6026A32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0DC78B-D8CC-4513-BC23-55DFD614FFB6}" type="datetimeFigureOut">
              <a:rPr lang="en-GB"/>
              <a:pPr>
                <a:defRPr/>
              </a:pPr>
              <a:t>10/09/2024</a:t>
            </a:fld>
            <a:endParaRPr lang="en-GB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2DEDED-BC12-4DF0-920D-F8A114858F8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F122DA-666E-490E-A01A-CC1466D89BCD}" type="datetimeFigureOut">
              <a:rPr lang="en-GB"/>
              <a:pPr>
                <a:defRPr/>
              </a:pPr>
              <a:t>10/09/2024</a:t>
            </a:fld>
            <a:endParaRPr lang="en-GB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9A41B8-F928-4A93-84AA-072BB18A74A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609600" y="1447800"/>
            <a:ext cx="10972800" cy="4678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7721600" y="6203951"/>
            <a:ext cx="3454400" cy="38417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B040A864-0A34-420D-86B6-3474FF5E7DE4}" type="datetimeFigureOut">
              <a:rPr lang="en-GB"/>
              <a:pPr>
                <a:defRPr/>
              </a:pPr>
              <a:t>10/09/2024</a:t>
            </a:fld>
            <a:endParaRPr lang="en-GB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844800" y="6203951"/>
            <a:ext cx="4775200" cy="384175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11214100" y="6181725"/>
            <a:ext cx="8128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7DBBBBD7-EBBB-4594-A987-9B633DED6A8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37" r:id="rId1"/>
    <p:sldLayoutId id="2147484229" r:id="rId2"/>
    <p:sldLayoutId id="2147484238" r:id="rId3"/>
    <p:sldLayoutId id="2147484230" r:id="rId4"/>
    <p:sldLayoutId id="2147484239" r:id="rId5"/>
    <p:sldLayoutId id="2147484231" r:id="rId6"/>
    <p:sldLayoutId id="2147484232" r:id="rId7"/>
    <p:sldLayoutId id="2147484233" r:id="rId8"/>
    <p:sldLayoutId id="2147484234" r:id="rId9"/>
    <p:sldLayoutId id="2147484235" r:id="rId10"/>
    <p:sldLayoutId id="214748423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lang="en-US" sz="4200" kern="1200" spc="-10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rgbClr val="F9F9F9"/>
          </a:solidFill>
          <a:latin typeface="Constantia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rgbClr val="F9F9F9"/>
          </a:solidFill>
          <a:latin typeface="Constantia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rgbClr val="F9F9F9"/>
          </a:solidFill>
          <a:latin typeface="Constantia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rgbClr val="F9F9F9"/>
          </a:solidFill>
          <a:latin typeface="Constantia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rgbClr val="F9F9F9"/>
          </a:solidFill>
          <a:latin typeface="Constantia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rgbClr val="F9F9F9"/>
          </a:solidFill>
          <a:latin typeface="Constantia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rgbClr val="F9F9F9"/>
          </a:solidFill>
          <a:latin typeface="Constantia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rgbClr val="F9F9F9"/>
          </a:solidFill>
          <a:latin typeface="Constantia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2"/>
        </a:buClr>
        <a:buSzPct val="8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ts val="300"/>
        </a:spcBef>
        <a:spcAft>
          <a:spcPct val="0"/>
        </a:spcAft>
        <a:buClr>
          <a:srgbClr val="D6903D"/>
        </a:buClr>
        <a:buSzPct val="85000"/>
        <a:buFont typeface="Wingdings 2" pitchFamily="18" charset="2"/>
        <a:buChar char="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4888" indent="-228600" algn="l" rtl="0" eaLnBrk="0" fontAlgn="base" hangingPunct="0">
        <a:spcBef>
          <a:spcPts val="300"/>
        </a:spcBef>
        <a:spcAft>
          <a:spcPct val="0"/>
        </a:spcAft>
        <a:buClr>
          <a:srgbClr val="B37732"/>
        </a:buClr>
        <a:buSzPct val="85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79525" indent="-228600" algn="l" rtl="0" eaLnBrk="0" fontAlgn="base" hangingPunct="0">
        <a:spcBef>
          <a:spcPts val="300"/>
        </a:spcBef>
        <a:spcAft>
          <a:spcPct val="0"/>
        </a:spcAft>
        <a:buClr>
          <a:srgbClr val="D6903D"/>
        </a:buClr>
        <a:buSzPct val="85000"/>
        <a:buFont typeface="Wingdings 2" pitchFamily="18" charset="2"/>
        <a:buChar char="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163" indent="-228600" algn="l" rtl="0" eaLnBrk="0" fontAlgn="base" hangingPunct="0">
        <a:spcBef>
          <a:spcPts val="338"/>
        </a:spcBef>
        <a:spcAft>
          <a:spcPct val="0"/>
        </a:spcAft>
        <a:buClr>
          <a:srgbClr val="D6903D"/>
        </a:buClr>
        <a:buSzPct val="85000"/>
        <a:buFont typeface="Wingdings 2" pitchFamily="18" charset="2"/>
        <a:buChar char="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hyperlink" Target="http://mailto: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7.jpe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9.png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5" Type="http://schemas.openxmlformats.org/officeDocument/2006/relationships/image" Target="../media/image9.png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9DB71-0AB8-1308-11AB-096659C05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anchor="b" anchorCtr="0">
            <a:normAutofit/>
          </a:bodyPr>
          <a:lstStyle/>
          <a:p>
            <a:r>
              <a:rPr lang="en-US" b="1">
                <a:ln w="3200">
                  <a:solidFill>
                    <a:srgbClr val="FEFAC9">
                      <a:shade val="75000"/>
                      <a:alpha val="25000"/>
                    </a:srgbClr>
                  </a:solidFill>
                  <a:prstDash val="solid"/>
                  <a:round/>
                </a:ln>
                <a:solidFill>
                  <a:srgbClr val="004F8A"/>
                </a:solidFill>
                <a:latin typeface="Century Gothic"/>
              </a:rPr>
              <a:t>Feeling safe</a:t>
            </a:r>
            <a:endParaRPr lang="en-US">
              <a:ln w="3200">
                <a:solidFill>
                  <a:srgbClr val="FEFAC9">
                    <a:shade val="75000"/>
                    <a:alpha val="25000"/>
                  </a:srgbClr>
                </a:solidFill>
                <a:prstDash val="solid"/>
                <a:round/>
              </a:ln>
              <a:solidFill>
                <a:srgbClr val="004F8A"/>
              </a:solidFill>
              <a:latin typeface="Century Gothic"/>
            </a:endParaRPr>
          </a:p>
        </p:txBody>
      </p:sp>
      <p:pic>
        <p:nvPicPr>
          <p:cNvPr id="3" name="Picture 2" descr="A blue and pink poster with text and images&#10;&#10;Description automatically generated">
            <a:extLst>
              <a:ext uri="{FF2B5EF4-FFF2-40B4-BE49-F238E27FC236}">
                <a16:creationId xmlns:a16="http://schemas.microsoft.com/office/drawing/2014/main" id="{A216E3FB-2C15-4B64-53E2-88238191B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3947" y="2678"/>
            <a:ext cx="4856671" cy="685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139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4F18DE-D38F-5579-C765-9171793EB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200">
                <a:solidFill>
                  <a:srgbClr val="1CADE4"/>
                </a:solidFill>
                <a:latin typeface="Corbel"/>
              </a:rPr>
              <a:t>•</a:t>
            </a:r>
            <a:r>
              <a:rPr lang="en-US" sz="2200">
                <a:solidFill>
                  <a:srgbClr val="454647"/>
                </a:solidFill>
                <a:latin typeface="Century Gothic"/>
              </a:rPr>
              <a:t>Everyone has the right to be safe and feel safe in and out of college.   </a:t>
            </a:r>
            <a:endParaRPr lang="en-US"/>
          </a:p>
          <a:p>
            <a:endParaRPr lang="en-US" sz="2200">
              <a:solidFill>
                <a:srgbClr val="454647"/>
              </a:solidFill>
              <a:latin typeface="Century Gothic"/>
            </a:endParaRPr>
          </a:p>
          <a:p>
            <a:r>
              <a:rPr lang="en-US" sz="2200" b="1">
                <a:solidFill>
                  <a:srgbClr val="454647"/>
                </a:solidFill>
                <a:latin typeface="Century Gothic"/>
              </a:rPr>
              <a:t>Please tell us if you don’t feel safe. </a:t>
            </a:r>
            <a:r>
              <a:rPr lang="en-US" sz="2200">
                <a:solidFill>
                  <a:srgbClr val="454647"/>
                </a:solidFill>
                <a:latin typeface="Century Gothic"/>
              </a:rPr>
              <a:t>You may feel comfortable:</a:t>
            </a:r>
            <a:endParaRPr lang="en-US"/>
          </a:p>
          <a:p>
            <a:r>
              <a:rPr lang="en-US" sz="2200">
                <a:solidFill>
                  <a:srgbClr val="1CADE4"/>
                </a:solidFill>
                <a:ea typeface="+mn-lt"/>
                <a:cs typeface="+mn-lt"/>
              </a:rPr>
              <a:t>•</a:t>
            </a:r>
            <a:r>
              <a:rPr lang="en-US" sz="2200">
                <a:solidFill>
                  <a:srgbClr val="454647"/>
                </a:solidFill>
                <a:latin typeface="Century Gothic"/>
              </a:rPr>
              <a:t>Emailing the </a:t>
            </a:r>
            <a:r>
              <a:rPr lang="en-US" sz="2200" err="1">
                <a:solidFill>
                  <a:srgbClr val="454647"/>
                </a:solidFill>
                <a:latin typeface="Century Gothic"/>
              </a:rPr>
              <a:t>Feelsafe</a:t>
            </a:r>
            <a:r>
              <a:rPr lang="en-US" sz="2200">
                <a:solidFill>
                  <a:srgbClr val="454647"/>
                </a:solidFill>
                <a:latin typeface="Century Gothic"/>
              </a:rPr>
              <a:t> team at </a:t>
            </a:r>
            <a:r>
              <a:rPr lang="en-US" sz="2200">
                <a:solidFill>
                  <a:srgbClr val="0080C5"/>
                </a:solidFill>
                <a:latin typeface="Century Gothic"/>
                <a:hlinkClick r:id="rId2"/>
              </a:rPr>
              <a:t>learnerfeelsafeteam@cavc.ac.uk</a:t>
            </a:r>
            <a:r>
              <a:rPr lang="en-US" sz="2200">
                <a:solidFill>
                  <a:srgbClr val="454647"/>
                </a:solidFill>
                <a:latin typeface="Century Gothic"/>
              </a:rPr>
              <a:t> </a:t>
            </a:r>
            <a:endParaRPr lang="en-US"/>
          </a:p>
          <a:p>
            <a:r>
              <a:rPr lang="en-US" sz="2200">
                <a:solidFill>
                  <a:srgbClr val="1CADE4"/>
                </a:solidFill>
                <a:ea typeface="+mn-lt"/>
                <a:cs typeface="+mn-lt"/>
              </a:rPr>
              <a:t>•</a:t>
            </a:r>
            <a:r>
              <a:rPr lang="en-US" sz="2200">
                <a:solidFill>
                  <a:srgbClr val="454647"/>
                </a:solidFill>
                <a:latin typeface="Century Gothic"/>
              </a:rPr>
              <a:t>Phoning 029 20250420 </a:t>
            </a:r>
            <a:endParaRPr lang="en-US"/>
          </a:p>
          <a:p>
            <a:r>
              <a:rPr lang="en-US" sz="2200">
                <a:solidFill>
                  <a:srgbClr val="1CADE4"/>
                </a:solidFill>
                <a:ea typeface="+mn-lt"/>
                <a:cs typeface="+mn-lt"/>
              </a:rPr>
              <a:t>•</a:t>
            </a:r>
            <a:r>
              <a:rPr lang="en-US" sz="2200">
                <a:solidFill>
                  <a:srgbClr val="454647"/>
                </a:solidFill>
                <a:latin typeface="Century Gothic"/>
              </a:rPr>
              <a:t>Speaking to a Wellbeing Officer at one of our Hubs</a:t>
            </a:r>
            <a:endParaRPr lang="en-US"/>
          </a:p>
          <a:p>
            <a:r>
              <a:rPr lang="en-US" sz="2200">
                <a:solidFill>
                  <a:srgbClr val="1CADE4"/>
                </a:solidFill>
                <a:ea typeface="+mn-lt"/>
                <a:cs typeface="+mn-lt"/>
              </a:rPr>
              <a:t>•</a:t>
            </a:r>
            <a:r>
              <a:rPr lang="en-US" sz="2200">
                <a:solidFill>
                  <a:srgbClr val="454647"/>
                </a:solidFill>
                <a:latin typeface="Century Gothic"/>
              </a:rPr>
              <a:t>Telling your tutor</a:t>
            </a:r>
            <a:endParaRPr lang="en-US"/>
          </a:p>
          <a:p>
            <a:r>
              <a:rPr lang="en-US" sz="2200">
                <a:solidFill>
                  <a:srgbClr val="1CADE4"/>
                </a:solidFill>
                <a:ea typeface="+mn-lt"/>
                <a:cs typeface="+mn-lt"/>
              </a:rPr>
              <a:t>•</a:t>
            </a:r>
            <a:r>
              <a:rPr lang="en-US" sz="2200">
                <a:solidFill>
                  <a:srgbClr val="454647"/>
                </a:solidFill>
                <a:latin typeface="Century Gothic"/>
              </a:rPr>
              <a:t>Speaking to a parent or trusted adult who can contact us</a:t>
            </a:r>
            <a:endParaRPr lang="en-US"/>
          </a:p>
          <a:p>
            <a:endParaRPr lang="en-US" sz="2200">
              <a:solidFill>
                <a:srgbClr val="454647"/>
              </a:solidFill>
              <a:latin typeface="Century Gothic"/>
            </a:endParaRPr>
          </a:p>
          <a:p>
            <a:r>
              <a:rPr lang="en-US" sz="2200">
                <a:solidFill>
                  <a:srgbClr val="454647"/>
                </a:solidFill>
                <a:latin typeface="Century Gothic"/>
              </a:rPr>
              <a:t>It is your </a:t>
            </a:r>
            <a:r>
              <a:rPr lang="en-US" sz="2200" b="1">
                <a:solidFill>
                  <a:srgbClr val="454647"/>
                </a:solidFill>
                <a:latin typeface="Century Gothic"/>
              </a:rPr>
              <a:t>safeguarding responsibility</a:t>
            </a:r>
            <a:r>
              <a:rPr lang="en-US" sz="2200">
                <a:solidFill>
                  <a:srgbClr val="454647"/>
                </a:solidFill>
                <a:latin typeface="Century Gothic"/>
              </a:rPr>
              <a:t> to report if you are concerned that someone is in danger of immediate risk.</a:t>
            </a:r>
            <a:endParaRPr lang="en-US"/>
          </a:p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FFAB6A-1FCB-3F2D-6F2B-7435D2175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z="4000" b="1">
                <a:ln w="3200">
                  <a:solidFill>
                    <a:srgbClr val="FEFAC9">
                      <a:shade val="75000"/>
                      <a:alpha val="25000"/>
                    </a:srgbClr>
                  </a:solidFill>
                  <a:prstDash val="solid"/>
                  <a:round/>
                </a:ln>
                <a:solidFill>
                  <a:srgbClr val="004F8A"/>
                </a:solidFill>
                <a:latin typeface="Century Gothic"/>
              </a:rPr>
              <a:t>Do you FEEL SAFE?</a:t>
            </a:r>
            <a:endParaRPr lang="en-US" sz="4000">
              <a:solidFill>
                <a:srgbClr val="004F8A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3DBBEC1-B949-2DAC-FDB3-4D947AE82355}"/>
                  </a:ext>
                </a:extLst>
              </p14:cNvPr>
              <p14:cNvContentPartPr/>
              <p14:nvPr/>
            </p14:nvContentPartPr>
            <p14:xfrm>
              <a:off x="9030533" y="4574664"/>
              <a:ext cx="9557" cy="5328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3DBBEC1-B949-2DAC-FDB3-4D947AE8235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12835" y="4308264"/>
                <a:ext cx="44599" cy="53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33951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524000" y="3714750"/>
            <a:ext cx="9144000" cy="10795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GB" sz="6600" b="1" kern="400">
                <a:solidFill>
                  <a:srgbClr val="002060"/>
                </a:solidFill>
                <a:latin typeface="Century Gothic" pitchFamily="34" charset="0"/>
              </a:rPr>
              <a:t>‘Respect’ </a:t>
            </a:r>
          </a:p>
        </p:txBody>
      </p:sp>
      <p:pic>
        <p:nvPicPr>
          <p:cNvPr id="5123" name="Picture 4" descr="4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81875" y="571500"/>
            <a:ext cx="2114550" cy="2071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4" name="Picture 7" descr="Medium colour logo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738438" y="714376"/>
            <a:ext cx="3714750" cy="145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 txBox="1">
            <a:spLocks/>
          </p:cNvSpPr>
          <p:nvPr/>
        </p:nvSpPr>
        <p:spPr bwMode="auto">
          <a:xfrm>
            <a:off x="1524001" y="500063"/>
            <a:ext cx="9612313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432"/>
              </a:spcBef>
              <a:buClr>
                <a:schemeClr val="accent1"/>
              </a:buClr>
              <a:buSzPct val="70000"/>
              <a:defRPr/>
            </a:pPr>
            <a:r>
              <a:rPr lang="en-GB" sz="5400" b="1" kern="800">
                <a:solidFill>
                  <a:schemeClr val="tx2"/>
                </a:solidFill>
                <a:latin typeface="Candara" pitchFamily="34" charset="0"/>
              </a:rPr>
              <a:t>  </a:t>
            </a:r>
            <a:r>
              <a:rPr lang="en-GB" sz="3200" b="1" kern="800">
                <a:solidFill>
                  <a:srgbClr val="2C08C4"/>
                </a:solidFill>
                <a:latin typeface="Century Gothic" pitchFamily="34" charset="0"/>
              </a:rPr>
              <a:t> </a:t>
            </a:r>
            <a:r>
              <a:rPr lang="en-GB" sz="5400" b="1" kern="800">
                <a:solidFill>
                  <a:srgbClr val="002060"/>
                </a:solidFill>
                <a:latin typeface="Century Gothic" pitchFamily="34" charset="0"/>
              </a:rPr>
              <a:t>Activity 1</a:t>
            </a: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endParaRPr lang="en-GB" sz="4600" b="1" kern="400">
              <a:solidFill>
                <a:srgbClr val="004F8A"/>
              </a:solidFill>
              <a:latin typeface="Candara" pitchFamily="34" charset="0"/>
            </a:endParaRPr>
          </a:p>
        </p:txBody>
      </p:sp>
      <p:sp>
        <p:nvSpPr>
          <p:cNvPr id="6" name="Subtitle 3"/>
          <p:cNvSpPr txBox="1">
            <a:spLocks/>
          </p:cNvSpPr>
          <p:nvPr/>
        </p:nvSpPr>
        <p:spPr bwMode="auto">
          <a:xfrm>
            <a:off x="1738313" y="642938"/>
            <a:ext cx="9612312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432"/>
              </a:spcBef>
              <a:buClr>
                <a:schemeClr val="accent1"/>
              </a:buClr>
              <a:buSzPct val="70000"/>
              <a:defRPr/>
            </a:pPr>
            <a:endParaRPr lang="en-GB" sz="4300" b="1" kern="80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endParaRPr lang="en-GB" sz="4600" b="1" kern="400">
              <a:solidFill>
                <a:schemeClr val="tx2"/>
              </a:solidFill>
              <a:latin typeface="Candara" pitchFamily="34" charset="0"/>
            </a:endParaRPr>
          </a:p>
        </p:txBody>
      </p:sp>
      <p:sp>
        <p:nvSpPr>
          <p:cNvPr id="7172" name="Content Placeholder 6"/>
          <p:cNvSpPr>
            <a:spLocks noGrp="1"/>
          </p:cNvSpPr>
          <p:nvPr>
            <p:ph idx="1"/>
          </p:nvPr>
        </p:nvSpPr>
        <p:spPr>
          <a:xfrm>
            <a:off x="1738313" y="1000126"/>
            <a:ext cx="8686800" cy="4525963"/>
          </a:xfrm>
        </p:spPr>
        <p:txBody>
          <a:bodyPr/>
          <a:lstStyle/>
          <a:p>
            <a:pPr algn="just" eaLnBrk="1" hangingPunct="1"/>
            <a:endParaRPr lang="en-GB" sz="2800">
              <a:solidFill>
                <a:srgbClr val="004F8A"/>
              </a:solidFill>
              <a:latin typeface="Century Gothic" pitchFamily="34" charset="0"/>
            </a:endParaRPr>
          </a:p>
          <a:p>
            <a:pPr algn="just" eaLnBrk="1" hangingPunct="1"/>
            <a:endParaRPr lang="en-GB" sz="2800">
              <a:solidFill>
                <a:srgbClr val="004F8A"/>
              </a:solidFill>
              <a:latin typeface="Century Gothic" pitchFamily="34" charset="0"/>
            </a:endParaRPr>
          </a:p>
          <a:p>
            <a:pPr algn="just" eaLnBrk="1" hangingPunct="1">
              <a:buClr>
                <a:srgbClr val="2E1CB0"/>
              </a:buClr>
              <a:buFont typeface="Arial" charset="0"/>
              <a:buChar char="•"/>
            </a:pPr>
            <a:endParaRPr lang="en-GB" sz="2800">
              <a:solidFill>
                <a:srgbClr val="2C08C4"/>
              </a:solidFill>
              <a:latin typeface="Century Gothic" pitchFamily="34" charset="0"/>
            </a:endParaRPr>
          </a:p>
          <a:p>
            <a:pPr eaLnBrk="1" hangingPunct="1">
              <a:buFont typeface="Wingdings 2" pitchFamily="18" charset="2"/>
              <a:buNone/>
            </a:pPr>
            <a:endParaRPr lang="en-GB"/>
          </a:p>
          <a:p>
            <a:pPr eaLnBrk="1" hangingPunct="1"/>
            <a:endParaRPr lang="en-GB"/>
          </a:p>
        </p:txBody>
      </p:sp>
      <p:pic>
        <p:nvPicPr>
          <p:cNvPr id="7173" name="Picture 9" descr="Task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81751" y="428626"/>
            <a:ext cx="1052513" cy="105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4" name="Content Placeholder 3" descr="3.bmp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112126" y="319088"/>
            <a:ext cx="1966913" cy="1598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5" name="Picture 4" descr="Thinking.bmp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495550" y="2997201"/>
            <a:ext cx="1512888" cy="2214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Cloud Callout 9"/>
          <p:cNvSpPr/>
          <p:nvPr/>
        </p:nvSpPr>
        <p:spPr>
          <a:xfrm>
            <a:off x="4920652" y="1911290"/>
            <a:ext cx="4786313" cy="3786188"/>
          </a:xfrm>
          <a:prstGeom prst="cloudCallout">
            <a:avLst>
              <a:gd name="adj1" fmla="val -71873"/>
              <a:gd name="adj2" fmla="val -5987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200" b="1">
                <a:solidFill>
                  <a:srgbClr val="002060"/>
                </a:solidFill>
                <a:latin typeface="Century Gothic" pitchFamily="34" charset="0"/>
              </a:rPr>
              <a:t>What does ‘Respect’ mean?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 txBox="1">
            <a:spLocks/>
          </p:cNvSpPr>
          <p:nvPr/>
        </p:nvSpPr>
        <p:spPr bwMode="auto">
          <a:xfrm>
            <a:off x="1524001" y="500063"/>
            <a:ext cx="9612313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45720" rIns="91440" bIns="45720" anchor="t"/>
          <a:lstStyle/>
          <a:p>
            <a:pPr marL="342900" indent="-342900">
              <a:spcBef>
                <a:spcPts val="1432"/>
              </a:spcBef>
              <a:buClr>
                <a:schemeClr val="accent1"/>
              </a:buClr>
              <a:buSzPct val="70000"/>
              <a:defRPr/>
            </a:pPr>
            <a:r>
              <a:rPr lang="en-GB" sz="5400" b="1" kern="800">
                <a:solidFill>
                  <a:schemeClr val="tx2"/>
                </a:solidFill>
                <a:latin typeface="Candara"/>
              </a:rPr>
              <a:t>  </a:t>
            </a:r>
            <a:r>
              <a:rPr lang="en-GB" sz="3200" b="1" kern="800">
                <a:solidFill>
                  <a:srgbClr val="2C08C4"/>
                </a:solidFill>
                <a:latin typeface="Century Gothic"/>
              </a:rPr>
              <a:t> </a:t>
            </a:r>
            <a:endParaRPr lang="en-GB" sz="5400" b="1" kern="800">
              <a:solidFill>
                <a:srgbClr val="002060"/>
              </a:solidFill>
              <a:latin typeface="Century Gothic"/>
            </a:endParaRPr>
          </a:p>
        </p:txBody>
      </p:sp>
      <p:sp>
        <p:nvSpPr>
          <p:cNvPr id="6" name="Subtitle 3"/>
          <p:cNvSpPr txBox="1">
            <a:spLocks/>
          </p:cNvSpPr>
          <p:nvPr/>
        </p:nvSpPr>
        <p:spPr bwMode="auto">
          <a:xfrm>
            <a:off x="1810200" y="1117391"/>
            <a:ext cx="9612312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45720" rIns="91440" bIns="45720" anchor="t"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endParaRPr lang="en-GB" sz="4600" b="1" kern="400">
              <a:solidFill>
                <a:srgbClr val="444D26"/>
              </a:solidFill>
              <a:latin typeface="Candara" pitchFamily="34" charset="0"/>
            </a:endParaRPr>
          </a:p>
        </p:txBody>
      </p:sp>
      <p:sp>
        <p:nvSpPr>
          <p:cNvPr id="7172" name="Content Placeholder 6"/>
          <p:cNvSpPr>
            <a:spLocks noGrp="1"/>
          </p:cNvSpPr>
          <p:nvPr>
            <p:ph idx="1"/>
          </p:nvPr>
        </p:nvSpPr>
        <p:spPr>
          <a:xfrm>
            <a:off x="1738313" y="1000126"/>
            <a:ext cx="8686800" cy="4525963"/>
          </a:xfrm>
        </p:spPr>
        <p:txBody>
          <a:bodyPr/>
          <a:lstStyle/>
          <a:p>
            <a:pPr algn="just" eaLnBrk="1" hangingPunct="1"/>
            <a:endParaRPr lang="en-GB" sz="2800">
              <a:solidFill>
                <a:srgbClr val="004F8A"/>
              </a:solidFill>
              <a:latin typeface="Century Gothic" pitchFamily="34" charset="0"/>
            </a:endParaRPr>
          </a:p>
          <a:p>
            <a:pPr algn="just" eaLnBrk="1" hangingPunct="1"/>
            <a:endParaRPr lang="en-GB" sz="2800">
              <a:solidFill>
                <a:srgbClr val="004F8A"/>
              </a:solidFill>
              <a:latin typeface="Century Gothic" pitchFamily="34" charset="0"/>
            </a:endParaRPr>
          </a:p>
          <a:p>
            <a:pPr algn="just" eaLnBrk="1" hangingPunct="1">
              <a:buClr>
                <a:srgbClr val="2E1CB0"/>
              </a:buClr>
              <a:buFont typeface="Arial" charset="0"/>
              <a:buChar char="•"/>
            </a:pPr>
            <a:endParaRPr lang="en-GB" sz="2800">
              <a:solidFill>
                <a:srgbClr val="2C08C4"/>
              </a:solidFill>
              <a:latin typeface="Century Gothic" pitchFamily="34" charset="0"/>
            </a:endParaRPr>
          </a:p>
          <a:p>
            <a:pPr eaLnBrk="1" hangingPunct="1">
              <a:buFont typeface="Wingdings 2" pitchFamily="18" charset="2"/>
              <a:buNone/>
            </a:pPr>
            <a:endParaRPr lang="en-GB"/>
          </a:p>
          <a:p>
            <a:pPr eaLnBrk="1" hangingPunct="1"/>
            <a:endParaRPr lang="en-GB"/>
          </a:p>
        </p:txBody>
      </p:sp>
      <p:pic>
        <p:nvPicPr>
          <p:cNvPr id="7173" name="Picture 9" descr="Task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81751" y="428626"/>
            <a:ext cx="1052513" cy="105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4" name="Content Placeholder 3" descr="3.bmp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112126" y="319088"/>
            <a:ext cx="1966913" cy="1598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5" name="Picture 4" descr="Thinking.bmp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495550" y="2997201"/>
            <a:ext cx="1512888" cy="2214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Cloud Callout 9"/>
          <p:cNvSpPr/>
          <p:nvPr/>
        </p:nvSpPr>
        <p:spPr>
          <a:xfrm>
            <a:off x="4920652" y="1911290"/>
            <a:ext cx="4786313" cy="3786188"/>
          </a:xfrm>
          <a:prstGeom prst="cloudCallout">
            <a:avLst>
              <a:gd name="adj1" fmla="val -71873"/>
              <a:gd name="adj2" fmla="val -5987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>
              <a:defRPr/>
            </a:pPr>
            <a:r>
              <a:rPr lang="en-GB" sz="3200" b="1">
                <a:solidFill>
                  <a:srgbClr val="002060"/>
                </a:solidFill>
                <a:latin typeface="Century Gothic"/>
              </a:rPr>
              <a:t>What does ‘Disrespect’ mean?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6592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 txBox="1">
            <a:spLocks/>
          </p:cNvSpPr>
          <p:nvPr/>
        </p:nvSpPr>
        <p:spPr bwMode="auto">
          <a:xfrm>
            <a:off x="952500" y="214313"/>
            <a:ext cx="9501188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GB" sz="5400" b="1" kern="800">
                <a:solidFill>
                  <a:schemeClr val="tx2"/>
                </a:solidFill>
                <a:latin typeface="Candara" pitchFamily="34" charset="0"/>
              </a:rPr>
              <a:t>     </a:t>
            </a:r>
            <a:r>
              <a:rPr lang="en-GB" sz="3600" b="1" kern="800">
                <a:solidFill>
                  <a:srgbClr val="002060"/>
                </a:solidFill>
                <a:latin typeface="Century Gothic" pitchFamily="34" charset="0"/>
              </a:rPr>
              <a:t>Activity 2 ~ What does Respect </a:t>
            </a:r>
            <a:r>
              <a:rPr lang="en-GB" sz="5400" b="1" kern="800">
                <a:solidFill>
                  <a:srgbClr val="002060"/>
                </a:solidFill>
                <a:latin typeface="Candara" pitchFamily="34" charset="0"/>
              </a:rPr>
              <a:t>....</a:t>
            </a:r>
            <a:endParaRPr lang="en-GB" sz="4300" b="1" kern="400">
              <a:solidFill>
                <a:srgbClr val="002060"/>
              </a:solidFill>
              <a:latin typeface="Candara" pitchFamily="34" charset="0"/>
            </a:endParaRPr>
          </a:p>
        </p:txBody>
      </p:sp>
      <p:sp>
        <p:nvSpPr>
          <p:cNvPr id="10243" name="Content Placeholder 5"/>
          <p:cNvSpPr>
            <a:spLocks noGrp="1"/>
          </p:cNvSpPr>
          <p:nvPr>
            <p:ph idx="1"/>
          </p:nvPr>
        </p:nvSpPr>
        <p:spPr>
          <a:xfrm>
            <a:off x="2279650" y="1268414"/>
            <a:ext cx="7715250" cy="4637087"/>
          </a:xfrm>
        </p:spPr>
        <p:txBody>
          <a:bodyPr/>
          <a:lstStyle/>
          <a:p>
            <a:pPr algn="ctr" eaLnBrk="1" hangingPunct="1">
              <a:buClr>
                <a:srgbClr val="004F8A"/>
              </a:buClr>
              <a:buFont typeface="Wingdings 2" pitchFamily="18" charset="2"/>
              <a:buNone/>
            </a:pPr>
            <a:endParaRPr lang="en-GB" sz="4800">
              <a:solidFill>
                <a:srgbClr val="2C08C4"/>
              </a:solidFill>
              <a:latin typeface="Century Gothic" pitchFamily="34" charset="0"/>
            </a:endParaRPr>
          </a:p>
          <a:p>
            <a:pPr algn="ctr" eaLnBrk="1" hangingPunct="1">
              <a:buClr>
                <a:srgbClr val="004F8A"/>
              </a:buClr>
              <a:buFont typeface="Wingdings 2" pitchFamily="18" charset="2"/>
              <a:buNone/>
            </a:pPr>
            <a:endParaRPr lang="en-GB" sz="4000">
              <a:solidFill>
                <a:srgbClr val="2C08C4"/>
              </a:solidFill>
              <a:latin typeface="Century Gothic" pitchFamily="34" charset="0"/>
            </a:endParaRPr>
          </a:p>
          <a:p>
            <a:pPr algn="ctr" eaLnBrk="1" hangingPunct="1">
              <a:buClr>
                <a:srgbClr val="004F8A"/>
              </a:buClr>
              <a:buFont typeface="Wingdings 2" pitchFamily="18" charset="2"/>
              <a:buNone/>
            </a:pPr>
            <a:endParaRPr lang="en-GB" sz="4000">
              <a:solidFill>
                <a:srgbClr val="2C08C4"/>
              </a:solidFill>
              <a:latin typeface="Century Gothic" pitchFamily="34" charset="0"/>
            </a:endParaRPr>
          </a:p>
          <a:p>
            <a:pPr eaLnBrk="1" hangingPunct="1">
              <a:buClr>
                <a:srgbClr val="004F8A"/>
              </a:buClr>
              <a:buFont typeface="Arial" charset="0"/>
              <a:buChar char="•"/>
            </a:pPr>
            <a:endParaRPr lang="en-GB">
              <a:solidFill>
                <a:srgbClr val="2C08C4"/>
              </a:solidFill>
              <a:latin typeface="Century Gothic" pitchFamily="34" charset="0"/>
            </a:endParaRPr>
          </a:p>
          <a:p>
            <a:pPr eaLnBrk="1" hangingPunct="1">
              <a:buClr>
                <a:srgbClr val="004F8A"/>
              </a:buClr>
              <a:buFont typeface="Arial" charset="0"/>
              <a:buChar char="•"/>
            </a:pPr>
            <a:endParaRPr lang="en-GB">
              <a:solidFill>
                <a:srgbClr val="2C08C4"/>
              </a:solidFill>
              <a:latin typeface="Century Gothic" pitchFamily="34" charset="0"/>
            </a:endParaRPr>
          </a:p>
          <a:p>
            <a:pPr eaLnBrk="1" hangingPunct="1">
              <a:buClr>
                <a:srgbClr val="004F8A"/>
              </a:buClr>
              <a:buFont typeface="Arial" charset="0"/>
              <a:buChar char="•"/>
            </a:pPr>
            <a:endParaRPr lang="en-GB">
              <a:solidFill>
                <a:srgbClr val="004F8A"/>
              </a:solidFill>
              <a:latin typeface="Century Gothic" pitchFamily="34" charset="0"/>
            </a:endParaRPr>
          </a:p>
          <a:p>
            <a:pPr eaLnBrk="1" hangingPunct="1">
              <a:buClr>
                <a:srgbClr val="004F8A"/>
              </a:buClr>
              <a:buFont typeface="Arial" charset="0"/>
              <a:buChar char="•"/>
            </a:pPr>
            <a:endParaRPr lang="en-GB">
              <a:solidFill>
                <a:srgbClr val="004F8A"/>
              </a:solidFill>
              <a:latin typeface="Century Gothic" pitchFamily="34" charset="0"/>
            </a:endParaRPr>
          </a:p>
          <a:p>
            <a:pPr eaLnBrk="1" hangingPunct="1">
              <a:buClr>
                <a:srgbClr val="004F8A"/>
              </a:buClr>
              <a:buFont typeface="Arial" charset="0"/>
              <a:buChar char="•"/>
            </a:pPr>
            <a:endParaRPr lang="en-GB">
              <a:solidFill>
                <a:srgbClr val="004F8A"/>
              </a:solidFill>
              <a:latin typeface="Century Gothic" pitchFamily="34" charset="0"/>
            </a:endParaRPr>
          </a:p>
          <a:p>
            <a:pPr eaLnBrk="1" hangingPunct="1">
              <a:buFont typeface="Wingdings 2" pitchFamily="18" charset="2"/>
              <a:buNone/>
            </a:pPr>
            <a:endParaRPr lang="en-GB" sz="2400">
              <a:solidFill>
                <a:srgbClr val="004F8A"/>
              </a:solidFill>
              <a:latin typeface="Century Gothic" pitchFamily="34" charset="0"/>
            </a:endParaRPr>
          </a:p>
          <a:p>
            <a:pPr eaLnBrk="1" hangingPunct="1"/>
            <a:endParaRPr lang="en-GB" sz="2400">
              <a:solidFill>
                <a:srgbClr val="004F8A"/>
              </a:solidFill>
              <a:latin typeface="Century Gothic" pitchFamily="34" charset="0"/>
            </a:endParaRPr>
          </a:p>
          <a:p>
            <a:pPr eaLnBrk="1" hangingPunct="1"/>
            <a:endParaRPr lang="en-GB" sz="2400">
              <a:solidFill>
                <a:srgbClr val="004F8A"/>
              </a:solidFill>
              <a:latin typeface="Century Gothic" pitchFamily="34" charset="0"/>
            </a:endParaRPr>
          </a:p>
          <a:p>
            <a:pPr eaLnBrk="1" hangingPunct="1">
              <a:buFont typeface="Wingdings 2" pitchFamily="18" charset="2"/>
              <a:buNone/>
            </a:pPr>
            <a:endParaRPr lang="en-GB" sz="2400">
              <a:solidFill>
                <a:srgbClr val="004F8A"/>
              </a:solidFill>
              <a:latin typeface="Century Gothic" pitchFamily="34" charset="0"/>
            </a:endParaRPr>
          </a:p>
          <a:p>
            <a:pPr eaLnBrk="1" hangingPunct="1">
              <a:buFont typeface="Wingdings 2" pitchFamily="18" charset="2"/>
              <a:buNone/>
            </a:pPr>
            <a:endParaRPr lang="en-GB" sz="2400">
              <a:solidFill>
                <a:srgbClr val="004F8A"/>
              </a:solidFill>
              <a:latin typeface="Century Gothic" pitchFamily="34" charset="0"/>
            </a:endParaRPr>
          </a:p>
          <a:p>
            <a:pPr eaLnBrk="1" hangingPunct="1"/>
            <a:endParaRPr lang="en-GB" sz="2400">
              <a:solidFill>
                <a:srgbClr val="004F8A"/>
              </a:solidFill>
              <a:latin typeface="Century Gothic" pitchFamily="34" charset="0"/>
            </a:endParaRPr>
          </a:p>
          <a:p>
            <a:pPr eaLnBrk="1" hangingPunct="1">
              <a:buFont typeface="Wingdings 2" pitchFamily="18" charset="2"/>
              <a:buNone/>
            </a:pPr>
            <a:endParaRPr lang="en-GB"/>
          </a:p>
        </p:txBody>
      </p:sp>
      <p:pic>
        <p:nvPicPr>
          <p:cNvPr id="10244" name="Picture 4" descr="Thinking.bmp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92314" y="2565401"/>
            <a:ext cx="1550987" cy="227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5" name="Picture 9" descr="Task.jp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739314" y="214314"/>
            <a:ext cx="720725" cy="719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4738679" y="2000342"/>
            <a:ext cx="5033199" cy="4033725"/>
            <a:chOff x="949" y="2693"/>
            <a:chExt cx="10366" cy="11821"/>
          </a:xfrm>
          <a:solidFill>
            <a:schemeClr val="bg1">
              <a:lumMod val="95000"/>
            </a:schemeClr>
          </a:solidFill>
        </p:grpSpPr>
        <p:cxnSp>
          <p:nvCxnSpPr>
            <p:cNvPr id="18439" name="AutoShape 7"/>
            <p:cNvCxnSpPr>
              <a:cxnSpLocks noChangeShapeType="1"/>
            </p:cNvCxnSpPr>
            <p:nvPr/>
          </p:nvCxnSpPr>
          <p:spPr bwMode="auto">
            <a:xfrm>
              <a:off x="1364" y="3183"/>
              <a:ext cx="4517" cy="4467"/>
            </a:xfrm>
            <a:prstGeom prst="straightConnector1">
              <a:avLst/>
            </a:prstGeom>
            <a:grpFill/>
            <a:ln w="44450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8440" name="AutoShape 8"/>
            <p:cNvCxnSpPr>
              <a:cxnSpLocks noChangeShapeType="1"/>
            </p:cNvCxnSpPr>
            <p:nvPr/>
          </p:nvCxnSpPr>
          <p:spPr bwMode="auto">
            <a:xfrm flipV="1">
              <a:off x="5909" y="3183"/>
              <a:ext cx="4209" cy="4464"/>
            </a:xfrm>
            <a:prstGeom prst="straightConnector1">
              <a:avLst/>
            </a:prstGeom>
            <a:grpFill/>
            <a:ln w="4127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8441" name="AutoShape 9"/>
            <p:cNvCxnSpPr>
              <a:cxnSpLocks noChangeShapeType="1"/>
            </p:cNvCxnSpPr>
            <p:nvPr/>
          </p:nvCxnSpPr>
          <p:spPr bwMode="auto">
            <a:xfrm>
              <a:off x="5909" y="7647"/>
              <a:ext cx="0" cy="6867"/>
            </a:xfrm>
            <a:prstGeom prst="straightConnector1">
              <a:avLst/>
            </a:prstGeom>
            <a:grpFill/>
            <a:ln w="4127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18442" name="Text Box 10"/>
            <p:cNvSpPr txBox="1">
              <a:spLocks noChangeArrowheads="1"/>
            </p:cNvSpPr>
            <p:nvPr/>
          </p:nvSpPr>
          <p:spPr bwMode="auto">
            <a:xfrm>
              <a:off x="3486" y="2693"/>
              <a:ext cx="4775" cy="230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91440" tIns="45720" rIns="91440" bIns="45720" anchor="t"/>
            <a:lstStyle/>
            <a:p>
              <a:pPr algn="ctr">
                <a:spcAft>
                  <a:spcPts val="0"/>
                </a:spcAft>
                <a:defRPr/>
              </a:pPr>
              <a:endParaRPr lang="en-GB" b="1">
                <a:solidFill>
                  <a:srgbClr val="002060"/>
                </a:solidFill>
                <a:latin typeface="Arial" pitchFamily="34" charset="0"/>
              </a:endParaRPr>
            </a:p>
            <a:p>
              <a:pPr algn="ctr">
                <a:spcAft>
                  <a:spcPts val="0"/>
                </a:spcAft>
                <a:defRPr/>
              </a:pPr>
              <a:r>
                <a:rPr lang="en-GB" sz="2400" b="1">
                  <a:solidFill>
                    <a:srgbClr val="FF0000"/>
                  </a:solidFill>
                  <a:latin typeface="Arial"/>
                  <a:cs typeface="Arial"/>
                </a:rPr>
                <a:t>Look like ?</a:t>
              </a:r>
            </a:p>
            <a:p>
              <a:pPr algn="ctr">
                <a:spcAft>
                  <a:spcPts val="1000"/>
                </a:spcAft>
                <a:defRPr/>
              </a:pPr>
              <a:endParaRPr lang="en-US">
                <a:solidFill>
                  <a:schemeClr val="tx1"/>
                </a:solidFill>
                <a:latin typeface="Arial" pitchFamily="34" charset="0"/>
              </a:endParaRPr>
            </a:p>
          </p:txBody>
        </p:sp>
        <p:sp>
          <p:nvSpPr>
            <p:cNvPr id="18443" name="Text Box 11"/>
            <p:cNvSpPr txBox="1">
              <a:spLocks noChangeArrowheads="1"/>
            </p:cNvSpPr>
            <p:nvPr/>
          </p:nvSpPr>
          <p:spPr bwMode="auto">
            <a:xfrm>
              <a:off x="6540" y="7927"/>
              <a:ext cx="4775" cy="188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91440" tIns="45720" rIns="91440" bIns="45720" anchor="t"/>
            <a:lstStyle/>
            <a:p>
              <a:pPr algn="ctr">
                <a:spcAft>
                  <a:spcPts val="0"/>
                </a:spcAft>
                <a:defRPr/>
              </a:pPr>
              <a:r>
                <a:rPr lang="en-US" sz="2400" b="1">
                  <a:solidFill>
                    <a:srgbClr val="FF0000"/>
                  </a:solidFill>
                  <a:latin typeface="Arial"/>
                  <a:cs typeface="Arial"/>
                </a:rPr>
                <a:t>Feel like ?</a:t>
              </a:r>
              <a:endParaRPr lang="en-GB" sz="2400" b="1">
                <a:solidFill>
                  <a:srgbClr val="FF0000"/>
                </a:solidFill>
                <a:latin typeface="Arial"/>
                <a:cs typeface="Arial"/>
              </a:endParaRPr>
            </a:p>
          </p:txBody>
        </p:sp>
        <p:sp>
          <p:nvSpPr>
            <p:cNvPr id="18444" name="Text Box 12"/>
            <p:cNvSpPr txBox="1">
              <a:spLocks noChangeArrowheads="1"/>
            </p:cNvSpPr>
            <p:nvPr/>
          </p:nvSpPr>
          <p:spPr bwMode="auto">
            <a:xfrm>
              <a:off x="949" y="7927"/>
              <a:ext cx="4414" cy="188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91440" tIns="45720" rIns="91440" bIns="45720" anchor="t"/>
            <a:lstStyle/>
            <a:p>
              <a:pPr algn="ctr">
                <a:spcAft>
                  <a:spcPts val="0"/>
                </a:spcAft>
                <a:defRPr/>
              </a:pPr>
              <a:r>
                <a:rPr lang="en-US" sz="2400" b="1">
                  <a:solidFill>
                    <a:srgbClr val="002060"/>
                  </a:solidFill>
                  <a:latin typeface="Arial"/>
                  <a:cs typeface="Arial"/>
                </a:rPr>
                <a:t> </a:t>
              </a:r>
              <a:r>
                <a:rPr lang="en-US" sz="2400" b="1">
                  <a:solidFill>
                    <a:srgbClr val="FF0000"/>
                  </a:solidFill>
                  <a:latin typeface="Arial"/>
                  <a:cs typeface="Arial"/>
                </a:rPr>
                <a:t>Sound like ?</a:t>
              </a:r>
              <a:endParaRPr lang="en-GB" sz="2400" b="1">
                <a:solidFill>
                  <a:srgbClr val="FF0000"/>
                </a:solidFill>
                <a:latin typeface="Arial"/>
                <a:cs typeface="Arial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 txBox="1">
            <a:spLocks/>
          </p:cNvSpPr>
          <p:nvPr/>
        </p:nvSpPr>
        <p:spPr bwMode="auto">
          <a:xfrm>
            <a:off x="1524001" y="500063"/>
            <a:ext cx="9612313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432"/>
              </a:spcBef>
              <a:buClr>
                <a:schemeClr val="accent1"/>
              </a:buClr>
              <a:buSzPct val="70000"/>
              <a:defRPr/>
            </a:pPr>
            <a:r>
              <a:rPr lang="en-GB" sz="5400" b="1" kern="800">
                <a:solidFill>
                  <a:schemeClr val="tx2"/>
                </a:solidFill>
                <a:latin typeface="Candara" pitchFamily="34" charset="0"/>
              </a:rPr>
              <a:t>  </a:t>
            </a:r>
            <a:r>
              <a:rPr lang="en-GB" sz="3200" b="1" kern="800">
                <a:solidFill>
                  <a:srgbClr val="2C08C4"/>
                </a:solidFill>
                <a:latin typeface="Century Gothic" pitchFamily="34" charset="0"/>
              </a:rPr>
              <a:t> </a:t>
            </a:r>
            <a:r>
              <a:rPr lang="en-GB" sz="5400" b="1" kern="800">
                <a:solidFill>
                  <a:srgbClr val="002060"/>
                </a:solidFill>
                <a:latin typeface="Century Gothic" pitchFamily="34" charset="0"/>
              </a:rPr>
              <a:t>Activity 3</a:t>
            </a: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endParaRPr lang="en-GB" sz="4600" b="1" kern="400">
              <a:solidFill>
                <a:srgbClr val="004F8A"/>
              </a:solidFill>
              <a:latin typeface="Candara" pitchFamily="34" charset="0"/>
            </a:endParaRPr>
          </a:p>
        </p:txBody>
      </p:sp>
      <p:sp>
        <p:nvSpPr>
          <p:cNvPr id="6" name="Subtitle 3"/>
          <p:cNvSpPr txBox="1">
            <a:spLocks/>
          </p:cNvSpPr>
          <p:nvPr/>
        </p:nvSpPr>
        <p:spPr bwMode="auto">
          <a:xfrm>
            <a:off x="1738313" y="642938"/>
            <a:ext cx="9612312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432"/>
              </a:spcBef>
              <a:buClr>
                <a:schemeClr val="accent1"/>
              </a:buClr>
              <a:buSzPct val="70000"/>
              <a:defRPr/>
            </a:pPr>
            <a:endParaRPr lang="en-GB" sz="4300" b="1" kern="80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endParaRPr lang="en-GB" sz="4600" b="1" kern="400">
              <a:solidFill>
                <a:schemeClr val="tx2"/>
              </a:solidFill>
              <a:latin typeface="Candara" pitchFamily="34" charset="0"/>
            </a:endParaRPr>
          </a:p>
        </p:txBody>
      </p:sp>
      <p:sp>
        <p:nvSpPr>
          <p:cNvPr id="11268" name="Content Placeholder 6"/>
          <p:cNvSpPr>
            <a:spLocks noGrp="1"/>
          </p:cNvSpPr>
          <p:nvPr>
            <p:ph idx="1"/>
          </p:nvPr>
        </p:nvSpPr>
        <p:spPr>
          <a:xfrm>
            <a:off x="1524000" y="1214438"/>
            <a:ext cx="8686800" cy="4525962"/>
          </a:xfrm>
        </p:spPr>
        <p:txBody>
          <a:bodyPr/>
          <a:lstStyle/>
          <a:p>
            <a:pPr algn="just" eaLnBrk="1" hangingPunct="1"/>
            <a:endParaRPr lang="en-GB" sz="2800">
              <a:solidFill>
                <a:srgbClr val="004F8A"/>
              </a:solidFill>
              <a:latin typeface="Century Gothic" pitchFamily="34" charset="0"/>
            </a:endParaRPr>
          </a:p>
          <a:p>
            <a:pPr algn="just" eaLnBrk="1" hangingPunct="1"/>
            <a:endParaRPr lang="en-GB" sz="2800">
              <a:solidFill>
                <a:srgbClr val="004F8A"/>
              </a:solidFill>
              <a:latin typeface="Century Gothic" pitchFamily="34" charset="0"/>
            </a:endParaRPr>
          </a:p>
          <a:p>
            <a:pPr algn="just" eaLnBrk="1" hangingPunct="1">
              <a:buClr>
                <a:srgbClr val="2E1CB0"/>
              </a:buClr>
              <a:buFont typeface="Arial" charset="0"/>
              <a:buChar char="•"/>
            </a:pPr>
            <a:endParaRPr lang="en-GB" sz="2800">
              <a:solidFill>
                <a:srgbClr val="2C08C4"/>
              </a:solidFill>
              <a:latin typeface="Century Gothic" pitchFamily="34" charset="0"/>
            </a:endParaRPr>
          </a:p>
          <a:p>
            <a:pPr eaLnBrk="1" hangingPunct="1">
              <a:buFont typeface="Wingdings 2" pitchFamily="18" charset="2"/>
              <a:buNone/>
            </a:pPr>
            <a:endParaRPr lang="en-GB"/>
          </a:p>
          <a:p>
            <a:pPr eaLnBrk="1" hangingPunct="1"/>
            <a:endParaRPr lang="en-GB"/>
          </a:p>
        </p:txBody>
      </p:sp>
      <p:pic>
        <p:nvPicPr>
          <p:cNvPr id="11269" name="Picture 9" descr="Task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688389" y="285750"/>
            <a:ext cx="1317625" cy="1316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0" name="Picture 4" descr="Thinking.bmp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453439" y="3840163"/>
            <a:ext cx="1500187" cy="219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Cloud Callout 9"/>
          <p:cNvSpPr/>
          <p:nvPr/>
        </p:nvSpPr>
        <p:spPr>
          <a:xfrm>
            <a:off x="2309813" y="1785939"/>
            <a:ext cx="4786312" cy="3786187"/>
          </a:xfrm>
          <a:prstGeom prst="cloudCallout">
            <a:avLst>
              <a:gd name="adj1" fmla="val 63853"/>
              <a:gd name="adj2" fmla="val 47001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200" b="1">
                <a:solidFill>
                  <a:srgbClr val="002060"/>
                </a:solidFill>
                <a:latin typeface="Century Gothic" pitchFamily="34" charset="0"/>
              </a:rPr>
              <a:t>Why is it important to behave respectfully?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 txBox="1">
            <a:spLocks/>
          </p:cNvSpPr>
          <p:nvPr/>
        </p:nvSpPr>
        <p:spPr bwMode="auto">
          <a:xfrm>
            <a:off x="1524001" y="571500"/>
            <a:ext cx="9612313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432"/>
              </a:spcBef>
              <a:buClr>
                <a:schemeClr val="accent1"/>
              </a:buClr>
              <a:buSzPct val="70000"/>
              <a:defRPr/>
            </a:pPr>
            <a:r>
              <a:rPr lang="en-GB" sz="5400" b="1" kern="800">
                <a:solidFill>
                  <a:schemeClr val="tx2"/>
                </a:solidFill>
                <a:latin typeface="Candara" pitchFamily="34" charset="0"/>
              </a:rPr>
              <a:t>  </a:t>
            </a:r>
            <a:r>
              <a:rPr lang="en-GB" sz="3200" b="1" kern="800">
                <a:solidFill>
                  <a:srgbClr val="2C08C4"/>
                </a:solidFill>
                <a:latin typeface="Century Gothic" pitchFamily="34" charset="0"/>
              </a:rPr>
              <a:t> </a:t>
            </a:r>
            <a:r>
              <a:rPr lang="en-GB" sz="5400" b="1" kern="800">
                <a:solidFill>
                  <a:srgbClr val="002060"/>
                </a:solidFill>
                <a:latin typeface="Century Gothic" pitchFamily="34" charset="0"/>
              </a:rPr>
              <a:t>Activity 4</a:t>
            </a: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endParaRPr lang="en-GB" sz="4600" b="1" kern="400">
              <a:solidFill>
                <a:srgbClr val="004F8A"/>
              </a:solidFill>
              <a:latin typeface="Candara" pitchFamily="34" charset="0"/>
            </a:endParaRPr>
          </a:p>
        </p:txBody>
      </p:sp>
      <p:sp>
        <p:nvSpPr>
          <p:cNvPr id="6" name="Subtitle 3"/>
          <p:cNvSpPr txBox="1">
            <a:spLocks/>
          </p:cNvSpPr>
          <p:nvPr/>
        </p:nvSpPr>
        <p:spPr bwMode="auto">
          <a:xfrm>
            <a:off x="1738313" y="357188"/>
            <a:ext cx="9612312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432"/>
              </a:spcBef>
              <a:buClr>
                <a:schemeClr val="accent1"/>
              </a:buClr>
              <a:buSzPct val="70000"/>
              <a:defRPr/>
            </a:pPr>
            <a:endParaRPr lang="en-GB" sz="4300" b="1" kern="80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endParaRPr lang="en-GB" sz="4600" b="1" kern="400">
              <a:solidFill>
                <a:schemeClr val="tx2"/>
              </a:solidFill>
              <a:latin typeface="Candara" pitchFamily="34" charset="0"/>
            </a:endParaRPr>
          </a:p>
        </p:txBody>
      </p:sp>
      <p:sp>
        <p:nvSpPr>
          <p:cNvPr id="12292" name="Content Placeholder 6"/>
          <p:cNvSpPr>
            <a:spLocks noGrp="1"/>
          </p:cNvSpPr>
          <p:nvPr>
            <p:ph idx="1"/>
          </p:nvPr>
        </p:nvSpPr>
        <p:spPr>
          <a:xfrm>
            <a:off x="1524000" y="1214438"/>
            <a:ext cx="8686800" cy="4525962"/>
          </a:xfrm>
        </p:spPr>
        <p:txBody>
          <a:bodyPr/>
          <a:lstStyle/>
          <a:p>
            <a:pPr algn="just" eaLnBrk="1" hangingPunct="1"/>
            <a:endParaRPr lang="en-GB" sz="2800">
              <a:solidFill>
                <a:srgbClr val="004F8A"/>
              </a:solidFill>
              <a:latin typeface="Century Gothic" pitchFamily="34" charset="0"/>
            </a:endParaRPr>
          </a:p>
          <a:p>
            <a:pPr algn="just" eaLnBrk="1" hangingPunct="1"/>
            <a:endParaRPr lang="en-GB" sz="2800">
              <a:solidFill>
                <a:srgbClr val="004F8A"/>
              </a:solidFill>
              <a:latin typeface="Century Gothic" pitchFamily="34" charset="0"/>
            </a:endParaRPr>
          </a:p>
          <a:p>
            <a:pPr algn="just" eaLnBrk="1" hangingPunct="1">
              <a:buClr>
                <a:srgbClr val="2E1CB0"/>
              </a:buClr>
              <a:buFont typeface="Arial" charset="0"/>
              <a:buChar char="•"/>
            </a:pPr>
            <a:endParaRPr lang="en-GB" sz="2800">
              <a:solidFill>
                <a:srgbClr val="2C08C4"/>
              </a:solidFill>
              <a:latin typeface="Century Gothic" pitchFamily="34" charset="0"/>
            </a:endParaRPr>
          </a:p>
          <a:p>
            <a:pPr eaLnBrk="1" hangingPunct="1">
              <a:buFont typeface="Wingdings 2" pitchFamily="18" charset="2"/>
              <a:buNone/>
            </a:pPr>
            <a:endParaRPr lang="en-GB"/>
          </a:p>
          <a:p>
            <a:pPr eaLnBrk="1" hangingPunct="1"/>
            <a:endParaRPr lang="en-GB"/>
          </a:p>
        </p:txBody>
      </p:sp>
      <p:pic>
        <p:nvPicPr>
          <p:cNvPr id="12293" name="Picture 9" descr="Task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953501" y="285751"/>
            <a:ext cx="1052513" cy="105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4" name="Picture 4" descr="Thinking.bmp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667750" y="3000375"/>
            <a:ext cx="1500188" cy="2198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Cloud Callout 9"/>
          <p:cNvSpPr/>
          <p:nvPr/>
        </p:nvSpPr>
        <p:spPr>
          <a:xfrm>
            <a:off x="2166939" y="1785939"/>
            <a:ext cx="5286375" cy="3786187"/>
          </a:xfrm>
          <a:prstGeom prst="cloudCallout">
            <a:avLst>
              <a:gd name="adj1" fmla="val 67302"/>
              <a:gd name="adj2" fmla="val 879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200" b="1">
                <a:solidFill>
                  <a:srgbClr val="002060"/>
                </a:solidFill>
                <a:latin typeface="Century Gothic" pitchFamily="34" charset="0"/>
              </a:rPr>
              <a:t> What kind of behaviour is disrespectful?</a:t>
            </a: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 txBox="1">
            <a:spLocks/>
          </p:cNvSpPr>
          <p:nvPr/>
        </p:nvSpPr>
        <p:spPr bwMode="auto">
          <a:xfrm>
            <a:off x="1524001" y="571500"/>
            <a:ext cx="9612313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45720" rIns="91440" bIns="45720" anchor="t"/>
          <a:lstStyle/>
          <a:p>
            <a:pPr marL="342900" indent="-342900">
              <a:spcBef>
                <a:spcPts val="1432"/>
              </a:spcBef>
              <a:buClr>
                <a:schemeClr val="accent1"/>
              </a:buClr>
              <a:buSzPct val="70000"/>
              <a:defRPr/>
            </a:pPr>
            <a:r>
              <a:rPr lang="en-GB" sz="5400" b="1" kern="800">
                <a:solidFill>
                  <a:schemeClr val="tx2"/>
                </a:solidFill>
                <a:latin typeface="Candara"/>
              </a:rPr>
              <a:t>  </a:t>
            </a:r>
            <a:r>
              <a:rPr lang="en-GB" sz="3200" b="1" kern="800">
                <a:solidFill>
                  <a:srgbClr val="2C08C4"/>
                </a:solidFill>
                <a:latin typeface="Century Gothic"/>
              </a:rPr>
              <a:t> </a:t>
            </a:r>
            <a:r>
              <a:rPr lang="en-GB" sz="4800" b="1" kern="800">
                <a:solidFill>
                  <a:srgbClr val="002060"/>
                </a:solidFill>
                <a:latin typeface="Century Gothic"/>
              </a:rPr>
              <a:t>Activity 5</a:t>
            </a:r>
            <a:endParaRPr lang="en-GB" sz="4800" b="1" kern="800">
              <a:solidFill>
                <a:srgbClr val="002060"/>
              </a:solidFill>
              <a:latin typeface="Century Gothic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endParaRPr lang="en-GB" sz="4600" b="1" kern="400">
              <a:solidFill>
                <a:srgbClr val="004F8A"/>
              </a:solidFill>
              <a:latin typeface="Candara" pitchFamily="34" charset="0"/>
            </a:endParaRPr>
          </a:p>
        </p:txBody>
      </p:sp>
      <p:sp>
        <p:nvSpPr>
          <p:cNvPr id="6" name="Subtitle 3"/>
          <p:cNvSpPr txBox="1">
            <a:spLocks/>
          </p:cNvSpPr>
          <p:nvPr/>
        </p:nvSpPr>
        <p:spPr bwMode="auto">
          <a:xfrm>
            <a:off x="1738313" y="357188"/>
            <a:ext cx="9612312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432"/>
              </a:spcBef>
              <a:buClr>
                <a:schemeClr val="accent1"/>
              </a:buClr>
              <a:buSzPct val="70000"/>
              <a:defRPr/>
            </a:pPr>
            <a:endParaRPr lang="en-GB" sz="4300" b="1" kern="80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endParaRPr lang="en-GB" sz="4600" b="1" kern="400">
              <a:solidFill>
                <a:schemeClr val="tx2"/>
              </a:solidFill>
              <a:latin typeface="Candara" pitchFamily="34" charset="0"/>
            </a:endParaRPr>
          </a:p>
        </p:txBody>
      </p:sp>
      <p:sp>
        <p:nvSpPr>
          <p:cNvPr id="24580" name="Content Placeholder 6"/>
          <p:cNvSpPr>
            <a:spLocks noGrp="1"/>
          </p:cNvSpPr>
          <p:nvPr>
            <p:ph idx="1"/>
          </p:nvPr>
        </p:nvSpPr>
        <p:spPr>
          <a:xfrm>
            <a:off x="1581509" y="1732023"/>
            <a:ext cx="8686800" cy="4525962"/>
          </a:xfrm>
        </p:spPr>
        <p:txBody>
          <a:bodyPr/>
          <a:lstStyle/>
          <a:p>
            <a:pPr algn="just" eaLnBrk="1" hangingPunct="1"/>
            <a:endParaRPr lang="en-GB" sz="2800">
              <a:solidFill>
                <a:srgbClr val="004F8A"/>
              </a:solidFill>
              <a:latin typeface="Century Gothic" pitchFamily="34" charset="0"/>
            </a:endParaRPr>
          </a:p>
          <a:p>
            <a:pPr algn="just" eaLnBrk="1" hangingPunct="1"/>
            <a:endParaRPr lang="en-GB" sz="2800">
              <a:solidFill>
                <a:srgbClr val="004F8A"/>
              </a:solidFill>
              <a:latin typeface="Century Gothic" pitchFamily="34" charset="0"/>
            </a:endParaRPr>
          </a:p>
          <a:p>
            <a:pPr algn="just" eaLnBrk="1" hangingPunct="1">
              <a:buClr>
                <a:srgbClr val="2E1CB0"/>
              </a:buClr>
              <a:buFont typeface="Arial" charset="0"/>
              <a:buChar char="•"/>
            </a:pPr>
            <a:endParaRPr lang="en-GB" sz="2800">
              <a:solidFill>
                <a:srgbClr val="2C08C4"/>
              </a:solidFill>
              <a:latin typeface="Century Gothic" pitchFamily="34" charset="0"/>
            </a:endParaRPr>
          </a:p>
          <a:p>
            <a:pPr eaLnBrk="1" hangingPunct="1">
              <a:buFont typeface="Wingdings 2" pitchFamily="18" charset="2"/>
              <a:buNone/>
            </a:pPr>
            <a:endParaRPr lang="en-GB"/>
          </a:p>
          <a:p>
            <a:pPr eaLnBrk="1" hangingPunct="1"/>
            <a:endParaRPr lang="en-GB"/>
          </a:p>
        </p:txBody>
      </p:sp>
      <p:pic>
        <p:nvPicPr>
          <p:cNvPr id="24581" name="Picture 9" descr="Task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810501" y="357189"/>
            <a:ext cx="1052513" cy="105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2" name="Picture 4" descr="Thinking.bmp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596313" y="4076701"/>
            <a:ext cx="1350962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Cloud Callout 9"/>
          <p:cNvSpPr/>
          <p:nvPr/>
        </p:nvSpPr>
        <p:spPr>
          <a:xfrm>
            <a:off x="1952626" y="1857375"/>
            <a:ext cx="3929063" cy="4286250"/>
          </a:xfrm>
          <a:prstGeom prst="cloudCallout">
            <a:avLst>
              <a:gd name="adj1" fmla="val 99908"/>
              <a:gd name="adj2" fmla="val 24429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>
              <a:defRPr/>
            </a:pPr>
            <a:r>
              <a:rPr lang="en-GB" sz="3200" b="1">
                <a:solidFill>
                  <a:srgbClr val="002060"/>
                </a:solidFill>
                <a:latin typeface="Century Gothic"/>
              </a:rPr>
              <a:t>Why do we treat people with respect?</a:t>
            </a:r>
          </a:p>
        </p:txBody>
      </p:sp>
      <p:pic>
        <p:nvPicPr>
          <p:cNvPr id="24584" name="Content Placeholder 3" descr="3.bmp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175501" y="1989138"/>
            <a:ext cx="2233613" cy="18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text on a blue background&#10;&#10;Description automatically generated">
            <a:extLst>
              <a:ext uri="{FF2B5EF4-FFF2-40B4-BE49-F238E27FC236}">
                <a16:creationId xmlns:a16="http://schemas.microsoft.com/office/drawing/2014/main" id="{15DFE271-7BB0-1A70-2154-AAABF3385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9" y="-472"/>
            <a:ext cx="12196844" cy="6859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628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card with blue text&#10;&#10;Description automatically generated">
            <a:extLst>
              <a:ext uri="{FF2B5EF4-FFF2-40B4-BE49-F238E27FC236}">
                <a16:creationId xmlns:a16="http://schemas.microsoft.com/office/drawing/2014/main" id="{F3733E3E-061E-5CE1-E308-D2E8FA689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" y="1765"/>
            <a:ext cx="12191998" cy="685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791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holding a box&#10;&#10;Description automatically generated">
            <a:extLst>
              <a:ext uri="{FF2B5EF4-FFF2-40B4-BE49-F238E27FC236}">
                <a16:creationId xmlns:a16="http://schemas.microsoft.com/office/drawing/2014/main" id="{53DC16B4-5548-6EA5-27A6-3052EECDB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89" y="98746"/>
            <a:ext cx="12075518" cy="68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173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police car&#10;&#10;Description automatically generated">
            <a:extLst>
              <a:ext uri="{FF2B5EF4-FFF2-40B4-BE49-F238E27FC236}">
                <a16:creationId xmlns:a16="http://schemas.microsoft.com/office/drawing/2014/main" id="{8AF50001-5674-3C6E-E957-6CE1FB3FB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91"/>
            <a:ext cx="12192000" cy="6845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264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police car&#10;&#10;Description automatically generated">
            <a:extLst>
              <a:ext uri="{FF2B5EF4-FFF2-40B4-BE49-F238E27FC236}">
                <a16:creationId xmlns:a16="http://schemas.microsoft.com/office/drawing/2014/main" id="{4A24CC5E-39D0-B1D7-5489-40F53F18B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4"/>
            <a:ext cx="12192000" cy="685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343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in lab coat and a few beakers&#10;&#10;Description automatically generated">
            <a:extLst>
              <a:ext uri="{FF2B5EF4-FFF2-40B4-BE49-F238E27FC236}">
                <a16:creationId xmlns:a16="http://schemas.microsoft.com/office/drawing/2014/main" id="{CF87AC99-6710-264F-C5FF-08EFED1E4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91"/>
            <a:ext cx="12192000" cy="6845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903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in lab coat and lab coat&#10;&#10;Description automatically generated">
            <a:extLst>
              <a:ext uri="{FF2B5EF4-FFF2-40B4-BE49-F238E27FC236}">
                <a16:creationId xmlns:a16="http://schemas.microsoft.com/office/drawing/2014/main" id="{90511A38-A9BE-2C9F-FDF8-66C4E0FE3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4"/>
            <a:ext cx="12093222" cy="685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2057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4629B3C-739E-0387-A7A9-530A94637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91"/>
            <a:ext cx="12192000" cy="6845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0901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D6E9E89-16DB-E0E1-86B5-C6F8645BC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4"/>
            <a:ext cx="12192000" cy="685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3762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card with blue text&#10;&#10;Description automatically generated">
            <a:extLst>
              <a:ext uri="{FF2B5EF4-FFF2-40B4-BE49-F238E27FC236}">
                <a16:creationId xmlns:a16="http://schemas.microsoft.com/office/drawing/2014/main" id="{44161201-946F-A318-1DDB-29D7C3817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91"/>
            <a:ext cx="12091358" cy="6845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7456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card with blue text&#10;&#10;Description automatically generated">
            <a:extLst>
              <a:ext uri="{FF2B5EF4-FFF2-40B4-BE49-F238E27FC236}">
                <a16:creationId xmlns:a16="http://schemas.microsoft.com/office/drawing/2014/main" id="{59570DBB-4791-C201-DBB1-3E5D6CF48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4"/>
            <a:ext cx="12192000" cy="685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9848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 shot of a sign&#10;&#10;Description automatically generated">
            <a:extLst>
              <a:ext uri="{FF2B5EF4-FFF2-40B4-BE49-F238E27FC236}">
                <a16:creationId xmlns:a16="http://schemas.microsoft.com/office/drawing/2014/main" id="{097444D0-CFDA-1774-FADD-960F623F3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4"/>
            <a:ext cx="12192000" cy="685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97209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per">
  <a:themeElements>
    <a:clrScheme name="Custom 2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Paper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74B0480-92E5-4246-BE4A-43709C8FFEA4}">
  <ds:schemaRefs>
    <ds:schemaRef ds:uri="0b5197e8-b3d5-44fa-9c9e-08a78b475116"/>
    <ds:schemaRef ds:uri="1cf731c3-fdca-4a95-a92a-ea3b14523102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4510EB5-6C23-4385-A4A8-33A60BCE2D1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D8A6C0C-DF62-4BC5-8905-4D5EB8242DCA}"/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Application>Microsoft Office PowerPoint</Application>
  <PresentationFormat>Widescreen</PresentationFormat>
  <Slides>21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Paper</vt:lpstr>
      <vt:lpstr>Feeling safe</vt:lpstr>
      <vt:lpstr>Do you FEEL SAFE?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Coleg Glan Hafren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trotman_s</dc:creator>
  <cp:revision>1</cp:revision>
  <dcterms:created xsi:type="dcterms:W3CDTF">2010-07-30T14:33:35Z</dcterms:created>
  <dcterms:modified xsi:type="dcterms:W3CDTF">2024-09-10T10:21:23Z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  <property fmtid="{D5CDD505-2E9C-101B-9397-08002B2CF9AE}" pid="3" name="TaxKeyword">
    <vt:lpwstr/>
  </property>
  <property fmtid="{D5CDD505-2E9C-101B-9397-08002B2CF9AE}" pid="4" name="MediaServiceImageTags">
    <vt:lpwstr/>
  </property>
  <property fmtid="{D5CDD505-2E9C-101B-9397-08002B2CF9AE}" pid="5" name="Order">
    <vt:r8>13006000</vt:r8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  <property fmtid="{D5CDD505-2E9C-101B-9397-08002B2CF9AE}" pid="13" name="xd_Signature">
    <vt:bool>false</vt:bool>
  </property>
</Properties>
</file>