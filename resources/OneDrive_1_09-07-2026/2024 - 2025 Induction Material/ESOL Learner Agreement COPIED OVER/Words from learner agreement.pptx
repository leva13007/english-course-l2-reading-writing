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3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67" r:id="rId20"/>
    <p:sldId id="272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CFD7A0-DAE2-4647-AA04-48368B7A5E31}" v="19" dt="2025-03-10T15:58:54.120"/>
    <p1510:client id="{C5D4EF09-CCDC-47BD-A6E4-0EFE8D109227}" v="24" dt="2025-03-10T17:10:17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C5D4EF09-CCDC-47BD-A6E4-0EFE8D109227}"/>
    <pc:docChg chg="undo custSel addSld delSld modSld sldOrd addMainMaster delMainMaster">
      <pc:chgData name="Andrew Patterson" userId="6c8ffccf-7c1b-4173-8b93-861005bd5f70" providerId="ADAL" clId="{C5D4EF09-CCDC-47BD-A6E4-0EFE8D109227}" dt="2025-03-10T17:11:15.724" v="783" actId="47"/>
      <pc:docMkLst>
        <pc:docMk/>
      </pc:docMkLst>
      <pc:sldChg chg="addSp modSp new mod">
        <pc:chgData name="Andrew Patterson" userId="6c8ffccf-7c1b-4173-8b93-861005bd5f70" providerId="ADAL" clId="{C5D4EF09-CCDC-47BD-A6E4-0EFE8D109227}" dt="2025-03-10T16:21:41.457" v="143" actId="5793"/>
        <pc:sldMkLst>
          <pc:docMk/>
          <pc:sldMk cId="428660248" sldId="257"/>
        </pc:sldMkLst>
        <pc:spChg chg="add mod">
          <ac:chgData name="Andrew Patterson" userId="6c8ffccf-7c1b-4173-8b93-861005bd5f70" providerId="ADAL" clId="{C5D4EF09-CCDC-47BD-A6E4-0EFE8D109227}" dt="2025-03-10T16:21:41.457" v="143" actId="5793"/>
          <ac:spMkLst>
            <pc:docMk/>
            <pc:sldMk cId="428660248" sldId="257"/>
            <ac:spMk id="3" creationId="{A8B32C29-BBEF-92C4-D48F-0A5840828775}"/>
          </ac:spMkLst>
        </pc:spChg>
        <pc:spChg chg="add mod">
          <ac:chgData name="Andrew Patterson" userId="6c8ffccf-7c1b-4173-8b93-861005bd5f70" providerId="ADAL" clId="{C5D4EF09-CCDC-47BD-A6E4-0EFE8D109227}" dt="2025-03-10T16:21:01.367" v="141" actId="14100"/>
          <ac:spMkLst>
            <pc:docMk/>
            <pc:sldMk cId="428660248" sldId="257"/>
            <ac:spMk id="5" creationId="{64D1D2C9-7BB9-AFD9-49D2-DC97C486B34A}"/>
          </ac:spMkLst>
        </pc:spChg>
      </pc:sldChg>
      <pc:sldChg chg="addSp modSp new del mod">
        <pc:chgData name="Andrew Patterson" userId="6c8ffccf-7c1b-4173-8b93-861005bd5f70" providerId="ADAL" clId="{C5D4EF09-CCDC-47BD-A6E4-0EFE8D109227}" dt="2025-03-10T16:12:29.406" v="98" actId="2696"/>
        <pc:sldMkLst>
          <pc:docMk/>
          <pc:sldMk cId="229333640" sldId="258"/>
        </pc:sldMkLst>
        <pc:spChg chg="add mod">
          <ac:chgData name="Andrew Patterson" userId="6c8ffccf-7c1b-4173-8b93-861005bd5f70" providerId="ADAL" clId="{C5D4EF09-CCDC-47BD-A6E4-0EFE8D109227}" dt="2025-03-10T16:12:25.897" v="97" actId="1076"/>
          <ac:spMkLst>
            <pc:docMk/>
            <pc:sldMk cId="229333640" sldId="258"/>
            <ac:spMk id="3" creationId="{7D46DE38-EFB7-D5C4-9923-FD4C4D5F0669}"/>
          </ac:spMkLst>
        </pc:spChg>
      </pc:sldChg>
      <pc:sldChg chg="addSp delSp modSp new mod ord">
        <pc:chgData name="Andrew Patterson" userId="6c8ffccf-7c1b-4173-8b93-861005bd5f70" providerId="ADAL" clId="{C5D4EF09-CCDC-47BD-A6E4-0EFE8D109227}" dt="2025-03-10T16:20:41.131" v="138" actId="12"/>
        <pc:sldMkLst>
          <pc:docMk/>
          <pc:sldMk cId="1441844854" sldId="259"/>
        </pc:sldMkLst>
        <pc:spChg chg="add mod">
          <ac:chgData name="Andrew Patterson" userId="6c8ffccf-7c1b-4173-8b93-861005bd5f70" providerId="ADAL" clId="{C5D4EF09-CCDC-47BD-A6E4-0EFE8D109227}" dt="2025-03-10T16:20:41.131" v="138" actId="12"/>
          <ac:spMkLst>
            <pc:docMk/>
            <pc:sldMk cId="1441844854" sldId="259"/>
            <ac:spMk id="3" creationId="{DA325A2E-95EA-9197-9073-8765531BDEBD}"/>
          </ac:spMkLst>
        </pc:spChg>
        <pc:spChg chg="add del mod">
          <ac:chgData name="Andrew Patterson" userId="6c8ffccf-7c1b-4173-8b93-861005bd5f70" providerId="ADAL" clId="{C5D4EF09-CCDC-47BD-A6E4-0EFE8D109227}" dt="2025-03-10T16:20:36.464" v="137" actId="478"/>
          <ac:spMkLst>
            <pc:docMk/>
            <pc:sldMk cId="1441844854" sldId="259"/>
            <ac:spMk id="5" creationId="{C7869F34-39AB-24FB-8AFA-6C0A466CD4D5}"/>
          </ac:spMkLst>
        </pc:spChg>
        <pc:spChg chg="add del">
          <ac:chgData name="Andrew Patterson" userId="6c8ffccf-7c1b-4173-8b93-861005bd5f70" providerId="ADAL" clId="{C5D4EF09-CCDC-47BD-A6E4-0EFE8D109227}" dt="2025-03-10T16:13:27.750" v="100" actId="478"/>
          <ac:spMkLst>
            <pc:docMk/>
            <pc:sldMk cId="1441844854" sldId="259"/>
            <ac:spMk id="7" creationId="{AB7E3A88-358E-9086-72DA-F4DF0B75ACC9}"/>
          </ac:spMkLst>
        </pc:spChg>
      </pc:sldChg>
      <pc:sldChg chg="addSp delSp modSp new mod">
        <pc:chgData name="Andrew Patterson" userId="6c8ffccf-7c1b-4173-8b93-861005bd5f70" providerId="ADAL" clId="{C5D4EF09-CCDC-47BD-A6E4-0EFE8D109227}" dt="2025-03-10T16:18:51.109" v="126" actId="1076"/>
        <pc:sldMkLst>
          <pc:docMk/>
          <pc:sldMk cId="2639088217" sldId="260"/>
        </pc:sldMkLst>
        <pc:spChg chg="add del">
          <ac:chgData name="Andrew Patterson" userId="6c8ffccf-7c1b-4173-8b93-861005bd5f70" providerId="ADAL" clId="{C5D4EF09-CCDC-47BD-A6E4-0EFE8D109227}" dt="2025-03-10T16:10:27.804" v="83" actId="22"/>
          <ac:spMkLst>
            <pc:docMk/>
            <pc:sldMk cId="2639088217" sldId="260"/>
            <ac:spMk id="3" creationId="{2CF1F20A-54B3-2CB6-3578-1A6DB9552031}"/>
          </ac:spMkLst>
        </pc:spChg>
        <pc:spChg chg="add del mod">
          <ac:chgData name="Andrew Patterson" userId="6c8ffccf-7c1b-4173-8b93-861005bd5f70" providerId="ADAL" clId="{C5D4EF09-CCDC-47BD-A6E4-0EFE8D109227}" dt="2025-03-10T16:14:31.918" v="109" actId="478"/>
          <ac:spMkLst>
            <pc:docMk/>
            <pc:sldMk cId="2639088217" sldId="260"/>
            <ac:spMk id="5" creationId="{72142D90-D5F5-8DD7-F121-0C8BE16868A1}"/>
          </ac:spMkLst>
        </pc:spChg>
        <pc:spChg chg="add mod">
          <ac:chgData name="Andrew Patterson" userId="6c8ffccf-7c1b-4173-8b93-861005bd5f70" providerId="ADAL" clId="{C5D4EF09-CCDC-47BD-A6E4-0EFE8D109227}" dt="2025-03-10T16:18:43.544" v="125" actId="1076"/>
          <ac:spMkLst>
            <pc:docMk/>
            <pc:sldMk cId="2639088217" sldId="260"/>
            <ac:spMk id="7" creationId="{086B4985-C77E-1DF6-64FF-9D829F1392B4}"/>
          </ac:spMkLst>
        </pc:spChg>
        <pc:spChg chg="add mod">
          <ac:chgData name="Andrew Patterson" userId="6c8ffccf-7c1b-4173-8b93-861005bd5f70" providerId="ADAL" clId="{C5D4EF09-CCDC-47BD-A6E4-0EFE8D109227}" dt="2025-03-10T16:18:51.109" v="126" actId="1076"/>
          <ac:spMkLst>
            <pc:docMk/>
            <pc:sldMk cId="2639088217" sldId="260"/>
            <ac:spMk id="9" creationId="{B3393307-8BFD-AA35-D997-C9D0AADF4D81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19:50.989" v="130" actId="1076"/>
        <pc:sldMkLst>
          <pc:docMk/>
          <pc:sldMk cId="1329297355" sldId="261"/>
        </pc:sldMkLst>
        <pc:spChg chg="add mod">
          <ac:chgData name="Andrew Patterson" userId="6c8ffccf-7c1b-4173-8b93-861005bd5f70" providerId="ADAL" clId="{C5D4EF09-CCDC-47BD-A6E4-0EFE8D109227}" dt="2025-03-10T16:19:50.989" v="130" actId="1076"/>
          <ac:spMkLst>
            <pc:docMk/>
            <pc:sldMk cId="1329297355" sldId="261"/>
            <ac:spMk id="3" creationId="{59A5C6DF-09A0-AFBE-3A7E-1255A70F1D0E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24:39" v="157" actId="1076"/>
        <pc:sldMkLst>
          <pc:docMk/>
          <pc:sldMk cId="2165312271" sldId="262"/>
        </pc:sldMkLst>
        <pc:spChg chg="add mod">
          <ac:chgData name="Andrew Patterson" userId="6c8ffccf-7c1b-4173-8b93-861005bd5f70" providerId="ADAL" clId="{C5D4EF09-CCDC-47BD-A6E4-0EFE8D109227}" dt="2025-03-10T16:22:49.064" v="148" actId="1076"/>
          <ac:spMkLst>
            <pc:docMk/>
            <pc:sldMk cId="2165312271" sldId="262"/>
            <ac:spMk id="3" creationId="{6F6518EC-8461-C5B5-D26A-05B9580D8F9D}"/>
          </ac:spMkLst>
        </pc:spChg>
        <pc:spChg chg="add mod">
          <ac:chgData name="Andrew Patterson" userId="6c8ffccf-7c1b-4173-8b93-861005bd5f70" providerId="ADAL" clId="{C5D4EF09-CCDC-47BD-A6E4-0EFE8D109227}" dt="2025-03-10T16:24:39" v="157" actId="1076"/>
          <ac:spMkLst>
            <pc:docMk/>
            <pc:sldMk cId="2165312271" sldId="262"/>
            <ac:spMk id="5" creationId="{2379FDBA-5287-84F5-DEF1-079DBDF195CC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26:00.499" v="162" actId="1076"/>
        <pc:sldMkLst>
          <pc:docMk/>
          <pc:sldMk cId="2021627888" sldId="263"/>
        </pc:sldMkLst>
        <pc:spChg chg="add mod">
          <ac:chgData name="Andrew Patterson" userId="6c8ffccf-7c1b-4173-8b93-861005bd5f70" providerId="ADAL" clId="{C5D4EF09-CCDC-47BD-A6E4-0EFE8D109227}" dt="2025-03-10T16:26:00.499" v="162" actId="1076"/>
          <ac:spMkLst>
            <pc:docMk/>
            <pc:sldMk cId="2021627888" sldId="263"/>
            <ac:spMk id="3" creationId="{04210075-248E-A9CD-55F5-686B642481BA}"/>
          </ac:spMkLst>
        </pc:spChg>
      </pc:sldChg>
      <pc:sldChg chg="addSp delSp modSp new mod">
        <pc:chgData name="Andrew Patterson" userId="6c8ffccf-7c1b-4173-8b93-861005bd5f70" providerId="ADAL" clId="{C5D4EF09-CCDC-47BD-A6E4-0EFE8D109227}" dt="2025-03-10T16:29:56.111" v="180" actId="22"/>
        <pc:sldMkLst>
          <pc:docMk/>
          <pc:sldMk cId="1559922100" sldId="264"/>
        </pc:sldMkLst>
        <pc:spChg chg="add mod">
          <ac:chgData name="Andrew Patterson" userId="6c8ffccf-7c1b-4173-8b93-861005bd5f70" providerId="ADAL" clId="{C5D4EF09-CCDC-47BD-A6E4-0EFE8D109227}" dt="2025-03-10T16:28:36.034" v="176" actId="1076"/>
          <ac:spMkLst>
            <pc:docMk/>
            <pc:sldMk cId="1559922100" sldId="264"/>
            <ac:spMk id="3" creationId="{0BB5B77D-BA4F-275A-1F57-558589078E0B}"/>
          </ac:spMkLst>
        </pc:spChg>
        <pc:spChg chg="add mod">
          <ac:chgData name="Andrew Patterson" userId="6c8ffccf-7c1b-4173-8b93-861005bd5f70" providerId="ADAL" clId="{C5D4EF09-CCDC-47BD-A6E4-0EFE8D109227}" dt="2025-03-10T16:28:44.753" v="177" actId="1076"/>
          <ac:spMkLst>
            <pc:docMk/>
            <pc:sldMk cId="1559922100" sldId="264"/>
            <ac:spMk id="5" creationId="{C53C5DF2-BBD4-3457-E658-98B811B8FFC8}"/>
          </ac:spMkLst>
        </pc:spChg>
        <pc:spChg chg="add del">
          <ac:chgData name="Andrew Patterson" userId="6c8ffccf-7c1b-4173-8b93-861005bd5f70" providerId="ADAL" clId="{C5D4EF09-CCDC-47BD-A6E4-0EFE8D109227}" dt="2025-03-10T16:29:56.111" v="180" actId="22"/>
          <ac:spMkLst>
            <pc:docMk/>
            <pc:sldMk cId="1559922100" sldId="264"/>
            <ac:spMk id="7" creationId="{B36AC1C5-77AC-626F-2F6F-F5E7E3A49FE5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30:45.033" v="185" actId="1076"/>
        <pc:sldMkLst>
          <pc:docMk/>
          <pc:sldMk cId="3269426830" sldId="265"/>
        </pc:sldMkLst>
        <pc:spChg chg="add mod">
          <ac:chgData name="Andrew Patterson" userId="6c8ffccf-7c1b-4173-8b93-861005bd5f70" providerId="ADAL" clId="{C5D4EF09-CCDC-47BD-A6E4-0EFE8D109227}" dt="2025-03-10T16:30:45.033" v="185" actId="1076"/>
          <ac:spMkLst>
            <pc:docMk/>
            <pc:sldMk cId="3269426830" sldId="265"/>
            <ac:spMk id="3" creationId="{22EDF942-364A-43C3-7E7D-ECF190FE74BB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35:21.857" v="213" actId="1076"/>
        <pc:sldMkLst>
          <pc:docMk/>
          <pc:sldMk cId="2176270875" sldId="266"/>
        </pc:sldMkLst>
        <pc:spChg chg="add mod">
          <ac:chgData name="Andrew Patterson" userId="6c8ffccf-7c1b-4173-8b93-861005bd5f70" providerId="ADAL" clId="{C5D4EF09-CCDC-47BD-A6E4-0EFE8D109227}" dt="2025-03-10T16:34:33.171" v="208" actId="1076"/>
          <ac:spMkLst>
            <pc:docMk/>
            <pc:sldMk cId="2176270875" sldId="266"/>
            <ac:spMk id="3" creationId="{F7DFCEE7-BDAA-795E-E06C-12F576C727B5}"/>
          </ac:spMkLst>
        </pc:spChg>
        <pc:spChg chg="add mod">
          <ac:chgData name="Andrew Patterson" userId="6c8ffccf-7c1b-4173-8b93-861005bd5f70" providerId="ADAL" clId="{C5D4EF09-CCDC-47BD-A6E4-0EFE8D109227}" dt="2025-03-10T16:35:21.857" v="213" actId="1076"/>
          <ac:spMkLst>
            <pc:docMk/>
            <pc:sldMk cId="2176270875" sldId="266"/>
            <ac:spMk id="4" creationId="{329B11E3-3CCB-6835-2ACC-7AAF35D91EBB}"/>
          </ac:spMkLst>
        </pc:spChg>
      </pc:sldChg>
      <pc:sldChg chg="addSp delSp modSp new mod ord">
        <pc:chgData name="Andrew Patterson" userId="6c8ffccf-7c1b-4173-8b93-861005bd5f70" providerId="ADAL" clId="{C5D4EF09-CCDC-47BD-A6E4-0EFE8D109227}" dt="2025-03-10T16:52:32.049" v="332" actId="1076"/>
        <pc:sldMkLst>
          <pc:docMk/>
          <pc:sldMk cId="775423827" sldId="267"/>
        </pc:sldMkLst>
        <pc:spChg chg="add del mod">
          <ac:chgData name="Andrew Patterson" userId="6c8ffccf-7c1b-4173-8b93-861005bd5f70" providerId="ADAL" clId="{C5D4EF09-CCDC-47BD-A6E4-0EFE8D109227}" dt="2025-03-10T16:34:52.965" v="209" actId="478"/>
          <ac:spMkLst>
            <pc:docMk/>
            <pc:sldMk cId="775423827" sldId="267"/>
            <ac:spMk id="3" creationId="{21FA35D9-5577-956D-C481-C981DEE2A45F}"/>
          </ac:spMkLst>
        </pc:spChg>
        <pc:spChg chg="add mod">
          <ac:chgData name="Andrew Patterson" userId="6c8ffccf-7c1b-4173-8b93-861005bd5f70" providerId="ADAL" clId="{C5D4EF09-CCDC-47BD-A6E4-0EFE8D109227}" dt="2025-03-10T16:52:32.049" v="332" actId="1076"/>
          <ac:spMkLst>
            <pc:docMk/>
            <pc:sldMk cId="775423827" sldId="267"/>
            <ac:spMk id="5" creationId="{F6C7CAFF-97D7-17B6-8128-DF1DB17B1DDE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36:24.419" v="220" actId="14100"/>
        <pc:sldMkLst>
          <pc:docMk/>
          <pc:sldMk cId="1401838602" sldId="268"/>
        </pc:sldMkLst>
        <pc:spChg chg="add mod">
          <ac:chgData name="Andrew Patterson" userId="6c8ffccf-7c1b-4173-8b93-861005bd5f70" providerId="ADAL" clId="{C5D4EF09-CCDC-47BD-A6E4-0EFE8D109227}" dt="2025-03-10T16:36:24.419" v="220" actId="14100"/>
          <ac:spMkLst>
            <pc:docMk/>
            <pc:sldMk cId="1401838602" sldId="268"/>
            <ac:spMk id="3" creationId="{2E18903B-7F3C-CAF7-6BC7-77145688E76F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40:46.945" v="260" actId="1035"/>
        <pc:sldMkLst>
          <pc:docMk/>
          <pc:sldMk cId="2864564690" sldId="269"/>
        </pc:sldMkLst>
        <pc:spChg chg="add mod">
          <ac:chgData name="Andrew Patterson" userId="6c8ffccf-7c1b-4173-8b93-861005bd5f70" providerId="ADAL" clId="{C5D4EF09-CCDC-47BD-A6E4-0EFE8D109227}" dt="2025-03-10T16:40:22.373" v="238" actId="1076"/>
          <ac:spMkLst>
            <pc:docMk/>
            <pc:sldMk cId="2864564690" sldId="269"/>
            <ac:spMk id="3" creationId="{540563AA-F150-0563-7C06-CED7DD14A6B8}"/>
          </ac:spMkLst>
        </pc:spChg>
        <pc:spChg chg="add mod">
          <ac:chgData name="Andrew Patterson" userId="6c8ffccf-7c1b-4173-8b93-861005bd5f70" providerId="ADAL" clId="{C5D4EF09-CCDC-47BD-A6E4-0EFE8D109227}" dt="2025-03-10T16:40:46.945" v="260" actId="1035"/>
          <ac:spMkLst>
            <pc:docMk/>
            <pc:sldMk cId="2864564690" sldId="269"/>
            <ac:spMk id="5" creationId="{BA5729AF-41B6-E0F1-9373-FC2103054881}"/>
          </ac:spMkLst>
        </pc:spChg>
      </pc:sldChg>
      <pc:sldChg chg="addSp modSp new mod">
        <pc:chgData name="Andrew Patterson" userId="6c8ffccf-7c1b-4173-8b93-861005bd5f70" providerId="ADAL" clId="{C5D4EF09-CCDC-47BD-A6E4-0EFE8D109227}" dt="2025-03-10T16:41:48.892" v="267" actId="1076"/>
        <pc:sldMkLst>
          <pc:docMk/>
          <pc:sldMk cId="3913028374" sldId="270"/>
        </pc:sldMkLst>
        <pc:spChg chg="add mod">
          <ac:chgData name="Andrew Patterson" userId="6c8ffccf-7c1b-4173-8b93-861005bd5f70" providerId="ADAL" clId="{C5D4EF09-CCDC-47BD-A6E4-0EFE8D109227}" dt="2025-03-10T16:41:48.892" v="267" actId="1076"/>
          <ac:spMkLst>
            <pc:docMk/>
            <pc:sldMk cId="3913028374" sldId="270"/>
            <ac:spMk id="3" creationId="{5BAEAD3B-11CC-5ADA-5B8A-2BEAE5187674}"/>
          </ac:spMkLst>
        </pc:spChg>
      </pc:sldChg>
      <pc:sldChg chg="addSp delSp modSp new mod">
        <pc:chgData name="Andrew Patterson" userId="6c8ffccf-7c1b-4173-8b93-861005bd5f70" providerId="ADAL" clId="{C5D4EF09-CCDC-47BD-A6E4-0EFE8D109227}" dt="2025-03-10T16:51:23.476" v="326" actId="1036"/>
        <pc:sldMkLst>
          <pc:docMk/>
          <pc:sldMk cId="3582350486" sldId="271"/>
        </pc:sldMkLst>
        <pc:spChg chg="add mod">
          <ac:chgData name="Andrew Patterson" userId="6c8ffccf-7c1b-4173-8b93-861005bd5f70" providerId="ADAL" clId="{C5D4EF09-CCDC-47BD-A6E4-0EFE8D109227}" dt="2025-03-10T16:50:56.558" v="302" actId="947"/>
          <ac:spMkLst>
            <pc:docMk/>
            <pc:sldMk cId="3582350486" sldId="271"/>
            <ac:spMk id="3" creationId="{93928137-0A0B-9DAD-215D-A03BD7C49D25}"/>
          </ac:spMkLst>
        </pc:spChg>
        <pc:spChg chg="add del mod">
          <ac:chgData name="Andrew Patterson" userId="6c8ffccf-7c1b-4173-8b93-861005bd5f70" providerId="ADAL" clId="{C5D4EF09-CCDC-47BD-A6E4-0EFE8D109227}" dt="2025-03-10T16:45:38.312" v="280" actId="478"/>
          <ac:spMkLst>
            <pc:docMk/>
            <pc:sldMk cId="3582350486" sldId="271"/>
            <ac:spMk id="4" creationId="{F4D6823A-F0A8-D02A-B0B6-46BEC7B9DD45}"/>
          </ac:spMkLst>
        </pc:spChg>
        <pc:spChg chg="add mod">
          <ac:chgData name="Andrew Patterson" userId="6c8ffccf-7c1b-4173-8b93-861005bd5f70" providerId="ADAL" clId="{C5D4EF09-CCDC-47BD-A6E4-0EFE8D109227}" dt="2025-03-10T16:51:23.476" v="326" actId="1036"/>
          <ac:spMkLst>
            <pc:docMk/>
            <pc:sldMk cId="3582350486" sldId="271"/>
            <ac:spMk id="6" creationId="{2E874A94-9542-AF09-ECEF-81F541D53A40}"/>
          </ac:spMkLst>
        </pc:spChg>
      </pc:sldChg>
      <pc:sldChg chg="addSp modSp new mod modAnim">
        <pc:chgData name="Andrew Patterson" userId="6c8ffccf-7c1b-4173-8b93-861005bd5f70" providerId="ADAL" clId="{C5D4EF09-CCDC-47BD-A6E4-0EFE8D109227}" dt="2025-03-10T17:10:17.007" v="781"/>
        <pc:sldMkLst>
          <pc:docMk/>
          <pc:sldMk cId="3431955092" sldId="272"/>
        </pc:sldMkLst>
        <pc:spChg chg="add mod">
          <ac:chgData name="Andrew Patterson" userId="6c8ffccf-7c1b-4173-8b93-861005bd5f70" providerId="ADAL" clId="{C5D4EF09-CCDC-47BD-A6E4-0EFE8D109227}" dt="2025-03-10T17:03:10.516" v="378" actId="1076"/>
          <ac:spMkLst>
            <pc:docMk/>
            <pc:sldMk cId="3431955092" sldId="272"/>
            <ac:spMk id="3" creationId="{C595E6A9-2842-2F04-2D0F-DDF39424D77C}"/>
          </ac:spMkLst>
        </pc:spChg>
        <pc:spChg chg="add mod">
          <ac:chgData name="Andrew Patterson" userId="6c8ffccf-7c1b-4173-8b93-861005bd5f70" providerId="ADAL" clId="{C5D4EF09-CCDC-47BD-A6E4-0EFE8D109227}" dt="2025-03-10T17:04:07.644" v="397" actId="1036"/>
          <ac:spMkLst>
            <pc:docMk/>
            <pc:sldMk cId="3431955092" sldId="272"/>
            <ac:spMk id="5" creationId="{D82F0C9F-3CCD-B5F1-6C1E-95C789E3E4B8}"/>
          </ac:spMkLst>
        </pc:spChg>
        <pc:spChg chg="add mod">
          <ac:chgData name="Andrew Patterson" userId="6c8ffccf-7c1b-4173-8b93-861005bd5f70" providerId="ADAL" clId="{C5D4EF09-CCDC-47BD-A6E4-0EFE8D109227}" dt="2025-03-10T17:05:15.532" v="456" actId="1035"/>
          <ac:spMkLst>
            <pc:docMk/>
            <pc:sldMk cId="3431955092" sldId="272"/>
            <ac:spMk id="6" creationId="{E943FF7D-47F9-264E-862B-A352A06B9043}"/>
          </ac:spMkLst>
        </pc:spChg>
        <pc:spChg chg="add mod">
          <ac:chgData name="Andrew Patterson" userId="6c8ffccf-7c1b-4173-8b93-861005bd5f70" providerId="ADAL" clId="{C5D4EF09-CCDC-47BD-A6E4-0EFE8D109227}" dt="2025-03-10T17:09:43.958" v="778" actId="1038"/>
          <ac:spMkLst>
            <pc:docMk/>
            <pc:sldMk cId="3431955092" sldId="272"/>
            <ac:spMk id="7" creationId="{34E2F57F-3BA1-8B39-12BF-B2CEE8AE690C}"/>
          </ac:spMkLst>
        </pc:spChg>
        <pc:spChg chg="add mod">
          <ac:chgData name="Andrew Patterson" userId="6c8ffccf-7c1b-4173-8b93-861005bd5f70" providerId="ADAL" clId="{C5D4EF09-CCDC-47BD-A6E4-0EFE8D109227}" dt="2025-03-10T17:05:44.584" v="523" actId="1038"/>
          <ac:spMkLst>
            <pc:docMk/>
            <pc:sldMk cId="3431955092" sldId="272"/>
            <ac:spMk id="8" creationId="{0C12590D-2321-ED64-A5EC-1D264E7F4137}"/>
          </ac:spMkLst>
        </pc:spChg>
        <pc:spChg chg="add mod">
          <ac:chgData name="Andrew Patterson" userId="6c8ffccf-7c1b-4173-8b93-861005bd5f70" providerId="ADAL" clId="{C5D4EF09-CCDC-47BD-A6E4-0EFE8D109227}" dt="2025-03-10T17:06:15.450" v="602" actId="1036"/>
          <ac:spMkLst>
            <pc:docMk/>
            <pc:sldMk cId="3431955092" sldId="272"/>
            <ac:spMk id="9" creationId="{9BC08914-C946-7CE6-DE45-FB017619770A}"/>
          </ac:spMkLst>
        </pc:spChg>
        <pc:spChg chg="add mod">
          <ac:chgData name="Andrew Patterson" userId="6c8ffccf-7c1b-4173-8b93-861005bd5f70" providerId="ADAL" clId="{C5D4EF09-CCDC-47BD-A6E4-0EFE8D109227}" dt="2025-03-10T17:07:18.341" v="629" actId="1036"/>
          <ac:spMkLst>
            <pc:docMk/>
            <pc:sldMk cId="3431955092" sldId="272"/>
            <ac:spMk id="10" creationId="{A87D732D-E2AB-374A-85A8-9D98E447CAA7}"/>
          </ac:spMkLst>
        </pc:spChg>
        <pc:spChg chg="add mod">
          <ac:chgData name="Andrew Patterson" userId="6c8ffccf-7c1b-4173-8b93-861005bd5f70" providerId="ADAL" clId="{C5D4EF09-CCDC-47BD-A6E4-0EFE8D109227}" dt="2025-03-10T17:07:54.571" v="727" actId="14100"/>
          <ac:spMkLst>
            <pc:docMk/>
            <pc:sldMk cId="3431955092" sldId="272"/>
            <ac:spMk id="11" creationId="{FBDFFF52-72BB-B499-5A6F-A588B02D79FC}"/>
          </ac:spMkLst>
        </pc:spChg>
        <pc:spChg chg="add mod">
          <ac:chgData name="Andrew Patterson" userId="6c8ffccf-7c1b-4173-8b93-861005bd5f70" providerId="ADAL" clId="{C5D4EF09-CCDC-47BD-A6E4-0EFE8D109227}" dt="2025-03-10T17:08:25.260" v="740" actId="1076"/>
          <ac:spMkLst>
            <pc:docMk/>
            <pc:sldMk cId="3431955092" sldId="272"/>
            <ac:spMk id="12" creationId="{5094A414-4773-4873-2AF6-EA8B8BA75E26}"/>
          </ac:spMkLst>
        </pc:spChg>
        <pc:spChg chg="add mod">
          <ac:chgData name="Andrew Patterson" userId="6c8ffccf-7c1b-4173-8b93-861005bd5f70" providerId="ADAL" clId="{C5D4EF09-CCDC-47BD-A6E4-0EFE8D109227}" dt="2025-03-10T17:08:55.025" v="756" actId="1035"/>
          <ac:spMkLst>
            <pc:docMk/>
            <pc:sldMk cId="3431955092" sldId="272"/>
            <ac:spMk id="13" creationId="{8FF55028-1B22-A0E9-7269-A7A3ECDE6EF5}"/>
          </ac:spMkLst>
        </pc:spChg>
        <pc:spChg chg="add mod">
          <ac:chgData name="Andrew Patterson" userId="6c8ffccf-7c1b-4173-8b93-861005bd5f70" providerId="ADAL" clId="{C5D4EF09-CCDC-47BD-A6E4-0EFE8D109227}" dt="2025-03-10T17:09:22.108" v="773" actId="14100"/>
          <ac:spMkLst>
            <pc:docMk/>
            <pc:sldMk cId="3431955092" sldId="272"/>
            <ac:spMk id="14" creationId="{361D12E5-435B-5F88-B139-7CF2E4B6D55F}"/>
          </ac:spMkLst>
        </pc:spChg>
        <pc:picChg chg="add mod">
          <ac:chgData name="Andrew Patterson" userId="6c8ffccf-7c1b-4173-8b93-861005bd5f70" providerId="ADAL" clId="{C5D4EF09-CCDC-47BD-A6E4-0EFE8D109227}" dt="2025-03-10T17:03:14.171" v="379" actId="1076"/>
          <ac:picMkLst>
            <pc:docMk/>
            <pc:sldMk cId="3431955092" sldId="272"/>
            <ac:picMk id="4" creationId="{5FF57F9D-99F1-A968-9012-9944C7F29658}"/>
          </ac:picMkLst>
        </pc:picChg>
      </pc:sldChg>
      <pc:sldChg chg="addSp modSp new mod">
        <pc:chgData name="Andrew Patterson" userId="6c8ffccf-7c1b-4173-8b93-861005bd5f70" providerId="ADAL" clId="{C5D4EF09-CCDC-47BD-A6E4-0EFE8D109227}" dt="2025-03-10T16:53:51.884" v="339" actId="14100"/>
        <pc:sldMkLst>
          <pc:docMk/>
          <pc:sldMk cId="206449631" sldId="273"/>
        </pc:sldMkLst>
        <pc:picChg chg="add mod">
          <ac:chgData name="Andrew Patterson" userId="6c8ffccf-7c1b-4173-8b93-861005bd5f70" providerId="ADAL" clId="{C5D4EF09-CCDC-47BD-A6E4-0EFE8D109227}" dt="2025-03-10T16:53:51.884" v="339" actId="14100"/>
          <ac:picMkLst>
            <pc:docMk/>
            <pc:sldMk cId="206449631" sldId="273"/>
            <ac:picMk id="3" creationId="{B7379112-F9AD-D688-32BA-5D66B513C5DF}"/>
          </ac:picMkLst>
        </pc:picChg>
      </pc:sldChg>
      <pc:sldChg chg="new del">
        <pc:chgData name="Andrew Patterson" userId="6c8ffccf-7c1b-4173-8b93-861005bd5f70" providerId="ADAL" clId="{C5D4EF09-CCDC-47BD-A6E4-0EFE8D109227}" dt="2025-03-10T16:52:48.508" v="334" actId="680"/>
        <pc:sldMkLst>
          <pc:docMk/>
          <pc:sldMk cId="3348696080" sldId="273"/>
        </pc:sldMkLst>
      </pc:sldChg>
      <pc:sldChg chg="add del">
        <pc:chgData name="Andrew Patterson" userId="6c8ffccf-7c1b-4173-8b93-861005bd5f70" providerId="ADAL" clId="{C5D4EF09-CCDC-47BD-A6E4-0EFE8D109227}" dt="2025-03-10T16:59:36.858" v="357" actId="47"/>
        <pc:sldMkLst>
          <pc:docMk/>
          <pc:sldMk cId="684959079" sldId="274"/>
        </pc:sldMkLst>
      </pc:sldChg>
      <pc:sldChg chg="new del">
        <pc:chgData name="Andrew Patterson" userId="6c8ffccf-7c1b-4173-8b93-861005bd5f70" providerId="ADAL" clId="{C5D4EF09-CCDC-47BD-A6E4-0EFE8D109227}" dt="2025-03-10T17:11:15.724" v="783" actId="47"/>
        <pc:sldMkLst>
          <pc:docMk/>
          <pc:sldMk cId="2396555787" sldId="274"/>
        </pc:sldMkLst>
      </pc:sldChg>
      <pc:sldMasterChg chg="add del addSldLayout delSldLayout">
        <pc:chgData name="Andrew Patterson" userId="6c8ffccf-7c1b-4173-8b93-861005bd5f70" providerId="ADAL" clId="{C5D4EF09-CCDC-47BD-A6E4-0EFE8D109227}" dt="2025-03-10T16:59:36.858" v="357" actId="47"/>
        <pc:sldMasterMkLst>
          <pc:docMk/>
          <pc:sldMasterMk cId="2912386567" sldId="2147483968"/>
        </pc:sldMasterMkLst>
        <pc:sldLayoutChg chg="add del">
          <pc:chgData name="Andrew Patterson" userId="6c8ffccf-7c1b-4173-8b93-861005bd5f70" providerId="ADAL" clId="{C5D4EF09-CCDC-47BD-A6E4-0EFE8D109227}" dt="2025-03-10T16:59:36.858" v="357" actId="47"/>
          <pc:sldLayoutMkLst>
            <pc:docMk/>
            <pc:sldMasterMk cId="2912386567" sldId="2147483968"/>
            <pc:sldLayoutMk cId="1140355057" sldId="2147483970"/>
          </pc:sldLayoutMkLst>
        </pc:sldLayoutChg>
      </pc:sldMasterChg>
    </pc:docChg>
  </pc:docChgLst>
  <pc:docChgLst>
    <pc:chgData name="Andrew Patterson" userId="S::apatterson@cavc.ac.uk::6c8ffccf-7c1b-4173-8b93-861005bd5f70" providerId="AD" clId="Web-{7BCFD7A0-DAE2-4647-AA04-48368B7A5E31}"/>
    <pc:docChg chg="modSld">
      <pc:chgData name="Andrew Patterson" userId="S::apatterson@cavc.ac.uk::6c8ffccf-7c1b-4173-8b93-861005bd5f70" providerId="AD" clId="Web-{7BCFD7A0-DAE2-4647-AA04-48368B7A5E31}" dt="2025-03-10T15:58:54.120" v="17" actId="1076"/>
      <pc:docMkLst>
        <pc:docMk/>
      </pc:docMkLst>
      <pc:sldChg chg="delSp modSp">
        <pc:chgData name="Andrew Patterson" userId="S::apatterson@cavc.ac.uk::6c8ffccf-7c1b-4173-8b93-861005bd5f70" providerId="AD" clId="Web-{7BCFD7A0-DAE2-4647-AA04-48368B7A5E31}" dt="2025-03-10T15:58:54.120" v="17" actId="1076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7BCFD7A0-DAE2-4647-AA04-48368B7A5E31}" dt="2025-03-10T15:58:54.120" v="17" actId="1076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drew Patterson" userId="S::apatterson@cavc.ac.uk::6c8ffccf-7c1b-4173-8b93-861005bd5f70" providerId="AD" clId="Web-{7BCFD7A0-DAE2-4647-AA04-48368B7A5E31}" dt="2025-03-10T15:58:47.995" v="16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10/03/2025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88854"/>
            <a:ext cx="9144000" cy="2387600"/>
          </a:xfrm>
        </p:spPr>
        <p:txBody>
          <a:bodyPr/>
          <a:lstStyle/>
          <a:p>
            <a:r>
              <a:rPr lang="en-GB" dirty="0"/>
              <a:t>Words from Learner agreement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379112-F9AD-D688-32BA-5D66B513C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36" y="366889"/>
            <a:ext cx="9775929" cy="612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B32C29-BBEF-92C4-D48F-0A5840828775}"/>
              </a:ext>
            </a:extLst>
          </p:cNvPr>
          <p:cNvSpPr txBox="1"/>
          <p:nvPr/>
        </p:nvSpPr>
        <p:spPr>
          <a:xfrm>
            <a:off x="188423" y="149629"/>
            <a:ext cx="674439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vi-VN" sz="32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An agreement</a:t>
            </a:r>
            <a:endParaRPr lang="vi-VN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Amharic: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አስተማማኝ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Arabic: </a:t>
            </a:r>
            <a:r>
              <a:rPr lang="ps-AF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اتفاق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Cantonese: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協議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Dari: </a:t>
            </a:r>
            <a:r>
              <a:rPr lang="ps-AF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توافق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Farsi: </a:t>
            </a:r>
            <a:r>
              <a:rPr lang="ps-AF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توافق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French: Un accord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Hindi: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एक समझौता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(Kurmanji): Peyman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(Sorani): </a:t>
            </a:r>
            <a:r>
              <a:rPr lang="ps-AF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پەیمان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Lithuanian: Susitarimas</a:t>
            </a:r>
            <a:endParaRPr lang="vi-VN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1D2C9-7BB9-AFD9-49D2-DC97C486B34A}"/>
              </a:ext>
            </a:extLst>
          </p:cNvPr>
          <p:cNvSpPr txBox="1"/>
          <p:nvPr/>
        </p:nvSpPr>
        <p:spPr>
          <a:xfrm>
            <a:off x="6096000" y="88074"/>
            <a:ext cx="5907577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Lingala: Bokutani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Mandarin: </a:t>
            </a:r>
            <a:r>
              <a:rPr lang="ja-JP" altLang="en-US" sz="3200" dirty="0">
                <a:solidFill>
                  <a:srgbClr val="242424"/>
                </a:solidFill>
                <a:latin typeface="Segoe UI" panose="020B0502040204020203" pitchFamily="34" charset="0"/>
              </a:rPr>
              <a:t>协议</a:t>
            </a:r>
          </a:p>
          <a:p>
            <a:pPr marL="914400" lvl="1" indent="-457200"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Nepali: </a:t>
            </a:r>
            <a:r>
              <a:rPr lang="hi-IN" sz="3200" dirty="0">
                <a:solidFill>
                  <a:srgbClr val="242424"/>
                </a:solidFill>
                <a:latin typeface="Segoe UI" panose="020B0502040204020203" pitchFamily="34" charset="0"/>
              </a:rPr>
              <a:t>सम्झौता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Portuguese: Um acordo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Romanian: Un acord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Russian: </a:t>
            </a:r>
            <a:r>
              <a:rPr lang="az-Cyrl-AZ" sz="3200" dirty="0">
                <a:solidFill>
                  <a:srgbClr val="242424"/>
                </a:solidFill>
                <a:latin typeface="Segoe UI" panose="020B0502040204020203" pitchFamily="34" charset="0"/>
              </a:rPr>
              <a:t>Соглашение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Pashto: </a:t>
            </a:r>
            <a:r>
              <a:rPr lang="ps-AF" sz="3200" dirty="0">
                <a:solidFill>
                  <a:srgbClr val="242424"/>
                </a:solidFill>
                <a:latin typeface="Segoe UI" panose="020B0502040204020203" pitchFamily="34" charset="0"/>
              </a:rPr>
              <a:t>تړون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Polish: Umowa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Punjabi: </a:t>
            </a:r>
            <a:r>
              <a:rPr lang="pa-IN" sz="3200" dirty="0">
                <a:solidFill>
                  <a:srgbClr val="242424"/>
                </a:solidFill>
                <a:latin typeface="Segoe UI" panose="020B0502040204020203" pitchFamily="34" charset="0"/>
              </a:rPr>
              <a:t>ਇਕ ਸਮਝੌਤਾ</a:t>
            </a:r>
          </a:p>
          <a:p>
            <a:pPr marL="914400" lvl="1" indent="-457200" algn="l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Somali: Heshiis</a:t>
            </a:r>
          </a:p>
        </p:txBody>
      </p:sp>
    </p:spTree>
    <p:extLst>
      <p:ext uri="{BB962C8B-B14F-4D97-AF65-F5344CB8AC3E}">
        <p14:creationId xmlns:p14="http://schemas.microsoft.com/office/powerpoint/2010/main" val="42866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325A2E-95EA-9197-9073-8765531BDEBD}"/>
              </a:ext>
            </a:extLst>
          </p:cNvPr>
          <p:cNvSpPr txBox="1"/>
          <p:nvPr/>
        </p:nvSpPr>
        <p:spPr>
          <a:xfrm>
            <a:off x="170410" y="240948"/>
            <a:ext cx="6729153" cy="637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Spanish: Un acuerdo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Swahili: Makubaliano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Tamil: </a:t>
            </a:r>
            <a:r>
              <a:rPr lang="ta-IN" sz="3200" dirty="0">
                <a:solidFill>
                  <a:srgbClr val="242424"/>
                </a:solidFill>
                <a:latin typeface="Segoe UI" panose="020B0502040204020203" pitchFamily="34" charset="0"/>
              </a:rPr>
              <a:t>ஒப்பந்தம்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Thai: </a:t>
            </a:r>
            <a:r>
              <a:rPr lang="th-TH" sz="3200" dirty="0">
                <a:solidFill>
                  <a:srgbClr val="242424"/>
                </a:solidFill>
                <a:latin typeface="Segoe UI" panose="020B0502040204020203" pitchFamily="34" charset="0"/>
              </a:rPr>
              <a:t>ข้อตกลง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Tigrinya: </a:t>
            </a:r>
            <a:r>
              <a:rPr lang="am-ET" sz="3200" dirty="0">
                <a:solidFill>
                  <a:srgbClr val="242424"/>
                </a:solidFill>
              </a:rPr>
              <a:t>ምምሕዳር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Tigre: </a:t>
            </a:r>
            <a:r>
              <a:rPr lang="am-ET" sz="3200" dirty="0">
                <a:solidFill>
                  <a:srgbClr val="242424"/>
                </a:solidFill>
              </a:rPr>
              <a:t>ምምሕዳር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Urdu: </a:t>
            </a:r>
            <a:r>
              <a:rPr lang="ps-AF" sz="3200" dirty="0">
                <a:solidFill>
                  <a:srgbClr val="242424"/>
                </a:solidFill>
                <a:latin typeface="Segoe UI" panose="020B0502040204020203" pitchFamily="34" charset="0"/>
              </a:rPr>
              <a:t>ایک معاہدہ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Ukrainian: </a:t>
            </a:r>
            <a:r>
              <a:rPr lang="az-Cyrl-AZ" sz="3200" dirty="0">
                <a:solidFill>
                  <a:srgbClr val="242424"/>
                </a:solidFill>
                <a:latin typeface="Segoe UI" panose="020B0502040204020203" pitchFamily="34" charset="0"/>
              </a:rPr>
              <a:t>Угода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Vietnamese: Một thỏa thuận</a:t>
            </a:r>
          </a:p>
          <a:p>
            <a:pPr marL="914400" lvl="1" indent="-457200"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Welsh: Cytundeb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marL="914400" lvl="1" indent="-457200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dirty="0">
                <a:solidFill>
                  <a:srgbClr val="242424"/>
                </a:solidFill>
                <a:latin typeface="Segoe UI" panose="020B0502040204020203" pitchFamily="34" charset="0"/>
              </a:rPr>
              <a:t>Yoruba: Adehun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84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6B4985-C77E-1DF6-64FF-9D829F1392B4}"/>
              </a:ext>
            </a:extLst>
          </p:cNvPr>
          <p:cNvSpPr txBox="1"/>
          <p:nvPr/>
        </p:nvSpPr>
        <p:spPr>
          <a:xfrm>
            <a:off x="347750" y="151179"/>
            <a:ext cx="609322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en-GB" sz="3200" dirty="0">
                <a:solidFill>
                  <a:srgbClr val="242424"/>
                </a:solidFill>
                <a:latin typeface="Tw Cen MT Condensed Extra Bold" panose="020B0803020202020204" pitchFamily="34" charset="0"/>
              </a:rPr>
              <a:t>Attendance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Amharic: </a:t>
            </a:r>
            <a:r>
              <a:rPr lang="am-ET" sz="3200" dirty="0">
                <a:solidFill>
                  <a:srgbClr val="242424"/>
                </a:solidFill>
              </a:rPr>
              <a:t>መገኘት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Arabic: </a:t>
            </a:r>
            <a:r>
              <a:rPr lang="ar-AE" sz="3200" dirty="0">
                <a:solidFill>
                  <a:srgbClr val="242424"/>
                </a:solidFill>
                <a:latin typeface="Segoe UI" panose="020B0502040204020203" pitchFamily="34" charset="0"/>
              </a:rPr>
              <a:t>حضور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Cantonese: </a:t>
            </a:r>
            <a:r>
              <a:rPr lang="ja-JP" altLang="en-US" sz="3200" dirty="0">
                <a:solidFill>
                  <a:srgbClr val="242424"/>
                </a:solidFill>
                <a:latin typeface="Segoe UI" panose="020B0502040204020203" pitchFamily="34" charset="0"/>
              </a:rPr>
              <a:t>出席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Dari: </a:t>
            </a:r>
            <a:r>
              <a:rPr lang="ar-AE" sz="3200" dirty="0">
                <a:solidFill>
                  <a:srgbClr val="242424"/>
                </a:solidFill>
                <a:latin typeface="Segoe UI" panose="020B0502040204020203" pitchFamily="34" charset="0"/>
              </a:rPr>
              <a:t>حضور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Farsi: </a:t>
            </a:r>
            <a:r>
              <a:rPr lang="ar-AE" sz="3200" dirty="0">
                <a:solidFill>
                  <a:srgbClr val="242424"/>
                </a:solidFill>
                <a:latin typeface="Segoe UI" panose="020B0502040204020203" pitchFamily="34" charset="0"/>
              </a:rPr>
              <a:t>حضور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French: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Présence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Hindi: </a:t>
            </a:r>
            <a:r>
              <a:rPr lang="hi-IN" sz="3200" dirty="0">
                <a:solidFill>
                  <a:srgbClr val="242424"/>
                </a:solidFill>
                <a:latin typeface="Segoe UI" panose="020B0502040204020203" pitchFamily="34" charset="0"/>
              </a:rPr>
              <a:t>उपस्थिति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Kurdish (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Kurmanji</a:t>
            </a: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):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Tevlîbûn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Kurdish (Sorani): </a:t>
            </a:r>
            <a:r>
              <a:rPr lang="ar-AE" sz="3200" dirty="0">
                <a:solidFill>
                  <a:srgbClr val="242424"/>
                </a:solidFill>
                <a:latin typeface="Segoe UI" panose="020B0502040204020203" pitchFamily="34" charset="0"/>
              </a:rPr>
              <a:t>حەضوور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Lithuanian: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Dalyvavimas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93307-8BFD-AA35-D997-C9D0AADF4D81}"/>
              </a:ext>
            </a:extLst>
          </p:cNvPr>
          <p:cNvSpPr txBox="1"/>
          <p:nvPr/>
        </p:nvSpPr>
        <p:spPr>
          <a:xfrm>
            <a:off x="5879869" y="151179"/>
            <a:ext cx="5748250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Lingala: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Bokutani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Mandarin: </a:t>
            </a:r>
            <a:r>
              <a:rPr lang="ja-JP" altLang="en-US" sz="3200" dirty="0">
                <a:solidFill>
                  <a:srgbClr val="242424"/>
                </a:solidFill>
                <a:latin typeface="Segoe UI" panose="020B0502040204020203" pitchFamily="34" charset="0"/>
              </a:rPr>
              <a:t>出席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Nepali: </a:t>
            </a:r>
            <a:r>
              <a:rPr lang="hi-IN" sz="3200" dirty="0">
                <a:solidFill>
                  <a:srgbClr val="242424"/>
                </a:solidFill>
                <a:latin typeface="Segoe UI" panose="020B0502040204020203" pitchFamily="34" charset="0"/>
              </a:rPr>
              <a:t>उपस्थिति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Portuguese: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Presença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Romanian: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Prezență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Russian: </a:t>
            </a:r>
            <a:r>
              <a:rPr lang="az-Cyrl-AZ" sz="3200" dirty="0">
                <a:solidFill>
                  <a:srgbClr val="242424"/>
                </a:solidFill>
                <a:latin typeface="Segoe UI" panose="020B0502040204020203" pitchFamily="34" charset="0"/>
              </a:rPr>
              <a:t>Посещаемость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Pashto: </a:t>
            </a:r>
            <a:r>
              <a:rPr lang="ar-AE" sz="3200" dirty="0">
                <a:solidFill>
                  <a:srgbClr val="242424"/>
                </a:solidFill>
                <a:latin typeface="Segoe UI" panose="020B0502040204020203" pitchFamily="34" charset="0"/>
              </a:rPr>
              <a:t>حاضري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Polish: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Frekwencja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Punjabi: </a:t>
            </a:r>
            <a:r>
              <a:rPr lang="pa-IN" sz="3200" dirty="0">
                <a:solidFill>
                  <a:srgbClr val="242424"/>
                </a:solidFill>
                <a:latin typeface="Segoe UI" panose="020B0502040204020203" pitchFamily="34" charset="0"/>
              </a:rPr>
              <a:t>ਹਾਜ਼ਰੀ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242424"/>
                </a:solidFill>
                <a:latin typeface="Segoe UI" panose="020B0502040204020203" pitchFamily="34" charset="0"/>
              </a:rPr>
              <a:t>Somali: </a:t>
            </a:r>
            <a:r>
              <a:rPr lang="en-GB" sz="3200" dirty="0" err="1">
                <a:solidFill>
                  <a:srgbClr val="242424"/>
                </a:solidFill>
                <a:latin typeface="Segoe UI" panose="020B0502040204020203" pitchFamily="34" charset="0"/>
              </a:rPr>
              <a:t>Joogitaan</a:t>
            </a:r>
            <a:endParaRPr lang="en-GB" sz="3200" dirty="0">
              <a:solidFill>
                <a:srgbClr val="24242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088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5C6DF-09A0-AFBE-3A7E-1255A70F1D0E}"/>
              </a:ext>
            </a:extLst>
          </p:cNvPr>
          <p:cNvSpPr txBox="1"/>
          <p:nvPr/>
        </p:nvSpPr>
        <p:spPr>
          <a:xfrm>
            <a:off x="1334193" y="240948"/>
            <a:ext cx="6093228" cy="637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Spanish: Asistencia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Swahili: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Mahudhurio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Tamil: </a:t>
            </a:r>
            <a:r>
              <a:rPr lang="t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வருகை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Thai: </a:t>
            </a:r>
            <a:r>
              <a:rPr lang="th-TH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การเข้าร่วม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Tigrinya: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ምግባር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Tigre: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ምግባር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Urdu: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حاضری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Ukrainian: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Відвідуваність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Vietnamese: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Sự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tham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dự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Welsh: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Presenoldeb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Yoruba: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Wiwa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29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518EC-8461-C5B5-D26A-05B9580D8F9D}"/>
              </a:ext>
            </a:extLst>
          </p:cNvPr>
          <p:cNvSpPr txBox="1"/>
          <p:nvPr/>
        </p:nvSpPr>
        <p:spPr>
          <a:xfrm>
            <a:off x="303415" y="151179"/>
            <a:ext cx="609322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en-GB" sz="32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Punctuality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Amharic: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ጊዜ መጠበቅ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Arabic: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دقة المواعيد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Cantonese: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準時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Dari: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وقت شناسی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Farsi: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وقت شناسی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French: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Ponctualité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Hindi: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समय की पाबंदी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Kurmanji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Demjimar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(Sorani):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کاتی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Lithuanian: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Punktualumas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9FDBA-5287-84F5-DEF1-079DBDF195CC}"/>
              </a:ext>
            </a:extLst>
          </p:cNvPr>
          <p:cNvSpPr txBox="1"/>
          <p:nvPr/>
        </p:nvSpPr>
        <p:spPr>
          <a:xfrm>
            <a:off x="6096000" y="407659"/>
            <a:ext cx="5792585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Lingala: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Bokutani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ngonga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Mandarin: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准时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Nepali: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समयपालन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Portuguese: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Pontualidade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Romanian: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Punctualitate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Russian: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Пунктуальность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Pashto: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وخت پابندي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Polish: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Punktualność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Punjabi: </a:t>
            </a:r>
            <a:r>
              <a:rPr lang="p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ਸਮੇਂ ਦੀ ਪਾਬੰਦੀ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Somali: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Waqti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31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210075-248E-A9CD-55F5-686B642481BA}"/>
              </a:ext>
            </a:extLst>
          </p:cNvPr>
          <p:cNvSpPr txBox="1"/>
          <p:nvPr/>
        </p:nvSpPr>
        <p:spPr>
          <a:xfrm>
            <a:off x="286790" y="199767"/>
            <a:ext cx="6093228" cy="665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Spanish: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Puntualidad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Swahili: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Uaminifu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Tamil: </a:t>
            </a:r>
            <a:r>
              <a:rPr lang="t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நேர்த்தி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Thai: </a:t>
            </a:r>
            <a:r>
              <a:rPr lang="th-TH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ความตรงต่อเวลา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Tigrinya: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ጊዜ መጠበቅ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Tigre: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ጊዜ መጠበቅ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Urdu: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وقت کی پابندی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Ukrainian: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Пунктуальність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Vietnamese: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Đúng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giờ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Welsh: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Prydferthwch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Yoruba: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Akoko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62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B5B77D-BA4F-275A-1F57-558589078E0B}"/>
              </a:ext>
            </a:extLst>
          </p:cNvPr>
          <p:cNvSpPr txBox="1"/>
          <p:nvPr/>
        </p:nvSpPr>
        <p:spPr>
          <a:xfrm>
            <a:off x="332509" y="176345"/>
            <a:ext cx="5831378" cy="6505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lt-LT" sz="32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Homework</a:t>
            </a:r>
            <a:endParaRPr lang="lt-LT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Amharic: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የቤት ስራ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Arabic: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واجب منزلي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Cantonese: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家庭作業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Dari: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کار خانگی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Farsi: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تکلیف خانه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French: Devoirs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Hindi: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गृहकार्य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(Kurmanji): Karê malê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(Sorani):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کارەخانە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lt-L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Lithuanian: Namų darbai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C5DF2-BBD4-3457-E658-98B811B8FFC8}"/>
              </a:ext>
            </a:extLst>
          </p:cNvPr>
          <p:cNvSpPr txBox="1"/>
          <p:nvPr/>
        </p:nvSpPr>
        <p:spPr>
          <a:xfrm>
            <a:off x="5911736" y="638972"/>
            <a:ext cx="5947755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Lingala: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Mosala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ndako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Mandarin: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家庭作业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Nepali: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गृहकार्य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Portuguese: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Tarefa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de casa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Romanian: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Temă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pentru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acasă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Russian: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Домашнее задание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Pashto: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کورنۍ دنده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Polish: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Praca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domowa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Punjabi: </a:t>
            </a:r>
            <a:r>
              <a:rPr lang="p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ਘਰ ਦਾ ਕੰਮ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Somali: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Shaqo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guri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92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EDF942-364A-43C3-7E7D-ECF190FE74BB}"/>
              </a:ext>
            </a:extLst>
          </p:cNvPr>
          <p:cNvSpPr txBox="1"/>
          <p:nvPr/>
        </p:nvSpPr>
        <p:spPr>
          <a:xfrm>
            <a:off x="702427" y="240948"/>
            <a:ext cx="6093228" cy="637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Spanish: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Tarea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Swahili: Kazi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nyumbani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Tamil: </a:t>
            </a:r>
            <a:r>
              <a:rPr lang="t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வீட்டுப்பாடம்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Thai: </a:t>
            </a:r>
            <a:r>
              <a:rPr lang="th-TH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การบ้าน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Tigrinya: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የቤት ስራ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Tigre: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የቤት ስራ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Urdu: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ہوم ورک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Ukrainian: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Домашнє завдання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Vietnamese: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Bài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tập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về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nhà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Welsh: Gwaith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cartref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Yoruba: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Iṣẹ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ile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426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DFCEE7-BDAA-795E-E06C-12F576C727B5}"/>
              </a:ext>
            </a:extLst>
          </p:cNvPr>
          <p:cNvSpPr txBox="1"/>
          <p:nvPr/>
        </p:nvSpPr>
        <p:spPr>
          <a:xfrm>
            <a:off x="536171" y="151179"/>
            <a:ext cx="609322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en-GB" sz="32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Progression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Amharic: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እድገት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Arabic: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تقدم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Cantonese: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進展</a:t>
            </a:r>
            <a:endParaRPr lang="en-GB" altLang="ja-JP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Dari: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پیشرفت</a:t>
            </a:r>
            <a:endParaRPr lang="ja-JP" altLang="en-US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Farsi: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پیشرفت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French: Progression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Hindi: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प्रगति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Kurmanji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Pêşveçûn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(Sorani):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پێشەنگی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Lithuanian: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Progresas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B11E3-3CCB-6835-2ACC-7AAF35D91EBB}"/>
              </a:ext>
            </a:extLst>
          </p:cNvPr>
          <p:cNvSpPr txBox="1"/>
          <p:nvPr/>
        </p:nvSpPr>
        <p:spPr>
          <a:xfrm>
            <a:off x="6096000" y="407659"/>
            <a:ext cx="5559829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Lingala: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Bokutani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Mandarin: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进展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Nepali: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प्रगति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Portuguese: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Progressão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Romanian: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Progres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Russian: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Прогресс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Pashto: </a:t>
            </a:r>
            <a:r>
              <a:rPr lang="ps-AF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پرمختګ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Polish: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Postęp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Punjabi: </a:t>
            </a:r>
            <a:r>
              <a:rPr lang="p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ਤਰੱਕੀ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Somali: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Horumar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270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18903B-7F3C-CAF7-6BC7-77145688E76F}"/>
              </a:ext>
            </a:extLst>
          </p:cNvPr>
          <p:cNvSpPr txBox="1"/>
          <p:nvPr/>
        </p:nvSpPr>
        <p:spPr>
          <a:xfrm>
            <a:off x="635924" y="99883"/>
            <a:ext cx="4950229" cy="6658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Spanish: Progreso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Swahili: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Maendeleo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Tamil: </a:t>
            </a:r>
            <a:r>
              <a:rPr lang="t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முன்னேற்றம்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Thai: </a:t>
            </a:r>
            <a:r>
              <a:rPr lang="th-TH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ความก้าวหน้า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Tigrinya: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እድገት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Tigre: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እድገት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Urdu: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ترقی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Ukrainian: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Прогрес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Vietnamese: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Tiến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bộ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Welsh: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Cynnydd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Yoruba: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Ilọsiwaju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838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0563AA-F150-0563-7C06-CED7DD14A6B8}"/>
              </a:ext>
            </a:extLst>
          </p:cNvPr>
          <p:cNvSpPr txBox="1"/>
          <p:nvPr/>
        </p:nvSpPr>
        <p:spPr>
          <a:xfrm>
            <a:off x="187037" y="151179"/>
            <a:ext cx="671252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en-GB" sz="32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Not guaranteed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Amharic: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አልተረጋገጠም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Arabic: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غير مضمون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Cantonese: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不保證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Dari: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تضمین نشده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Farsi: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تضمین نشده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French: Non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garanti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Hindi: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गारंटी नहीं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spc="-10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</a:t>
            </a:r>
            <a:r>
              <a:rPr lang="en-GB" sz="3200" b="0" i="0" spc="-10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Kurmanji</a:t>
            </a:r>
            <a:r>
              <a:rPr lang="en-GB" sz="3200" b="0" i="0" spc="-10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): Ne </a:t>
            </a:r>
            <a:r>
              <a:rPr lang="en-GB" sz="3200" b="0" i="0" spc="-10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piştrast</a:t>
            </a:r>
            <a:r>
              <a:rPr lang="en-GB" sz="3200" b="0" i="0" spc="-10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spc="-10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kirin</a:t>
            </a:r>
            <a:endParaRPr lang="en-GB" sz="3200" b="0" i="0" spc="-10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(Sorani):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بێپەیوەندی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Lithuanian: Ne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garantuotas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729AF-41B6-E0F1-9373-FC2103054881}"/>
              </a:ext>
            </a:extLst>
          </p:cNvPr>
          <p:cNvSpPr txBox="1"/>
          <p:nvPr/>
        </p:nvSpPr>
        <p:spPr>
          <a:xfrm>
            <a:off x="6550429" y="657036"/>
            <a:ext cx="5454534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Lingala: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Te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garanti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Mandarin: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不保证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Nepali: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ग्यारेन्टी छैन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Portuguese: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Não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garantido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Romanian: Nu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este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garantat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Russian: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Не гарантировано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Pashto: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تضمین نه دی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Polish: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Nie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gwarantowane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Punjabi: </a:t>
            </a:r>
            <a:r>
              <a:rPr lang="p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ਗਾਰੰਟੀ ਨਹੀਂ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Somali: Ma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hubo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56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AEAD3B-11CC-5ADA-5B8A-2BEAE5187674}"/>
              </a:ext>
            </a:extLst>
          </p:cNvPr>
          <p:cNvSpPr txBox="1"/>
          <p:nvPr/>
        </p:nvSpPr>
        <p:spPr>
          <a:xfrm>
            <a:off x="270165" y="240948"/>
            <a:ext cx="8092440" cy="637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Spanish: No garantizado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Swahili: Haijathibitishwa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Tamil: </a:t>
            </a:r>
            <a:r>
              <a:rPr lang="t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உத்தரவாதம் இல்லை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Thai: </a:t>
            </a:r>
            <a:r>
              <a:rPr lang="th-TH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ไม่รับประกัน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Tigrinya: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አይታረጋገጥም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Tigre: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አይታረጋገጥም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Urdu: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ضمانت نہیں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Ukrainian: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Не гарантовано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Vietnamese: Không được đảm bảo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Welsh: Ddim yn gwarantu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vi-V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Yoruba: Ko ni idaniloju</a:t>
            </a:r>
          </a:p>
        </p:txBody>
      </p:sp>
    </p:spTree>
    <p:extLst>
      <p:ext uri="{BB962C8B-B14F-4D97-AF65-F5344CB8AC3E}">
        <p14:creationId xmlns:p14="http://schemas.microsoft.com/office/powerpoint/2010/main" val="3913028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928137-0A0B-9DAD-215D-A03BD7C49D25}"/>
              </a:ext>
            </a:extLst>
          </p:cNvPr>
          <p:cNvSpPr txBox="1"/>
          <p:nvPr/>
        </p:nvSpPr>
        <p:spPr>
          <a:xfrm>
            <a:off x="1" y="148470"/>
            <a:ext cx="681486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lang="en-GB" sz="32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Probation period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Amharic: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የሙከራ ጊዜ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Arabic: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فترة التجربة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Cantonese: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試用期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Dari: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دوره آزمایشی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Farsi: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دوره آزمایشی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French: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Période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d'essai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Hindi: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परिवीक्षा अवधि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spc="-12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</a:t>
            </a:r>
            <a:r>
              <a:rPr lang="en-GB" sz="3200" b="0" i="0" spc="-12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Kurmanji</a:t>
            </a:r>
            <a:r>
              <a:rPr lang="en-GB" sz="3200" b="0" i="0" spc="-12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): </a:t>
            </a:r>
            <a:r>
              <a:rPr lang="en-GB" sz="3200" b="0" i="0" spc="-12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Demê</a:t>
            </a:r>
            <a:r>
              <a:rPr lang="en-GB" sz="3200" b="0" i="0" spc="-12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spc="-12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probasyonê</a:t>
            </a:r>
            <a:endParaRPr lang="en-GB" sz="3200" b="0" i="0" spc="-12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Kurdish (Sorani):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ماوەی تاقیکردنەوە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Lithuanian: </a:t>
            </a:r>
            <a:r>
              <a:rPr lang="en-GB" sz="3200" b="0" i="0" spc="-10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Bandomasis</a:t>
            </a:r>
            <a:r>
              <a:rPr lang="en-GB" sz="3200" b="0" i="0" spc="-10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spc="-10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laikotarpis</a:t>
            </a:r>
            <a:endParaRPr lang="en-GB" sz="3200" b="0" i="0" spc="-10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74A94-9542-AF09-ECEF-81F541D53A40}"/>
              </a:ext>
            </a:extLst>
          </p:cNvPr>
          <p:cNvSpPr txBox="1"/>
          <p:nvPr/>
        </p:nvSpPr>
        <p:spPr>
          <a:xfrm>
            <a:off x="6504316" y="631552"/>
            <a:ext cx="5848710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Lingala: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Période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esayi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Mandarin: </a:t>
            </a:r>
            <a:r>
              <a:rPr lang="ja-JP" altLang="en-US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试用期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Nepali: </a:t>
            </a:r>
            <a:r>
              <a:rPr lang="hi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परीक्षण अवधि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Portuguese: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Período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de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prova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Romanian: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Perioada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de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probă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spc="-10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Russian: </a:t>
            </a:r>
            <a:r>
              <a:rPr lang="az-Cyrl-AZ" sz="3200" b="0" i="0" spc="-10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Испытательный срок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Pashto: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د ازموینې دوره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Polish: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Okres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próbny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Punjabi: </a:t>
            </a:r>
            <a:r>
              <a:rPr lang="p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ਪਰਖ ਦਾ ਸਮਾਂ</a:t>
            </a:r>
          </a:p>
          <a:p>
            <a:pPr algn="l">
              <a:lnSpc>
                <a:spcPts val="32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Somali: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Mudada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tijaabada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35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C7CAFF-97D7-17B6-8128-DF1DB17B1DDE}"/>
              </a:ext>
            </a:extLst>
          </p:cNvPr>
          <p:cNvSpPr txBox="1"/>
          <p:nvPr/>
        </p:nvSpPr>
        <p:spPr>
          <a:xfrm>
            <a:off x="419793" y="97175"/>
            <a:ext cx="6093228" cy="676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Spanish: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Período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de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prueba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Swahili: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Kipindi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cha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majaribio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Tamil: </a:t>
            </a:r>
            <a:r>
              <a:rPr lang="ta-IN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பரீட்சை காலம்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Thai: </a:t>
            </a:r>
            <a:r>
              <a:rPr lang="th-TH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ระยะทดลองงาน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Tigrinya: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የሙከራ ጊዜ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Tigre: </a:t>
            </a:r>
            <a:r>
              <a:rPr lang="am-ET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የሙከራ ጊዜ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Urdu: </a:t>
            </a:r>
            <a:r>
              <a:rPr lang="ar-AE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آزمائشی مدت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Ukrainian: </a:t>
            </a:r>
            <a:r>
              <a:rPr lang="az-Cyrl-AZ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Випробувальний термін</a:t>
            </a: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Vietnamese: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Thời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gian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thử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việc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Welsh: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Cyfnod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prawf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Yoruba: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Akoko</a:t>
            </a:r>
            <a:r>
              <a:rPr lang="en-GB" sz="32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GB" sz="3200" b="0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idanwo</a:t>
            </a:r>
            <a:endParaRPr lang="en-GB" sz="3200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423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95E6A9-2842-2F04-2D0F-DDF39424D77C}"/>
              </a:ext>
            </a:extLst>
          </p:cNvPr>
          <p:cNvSpPr txBox="1"/>
          <p:nvPr/>
        </p:nvSpPr>
        <p:spPr>
          <a:xfrm>
            <a:off x="169333" y="1495169"/>
            <a:ext cx="11853333" cy="4617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GB" sz="3200" dirty="0">
                <a:latin typeface="Tw Cen MT Condensed Extra Bold" panose="020B0803020202020204" pitchFamily="34" charset="0"/>
              </a:rPr>
              <a:t>Fill the gap with the correct word.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You must sign the Learner ______________ when you start college.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If your ______________ is good it means you are </a:t>
            </a:r>
            <a:r>
              <a:rPr lang="en-GB" sz="3200" u="sng" dirty="0"/>
              <a:t>not</a:t>
            </a:r>
            <a:r>
              <a:rPr lang="en-GB" sz="3200" dirty="0"/>
              <a:t> usually late for your class.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Your _______________ is good if you come to all your classes. If you miss classes your _____________ will be bad.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You must do your ______________ every week.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Your _______________ will be to Entry 2 if you pass all your exams.</a:t>
            </a:r>
          </a:p>
          <a:p>
            <a:pPr>
              <a:lnSpc>
                <a:spcPts val="3200"/>
              </a:lnSpc>
            </a:pPr>
            <a:r>
              <a:rPr lang="en-GB" sz="3200" spc="-100" dirty="0"/>
              <a:t>Your attendance must be good to pass the ___________  ____________.</a:t>
            </a:r>
          </a:p>
          <a:p>
            <a:pPr>
              <a:lnSpc>
                <a:spcPts val="3200"/>
              </a:lnSpc>
            </a:pPr>
            <a:r>
              <a:rPr lang="en-GB" sz="3200" dirty="0"/>
              <a:t>Progression to Entry 2 is __________  ____________. You must pass your class tests to progress.</a:t>
            </a:r>
          </a:p>
        </p:txBody>
      </p:sp>
      <p:pic>
        <p:nvPicPr>
          <p:cNvPr id="4" name="Show/Hide">
            <a:extLst>
              <a:ext uri="{FF2B5EF4-FFF2-40B4-BE49-F238E27FC236}">
                <a16:creationId xmlns:a16="http://schemas.microsoft.com/office/drawing/2014/main" id="{5FF57F9D-99F1-A968-9012-9944C7F296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2" t="5796" r="5033" b="6522"/>
          <a:stretch/>
        </p:blipFill>
        <p:spPr>
          <a:xfrm>
            <a:off x="9485411" y="321734"/>
            <a:ext cx="1470454" cy="1495169"/>
          </a:xfrm>
          <a:prstGeom prst="ellipse">
            <a:avLst/>
          </a:prstGeom>
          <a:scene3d>
            <a:camera prst="orthographicFront"/>
            <a:lightRig rig="threePt" dir="t"/>
          </a:scene3d>
          <a:sp3d prstMaterial="plastic">
            <a:bevelT w="82550"/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2F0C9F-3CCD-B5F1-6C1E-95C789E3E4B8}"/>
              </a:ext>
            </a:extLst>
          </p:cNvPr>
          <p:cNvSpPr txBox="1"/>
          <p:nvPr/>
        </p:nvSpPr>
        <p:spPr>
          <a:xfrm>
            <a:off x="4851399" y="1867702"/>
            <a:ext cx="248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agreement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3FF7D-47F9-264E-862B-A352A06B9043}"/>
              </a:ext>
            </a:extLst>
          </p:cNvPr>
          <p:cNvSpPr txBox="1"/>
          <p:nvPr/>
        </p:nvSpPr>
        <p:spPr>
          <a:xfrm>
            <a:off x="1566335" y="2261690"/>
            <a:ext cx="248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err="1">
                <a:solidFill>
                  <a:srgbClr val="0070C0"/>
                </a:solidFill>
                <a:latin typeface="Segoe Print" panose="02000600000000000000" pitchFamily="2" charset="0"/>
              </a:rPr>
              <a:t>puntuality</a:t>
            </a:r>
            <a:endParaRPr lang="en-GB" sz="3200" dirty="0">
              <a:solidFill>
                <a:srgbClr val="0070C0"/>
              </a:solidFill>
              <a:latin typeface="Segoe Print" panose="02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2F57F-3BA1-8B39-12BF-B2CEE8AE690C}"/>
              </a:ext>
            </a:extLst>
          </p:cNvPr>
          <p:cNvSpPr txBox="1"/>
          <p:nvPr/>
        </p:nvSpPr>
        <p:spPr>
          <a:xfrm>
            <a:off x="1227669" y="3045144"/>
            <a:ext cx="248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attendance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2590D-2321-ED64-A5EC-1D264E7F4137}"/>
              </a:ext>
            </a:extLst>
          </p:cNvPr>
          <p:cNvSpPr txBox="1"/>
          <p:nvPr/>
        </p:nvSpPr>
        <p:spPr>
          <a:xfrm>
            <a:off x="3395135" y="3485408"/>
            <a:ext cx="248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attendance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08914-C946-7CE6-DE45-FB017619770A}"/>
              </a:ext>
            </a:extLst>
          </p:cNvPr>
          <p:cNvSpPr txBox="1"/>
          <p:nvPr/>
        </p:nvSpPr>
        <p:spPr>
          <a:xfrm>
            <a:off x="3462864" y="3908739"/>
            <a:ext cx="248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homework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D732D-E2AB-374A-85A8-9D98E447CAA7}"/>
              </a:ext>
            </a:extLst>
          </p:cNvPr>
          <p:cNvSpPr txBox="1"/>
          <p:nvPr/>
        </p:nvSpPr>
        <p:spPr>
          <a:xfrm>
            <a:off x="1210736" y="4303443"/>
            <a:ext cx="26415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progression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DFFF52-72BB-B499-5A6F-A588B02D79FC}"/>
              </a:ext>
            </a:extLst>
          </p:cNvPr>
          <p:cNvSpPr txBox="1"/>
          <p:nvPr/>
        </p:nvSpPr>
        <p:spPr>
          <a:xfrm>
            <a:off x="7001928" y="4726777"/>
            <a:ext cx="2311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probation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94A414-4773-4873-2AF6-EA8B8BA75E26}"/>
              </a:ext>
            </a:extLst>
          </p:cNvPr>
          <p:cNvSpPr txBox="1"/>
          <p:nvPr/>
        </p:nvSpPr>
        <p:spPr>
          <a:xfrm>
            <a:off x="9485411" y="4726776"/>
            <a:ext cx="16679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period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55028-1B22-A0E9-7269-A7A3ECDE6EF5}"/>
              </a:ext>
            </a:extLst>
          </p:cNvPr>
          <p:cNvSpPr txBox="1"/>
          <p:nvPr/>
        </p:nvSpPr>
        <p:spPr>
          <a:xfrm>
            <a:off x="4995334" y="5106337"/>
            <a:ext cx="1100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not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D12E5-435B-5F88-B139-7CF2E4B6D55F}"/>
              </a:ext>
            </a:extLst>
          </p:cNvPr>
          <p:cNvSpPr txBox="1"/>
          <p:nvPr/>
        </p:nvSpPr>
        <p:spPr>
          <a:xfrm>
            <a:off x="6268077" y="5127326"/>
            <a:ext cx="2733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70C0"/>
                </a:solidFill>
                <a:latin typeface="Segoe Print" panose="02000600000000000000" pitchFamily="2" charset="0"/>
              </a:rPr>
              <a:t>guaranteed</a:t>
            </a:r>
          </a:p>
        </p:txBody>
      </p:sp>
    </p:spTree>
    <p:extLst>
      <p:ext uri="{BB962C8B-B14F-4D97-AF65-F5344CB8AC3E}">
        <p14:creationId xmlns:p14="http://schemas.microsoft.com/office/powerpoint/2010/main" val="343195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FB8307-8E2F-484D-9F63-93E3F8C23248}"/>
</file>

<file path=customXml/itemProps2.xml><?xml version="1.0" encoding="utf-8"?>
<ds:datastoreItem xmlns:ds="http://schemas.openxmlformats.org/officeDocument/2006/customXml" ds:itemID="{2897E255-E11C-40D0-92C1-80035041E0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30D69E-44AC-40CB-B537-6C5C7279620A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terms/"/>
    <ds:schemaRef ds:uri="475e814f-1817-47fe-9571-8f439c80f328"/>
    <ds:schemaRef ds:uri="b2fe9f37-aacb-4438-856e-326b8a731bdb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972</Words>
  <Application>Microsoft Office PowerPoint</Application>
  <PresentationFormat>Widescreen</PresentationFormat>
  <Paragraphs>243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Segoe Print</vt:lpstr>
      <vt:lpstr>Segoe UI</vt:lpstr>
      <vt:lpstr>Tw Cen MT Condensed Extra Bold</vt:lpstr>
      <vt:lpstr>office theme</vt:lpstr>
      <vt:lpstr>Words from Learner agreement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6</cp:revision>
  <dcterms:created xsi:type="dcterms:W3CDTF">2025-03-10T15:58:18Z</dcterms:created>
  <dcterms:modified xsi:type="dcterms:W3CDTF">2025-03-10T17:11:24Z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MediaServiceImageTags">
    <vt:lpwstr/>
  </property>
  <property fmtid="{D5CDD505-2E9C-101B-9397-08002B2CF9AE}" pid="4" name="Order">
    <vt:r8>18868200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