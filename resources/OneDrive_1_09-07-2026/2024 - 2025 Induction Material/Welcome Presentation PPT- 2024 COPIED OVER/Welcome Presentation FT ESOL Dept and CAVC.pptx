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4"/>
  </p:sldMasterIdLst>
  <p:notesMasterIdLst>
    <p:notesMasterId r:id="rId42"/>
  </p:notesMasterIdLst>
  <p:handoutMasterIdLst>
    <p:handoutMasterId r:id="rId43"/>
  </p:handoutMasterIdLst>
  <p:sldIdLst>
    <p:sldId id="258" r:id="rId5"/>
    <p:sldId id="307" r:id="rId6"/>
    <p:sldId id="296" r:id="rId7"/>
    <p:sldId id="289" r:id="rId8"/>
    <p:sldId id="294" r:id="rId9"/>
    <p:sldId id="309" r:id="rId10"/>
    <p:sldId id="302" r:id="rId11"/>
    <p:sldId id="303" r:id="rId12"/>
    <p:sldId id="324" r:id="rId13"/>
    <p:sldId id="320" r:id="rId14"/>
    <p:sldId id="325" r:id="rId15"/>
    <p:sldId id="293" r:id="rId16"/>
    <p:sldId id="297" r:id="rId17"/>
    <p:sldId id="271" r:id="rId18"/>
    <p:sldId id="261" r:id="rId19"/>
    <p:sldId id="262" r:id="rId20"/>
    <p:sldId id="275" r:id="rId21"/>
    <p:sldId id="290" r:id="rId22"/>
    <p:sldId id="319" r:id="rId23"/>
    <p:sldId id="288" r:id="rId24"/>
    <p:sldId id="308" r:id="rId25"/>
    <p:sldId id="273" r:id="rId26"/>
    <p:sldId id="291" r:id="rId27"/>
    <p:sldId id="304" r:id="rId28"/>
    <p:sldId id="305" r:id="rId29"/>
    <p:sldId id="265" r:id="rId30"/>
    <p:sldId id="266" r:id="rId31"/>
    <p:sldId id="321" r:id="rId32"/>
    <p:sldId id="282" r:id="rId33"/>
    <p:sldId id="281" r:id="rId34"/>
    <p:sldId id="313" r:id="rId35"/>
    <p:sldId id="315" r:id="rId36"/>
    <p:sldId id="316" r:id="rId37"/>
    <p:sldId id="279" r:id="rId38"/>
    <p:sldId id="322" r:id="rId39"/>
    <p:sldId id="323" r:id="rId40"/>
    <p:sldId id="300" r:id="rId41"/>
  </p:sldIdLst>
  <p:sldSz cx="12188825" cy="6858000"/>
  <p:notesSz cx="6985000" cy="9271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0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0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Gagliardi" userId="S::mgagliardi@cavc.ac.uk::a34cf001-11e0-4665-9809-996318092a94" providerId="AD" clId="Web-{495241C8-07CF-C313-743D-CD6E7E651353}"/>
    <pc:docChg chg="addSld delSld modSld sldOrd">
      <pc:chgData name="Maria Gagliardi" userId="S::mgagliardi@cavc.ac.uk::a34cf001-11e0-4665-9809-996318092a94" providerId="AD" clId="Web-{495241C8-07CF-C313-743D-CD6E7E651353}" dt="2023-08-30T12:16:02.430" v="192" actId="1076"/>
      <pc:docMkLst>
        <pc:docMk/>
      </pc:docMkLst>
      <pc:sldChg chg="modSp">
        <pc:chgData name="Maria Gagliardi" userId="S::mgagliardi@cavc.ac.uk::a34cf001-11e0-4665-9809-996318092a94" providerId="AD" clId="Web-{495241C8-07CF-C313-743D-CD6E7E651353}" dt="2023-08-30T12:16:02.430" v="192" actId="1076"/>
        <pc:sldMkLst>
          <pc:docMk/>
          <pc:sldMk cId="0" sldId="265"/>
        </pc:sldMkLst>
        <pc:spChg chg="mod">
          <ac:chgData name="Maria Gagliardi" userId="S::mgagliardi@cavc.ac.uk::a34cf001-11e0-4665-9809-996318092a94" providerId="AD" clId="Web-{495241C8-07CF-C313-743D-CD6E7E651353}" dt="2023-08-30T12:16:00.664" v="191" actId="20577"/>
          <ac:spMkLst>
            <pc:docMk/>
            <pc:sldMk cId="0" sldId="265"/>
            <ac:spMk id="259" creationId="{00000000-0000-0000-0000-000000000000}"/>
          </ac:spMkLst>
        </pc:spChg>
        <pc:picChg chg="mod">
          <ac:chgData name="Maria Gagliardi" userId="S::mgagliardi@cavc.ac.uk::a34cf001-11e0-4665-9809-996318092a94" providerId="AD" clId="Web-{495241C8-07CF-C313-743D-CD6E7E651353}" dt="2023-08-30T12:16:02.430" v="192" actId="1076"/>
          <ac:picMkLst>
            <pc:docMk/>
            <pc:sldMk cId="0" sldId="265"/>
            <ac:picMk id="4" creationId="{CC3E0167-F684-43FA-AD35-5D071179E256}"/>
          </ac:picMkLst>
        </pc:picChg>
      </pc:sldChg>
      <pc:sldChg chg="modSp">
        <pc:chgData name="Maria Gagliardi" userId="S::mgagliardi@cavc.ac.uk::a34cf001-11e0-4665-9809-996318092a94" providerId="AD" clId="Web-{495241C8-07CF-C313-743D-CD6E7E651353}" dt="2023-08-30T12:13:52.333" v="126" actId="20577"/>
        <pc:sldMkLst>
          <pc:docMk/>
          <pc:sldMk cId="163972394" sldId="273"/>
        </pc:sldMkLst>
        <pc:spChg chg="mod">
          <ac:chgData name="Maria Gagliardi" userId="S::mgagliardi@cavc.ac.uk::a34cf001-11e0-4665-9809-996318092a94" providerId="AD" clId="Web-{495241C8-07CF-C313-743D-CD6E7E651353}" dt="2023-08-30T12:13:52.333" v="126" actId="20577"/>
          <ac:spMkLst>
            <pc:docMk/>
            <pc:sldMk cId="163972394" sldId="273"/>
            <ac:spMk id="2" creationId="{00000000-0000-0000-0000-000000000000}"/>
          </ac:spMkLst>
        </pc:spChg>
        <pc:spChg chg="mod">
          <ac:chgData name="Maria Gagliardi" userId="S::mgagliardi@cavc.ac.uk::a34cf001-11e0-4665-9809-996318092a94" providerId="AD" clId="Web-{495241C8-07CF-C313-743D-CD6E7E651353}" dt="2023-08-30T12:13:25.614" v="104" actId="20577"/>
          <ac:spMkLst>
            <pc:docMk/>
            <pc:sldMk cId="163972394" sldId="273"/>
            <ac:spMk id="3" creationId="{00000000-0000-0000-0000-000000000000}"/>
          </ac:spMkLst>
        </pc:spChg>
      </pc:sldChg>
      <pc:sldChg chg="addSp delSp modSp">
        <pc:chgData name="Maria Gagliardi" userId="S::mgagliardi@cavc.ac.uk::a34cf001-11e0-4665-9809-996318092a94" providerId="AD" clId="Web-{495241C8-07CF-C313-743D-CD6E7E651353}" dt="2023-08-30T10:22:45.733" v="23"/>
        <pc:sldMkLst>
          <pc:docMk/>
          <pc:sldMk cId="2967634869" sldId="290"/>
        </pc:sldMkLst>
        <pc:picChg chg="add del mod">
          <ac:chgData name="Maria Gagliardi" userId="S::mgagliardi@cavc.ac.uk::a34cf001-11e0-4665-9809-996318092a94" providerId="AD" clId="Web-{495241C8-07CF-C313-743D-CD6E7E651353}" dt="2023-08-30T10:22:45.733" v="23"/>
          <ac:picMkLst>
            <pc:docMk/>
            <pc:sldMk cId="2967634869" sldId="290"/>
            <ac:picMk id="4" creationId="{D0A31113-081B-77B8-41FB-2D08F4EC118A}"/>
          </ac:picMkLst>
        </pc:picChg>
      </pc:sldChg>
      <pc:sldChg chg="modSp">
        <pc:chgData name="Maria Gagliardi" userId="S::mgagliardi@cavc.ac.uk::a34cf001-11e0-4665-9809-996318092a94" providerId="AD" clId="Web-{495241C8-07CF-C313-743D-CD6E7E651353}" dt="2023-08-30T10:28:26.792" v="58" actId="14100"/>
        <pc:sldMkLst>
          <pc:docMk/>
          <pc:sldMk cId="3944351533" sldId="303"/>
        </pc:sldMkLst>
        <pc:spChg chg="mod">
          <ac:chgData name="Maria Gagliardi" userId="S::mgagliardi@cavc.ac.uk::a34cf001-11e0-4665-9809-996318092a94" providerId="AD" clId="Web-{495241C8-07CF-C313-743D-CD6E7E651353}" dt="2023-08-30T10:27:54.744" v="55" actId="14100"/>
          <ac:spMkLst>
            <pc:docMk/>
            <pc:sldMk cId="3944351533" sldId="303"/>
            <ac:spMk id="2" creationId="{FFBC96AA-5DD5-42EE-AC66-F500DB6E1E6E}"/>
          </ac:spMkLst>
        </pc:spChg>
        <pc:spChg chg="mod">
          <ac:chgData name="Maria Gagliardi" userId="S::mgagliardi@cavc.ac.uk::a34cf001-11e0-4665-9809-996318092a94" providerId="AD" clId="Web-{495241C8-07CF-C313-743D-CD6E7E651353}" dt="2023-08-30T10:28:26.792" v="58" actId="14100"/>
          <ac:spMkLst>
            <pc:docMk/>
            <pc:sldMk cId="3944351533" sldId="303"/>
            <ac:spMk id="3" creationId="{CF629D56-CD1A-4FEF-AD71-CEAFD7905C70}"/>
          </ac:spMkLst>
        </pc:spChg>
        <pc:spChg chg="mod">
          <ac:chgData name="Maria Gagliardi" userId="S::mgagliardi@cavc.ac.uk::a34cf001-11e0-4665-9809-996318092a94" providerId="AD" clId="Web-{495241C8-07CF-C313-743D-CD6E7E651353}" dt="2023-08-30T10:27:19.134" v="53" actId="1076"/>
          <ac:spMkLst>
            <pc:docMk/>
            <pc:sldMk cId="3944351533" sldId="303"/>
            <ac:spMk id="5" creationId="{451EBAAB-8AEC-4EEF-A1DB-D6F0B34A6E42}"/>
          </ac:spMkLst>
        </pc:spChg>
        <pc:picChg chg="mod">
          <ac:chgData name="Maria Gagliardi" userId="S::mgagliardi@cavc.ac.uk::a34cf001-11e0-4665-9809-996318092a94" providerId="AD" clId="Web-{495241C8-07CF-C313-743D-CD6E7E651353}" dt="2023-08-30T10:27:14.274" v="51" actId="1076"/>
          <ac:picMkLst>
            <pc:docMk/>
            <pc:sldMk cId="3944351533" sldId="303"/>
            <ac:picMk id="4" creationId="{C690084A-562A-4FDB-8351-8FD5ACD913D4}"/>
          </ac:picMkLst>
        </pc:picChg>
      </pc:sldChg>
      <pc:sldChg chg="modSp">
        <pc:chgData name="Maria Gagliardi" userId="S::mgagliardi@cavc.ac.uk::a34cf001-11e0-4665-9809-996318092a94" providerId="AD" clId="Web-{495241C8-07CF-C313-743D-CD6E7E651353}" dt="2023-08-30T12:14:06.693" v="129" actId="14100"/>
        <pc:sldMkLst>
          <pc:docMk/>
          <pc:sldMk cId="2961817476" sldId="304"/>
        </pc:sldMkLst>
        <pc:spChg chg="mod">
          <ac:chgData name="Maria Gagliardi" userId="S::mgagliardi@cavc.ac.uk::a34cf001-11e0-4665-9809-996318092a94" providerId="AD" clId="Web-{495241C8-07CF-C313-743D-CD6E7E651353}" dt="2023-08-30T12:14:06.693" v="129" actId="14100"/>
          <ac:spMkLst>
            <pc:docMk/>
            <pc:sldMk cId="2961817476" sldId="304"/>
            <ac:spMk id="2" creationId="{661996AE-3D99-4272-9E34-172628BD1380}"/>
          </ac:spMkLst>
        </pc:spChg>
      </pc:sldChg>
      <pc:sldChg chg="modSp ord">
        <pc:chgData name="Maria Gagliardi" userId="S::mgagliardi@cavc.ac.uk::a34cf001-11e0-4665-9809-996318092a94" providerId="AD" clId="Web-{495241C8-07CF-C313-743D-CD6E7E651353}" dt="2023-08-30T11:49:48.359" v="73"/>
        <pc:sldMkLst>
          <pc:docMk/>
          <pc:sldMk cId="936910198" sldId="309"/>
        </pc:sldMkLst>
        <pc:spChg chg="mod">
          <ac:chgData name="Maria Gagliardi" userId="S::mgagliardi@cavc.ac.uk::a34cf001-11e0-4665-9809-996318092a94" providerId="AD" clId="Web-{495241C8-07CF-C313-743D-CD6E7E651353}" dt="2023-08-30T10:26:48.679" v="47" actId="14100"/>
          <ac:spMkLst>
            <pc:docMk/>
            <pc:sldMk cId="936910198" sldId="309"/>
            <ac:spMk id="4" creationId="{A6093D92-FA09-450D-8441-A48A167E424A}"/>
          </ac:spMkLst>
        </pc:spChg>
      </pc:sldChg>
      <pc:sldChg chg="del">
        <pc:chgData name="Maria Gagliardi" userId="S::mgagliardi@cavc.ac.uk::a34cf001-11e0-4665-9809-996318092a94" providerId="AD" clId="Web-{495241C8-07CF-C313-743D-CD6E7E651353}" dt="2023-08-30T11:28:04.403" v="72"/>
        <pc:sldMkLst>
          <pc:docMk/>
          <pc:sldMk cId="3395315667" sldId="311"/>
        </pc:sldMkLst>
      </pc:sldChg>
      <pc:sldChg chg="modSp del">
        <pc:chgData name="Maria Gagliardi" userId="S::mgagliardi@cavc.ac.uk::a34cf001-11e0-4665-9809-996318092a94" providerId="AD" clId="Web-{495241C8-07CF-C313-743D-CD6E7E651353}" dt="2023-08-30T12:05:24.648" v="74"/>
        <pc:sldMkLst>
          <pc:docMk/>
          <pc:sldMk cId="3976831058" sldId="312"/>
        </pc:sldMkLst>
        <pc:spChg chg="mod">
          <ac:chgData name="Maria Gagliardi" userId="S::mgagliardi@cavc.ac.uk::a34cf001-11e0-4665-9809-996318092a94" providerId="AD" clId="Web-{495241C8-07CF-C313-743D-CD6E7E651353}" dt="2023-08-30T10:25:02.488" v="41" actId="14100"/>
          <ac:spMkLst>
            <pc:docMk/>
            <pc:sldMk cId="3976831058" sldId="312"/>
            <ac:spMk id="2" creationId="{A86A581D-77ED-4F2C-8821-55541FA525B6}"/>
          </ac:spMkLst>
        </pc:spChg>
        <pc:picChg chg="mod">
          <ac:chgData name="Maria Gagliardi" userId="S::mgagliardi@cavc.ac.uk::a34cf001-11e0-4665-9809-996318092a94" providerId="AD" clId="Web-{495241C8-07CF-C313-743D-CD6E7E651353}" dt="2023-08-30T10:25:05.504" v="43" actId="1076"/>
          <ac:picMkLst>
            <pc:docMk/>
            <pc:sldMk cId="3976831058" sldId="312"/>
            <ac:picMk id="4" creationId="{511C9613-9B56-474C-8B3C-93C4A02606D6}"/>
          </ac:picMkLst>
        </pc:picChg>
      </pc:sldChg>
      <pc:sldChg chg="modSp">
        <pc:chgData name="Maria Gagliardi" userId="S::mgagliardi@cavc.ac.uk::a34cf001-11e0-4665-9809-996318092a94" providerId="AD" clId="Web-{495241C8-07CF-C313-743D-CD6E7E651353}" dt="2023-08-30T12:10:04.765" v="102" actId="20577"/>
        <pc:sldMkLst>
          <pc:docMk/>
          <pc:sldMk cId="3247708358" sldId="313"/>
        </pc:sldMkLst>
        <pc:spChg chg="mod">
          <ac:chgData name="Maria Gagliardi" userId="S::mgagliardi@cavc.ac.uk::a34cf001-11e0-4665-9809-996318092a94" providerId="AD" clId="Web-{495241C8-07CF-C313-743D-CD6E7E651353}" dt="2023-08-30T12:10:04.765" v="102" actId="20577"/>
          <ac:spMkLst>
            <pc:docMk/>
            <pc:sldMk cId="3247708358" sldId="313"/>
            <ac:spMk id="4" creationId="{57396467-91D8-49A4-BE50-AD62474071F0}"/>
          </ac:spMkLst>
        </pc:spChg>
      </pc:sldChg>
      <pc:sldChg chg="addSp delSp modSp">
        <pc:chgData name="Maria Gagliardi" userId="S::mgagliardi@cavc.ac.uk::a34cf001-11e0-4665-9809-996318092a94" providerId="AD" clId="Web-{495241C8-07CF-C313-743D-CD6E7E651353}" dt="2023-08-30T10:24:29.409" v="40" actId="14100"/>
        <pc:sldMkLst>
          <pc:docMk/>
          <pc:sldMk cId="3701206487" sldId="314"/>
        </pc:sldMkLst>
        <pc:spChg chg="del">
          <ac:chgData name="Maria Gagliardi" userId="S::mgagliardi@cavc.ac.uk::a34cf001-11e0-4665-9809-996318092a94" providerId="AD" clId="Web-{495241C8-07CF-C313-743D-CD6E7E651353}" dt="2023-08-30T10:24:10.658" v="37"/>
          <ac:spMkLst>
            <pc:docMk/>
            <pc:sldMk cId="3701206487" sldId="314"/>
            <ac:spMk id="2" creationId="{33EEC127-0897-4107-99EF-A2F129B5A8EE}"/>
          </ac:spMkLst>
        </pc:spChg>
        <pc:picChg chg="del">
          <ac:chgData name="Maria Gagliardi" userId="S::mgagliardi@cavc.ac.uk::a34cf001-11e0-4665-9809-996318092a94" providerId="AD" clId="Web-{495241C8-07CF-C313-743D-CD6E7E651353}" dt="2023-08-30T10:24:08.783" v="36"/>
          <ac:picMkLst>
            <pc:docMk/>
            <pc:sldMk cId="3701206487" sldId="314"/>
            <ac:picMk id="3" creationId="{41285DBD-744F-443E-ACCB-4435B02488DF}"/>
          </ac:picMkLst>
        </pc:picChg>
        <pc:picChg chg="add mod">
          <ac:chgData name="Maria Gagliardi" userId="S::mgagliardi@cavc.ac.uk::a34cf001-11e0-4665-9809-996318092a94" providerId="AD" clId="Web-{495241C8-07CF-C313-743D-CD6E7E651353}" dt="2023-08-30T10:24:29.409" v="40" actId="14100"/>
          <ac:picMkLst>
            <pc:docMk/>
            <pc:sldMk cId="3701206487" sldId="314"/>
            <ac:picMk id="4" creationId="{F4F27A9F-8C18-A12C-3004-86C1984FF48B}"/>
          </ac:picMkLst>
        </pc:picChg>
      </pc:sldChg>
      <pc:sldChg chg="modSp">
        <pc:chgData name="Maria Gagliardi" userId="S::mgagliardi@cavc.ac.uk::a34cf001-11e0-4665-9809-996318092a94" providerId="AD" clId="Web-{495241C8-07CF-C313-743D-CD6E7E651353}" dt="2023-08-30T10:48:26.506" v="67" actId="20577"/>
        <pc:sldMkLst>
          <pc:docMk/>
          <pc:sldMk cId="3512132426" sldId="315"/>
        </pc:sldMkLst>
        <pc:spChg chg="mod">
          <ac:chgData name="Maria Gagliardi" userId="S::mgagliardi@cavc.ac.uk::a34cf001-11e0-4665-9809-996318092a94" providerId="AD" clId="Web-{495241C8-07CF-C313-743D-CD6E7E651353}" dt="2023-08-30T10:48:26.506" v="67" actId="20577"/>
          <ac:spMkLst>
            <pc:docMk/>
            <pc:sldMk cId="3512132426" sldId="315"/>
            <ac:spMk id="2" creationId="{B1007171-C60E-4368-B848-D88C14EAA532}"/>
          </ac:spMkLst>
        </pc:spChg>
      </pc:sldChg>
      <pc:sldChg chg="addSp delSp modSp">
        <pc:chgData name="Maria Gagliardi" userId="S::mgagliardi@cavc.ac.uk::a34cf001-11e0-4665-9809-996318092a94" providerId="AD" clId="Web-{495241C8-07CF-C313-743D-CD6E7E651353}" dt="2023-08-30T10:23:54.330" v="35" actId="14100"/>
        <pc:sldMkLst>
          <pc:docMk/>
          <pc:sldMk cId="1158500709" sldId="316"/>
        </pc:sldMkLst>
        <pc:spChg chg="del">
          <ac:chgData name="Maria Gagliardi" userId="S::mgagliardi@cavc.ac.uk::a34cf001-11e0-4665-9809-996318092a94" providerId="AD" clId="Web-{495241C8-07CF-C313-743D-CD6E7E651353}" dt="2023-08-30T10:23:33.704" v="32"/>
          <ac:spMkLst>
            <pc:docMk/>
            <pc:sldMk cId="1158500709" sldId="316"/>
            <ac:spMk id="4" creationId="{2643255E-7B99-4F5E-8DF5-3B6E2E9BF991}"/>
          </ac:spMkLst>
        </pc:spChg>
        <pc:spChg chg="del mod">
          <ac:chgData name="Maria Gagliardi" userId="S::mgagliardi@cavc.ac.uk::a34cf001-11e0-4665-9809-996318092a94" providerId="AD" clId="Web-{495241C8-07CF-C313-743D-CD6E7E651353}" dt="2023-08-30T10:23:31.282" v="31"/>
          <ac:spMkLst>
            <pc:docMk/>
            <pc:sldMk cId="1158500709" sldId="316"/>
            <ac:spMk id="5" creationId="{4021A17F-CBDB-4111-9877-4069CC00B977}"/>
          </ac:spMkLst>
        </pc:spChg>
        <pc:picChg chg="add mod">
          <ac:chgData name="Maria Gagliardi" userId="S::mgagliardi@cavc.ac.uk::a34cf001-11e0-4665-9809-996318092a94" providerId="AD" clId="Web-{495241C8-07CF-C313-743D-CD6E7E651353}" dt="2023-08-30T10:23:54.330" v="35" actId="14100"/>
          <ac:picMkLst>
            <pc:docMk/>
            <pc:sldMk cId="1158500709" sldId="316"/>
            <ac:picMk id="2" creationId="{9D3495FF-4C9E-1633-E97C-78CE39A03ED2}"/>
          </ac:picMkLst>
        </pc:picChg>
        <pc:picChg chg="del">
          <ac:chgData name="Maria Gagliardi" userId="S::mgagliardi@cavc.ac.uk::a34cf001-11e0-4665-9809-996318092a94" providerId="AD" clId="Web-{495241C8-07CF-C313-743D-CD6E7E651353}" dt="2023-08-30T10:23:28.782" v="30"/>
          <ac:picMkLst>
            <pc:docMk/>
            <pc:sldMk cId="1158500709" sldId="316"/>
            <ac:picMk id="3" creationId="{BC684ED4-F437-4F42-96F7-E73DF74E0FC7}"/>
          </ac:picMkLst>
        </pc:picChg>
      </pc:sldChg>
      <pc:sldChg chg="addSp delSp modSp">
        <pc:chgData name="Maria Gagliardi" userId="S::mgagliardi@cavc.ac.uk::a34cf001-11e0-4665-9809-996318092a94" providerId="AD" clId="Web-{495241C8-07CF-C313-743D-CD6E7E651353}" dt="2023-08-30T10:22:34.905" v="21"/>
        <pc:sldMkLst>
          <pc:docMk/>
          <pc:sldMk cId="2031391493" sldId="319"/>
        </pc:sldMkLst>
        <pc:picChg chg="add del mod">
          <ac:chgData name="Maria Gagliardi" userId="S::mgagliardi@cavc.ac.uk::a34cf001-11e0-4665-9809-996318092a94" providerId="AD" clId="Web-{495241C8-07CF-C313-743D-CD6E7E651353}" dt="2023-08-30T10:22:18.748" v="19"/>
          <ac:picMkLst>
            <pc:docMk/>
            <pc:sldMk cId="2031391493" sldId="319"/>
            <ac:picMk id="3" creationId="{D5747720-E26F-BE54-9430-8BF3DB43FA41}"/>
          </ac:picMkLst>
        </pc:picChg>
        <pc:picChg chg="add del mod">
          <ac:chgData name="Maria Gagliardi" userId="S::mgagliardi@cavc.ac.uk::a34cf001-11e0-4665-9809-996318092a94" providerId="AD" clId="Web-{495241C8-07CF-C313-743D-CD6E7E651353}" dt="2023-08-30T10:22:34.905" v="21"/>
          <ac:picMkLst>
            <pc:docMk/>
            <pc:sldMk cId="2031391493" sldId="319"/>
            <ac:picMk id="4" creationId="{F1C080B5-ACB6-60C2-21CE-5C2E9F00E052}"/>
          </ac:picMkLst>
        </pc:picChg>
      </pc:sldChg>
      <pc:sldChg chg="addSp modSp new">
        <pc:chgData name="Maria Gagliardi" userId="S::mgagliardi@cavc.ac.uk::a34cf001-11e0-4665-9809-996318092a94" providerId="AD" clId="Web-{495241C8-07CF-C313-743D-CD6E7E651353}" dt="2023-08-30T10:23:06.093" v="27" actId="14100"/>
        <pc:sldMkLst>
          <pc:docMk/>
          <pc:sldMk cId="3351901195" sldId="320"/>
        </pc:sldMkLst>
        <pc:picChg chg="add mod">
          <ac:chgData name="Maria Gagliardi" userId="S::mgagliardi@cavc.ac.uk::a34cf001-11e0-4665-9809-996318092a94" providerId="AD" clId="Web-{495241C8-07CF-C313-743D-CD6E7E651353}" dt="2023-08-30T10:23:06.093" v="27" actId="14100"/>
          <ac:picMkLst>
            <pc:docMk/>
            <pc:sldMk cId="3351901195" sldId="320"/>
            <ac:picMk id="2" creationId="{86C5F598-AA30-A43A-AAFB-D6A767AE33A1}"/>
          </ac:picMkLst>
        </pc:picChg>
      </pc:sldChg>
      <pc:sldChg chg="addSp modSp new">
        <pc:chgData name="Maria Gagliardi" userId="S::mgagliardi@cavc.ac.uk::a34cf001-11e0-4665-9809-996318092a94" providerId="AD" clId="Web-{495241C8-07CF-C313-743D-CD6E7E651353}" dt="2023-08-30T11:14:31.819" v="71" actId="14100"/>
        <pc:sldMkLst>
          <pc:docMk/>
          <pc:sldMk cId="926852575" sldId="321"/>
        </pc:sldMkLst>
        <pc:picChg chg="add mod">
          <ac:chgData name="Maria Gagliardi" userId="S::mgagliardi@cavc.ac.uk::a34cf001-11e0-4665-9809-996318092a94" providerId="AD" clId="Web-{495241C8-07CF-C313-743D-CD6E7E651353}" dt="2023-08-30T11:14:31.819" v="71" actId="14100"/>
          <ac:picMkLst>
            <pc:docMk/>
            <pc:sldMk cId="926852575" sldId="321"/>
            <ac:picMk id="2" creationId="{F5EB05B7-9099-602D-DE45-ECD2855A2DD4}"/>
          </ac:picMkLst>
        </pc:picChg>
      </pc:sldChg>
    </pc:docChg>
  </pc:docChgLst>
  <pc:docChgLst>
    <pc:chgData name="Caroline Newman" userId="S::cnewman@cavc.ac.uk::16ed01a7-1c92-4e2b-be2d-30054173520d" providerId="AD" clId="Web-{3F7016F3-1BC0-0607-CD54-87F0D4E99DD5}"/>
    <pc:docChg chg="modSld">
      <pc:chgData name="Caroline Newman" userId="S::cnewman@cavc.ac.uk::16ed01a7-1c92-4e2b-be2d-30054173520d" providerId="AD" clId="Web-{3F7016F3-1BC0-0607-CD54-87F0D4E99DD5}" dt="2024-09-02T12:29:33.119" v="70" actId="1076"/>
      <pc:docMkLst>
        <pc:docMk/>
      </pc:docMkLst>
      <pc:sldChg chg="modSp">
        <pc:chgData name="Caroline Newman" userId="S::cnewman@cavc.ac.uk::16ed01a7-1c92-4e2b-be2d-30054173520d" providerId="AD" clId="Web-{3F7016F3-1BC0-0607-CD54-87F0D4E99DD5}" dt="2024-09-02T11:39:38.785" v="1" actId="20577"/>
        <pc:sldMkLst>
          <pc:docMk/>
          <pc:sldMk cId="796537223" sldId="288"/>
        </pc:sldMkLst>
        <pc:spChg chg="mod">
          <ac:chgData name="Caroline Newman" userId="S::cnewman@cavc.ac.uk::16ed01a7-1c92-4e2b-be2d-30054173520d" providerId="AD" clId="Web-{3F7016F3-1BC0-0607-CD54-87F0D4E99DD5}" dt="2024-09-02T11:39:38.785" v="1" actId="20577"/>
          <ac:spMkLst>
            <pc:docMk/>
            <pc:sldMk cId="796537223" sldId="288"/>
            <ac:spMk id="5" creationId="{2C72C375-C1B1-BFE9-74F1-A5C84CD62D48}"/>
          </ac:spMkLst>
        </pc:spChg>
      </pc:sldChg>
      <pc:sldChg chg="addSp delSp modSp">
        <pc:chgData name="Caroline Newman" userId="S::cnewman@cavc.ac.uk::16ed01a7-1c92-4e2b-be2d-30054173520d" providerId="AD" clId="Web-{3F7016F3-1BC0-0607-CD54-87F0D4E99DD5}" dt="2024-09-02T12:29:33.119" v="70" actId="1076"/>
        <pc:sldMkLst>
          <pc:docMk/>
          <pc:sldMk cId="132946555" sldId="308"/>
        </pc:sldMkLst>
        <pc:spChg chg="del mod">
          <ac:chgData name="Caroline Newman" userId="S::cnewman@cavc.ac.uk::16ed01a7-1c92-4e2b-be2d-30054173520d" providerId="AD" clId="Web-{3F7016F3-1BC0-0607-CD54-87F0D4E99DD5}" dt="2024-09-02T12:22:55.169" v="3"/>
          <ac:spMkLst>
            <pc:docMk/>
            <pc:sldMk cId="132946555" sldId="308"/>
            <ac:spMk id="2" creationId="{39CF8A20-1438-4E78-B0A9-5498B01C5C71}"/>
          </ac:spMkLst>
        </pc:spChg>
        <pc:spChg chg="add del mod">
          <ac:chgData name="Caroline Newman" userId="S::cnewman@cavc.ac.uk::16ed01a7-1c92-4e2b-be2d-30054173520d" providerId="AD" clId="Web-{3F7016F3-1BC0-0607-CD54-87F0D4E99DD5}" dt="2024-09-02T12:23:36.202" v="13"/>
          <ac:spMkLst>
            <pc:docMk/>
            <pc:sldMk cId="132946555" sldId="308"/>
            <ac:spMk id="5" creationId="{B7D31E79-C202-624E-5819-B4AC42733377}"/>
          </ac:spMkLst>
        </pc:spChg>
        <pc:spChg chg="add del mod">
          <ac:chgData name="Caroline Newman" userId="S::cnewman@cavc.ac.uk::16ed01a7-1c92-4e2b-be2d-30054173520d" providerId="AD" clId="Web-{3F7016F3-1BC0-0607-CD54-87F0D4E99DD5}" dt="2024-09-02T12:24:03.796" v="25"/>
          <ac:spMkLst>
            <pc:docMk/>
            <pc:sldMk cId="132946555" sldId="308"/>
            <ac:spMk id="8" creationId="{3FE8CCC3-E709-EC0E-E3FB-B644AF3D6ED7}"/>
          </ac:spMkLst>
        </pc:spChg>
        <pc:spChg chg="add del mod">
          <ac:chgData name="Caroline Newman" userId="S::cnewman@cavc.ac.uk::16ed01a7-1c92-4e2b-be2d-30054173520d" providerId="AD" clId="Web-{3F7016F3-1BC0-0607-CD54-87F0D4E99DD5}" dt="2024-09-02T12:24:57.423" v="30"/>
          <ac:spMkLst>
            <pc:docMk/>
            <pc:sldMk cId="132946555" sldId="308"/>
            <ac:spMk id="11" creationId="{38770B7E-97F8-2D0D-5FD7-484549406C61}"/>
          </ac:spMkLst>
        </pc:spChg>
        <pc:spChg chg="add del mod">
          <ac:chgData name="Caroline Newman" userId="S::cnewman@cavc.ac.uk::16ed01a7-1c92-4e2b-be2d-30054173520d" providerId="AD" clId="Web-{3F7016F3-1BC0-0607-CD54-87F0D4E99DD5}" dt="2024-09-02T12:26:23.207" v="36"/>
          <ac:spMkLst>
            <pc:docMk/>
            <pc:sldMk cId="132946555" sldId="308"/>
            <ac:spMk id="14" creationId="{1435BA2F-A7B0-22D0-3DCE-DA59CAA3E6B4}"/>
          </ac:spMkLst>
        </pc:spChg>
        <pc:spChg chg="add mod">
          <ac:chgData name="Caroline Newman" userId="S::cnewman@cavc.ac.uk::16ed01a7-1c92-4e2b-be2d-30054173520d" providerId="AD" clId="Web-{3F7016F3-1BC0-0607-CD54-87F0D4E99DD5}" dt="2024-09-02T12:29:33.119" v="70" actId="1076"/>
          <ac:spMkLst>
            <pc:docMk/>
            <pc:sldMk cId="132946555" sldId="308"/>
            <ac:spMk id="15" creationId="{4E8D9DCD-1534-334F-C0BB-99C51559397F}"/>
          </ac:spMkLst>
        </pc:spChg>
        <pc:graphicFrameChg chg="add del mod modGraphic">
          <ac:chgData name="Caroline Newman" userId="S::cnewman@cavc.ac.uk::16ed01a7-1c92-4e2b-be2d-30054173520d" providerId="AD" clId="Web-{3F7016F3-1BC0-0607-CD54-87F0D4E99DD5}" dt="2024-09-02T12:23:29.530" v="9"/>
          <ac:graphicFrameMkLst>
            <pc:docMk/>
            <pc:sldMk cId="132946555" sldId="308"/>
            <ac:graphicFrameMk id="4" creationId="{9146D503-FFE9-D47E-6771-B232970FA035}"/>
          </ac:graphicFrameMkLst>
        </pc:graphicFrameChg>
        <pc:graphicFrameChg chg="add del mod modGraphic">
          <ac:chgData name="Caroline Newman" userId="S::cnewman@cavc.ac.uk::16ed01a7-1c92-4e2b-be2d-30054173520d" providerId="AD" clId="Web-{3F7016F3-1BC0-0607-CD54-87F0D4E99DD5}" dt="2024-09-02T12:23:52.577" v="21"/>
          <ac:graphicFrameMkLst>
            <pc:docMk/>
            <pc:sldMk cId="132946555" sldId="308"/>
            <ac:graphicFrameMk id="7" creationId="{831BBBD3-4D30-2194-F7FA-A8225C993AA1}"/>
          </ac:graphicFrameMkLst>
        </pc:graphicFrameChg>
        <pc:graphicFrameChg chg="add del mod modGraphic">
          <ac:chgData name="Caroline Newman" userId="S::cnewman@cavc.ac.uk::16ed01a7-1c92-4e2b-be2d-30054173520d" providerId="AD" clId="Web-{3F7016F3-1BC0-0607-CD54-87F0D4E99DD5}" dt="2024-09-02T12:24:57.423" v="31"/>
          <ac:graphicFrameMkLst>
            <pc:docMk/>
            <pc:sldMk cId="132946555" sldId="308"/>
            <ac:graphicFrameMk id="10" creationId="{D2B56B29-42C1-575E-359F-64F7013DA036}"/>
          </ac:graphicFrameMkLst>
        </pc:graphicFrameChg>
        <pc:graphicFrameChg chg="add mod modGraphic">
          <ac:chgData name="Caroline Newman" userId="S::cnewman@cavc.ac.uk::16ed01a7-1c92-4e2b-be2d-30054173520d" providerId="AD" clId="Web-{3F7016F3-1BC0-0607-CD54-87F0D4E99DD5}" dt="2024-09-02T12:28:20.289" v="64" actId="1076"/>
          <ac:graphicFrameMkLst>
            <pc:docMk/>
            <pc:sldMk cId="132946555" sldId="308"/>
            <ac:graphicFrameMk id="13" creationId="{21B1417C-D779-DB2D-5DC5-F6C60E65EF4F}"/>
          </ac:graphicFrameMkLst>
        </pc:graphicFrameChg>
      </pc:sldChg>
    </pc:docChg>
  </pc:docChgLst>
  <pc:docChgLst>
    <pc:chgData name="Maria Gagliardi" userId="S::mgagliardi@cavc.ac.uk::a34cf001-11e0-4665-9809-996318092a94" providerId="AD" clId="Web-{E6D59CD0-127C-D73E-485A-05AB2C85D2B2}"/>
    <pc:docChg chg="modSld">
      <pc:chgData name="Maria Gagliardi" userId="S::mgagliardi@cavc.ac.uk::a34cf001-11e0-4665-9809-996318092a94" providerId="AD" clId="Web-{E6D59CD0-127C-D73E-485A-05AB2C85D2B2}" dt="2023-09-03T19:09:12.485" v="15" actId="20577"/>
      <pc:docMkLst>
        <pc:docMk/>
      </pc:docMkLst>
      <pc:sldChg chg="modSp">
        <pc:chgData name="Maria Gagliardi" userId="S::mgagliardi@cavc.ac.uk::a34cf001-11e0-4665-9809-996318092a94" providerId="AD" clId="Web-{E6D59CD0-127C-D73E-485A-05AB2C85D2B2}" dt="2023-09-03T19:09:12.485" v="15" actId="20577"/>
        <pc:sldMkLst>
          <pc:docMk/>
          <pc:sldMk cId="0" sldId="265"/>
        </pc:sldMkLst>
        <pc:spChg chg="mod">
          <ac:chgData name="Maria Gagliardi" userId="S::mgagliardi@cavc.ac.uk::a34cf001-11e0-4665-9809-996318092a94" providerId="AD" clId="Web-{E6D59CD0-127C-D73E-485A-05AB2C85D2B2}" dt="2023-09-03T19:09:12.485" v="15" actId="20577"/>
          <ac:spMkLst>
            <pc:docMk/>
            <pc:sldMk cId="0" sldId="265"/>
            <ac:spMk id="259" creationId="{00000000-0000-0000-0000-000000000000}"/>
          </ac:spMkLst>
        </pc:spChg>
      </pc:sldChg>
    </pc:docChg>
  </pc:docChgLst>
  <pc:docChgLst>
    <pc:chgData name="Maria Gagliardi" userId="S::mgagliardi@cavc.ac.uk::a34cf001-11e0-4665-9809-996318092a94" providerId="AD" clId="Web-{A0F56916-E58F-415A-70B8-CEB2FE574E0A}"/>
    <pc:docChg chg="delSld modSld">
      <pc:chgData name="Maria Gagliardi" userId="S::mgagliardi@cavc.ac.uk::a34cf001-11e0-4665-9809-996318092a94" providerId="AD" clId="Web-{A0F56916-E58F-415A-70B8-CEB2FE574E0A}" dt="2023-08-30T07:39:11.897" v="133" actId="20577"/>
      <pc:docMkLst>
        <pc:docMk/>
      </pc:docMkLst>
      <pc:sldChg chg="modSp">
        <pc:chgData name="Maria Gagliardi" userId="S::mgagliardi@cavc.ac.uk::a34cf001-11e0-4665-9809-996318092a94" providerId="AD" clId="Web-{A0F56916-E58F-415A-70B8-CEB2FE574E0A}" dt="2023-08-30T07:22:03.506" v="14" actId="20577"/>
        <pc:sldMkLst>
          <pc:docMk/>
          <pc:sldMk cId="310570406" sldId="261"/>
        </pc:sldMkLst>
        <pc:spChg chg="mod">
          <ac:chgData name="Maria Gagliardi" userId="S::mgagliardi@cavc.ac.uk::a34cf001-11e0-4665-9809-996318092a94" providerId="AD" clId="Web-{A0F56916-E58F-415A-70B8-CEB2FE574E0A}" dt="2023-08-30T07:22:03.506" v="14" actId="20577"/>
          <ac:spMkLst>
            <pc:docMk/>
            <pc:sldMk cId="310570406" sldId="261"/>
            <ac:spMk id="2" creationId="{00000000-0000-0000-0000-000000000000}"/>
          </ac:spMkLst>
        </pc:spChg>
      </pc:sldChg>
      <pc:sldChg chg="modSp">
        <pc:chgData name="Maria Gagliardi" userId="S::mgagliardi@cavc.ac.uk::a34cf001-11e0-4665-9809-996318092a94" providerId="AD" clId="Web-{A0F56916-E58F-415A-70B8-CEB2FE574E0A}" dt="2023-08-30T07:28:40.581" v="117" actId="20577"/>
        <pc:sldMkLst>
          <pc:docMk/>
          <pc:sldMk cId="0" sldId="265"/>
        </pc:sldMkLst>
        <pc:spChg chg="mod">
          <ac:chgData name="Maria Gagliardi" userId="S::mgagliardi@cavc.ac.uk::a34cf001-11e0-4665-9809-996318092a94" providerId="AD" clId="Web-{A0F56916-E58F-415A-70B8-CEB2FE574E0A}" dt="2023-08-30T07:28:40.581" v="117" actId="20577"/>
          <ac:spMkLst>
            <pc:docMk/>
            <pc:sldMk cId="0" sldId="265"/>
            <ac:spMk id="259" creationId="{00000000-0000-0000-0000-000000000000}"/>
          </ac:spMkLst>
        </pc:spChg>
      </pc:sldChg>
      <pc:sldChg chg="modSp">
        <pc:chgData name="Maria Gagliardi" userId="S::mgagliardi@cavc.ac.uk::a34cf001-11e0-4665-9809-996318092a94" providerId="AD" clId="Web-{A0F56916-E58F-415A-70B8-CEB2FE574E0A}" dt="2023-08-30T07:24:03.791" v="55" actId="20577"/>
        <pc:sldMkLst>
          <pc:docMk/>
          <pc:sldMk cId="1352479526" sldId="275"/>
        </pc:sldMkLst>
        <pc:spChg chg="mod">
          <ac:chgData name="Maria Gagliardi" userId="S::mgagliardi@cavc.ac.uk::a34cf001-11e0-4665-9809-996318092a94" providerId="AD" clId="Web-{A0F56916-E58F-415A-70B8-CEB2FE574E0A}" dt="2023-08-30T07:23:07.399" v="17" actId="20577"/>
          <ac:spMkLst>
            <pc:docMk/>
            <pc:sldMk cId="1352479526" sldId="275"/>
            <ac:spMk id="2" creationId="{00000000-0000-0000-0000-000000000000}"/>
          </ac:spMkLst>
        </pc:spChg>
        <pc:spChg chg="mod">
          <ac:chgData name="Maria Gagliardi" userId="S::mgagliardi@cavc.ac.uk::a34cf001-11e0-4665-9809-996318092a94" providerId="AD" clId="Web-{A0F56916-E58F-415A-70B8-CEB2FE574E0A}" dt="2023-08-30T07:24:03.791" v="55" actId="20577"/>
          <ac:spMkLst>
            <pc:docMk/>
            <pc:sldMk cId="1352479526" sldId="275"/>
            <ac:spMk id="3" creationId="{00000000-0000-0000-0000-000000000000}"/>
          </ac:spMkLst>
        </pc:spChg>
      </pc:sldChg>
      <pc:sldChg chg="addSp delSp modSp">
        <pc:chgData name="Maria Gagliardi" userId="S::mgagliardi@cavc.ac.uk::a34cf001-11e0-4665-9809-996318092a94" providerId="AD" clId="Web-{A0F56916-E58F-415A-70B8-CEB2FE574E0A}" dt="2023-08-30T07:39:11.897" v="133" actId="20577"/>
        <pc:sldMkLst>
          <pc:docMk/>
          <pc:sldMk cId="796537223" sldId="288"/>
        </pc:sldMkLst>
        <pc:spChg chg="mod">
          <ac:chgData name="Maria Gagliardi" userId="S::mgagliardi@cavc.ac.uk::a34cf001-11e0-4665-9809-996318092a94" providerId="AD" clId="Web-{A0F56916-E58F-415A-70B8-CEB2FE574E0A}" dt="2023-08-30T07:24:23.245" v="72" actId="20577"/>
          <ac:spMkLst>
            <pc:docMk/>
            <pc:sldMk cId="796537223" sldId="288"/>
            <ac:spMk id="3" creationId="{AC1814CB-CD2A-D64C-6BEA-081D5A1E046C}"/>
          </ac:spMkLst>
        </pc:spChg>
        <pc:spChg chg="add mod">
          <ac:chgData name="Maria Gagliardi" userId="S::mgagliardi@cavc.ac.uk::a34cf001-11e0-4665-9809-996318092a94" providerId="AD" clId="Web-{A0F56916-E58F-415A-70B8-CEB2FE574E0A}" dt="2023-08-30T07:39:11.897" v="133" actId="20577"/>
          <ac:spMkLst>
            <pc:docMk/>
            <pc:sldMk cId="796537223" sldId="288"/>
            <ac:spMk id="5" creationId="{2C72C375-C1B1-BFE9-74F1-A5C84CD62D48}"/>
          </ac:spMkLst>
        </pc:spChg>
        <pc:picChg chg="del">
          <ac:chgData name="Maria Gagliardi" userId="S::mgagliardi@cavc.ac.uk::a34cf001-11e0-4665-9809-996318092a94" providerId="AD" clId="Web-{A0F56916-E58F-415A-70B8-CEB2FE574E0A}" dt="2023-08-30T07:24:16.604" v="58"/>
          <ac:picMkLst>
            <pc:docMk/>
            <pc:sldMk cId="796537223" sldId="288"/>
            <ac:picMk id="10" creationId="{08EBD80B-6B7A-41DF-969C-583CF17429F9}"/>
          </ac:picMkLst>
        </pc:picChg>
      </pc:sldChg>
      <pc:sldChg chg="modSp">
        <pc:chgData name="Maria Gagliardi" userId="S::mgagliardi@cavc.ac.uk::a34cf001-11e0-4665-9809-996318092a94" providerId="AD" clId="Web-{A0F56916-E58F-415A-70B8-CEB2FE574E0A}" dt="2023-08-30T07:39:03.896" v="131" actId="20577"/>
        <pc:sldMkLst>
          <pc:docMk/>
          <pc:sldMk cId="2967634869" sldId="290"/>
        </pc:sldMkLst>
        <pc:spChg chg="mod">
          <ac:chgData name="Maria Gagliardi" userId="S::mgagliardi@cavc.ac.uk::a34cf001-11e0-4665-9809-996318092a94" providerId="AD" clId="Web-{A0F56916-E58F-415A-70B8-CEB2FE574E0A}" dt="2023-08-30T07:39:03.896" v="131" actId="20577"/>
          <ac:spMkLst>
            <pc:docMk/>
            <pc:sldMk cId="2967634869" sldId="290"/>
            <ac:spMk id="2" creationId="{A8343A62-6B33-401C-899C-DFC8D347C15D}"/>
          </ac:spMkLst>
        </pc:spChg>
      </pc:sldChg>
      <pc:sldChg chg="modSp">
        <pc:chgData name="Maria Gagliardi" userId="S::mgagliardi@cavc.ac.uk::a34cf001-11e0-4665-9809-996318092a94" providerId="AD" clId="Web-{A0F56916-E58F-415A-70B8-CEB2FE574E0A}" dt="2023-08-30T07:21:09.254" v="6" actId="20577"/>
        <pc:sldMkLst>
          <pc:docMk/>
          <pc:sldMk cId="1576295112" sldId="296"/>
        </pc:sldMkLst>
        <pc:spChg chg="mod">
          <ac:chgData name="Maria Gagliardi" userId="S::mgagliardi@cavc.ac.uk::a34cf001-11e0-4665-9809-996318092a94" providerId="AD" clId="Web-{A0F56916-E58F-415A-70B8-CEB2FE574E0A}" dt="2023-08-30T07:21:09.254" v="6" actId="20577"/>
          <ac:spMkLst>
            <pc:docMk/>
            <pc:sldMk cId="1576295112" sldId="296"/>
            <ac:spMk id="2" creationId="{C008435B-9354-4485-A74D-7BFA44EF7E2F}"/>
          </ac:spMkLst>
        </pc:spChg>
      </pc:sldChg>
      <pc:sldChg chg="modSp">
        <pc:chgData name="Maria Gagliardi" userId="S::mgagliardi@cavc.ac.uk::a34cf001-11e0-4665-9809-996318092a94" providerId="AD" clId="Web-{A0F56916-E58F-415A-70B8-CEB2FE574E0A}" dt="2023-08-30T07:21:45.006" v="9" actId="20577"/>
        <pc:sldMkLst>
          <pc:docMk/>
          <pc:sldMk cId="770870885" sldId="297"/>
        </pc:sldMkLst>
        <pc:spChg chg="mod">
          <ac:chgData name="Maria Gagliardi" userId="S::mgagliardi@cavc.ac.uk::a34cf001-11e0-4665-9809-996318092a94" providerId="AD" clId="Web-{A0F56916-E58F-415A-70B8-CEB2FE574E0A}" dt="2023-08-30T07:21:45.006" v="9" actId="20577"/>
          <ac:spMkLst>
            <pc:docMk/>
            <pc:sldMk cId="770870885" sldId="297"/>
            <ac:spMk id="2" creationId="{A3D72EA0-9441-4D04-9011-118F3DF74B0B}"/>
          </ac:spMkLst>
        </pc:spChg>
      </pc:sldChg>
      <pc:sldChg chg="modSp">
        <pc:chgData name="Maria Gagliardi" userId="S::mgagliardi@cavc.ac.uk::a34cf001-11e0-4665-9809-996318092a94" providerId="AD" clId="Web-{A0F56916-E58F-415A-70B8-CEB2FE574E0A}" dt="2023-08-30T07:26:35.233" v="90" actId="20577"/>
        <pc:sldMkLst>
          <pc:docMk/>
          <pc:sldMk cId="2961817476" sldId="304"/>
        </pc:sldMkLst>
        <pc:spChg chg="mod">
          <ac:chgData name="Maria Gagliardi" userId="S::mgagliardi@cavc.ac.uk::a34cf001-11e0-4665-9809-996318092a94" providerId="AD" clId="Web-{A0F56916-E58F-415A-70B8-CEB2FE574E0A}" dt="2023-08-30T07:26:35.233" v="90" actId="20577"/>
          <ac:spMkLst>
            <pc:docMk/>
            <pc:sldMk cId="2961817476" sldId="304"/>
            <ac:spMk id="2" creationId="{661996AE-3D99-4272-9E34-172628BD1380}"/>
          </ac:spMkLst>
        </pc:spChg>
      </pc:sldChg>
      <pc:sldChg chg="modSp">
        <pc:chgData name="Maria Gagliardi" userId="S::mgagliardi@cavc.ac.uk::a34cf001-11e0-4665-9809-996318092a94" providerId="AD" clId="Web-{A0F56916-E58F-415A-70B8-CEB2FE574E0A}" dt="2023-08-30T07:37:51.925" v="124" actId="20577"/>
        <pc:sldMkLst>
          <pc:docMk/>
          <pc:sldMk cId="775830694" sldId="305"/>
        </pc:sldMkLst>
        <pc:spChg chg="mod">
          <ac:chgData name="Maria Gagliardi" userId="S::mgagliardi@cavc.ac.uk::a34cf001-11e0-4665-9809-996318092a94" providerId="AD" clId="Web-{A0F56916-E58F-415A-70B8-CEB2FE574E0A}" dt="2023-08-30T07:37:51.925" v="124" actId="20577"/>
          <ac:spMkLst>
            <pc:docMk/>
            <pc:sldMk cId="775830694" sldId="305"/>
            <ac:spMk id="2" creationId="{B6064E04-FEE0-4DBC-8A6E-2EDC3DE40042}"/>
          </ac:spMkLst>
        </pc:spChg>
        <pc:spChg chg="mod">
          <ac:chgData name="Maria Gagliardi" userId="S::mgagliardi@cavc.ac.uk::a34cf001-11e0-4665-9809-996318092a94" providerId="AD" clId="Web-{A0F56916-E58F-415A-70B8-CEB2FE574E0A}" dt="2023-08-30T07:24:48.339" v="78" actId="20577"/>
          <ac:spMkLst>
            <pc:docMk/>
            <pc:sldMk cId="775830694" sldId="305"/>
            <ac:spMk id="4" creationId="{973C930C-7FBB-4C80-89D6-8D256BFAE555}"/>
          </ac:spMkLst>
        </pc:spChg>
      </pc:sldChg>
      <pc:sldChg chg="modSp del">
        <pc:chgData name="Maria Gagliardi" userId="S::mgagliardi@cavc.ac.uk::a34cf001-11e0-4665-9809-996318092a94" providerId="AD" clId="Web-{A0F56916-E58F-415A-70B8-CEB2FE574E0A}" dt="2023-08-30T07:27:43.563" v="111"/>
        <pc:sldMkLst>
          <pc:docMk/>
          <pc:sldMk cId="1641337561" sldId="306"/>
        </pc:sldMkLst>
        <pc:spChg chg="mod">
          <ac:chgData name="Maria Gagliardi" userId="S::mgagliardi@cavc.ac.uk::a34cf001-11e0-4665-9809-996318092a94" providerId="AD" clId="Web-{A0F56916-E58F-415A-70B8-CEB2FE574E0A}" dt="2023-08-30T07:27:42.860" v="110" actId="20577"/>
          <ac:spMkLst>
            <pc:docMk/>
            <pc:sldMk cId="1641337561" sldId="306"/>
            <ac:spMk id="2" creationId="{6BC68392-AE87-43CA-8FC2-86A560594F22}"/>
          </ac:spMkLst>
        </pc:spChg>
      </pc:sldChg>
      <pc:sldChg chg="delSp delAnim">
        <pc:chgData name="Maria Gagliardi" userId="S::mgagliardi@cavc.ac.uk::a34cf001-11e0-4665-9809-996318092a94" providerId="AD" clId="Web-{A0F56916-E58F-415A-70B8-CEB2FE574E0A}" dt="2023-08-30T07:24:29.839" v="73"/>
        <pc:sldMkLst>
          <pc:docMk/>
          <pc:sldMk cId="132946555" sldId="308"/>
        </pc:sldMkLst>
        <pc:graphicFrameChg chg="del">
          <ac:chgData name="Maria Gagliardi" userId="S::mgagliardi@cavc.ac.uk::a34cf001-11e0-4665-9809-996318092a94" providerId="AD" clId="Web-{A0F56916-E58F-415A-70B8-CEB2FE574E0A}" dt="2023-08-30T07:24:29.839" v="73"/>
          <ac:graphicFrameMkLst>
            <pc:docMk/>
            <pc:sldMk cId="132946555" sldId="308"/>
            <ac:graphicFrameMk id="3" creationId="{877EF6CD-6CE3-493D-B6F1-0E87A2B5C475}"/>
          </ac:graphicFrameMkLst>
        </pc:graphicFrameChg>
      </pc:sldChg>
      <pc:sldChg chg="modSp">
        <pc:chgData name="Maria Gagliardi" userId="S::mgagliardi@cavc.ac.uk::a34cf001-11e0-4665-9809-996318092a94" providerId="AD" clId="Web-{A0F56916-E58F-415A-70B8-CEB2FE574E0A}" dt="2023-08-30T07:25:12.902" v="83" actId="20577"/>
        <pc:sldMkLst>
          <pc:docMk/>
          <pc:sldMk cId="3976831058" sldId="312"/>
        </pc:sldMkLst>
        <pc:spChg chg="mod">
          <ac:chgData name="Maria Gagliardi" userId="S::mgagliardi@cavc.ac.uk::a34cf001-11e0-4665-9809-996318092a94" providerId="AD" clId="Web-{A0F56916-E58F-415A-70B8-CEB2FE574E0A}" dt="2023-08-30T07:25:12.902" v="83" actId="20577"/>
          <ac:spMkLst>
            <pc:docMk/>
            <pc:sldMk cId="3976831058" sldId="312"/>
            <ac:spMk id="2" creationId="{A86A581D-77ED-4F2C-8821-55541FA525B6}"/>
          </ac:spMkLst>
        </pc:spChg>
      </pc:sldChg>
    </pc:docChg>
  </pc:docChgLst>
  <pc:docChgLst>
    <pc:chgData name="Haydn Scoging" userId="S::hscoging@cavc.ac.uk::95577e4a-a4c1-46e1-9fae-800789ddc767" providerId="AD" clId="Web-{A88F093E-1D74-7FF1-2E2A-71050A4E04E0}"/>
    <pc:docChg chg="modSld">
      <pc:chgData name="Haydn Scoging" userId="S::hscoging@cavc.ac.uk::95577e4a-a4c1-46e1-9fae-800789ddc767" providerId="AD" clId="Web-{A88F093E-1D74-7FF1-2E2A-71050A4E04E0}" dt="2022-09-05T07:56:42.832" v="0" actId="1076"/>
      <pc:docMkLst>
        <pc:docMk/>
      </pc:docMkLst>
      <pc:sldChg chg="modSp">
        <pc:chgData name="Haydn Scoging" userId="S::hscoging@cavc.ac.uk::95577e4a-a4c1-46e1-9fae-800789ddc767" providerId="AD" clId="Web-{A88F093E-1D74-7FF1-2E2A-71050A4E04E0}" dt="2022-09-05T07:56:42.832" v="0" actId="1076"/>
        <pc:sldMkLst>
          <pc:docMk/>
          <pc:sldMk cId="173668550" sldId="258"/>
        </pc:sldMkLst>
        <pc:spChg chg="mod">
          <ac:chgData name="Haydn Scoging" userId="S::hscoging@cavc.ac.uk::95577e4a-a4c1-46e1-9fae-800789ddc767" providerId="AD" clId="Web-{A88F093E-1D74-7FF1-2E2A-71050A4E04E0}" dt="2022-09-05T07:56:42.832" v="0" actId="1076"/>
          <ac:spMkLst>
            <pc:docMk/>
            <pc:sldMk cId="173668550" sldId="258"/>
            <ac:spMk id="3" creationId="{00000000-0000-0000-0000-000000000000}"/>
          </ac:spMkLst>
        </pc:spChg>
      </pc:sldChg>
    </pc:docChg>
  </pc:docChgLst>
  <pc:docChgLst>
    <pc:chgData name="Veronique Whittle" userId="S::vwhittle@cavc.ac.uk::a5d74751-e3c3-49c0-aa58-a7f05de6ae97" providerId="AD" clId="Web-{7F495B8B-67C9-62B8-79D9-2C702FBEE70F}"/>
    <pc:docChg chg="modSld">
      <pc:chgData name="Veronique Whittle" userId="S::vwhittle@cavc.ac.uk::a5d74751-e3c3-49c0-aa58-a7f05de6ae97" providerId="AD" clId="Web-{7F495B8B-67C9-62B8-79D9-2C702FBEE70F}" dt="2024-08-21T09:13:38.966" v="6" actId="20577"/>
      <pc:docMkLst>
        <pc:docMk/>
      </pc:docMkLst>
      <pc:sldChg chg="modSp">
        <pc:chgData name="Veronique Whittle" userId="S::vwhittle@cavc.ac.uk::a5d74751-e3c3-49c0-aa58-a7f05de6ae97" providerId="AD" clId="Web-{7F495B8B-67C9-62B8-79D9-2C702FBEE70F}" dt="2024-08-21T09:10:36.819" v="0" actId="1076"/>
        <pc:sldMkLst>
          <pc:docMk/>
          <pc:sldMk cId="1352479526" sldId="275"/>
        </pc:sldMkLst>
        <pc:picChg chg="mod">
          <ac:chgData name="Veronique Whittle" userId="S::vwhittle@cavc.ac.uk::a5d74751-e3c3-49c0-aa58-a7f05de6ae97" providerId="AD" clId="Web-{7F495B8B-67C9-62B8-79D9-2C702FBEE70F}" dt="2024-08-21T09:10:36.819" v="0" actId="1076"/>
          <ac:picMkLst>
            <pc:docMk/>
            <pc:sldMk cId="1352479526" sldId="275"/>
            <ac:picMk id="5" creationId="{A22B10A4-0278-4C18-A7EA-C37E6BB0C2B5}"/>
          </ac:picMkLst>
        </pc:picChg>
      </pc:sldChg>
      <pc:sldChg chg="modSp">
        <pc:chgData name="Veronique Whittle" userId="S::vwhittle@cavc.ac.uk::a5d74751-e3c3-49c0-aa58-a7f05de6ae97" providerId="AD" clId="Web-{7F495B8B-67C9-62B8-79D9-2C702FBEE70F}" dt="2024-08-21T09:13:38.966" v="6" actId="20577"/>
        <pc:sldMkLst>
          <pc:docMk/>
          <pc:sldMk cId="3239816090" sldId="323"/>
        </pc:sldMkLst>
        <pc:spChg chg="mod">
          <ac:chgData name="Veronique Whittle" userId="S::vwhittle@cavc.ac.uk::a5d74751-e3c3-49c0-aa58-a7f05de6ae97" providerId="AD" clId="Web-{7F495B8B-67C9-62B8-79D9-2C702FBEE70F}" dt="2024-08-21T09:13:38.966" v="6" actId="20577"/>
          <ac:spMkLst>
            <pc:docMk/>
            <pc:sldMk cId="3239816090" sldId="323"/>
            <ac:spMk id="3" creationId="{335D59CC-881B-A229-B649-2F7DFE56D2EC}"/>
          </ac:spMkLst>
        </pc:spChg>
      </pc:sldChg>
    </pc:docChg>
  </pc:docChgLst>
  <pc:docChgLst>
    <pc:chgData name="Julia Nasrallah" userId="S::jnasrallah1@cavc.ac.uk::a195ca03-6986-4630-8fa7-5c8ad63c348f" providerId="AD" clId="Web-{3F683EF5-95A2-C34A-1AE2-FAB474ABEE44}"/>
    <pc:docChg chg="modSld">
      <pc:chgData name="Julia Nasrallah" userId="S::jnasrallah1@cavc.ac.uk::a195ca03-6986-4630-8fa7-5c8ad63c348f" providerId="AD" clId="Web-{3F683EF5-95A2-C34A-1AE2-FAB474ABEE44}" dt="2023-09-01T13:09:59.756" v="3" actId="20577"/>
      <pc:docMkLst>
        <pc:docMk/>
      </pc:docMkLst>
      <pc:sldChg chg="modSp">
        <pc:chgData name="Julia Nasrallah" userId="S::jnasrallah1@cavc.ac.uk::a195ca03-6986-4630-8fa7-5c8ad63c348f" providerId="AD" clId="Web-{3F683EF5-95A2-C34A-1AE2-FAB474ABEE44}" dt="2023-09-01T13:09:59.756" v="3" actId="20577"/>
        <pc:sldMkLst>
          <pc:docMk/>
          <pc:sldMk cId="1352479526" sldId="275"/>
        </pc:sldMkLst>
        <pc:spChg chg="mod">
          <ac:chgData name="Julia Nasrallah" userId="S::jnasrallah1@cavc.ac.uk::a195ca03-6986-4630-8fa7-5c8ad63c348f" providerId="AD" clId="Web-{3F683EF5-95A2-C34A-1AE2-FAB474ABEE44}" dt="2023-09-01T13:09:59.756" v="3" actId="20577"/>
          <ac:spMkLst>
            <pc:docMk/>
            <pc:sldMk cId="1352479526" sldId="275"/>
            <ac:spMk id="3" creationId="{00000000-0000-0000-0000-000000000000}"/>
          </ac:spMkLst>
        </pc:spChg>
      </pc:sldChg>
    </pc:docChg>
  </pc:docChgLst>
  <pc:docChgLst>
    <pc:chgData name="Michele Gray" userId="S::mgray@cavc.ac.uk::b84ea089-c233-4cda-94a1-69ac6b3af844" providerId="AD" clId="Web-{3E63657E-699E-4DE9-913B-FB8B393453B3}"/>
    <pc:docChg chg="modSld">
      <pc:chgData name="Michele Gray" userId="S::mgray@cavc.ac.uk::b84ea089-c233-4cda-94a1-69ac6b3af844" providerId="AD" clId="Web-{3E63657E-699E-4DE9-913B-FB8B393453B3}" dt="2023-09-07T14:43:03.537" v="0" actId="1076"/>
      <pc:docMkLst>
        <pc:docMk/>
      </pc:docMkLst>
      <pc:sldChg chg="modSp">
        <pc:chgData name="Michele Gray" userId="S::mgray@cavc.ac.uk::b84ea089-c233-4cda-94a1-69ac6b3af844" providerId="AD" clId="Web-{3E63657E-699E-4DE9-913B-FB8B393453B3}" dt="2023-09-07T14:43:03.537" v="0" actId="1076"/>
        <pc:sldMkLst>
          <pc:docMk/>
          <pc:sldMk cId="936910198" sldId="309"/>
        </pc:sldMkLst>
        <pc:picChg chg="mod">
          <ac:chgData name="Michele Gray" userId="S::mgray@cavc.ac.uk::b84ea089-c233-4cda-94a1-69ac6b3af844" providerId="AD" clId="Web-{3E63657E-699E-4DE9-913B-FB8B393453B3}" dt="2023-09-07T14:43:03.537" v="0" actId="1076"/>
          <ac:picMkLst>
            <pc:docMk/>
            <pc:sldMk cId="936910198" sldId="309"/>
            <ac:picMk id="2" creationId="{3215DD83-693F-4300-B7D8-3552217D3586}"/>
          </ac:picMkLst>
        </pc:picChg>
      </pc:sldChg>
    </pc:docChg>
  </pc:docChgLst>
  <pc:docChgLst>
    <pc:chgData name="Maria Gagliardi" userId="S::mgagliardi@cavc.ac.uk::a34cf001-11e0-4665-9809-996318092a94" providerId="AD" clId="Web-{7F8218C0-480F-E5F4-B2F4-9D387F17CF01}"/>
    <pc:docChg chg="addSld delSld">
      <pc:chgData name="Maria Gagliardi" userId="S::mgagliardi@cavc.ac.uk::a34cf001-11e0-4665-9809-996318092a94" providerId="AD" clId="Web-{7F8218C0-480F-E5F4-B2F4-9D387F17CF01}" dt="2023-08-22T14:36:31.843" v="4"/>
      <pc:docMkLst>
        <pc:docMk/>
      </pc:docMkLst>
      <pc:sldChg chg="del">
        <pc:chgData name="Maria Gagliardi" userId="S::mgagliardi@cavc.ac.uk::a34cf001-11e0-4665-9809-996318092a94" providerId="AD" clId="Web-{7F8218C0-480F-E5F4-B2F4-9D387F17CF01}" dt="2023-08-22T14:36:18.827" v="0"/>
        <pc:sldMkLst>
          <pc:docMk/>
          <pc:sldMk cId="3712966" sldId="310"/>
        </pc:sldMkLst>
      </pc:sldChg>
      <pc:sldChg chg="del">
        <pc:chgData name="Maria Gagliardi" userId="S::mgagliardi@cavc.ac.uk::a34cf001-11e0-4665-9809-996318092a94" providerId="AD" clId="Web-{7F8218C0-480F-E5F4-B2F4-9D387F17CF01}" dt="2023-08-22T14:36:22.343" v="1"/>
        <pc:sldMkLst>
          <pc:docMk/>
          <pc:sldMk cId="3913068213" sldId="317"/>
        </pc:sldMkLst>
      </pc:sldChg>
      <pc:sldChg chg="add del">
        <pc:chgData name="Maria Gagliardi" userId="S::mgagliardi@cavc.ac.uk::a34cf001-11e0-4665-9809-996318092a94" providerId="AD" clId="Web-{7F8218C0-480F-E5F4-B2F4-9D387F17CF01}" dt="2023-08-22T14:36:31.843" v="4"/>
        <pc:sldMkLst>
          <pc:docMk/>
          <pc:sldMk cId="3041633670" sldId="318"/>
        </pc:sldMkLst>
      </pc:sldChg>
    </pc:docChg>
  </pc:docChgLst>
  <pc:docChgLst>
    <pc:chgData name="Katalin Toth" userId="S::ktoth@cavc.ac.uk::662d3613-46a3-4b97-9baf-1602dc61f73b" providerId="AD" clId="Web-{1130ED09-7B96-4687-8FD6-9B06A50BF7D6}"/>
    <pc:docChg chg="modSld">
      <pc:chgData name="Katalin Toth" userId="S::ktoth@cavc.ac.uk::662d3613-46a3-4b97-9baf-1602dc61f73b" providerId="AD" clId="Web-{1130ED09-7B96-4687-8FD6-9B06A50BF7D6}" dt="2022-09-06T10:06:05.547" v="2" actId="14100"/>
      <pc:docMkLst>
        <pc:docMk/>
      </pc:docMkLst>
      <pc:sldChg chg="modSp">
        <pc:chgData name="Katalin Toth" userId="S::ktoth@cavc.ac.uk::662d3613-46a3-4b97-9baf-1602dc61f73b" providerId="AD" clId="Web-{1130ED09-7B96-4687-8FD6-9B06A50BF7D6}" dt="2022-09-06T10:06:05.547" v="2" actId="14100"/>
        <pc:sldMkLst>
          <pc:docMk/>
          <pc:sldMk cId="0" sldId="294"/>
        </pc:sldMkLst>
        <pc:spChg chg="mod">
          <ac:chgData name="Katalin Toth" userId="S::ktoth@cavc.ac.uk::662d3613-46a3-4b97-9baf-1602dc61f73b" providerId="AD" clId="Web-{1130ED09-7B96-4687-8FD6-9B06A50BF7D6}" dt="2022-09-06T10:06:05.547" v="2" actId="14100"/>
          <ac:spMkLst>
            <pc:docMk/>
            <pc:sldMk cId="0" sldId="294"/>
            <ac:spMk id="242" creationId="{00000000-0000-0000-0000-000000000000}"/>
          </ac:spMkLst>
        </pc:spChg>
      </pc:sldChg>
    </pc:docChg>
  </pc:docChgLst>
  <pc:docChgLst>
    <pc:chgData name="Karen Shore" userId="S::kshore@cavc.ac.uk::d1f69540-0eed-4c38-ada9-27991aa6ea98" providerId="AD" clId="Web-{71DBD647-70D3-54A3-8DBE-D44A20D5F82B}"/>
    <pc:docChg chg="modSld">
      <pc:chgData name="Karen Shore" userId="S::kshore@cavc.ac.uk::d1f69540-0eed-4c38-ada9-27991aa6ea98" providerId="AD" clId="Web-{71DBD647-70D3-54A3-8DBE-D44A20D5F82B}" dt="2024-08-21T09:03:24.893" v="6" actId="20577"/>
      <pc:docMkLst>
        <pc:docMk/>
      </pc:docMkLst>
      <pc:sldChg chg="modSp">
        <pc:chgData name="Karen Shore" userId="S::kshore@cavc.ac.uk::d1f69540-0eed-4c38-ada9-27991aa6ea98" providerId="AD" clId="Web-{71DBD647-70D3-54A3-8DBE-D44A20D5F82B}" dt="2024-08-21T09:02:19.514" v="3" actId="20577"/>
        <pc:sldMkLst>
          <pc:docMk/>
          <pc:sldMk cId="173668550" sldId="258"/>
        </pc:sldMkLst>
        <pc:spChg chg="mod">
          <ac:chgData name="Karen Shore" userId="S::kshore@cavc.ac.uk::d1f69540-0eed-4c38-ada9-27991aa6ea98" providerId="AD" clId="Web-{71DBD647-70D3-54A3-8DBE-D44A20D5F82B}" dt="2024-08-21T09:02:19.514" v="3" actId="20577"/>
          <ac:spMkLst>
            <pc:docMk/>
            <pc:sldMk cId="173668550" sldId="258"/>
            <ac:spMk id="3" creationId="{00000000-0000-0000-0000-000000000000}"/>
          </ac:spMkLst>
        </pc:spChg>
      </pc:sldChg>
      <pc:sldChg chg="modSp">
        <pc:chgData name="Karen Shore" userId="S::kshore@cavc.ac.uk::d1f69540-0eed-4c38-ada9-27991aa6ea98" providerId="AD" clId="Web-{71DBD647-70D3-54A3-8DBE-D44A20D5F82B}" dt="2024-08-21T09:03:24.893" v="6" actId="20577"/>
        <pc:sldMkLst>
          <pc:docMk/>
          <pc:sldMk cId="3239816090" sldId="323"/>
        </pc:sldMkLst>
        <pc:spChg chg="mod">
          <ac:chgData name="Karen Shore" userId="S::kshore@cavc.ac.uk::d1f69540-0eed-4c38-ada9-27991aa6ea98" providerId="AD" clId="Web-{71DBD647-70D3-54A3-8DBE-D44A20D5F82B}" dt="2024-08-21T09:03:24.893" v="6" actId="20577"/>
          <ac:spMkLst>
            <pc:docMk/>
            <pc:sldMk cId="3239816090" sldId="323"/>
            <ac:spMk id="3" creationId="{335D59CC-881B-A229-B649-2F7DFE56D2EC}"/>
          </ac:spMkLst>
        </pc:spChg>
      </pc:sldChg>
    </pc:docChg>
  </pc:docChgLst>
  <pc:docChgLst>
    <pc:chgData name="Veronique Whittle" userId="S::vwhittle@cavc.ac.uk::a5d74751-e3c3-49c0-aa58-a7f05de6ae97" providerId="AD" clId="Web-{F825FEB1-C170-ED74-D897-9906A879DD94}"/>
    <pc:docChg chg="modSld">
      <pc:chgData name="Veronique Whittle" userId="S::vwhittle@cavc.ac.uk::a5d74751-e3c3-49c0-aa58-a7f05de6ae97" providerId="AD" clId="Web-{F825FEB1-C170-ED74-D897-9906A879DD94}" dt="2023-09-01T11:03:09.721" v="2" actId="1076"/>
      <pc:docMkLst>
        <pc:docMk/>
      </pc:docMkLst>
      <pc:sldChg chg="modSp">
        <pc:chgData name="Veronique Whittle" userId="S::vwhittle@cavc.ac.uk::a5d74751-e3c3-49c0-aa58-a7f05de6ae97" providerId="AD" clId="Web-{F825FEB1-C170-ED74-D897-9906A879DD94}" dt="2023-09-01T11:03:09.721" v="2" actId="1076"/>
        <pc:sldMkLst>
          <pc:docMk/>
          <pc:sldMk cId="936910198" sldId="309"/>
        </pc:sldMkLst>
        <pc:spChg chg="mod">
          <ac:chgData name="Veronique Whittle" userId="S::vwhittle@cavc.ac.uk::a5d74751-e3c3-49c0-aa58-a7f05de6ae97" providerId="AD" clId="Web-{F825FEB1-C170-ED74-D897-9906A879DD94}" dt="2023-09-01T11:03:02.815" v="1" actId="1076"/>
          <ac:spMkLst>
            <pc:docMk/>
            <pc:sldMk cId="936910198" sldId="309"/>
            <ac:spMk id="4" creationId="{A6093D92-FA09-450D-8441-A48A167E424A}"/>
          </ac:spMkLst>
        </pc:spChg>
        <pc:picChg chg="mod">
          <ac:chgData name="Veronique Whittle" userId="S::vwhittle@cavc.ac.uk::a5d74751-e3c3-49c0-aa58-a7f05de6ae97" providerId="AD" clId="Web-{F825FEB1-C170-ED74-D897-9906A879DD94}" dt="2023-09-01T11:03:09.721" v="2" actId="1076"/>
          <ac:picMkLst>
            <pc:docMk/>
            <pc:sldMk cId="936910198" sldId="309"/>
            <ac:picMk id="2" creationId="{3215DD83-693F-4300-B7D8-3552217D3586}"/>
          </ac:picMkLst>
        </pc:picChg>
      </pc:sldChg>
    </pc:docChg>
  </pc:docChgLst>
  <pc:docChgLst>
    <pc:chgData name="Maria Gagliardi" userId="S::mgagliardi@cavc.ac.uk::a34cf001-11e0-4665-9809-996318092a94" providerId="AD" clId="Web-{DA28442E-1D7F-2403-E956-690FE6844F90}"/>
    <pc:docChg chg="modSld">
      <pc:chgData name="Maria Gagliardi" userId="S::mgagliardi@cavc.ac.uk::a34cf001-11e0-4665-9809-996318092a94" providerId="AD" clId="Web-{DA28442E-1D7F-2403-E956-690FE6844F90}" dt="2023-08-22T15:40:52.709" v="8" actId="20577"/>
      <pc:docMkLst>
        <pc:docMk/>
      </pc:docMkLst>
      <pc:sldChg chg="modSp">
        <pc:chgData name="Maria Gagliardi" userId="S::mgagliardi@cavc.ac.uk::a34cf001-11e0-4665-9809-996318092a94" providerId="AD" clId="Web-{DA28442E-1D7F-2403-E956-690FE6844F90}" dt="2023-08-22T15:40:52.709" v="8" actId="20577"/>
        <pc:sldMkLst>
          <pc:docMk/>
          <pc:sldMk cId="173668550" sldId="258"/>
        </pc:sldMkLst>
        <pc:spChg chg="mod">
          <ac:chgData name="Maria Gagliardi" userId="S::mgagliardi@cavc.ac.uk::a34cf001-11e0-4665-9809-996318092a94" providerId="AD" clId="Web-{DA28442E-1D7F-2403-E956-690FE6844F90}" dt="2023-08-22T15:40:52.709" v="8" actId="20577"/>
          <ac:spMkLst>
            <pc:docMk/>
            <pc:sldMk cId="173668550" sldId="258"/>
            <ac:spMk id="3" creationId="{00000000-0000-0000-0000-000000000000}"/>
          </ac:spMkLst>
        </pc:spChg>
      </pc:sldChg>
    </pc:docChg>
  </pc:docChgLst>
  <pc:docChgLst>
    <pc:chgData clId="Web-{DA28442E-1D7F-2403-E956-690FE6844F90}"/>
    <pc:docChg chg="modSld">
      <pc:chgData name="" userId="" providerId="" clId="Web-{DA28442E-1D7F-2403-E956-690FE6844F90}" dt="2023-08-22T15:40:43.256" v="0" actId="1076"/>
      <pc:docMkLst>
        <pc:docMk/>
      </pc:docMkLst>
      <pc:sldChg chg="modSp">
        <pc:chgData name="" userId="" providerId="" clId="Web-{DA28442E-1D7F-2403-E956-690FE6844F90}" dt="2023-08-22T15:40:43.256" v="0" actId="1076"/>
        <pc:sldMkLst>
          <pc:docMk/>
          <pc:sldMk cId="173668550" sldId="258"/>
        </pc:sldMkLst>
        <pc:spChg chg="mod">
          <ac:chgData name="" userId="" providerId="" clId="Web-{DA28442E-1D7F-2403-E956-690FE6844F90}" dt="2023-08-22T15:40:43.256" v="0" actId="1076"/>
          <ac:spMkLst>
            <pc:docMk/>
            <pc:sldMk cId="173668550" sldId="258"/>
            <ac:spMk id="3" creationId="{00000000-0000-0000-0000-000000000000}"/>
          </ac:spMkLst>
        </pc:spChg>
      </pc:sldChg>
    </pc:docChg>
  </pc:docChgLst>
  <pc:docChgLst>
    <pc:chgData name="Caroline Newman" userId="S::cnewman@cavc.ac.uk::16ed01a7-1c92-4e2b-be2d-30054173520d" providerId="AD" clId="Web-{4471F602-B451-4B77-B081-207984A4C0B6}"/>
    <pc:docChg chg="modSld">
      <pc:chgData name="Caroline Newman" userId="S::cnewman@cavc.ac.uk::16ed01a7-1c92-4e2b-be2d-30054173520d" providerId="AD" clId="Web-{4471F602-B451-4B77-B081-207984A4C0B6}" dt="2022-09-06T14:58:27.730" v="84" actId="1076"/>
      <pc:docMkLst>
        <pc:docMk/>
      </pc:docMkLst>
      <pc:sldChg chg="modSp">
        <pc:chgData name="Caroline Newman" userId="S::cnewman@cavc.ac.uk::16ed01a7-1c92-4e2b-be2d-30054173520d" providerId="AD" clId="Web-{4471F602-B451-4B77-B081-207984A4C0B6}" dt="2022-09-06T14:58:27.730" v="84" actId="1076"/>
        <pc:sldMkLst>
          <pc:docMk/>
          <pc:sldMk cId="0" sldId="265"/>
        </pc:sldMkLst>
        <pc:spChg chg="mod">
          <ac:chgData name="Caroline Newman" userId="S::cnewman@cavc.ac.uk::16ed01a7-1c92-4e2b-be2d-30054173520d" providerId="AD" clId="Web-{4471F602-B451-4B77-B081-207984A4C0B6}" dt="2022-09-06T14:58:13.824" v="82" actId="20577"/>
          <ac:spMkLst>
            <pc:docMk/>
            <pc:sldMk cId="0" sldId="265"/>
            <ac:spMk id="259" creationId="{00000000-0000-0000-0000-000000000000}"/>
          </ac:spMkLst>
        </pc:spChg>
        <pc:picChg chg="mod">
          <ac:chgData name="Caroline Newman" userId="S::cnewman@cavc.ac.uk::16ed01a7-1c92-4e2b-be2d-30054173520d" providerId="AD" clId="Web-{4471F602-B451-4B77-B081-207984A4C0B6}" dt="2022-09-06T14:58:27.730" v="84" actId="1076"/>
          <ac:picMkLst>
            <pc:docMk/>
            <pc:sldMk cId="0" sldId="265"/>
            <ac:picMk id="4" creationId="{CC3E0167-F684-43FA-AD35-5D071179E256}"/>
          </ac:picMkLst>
        </pc:picChg>
      </pc:sldChg>
      <pc:sldChg chg="modSp">
        <pc:chgData name="Caroline Newman" userId="S::cnewman@cavc.ac.uk::16ed01a7-1c92-4e2b-be2d-30054173520d" providerId="AD" clId="Web-{4471F602-B451-4B77-B081-207984A4C0B6}" dt="2022-09-06T14:55:01.240" v="32" actId="1076"/>
        <pc:sldMkLst>
          <pc:docMk/>
          <pc:sldMk cId="1641337561" sldId="306"/>
        </pc:sldMkLst>
        <pc:spChg chg="mod">
          <ac:chgData name="Caroline Newman" userId="S::cnewman@cavc.ac.uk::16ed01a7-1c92-4e2b-be2d-30054173520d" providerId="AD" clId="Web-{4471F602-B451-4B77-B081-207984A4C0B6}" dt="2022-09-06T14:54:55.224" v="31" actId="1076"/>
          <ac:spMkLst>
            <pc:docMk/>
            <pc:sldMk cId="1641337561" sldId="306"/>
            <ac:spMk id="2" creationId="{6BC68392-AE87-43CA-8FC2-86A560594F22}"/>
          </ac:spMkLst>
        </pc:spChg>
        <pc:picChg chg="mod">
          <ac:chgData name="Caroline Newman" userId="S::cnewman@cavc.ac.uk::16ed01a7-1c92-4e2b-be2d-30054173520d" providerId="AD" clId="Web-{4471F602-B451-4B77-B081-207984A4C0B6}" dt="2022-09-06T14:55:01.240" v="32" actId="1076"/>
          <ac:picMkLst>
            <pc:docMk/>
            <pc:sldMk cId="1641337561" sldId="306"/>
            <ac:picMk id="3" creationId="{0D140AD5-1F59-4AC1-874C-57CAD3489405}"/>
          </ac:picMkLst>
        </pc:picChg>
      </pc:sldChg>
    </pc:docChg>
  </pc:docChgLst>
  <pc:docChgLst>
    <pc:chgData name="Maria Gagliardi" userId="S::mgagliardi@cavc.ac.uk::a34cf001-11e0-4665-9809-996318092a94" providerId="AD" clId="Web-{E786ABFE-8654-33CD-A6BD-B99394C65A1E}"/>
    <pc:docChg chg="addSld modSld">
      <pc:chgData name="Maria Gagliardi" userId="S::mgagliardi@cavc.ac.uk::a34cf001-11e0-4665-9809-996318092a94" providerId="AD" clId="Web-{E786ABFE-8654-33CD-A6BD-B99394C65A1E}" dt="2023-09-02T07:07:32.133" v="52" actId="20577"/>
      <pc:docMkLst>
        <pc:docMk/>
      </pc:docMkLst>
      <pc:sldChg chg="modSp new">
        <pc:chgData name="Maria Gagliardi" userId="S::mgagliardi@cavc.ac.uk::a34cf001-11e0-4665-9809-996318092a94" providerId="AD" clId="Web-{E786ABFE-8654-33CD-A6BD-B99394C65A1E}" dt="2023-09-02T07:06:40.053" v="14" actId="20577"/>
        <pc:sldMkLst>
          <pc:docMk/>
          <pc:sldMk cId="2225925847" sldId="322"/>
        </pc:sldMkLst>
        <pc:spChg chg="mod">
          <ac:chgData name="Maria Gagliardi" userId="S::mgagliardi@cavc.ac.uk::a34cf001-11e0-4665-9809-996318092a94" providerId="AD" clId="Web-{E786ABFE-8654-33CD-A6BD-B99394C65A1E}" dt="2023-09-02T07:06:40.053" v="14" actId="20577"/>
          <ac:spMkLst>
            <pc:docMk/>
            <pc:sldMk cId="2225925847" sldId="322"/>
            <ac:spMk id="2" creationId="{1EC2E181-C051-036E-5F4B-B44616B85A11}"/>
          </ac:spMkLst>
        </pc:spChg>
        <pc:spChg chg="mod">
          <ac:chgData name="Maria Gagliardi" userId="S::mgagliardi@cavc.ac.uk::a34cf001-11e0-4665-9809-996318092a94" providerId="AD" clId="Web-{E786ABFE-8654-33CD-A6BD-B99394C65A1E}" dt="2023-09-02T07:05:56.692" v="2" actId="20577"/>
          <ac:spMkLst>
            <pc:docMk/>
            <pc:sldMk cId="2225925847" sldId="322"/>
            <ac:spMk id="3" creationId="{B5AB077E-5EF6-F0A7-8872-16E5BC8EAA9A}"/>
          </ac:spMkLst>
        </pc:spChg>
      </pc:sldChg>
      <pc:sldChg chg="modSp new">
        <pc:chgData name="Maria Gagliardi" userId="S::mgagliardi@cavc.ac.uk::a34cf001-11e0-4665-9809-996318092a94" providerId="AD" clId="Web-{E786ABFE-8654-33CD-A6BD-B99394C65A1E}" dt="2023-09-02T07:07:32.133" v="52" actId="20577"/>
        <pc:sldMkLst>
          <pc:docMk/>
          <pc:sldMk cId="3239816090" sldId="323"/>
        </pc:sldMkLst>
        <pc:spChg chg="mod">
          <ac:chgData name="Maria Gagliardi" userId="S::mgagliardi@cavc.ac.uk::a34cf001-11e0-4665-9809-996318092a94" providerId="AD" clId="Web-{E786ABFE-8654-33CD-A6BD-B99394C65A1E}" dt="2023-09-02T07:07:32.133" v="52" actId="20577"/>
          <ac:spMkLst>
            <pc:docMk/>
            <pc:sldMk cId="3239816090" sldId="323"/>
            <ac:spMk id="2" creationId="{CCC18E34-F345-B8AF-F557-0228C22F465F}"/>
          </ac:spMkLst>
        </pc:spChg>
        <pc:spChg chg="mod">
          <ac:chgData name="Maria Gagliardi" userId="S::mgagliardi@cavc.ac.uk::a34cf001-11e0-4665-9809-996318092a94" providerId="AD" clId="Web-{E786ABFE-8654-33CD-A6BD-B99394C65A1E}" dt="2023-09-02T07:07:26.289" v="49" actId="20577"/>
          <ac:spMkLst>
            <pc:docMk/>
            <pc:sldMk cId="3239816090" sldId="323"/>
            <ac:spMk id="3" creationId="{335D59CC-881B-A229-B649-2F7DFE56D2EC}"/>
          </ac:spMkLst>
        </pc:spChg>
      </pc:sldChg>
    </pc:docChg>
  </pc:docChgLst>
  <pc:docChgLst>
    <pc:chgData name="Maria Gagliardi" userId="S::mgagliardi@cavc.ac.uk::a34cf001-11e0-4665-9809-996318092a94" providerId="AD" clId="Web-{D60CA3EC-E301-EAE1-8973-0DF25435BCEC}"/>
    <pc:docChg chg="addSld delSld modSld sldOrd">
      <pc:chgData name="Maria Gagliardi" userId="S::mgagliardi@cavc.ac.uk::a34cf001-11e0-4665-9809-996318092a94" providerId="AD" clId="Web-{D60CA3EC-E301-EAE1-8973-0DF25435BCEC}" dt="2024-08-29T16:21:56.363" v="59"/>
      <pc:docMkLst>
        <pc:docMk/>
      </pc:docMkLst>
      <pc:sldChg chg="modSp">
        <pc:chgData name="Maria Gagliardi" userId="S::mgagliardi@cavc.ac.uk::a34cf001-11e0-4665-9809-996318092a94" providerId="AD" clId="Web-{D60CA3EC-E301-EAE1-8973-0DF25435BCEC}" dt="2024-08-29T16:08:08.645" v="5" actId="20577"/>
        <pc:sldMkLst>
          <pc:docMk/>
          <pc:sldMk cId="310570406" sldId="261"/>
        </pc:sldMkLst>
        <pc:spChg chg="mod">
          <ac:chgData name="Maria Gagliardi" userId="S::mgagliardi@cavc.ac.uk::a34cf001-11e0-4665-9809-996318092a94" providerId="AD" clId="Web-{D60CA3EC-E301-EAE1-8973-0DF25435BCEC}" dt="2024-08-29T16:08:08.645" v="5" actId="20577"/>
          <ac:spMkLst>
            <pc:docMk/>
            <pc:sldMk cId="310570406" sldId="261"/>
            <ac:spMk id="2" creationId="{00000000-0000-0000-0000-000000000000}"/>
          </ac:spMkLst>
        </pc:spChg>
      </pc:sldChg>
      <pc:sldChg chg="modSp">
        <pc:chgData name="Maria Gagliardi" userId="S::mgagliardi@cavc.ac.uk::a34cf001-11e0-4665-9809-996318092a94" providerId="AD" clId="Web-{D60CA3EC-E301-EAE1-8973-0DF25435BCEC}" dt="2024-08-29T16:08:17.067" v="7" actId="20577"/>
        <pc:sldMkLst>
          <pc:docMk/>
          <pc:sldMk cId="0" sldId="262"/>
        </pc:sldMkLst>
        <pc:spChg chg="mod">
          <ac:chgData name="Maria Gagliardi" userId="S::mgagliardi@cavc.ac.uk::a34cf001-11e0-4665-9809-996318092a94" providerId="AD" clId="Web-{D60CA3EC-E301-EAE1-8973-0DF25435BCEC}" dt="2024-08-29T16:08:17.067" v="7" actId="20577"/>
          <ac:spMkLst>
            <pc:docMk/>
            <pc:sldMk cId="0" sldId="262"/>
            <ac:spMk id="249" creationId="{00000000-0000-0000-0000-000000000000}"/>
          </ac:spMkLst>
        </pc:spChg>
      </pc:sldChg>
      <pc:sldChg chg="modSp">
        <pc:chgData name="Maria Gagliardi" userId="S::mgagliardi@cavc.ac.uk::a34cf001-11e0-4665-9809-996318092a94" providerId="AD" clId="Web-{D60CA3EC-E301-EAE1-8973-0DF25435BCEC}" dt="2024-08-29T16:08:23.458" v="9" actId="20577"/>
        <pc:sldMkLst>
          <pc:docMk/>
          <pc:sldMk cId="1352479526" sldId="275"/>
        </pc:sldMkLst>
        <pc:spChg chg="mod">
          <ac:chgData name="Maria Gagliardi" userId="S::mgagliardi@cavc.ac.uk::a34cf001-11e0-4665-9809-996318092a94" providerId="AD" clId="Web-{D60CA3EC-E301-EAE1-8973-0DF25435BCEC}" dt="2024-08-29T16:08:23.458" v="9" actId="20577"/>
          <ac:spMkLst>
            <pc:docMk/>
            <pc:sldMk cId="1352479526" sldId="275"/>
            <ac:spMk id="2" creationId="{00000000-0000-0000-0000-000000000000}"/>
          </ac:spMkLst>
        </pc:spChg>
      </pc:sldChg>
      <pc:sldChg chg="modSp">
        <pc:chgData name="Maria Gagliardi" userId="S::mgagliardi@cavc.ac.uk::a34cf001-11e0-4665-9809-996318092a94" providerId="AD" clId="Web-{D60CA3EC-E301-EAE1-8973-0DF25435BCEC}" dt="2024-08-29T16:15:21.114" v="28" actId="20577"/>
        <pc:sldMkLst>
          <pc:docMk/>
          <pc:sldMk cId="796537223" sldId="288"/>
        </pc:sldMkLst>
        <pc:spChg chg="mod">
          <ac:chgData name="Maria Gagliardi" userId="S::mgagliardi@cavc.ac.uk::a34cf001-11e0-4665-9809-996318092a94" providerId="AD" clId="Web-{D60CA3EC-E301-EAE1-8973-0DF25435BCEC}" dt="2024-08-29T16:15:21.114" v="28" actId="20577"/>
          <ac:spMkLst>
            <pc:docMk/>
            <pc:sldMk cId="796537223" sldId="288"/>
            <ac:spMk id="5" creationId="{2C72C375-C1B1-BFE9-74F1-A5C84CD62D48}"/>
          </ac:spMkLst>
        </pc:spChg>
      </pc:sldChg>
      <pc:sldChg chg="modSp">
        <pc:chgData name="Maria Gagliardi" userId="S::mgagliardi@cavc.ac.uk::a34cf001-11e0-4665-9809-996318092a94" providerId="AD" clId="Web-{D60CA3EC-E301-EAE1-8973-0DF25435BCEC}" dt="2024-08-29T16:14:51.988" v="26" actId="20577"/>
        <pc:sldMkLst>
          <pc:docMk/>
          <pc:sldMk cId="2967634869" sldId="290"/>
        </pc:sldMkLst>
        <pc:spChg chg="mod">
          <ac:chgData name="Maria Gagliardi" userId="S::mgagliardi@cavc.ac.uk::a34cf001-11e0-4665-9809-996318092a94" providerId="AD" clId="Web-{D60CA3EC-E301-EAE1-8973-0DF25435BCEC}" dt="2024-08-29T16:14:51.988" v="26" actId="20577"/>
          <ac:spMkLst>
            <pc:docMk/>
            <pc:sldMk cId="2967634869" sldId="290"/>
            <ac:spMk id="2" creationId="{A8343A62-6B33-401C-899C-DFC8D347C15D}"/>
          </ac:spMkLst>
        </pc:spChg>
      </pc:sldChg>
      <pc:sldChg chg="modSp">
        <pc:chgData name="Maria Gagliardi" userId="S::mgagliardi@cavc.ac.uk::a34cf001-11e0-4665-9809-996318092a94" providerId="AD" clId="Web-{D60CA3EC-E301-EAE1-8973-0DF25435BCEC}" dt="2024-08-29T16:13:57.752" v="13" actId="20577"/>
        <pc:sldMkLst>
          <pc:docMk/>
          <pc:sldMk cId="4030844891" sldId="302"/>
        </pc:sldMkLst>
        <pc:spChg chg="mod">
          <ac:chgData name="Maria Gagliardi" userId="S::mgagliardi@cavc.ac.uk::a34cf001-11e0-4665-9809-996318092a94" providerId="AD" clId="Web-{D60CA3EC-E301-EAE1-8973-0DF25435BCEC}" dt="2024-08-29T16:13:57.752" v="13" actId="20577"/>
          <ac:spMkLst>
            <pc:docMk/>
            <pc:sldMk cId="4030844891" sldId="302"/>
            <ac:spMk id="3" creationId="{2794D98C-2E9E-438B-877D-AC2E23AF4245}"/>
          </ac:spMkLst>
        </pc:spChg>
      </pc:sldChg>
      <pc:sldChg chg="addSp delSp modSp">
        <pc:chgData name="Maria Gagliardi" userId="S::mgagliardi@cavc.ac.uk::a34cf001-11e0-4665-9809-996318092a94" providerId="AD" clId="Web-{D60CA3EC-E301-EAE1-8973-0DF25435BCEC}" dt="2024-08-29T16:20:14.156" v="50"/>
        <pc:sldMkLst>
          <pc:docMk/>
          <pc:sldMk cId="3944351533" sldId="303"/>
        </pc:sldMkLst>
        <pc:spChg chg="mod">
          <ac:chgData name="Maria Gagliardi" userId="S::mgagliardi@cavc.ac.uk::a34cf001-11e0-4665-9809-996318092a94" providerId="AD" clId="Web-{D60CA3EC-E301-EAE1-8973-0DF25435BCEC}" dt="2024-08-29T16:14:31.347" v="24" actId="20577"/>
          <ac:spMkLst>
            <pc:docMk/>
            <pc:sldMk cId="3944351533" sldId="303"/>
            <ac:spMk id="3" creationId="{CF629D56-CD1A-4FEF-AD71-CEAFD7905C70}"/>
          </ac:spMkLst>
        </pc:spChg>
        <pc:picChg chg="add del mod">
          <ac:chgData name="Maria Gagliardi" userId="S::mgagliardi@cavc.ac.uk::a34cf001-11e0-4665-9809-996318092a94" providerId="AD" clId="Web-{D60CA3EC-E301-EAE1-8973-0DF25435BCEC}" dt="2024-08-29T16:20:14.156" v="50"/>
          <ac:picMkLst>
            <pc:docMk/>
            <pc:sldMk cId="3944351533" sldId="303"/>
            <ac:picMk id="7" creationId="{AF4F649E-60AE-D45B-2DC3-F215EBA3D8F4}"/>
          </ac:picMkLst>
        </pc:picChg>
      </pc:sldChg>
      <pc:sldChg chg="modSp">
        <pc:chgData name="Maria Gagliardi" userId="S::mgagliardi@cavc.ac.uk::a34cf001-11e0-4665-9809-996318092a94" providerId="AD" clId="Web-{D60CA3EC-E301-EAE1-8973-0DF25435BCEC}" dt="2024-08-29T16:15:47.209" v="31" actId="20577"/>
        <pc:sldMkLst>
          <pc:docMk/>
          <pc:sldMk cId="2961817476" sldId="304"/>
        </pc:sldMkLst>
        <pc:spChg chg="mod">
          <ac:chgData name="Maria Gagliardi" userId="S::mgagliardi@cavc.ac.uk::a34cf001-11e0-4665-9809-996318092a94" providerId="AD" clId="Web-{D60CA3EC-E301-EAE1-8973-0DF25435BCEC}" dt="2024-08-29T16:15:47.209" v="31" actId="20577"/>
          <ac:spMkLst>
            <pc:docMk/>
            <pc:sldMk cId="2961817476" sldId="304"/>
            <ac:spMk id="2" creationId="{661996AE-3D99-4272-9E34-172628BD1380}"/>
          </ac:spMkLst>
        </pc:spChg>
      </pc:sldChg>
      <pc:sldChg chg="modSp">
        <pc:chgData name="Maria Gagliardi" userId="S::mgagliardi@cavc.ac.uk::a34cf001-11e0-4665-9809-996318092a94" providerId="AD" clId="Web-{D60CA3EC-E301-EAE1-8973-0DF25435BCEC}" dt="2024-08-29T16:17:14.493" v="35" actId="20577"/>
        <pc:sldMkLst>
          <pc:docMk/>
          <pc:sldMk cId="775830694" sldId="305"/>
        </pc:sldMkLst>
        <pc:spChg chg="mod">
          <ac:chgData name="Maria Gagliardi" userId="S::mgagliardi@cavc.ac.uk::a34cf001-11e0-4665-9809-996318092a94" providerId="AD" clId="Web-{D60CA3EC-E301-EAE1-8973-0DF25435BCEC}" dt="2024-08-29T16:17:14.493" v="35" actId="20577"/>
          <ac:spMkLst>
            <pc:docMk/>
            <pc:sldMk cId="775830694" sldId="305"/>
            <ac:spMk id="2" creationId="{B6064E04-FEE0-4DBC-8A6E-2EDC3DE40042}"/>
          </ac:spMkLst>
        </pc:spChg>
      </pc:sldChg>
      <pc:sldChg chg="addSp delSp modSp">
        <pc:chgData name="Maria Gagliardi" userId="S::mgagliardi@cavc.ac.uk::a34cf001-11e0-4665-9809-996318092a94" providerId="AD" clId="Web-{D60CA3EC-E301-EAE1-8973-0DF25435BCEC}" dt="2024-08-29T16:19:38.905" v="48" actId="1076"/>
        <pc:sldMkLst>
          <pc:docMk/>
          <pc:sldMk cId="936910198" sldId="309"/>
        </pc:sldMkLst>
        <pc:spChg chg="mod">
          <ac:chgData name="Maria Gagliardi" userId="S::mgagliardi@cavc.ac.uk::a34cf001-11e0-4665-9809-996318092a94" providerId="AD" clId="Web-{D60CA3EC-E301-EAE1-8973-0DF25435BCEC}" dt="2024-08-29T16:19:36.014" v="47" actId="20577"/>
          <ac:spMkLst>
            <pc:docMk/>
            <pc:sldMk cId="936910198" sldId="309"/>
            <ac:spMk id="4" creationId="{A6093D92-FA09-450D-8441-A48A167E424A}"/>
          </ac:spMkLst>
        </pc:spChg>
        <pc:picChg chg="mod">
          <ac:chgData name="Maria Gagliardi" userId="S::mgagliardi@cavc.ac.uk::a34cf001-11e0-4665-9809-996318092a94" providerId="AD" clId="Web-{D60CA3EC-E301-EAE1-8973-0DF25435BCEC}" dt="2024-08-29T16:19:38.905" v="48" actId="1076"/>
          <ac:picMkLst>
            <pc:docMk/>
            <pc:sldMk cId="936910198" sldId="309"/>
            <ac:picMk id="2" creationId="{3215DD83-693F-4300-B7D8-3552217D3586}"/>
          </ac:picMkLst>
        </pc:picChg>
        <pc:picChg chg="add del mod">
          <ac:chgData name="Maria Gagliardi" userId="S::mgagliardi@cavc.ac.uk::a34cf001-11e0-4665-9809-996318092a94" providerId="AD" clId="Web-{D60CA3EC-E301-EAE1-8973-0DF25435BCEC}" dt="2024-08-29T16:17:33.244" v="39"/>
          <ac:picMkLst>
            <pc:docMk/>
            <pc:sldMk cId="936910198" sldId="309"/>
            <ac:picMk id="3" creationId="{1B35F872-8B7A-A72C-0D69-6BAC663911E8}"/>
          </ac:picMkLst>
        </pc:picChg>
      </pc:sldChg>
      <pc:sldChg chg="delSp del">
        <pc:chgData name="Maria Gagliardi" userId="S::mgagliardi@cavc.ac.uk::a34cf001-11e0-4665-9809-996318092a94" providerId="AD" clId="Web-{D60CA3EC-E301-EAE1-8973-0DF25435BCEC}" dt="2024-08-29T16:12:48.874" v="11"/>
        <pc:sldMkLst>
          <pc:docMk/>
          <pc:sldMk cId="3701206487" sldId="314"/>
        </pc:sldMkLst>
        <pc:picChg chg="del">
          <ac:chgData name="Maria Gagliardi" userId="S::mgagliardi@cavc.ac.uk::a34cf001-11e0-4665-9809-996318092a94" providerId="AD" clId="Web-{D60CA3EC-E301-EAE1-8973-0DF25435BCEC}" dt="2024-08-29T16:08:58.834" v="10"/>
          <ac:picMkLst>
            <pc:docMk/>
            <pc:sldMk cId="3701206487" sldId="314"/>
            <ac:picMk id="4" creationId="{F4F27A9F-8C18-A12C-3004-86C1984FF48B}"/>
          </ac:picMkLst>
        </pc:picChg>
      </pc:sldChg>
      <pc:sldChg chg="ord">
        <pc:chgData name="Maria Gagliardi" userId="S::mgagliardi@cavc.ac.uk::a34cf001-11e0-4665-9809-996318092a94" providerId="AD" clId="Web-{D60CA3EC-E301-EAE1-8973-0DF25435BCEC}" dt="2024-08-29T16:21:56.363" v="59"/>
        <pc:sldMkLst>
          <pc:docMk/>
          <pc:sldMk cId="3351901195" sldId="320"/>
        </pc:sldMkLst>
      </pc:sldChg>
      <pc:sldChg chg="addSp modSp new">
        <pc:chgData name="Maria Gagliardi" userId="S::mgagliardi@cavc.ac.uk::a34cf001-11e0-4665-9809-996318092a94" providerId="AD" clId="Web-{D60CA3EC-E301-EAE1-8973-0DF25435BCEC}" dt="2024-08-29T16:20:35.423" v="54" actId="14100"/>
        <pc:sldMkLst>
          <pc:docMk/>
          <pc:sldMk cId="2831274293" sldId="324"/>
        </pc:sldMkLst>
        <pc:picChg chg="add mod">
          <ac:chgData name="Maria Gagliardi" userId="S::mgagliardi@cavc.ac.uk::a34cf001-11e0-4665-9809-996318092a94" providerId="AD" clId="Web-{D60CA3EC-E301-EAE1-8973-0DF25435BCEC}" dt="2024-08-29T16:20:35.423" v="54" actId="14100"/>
          <ac:picMkLst>
            <pc:docMk/>
            <pc:sldMk cId="2831274293" sldId="324"/>
            <ac:picMk id="2" creationId="{E6DB79F4-5F90-94D6-6E05-82E1167462B9}"/>
          </ac:picMkLst>
        </pc:picChg>
      </pc:sldChg>
      <pc:sldChg chg="addSp modSp new">
        <pc:chgData name="Maria Gagliardi" userId="S::mgagliardi@cavc.ac.uk::a34cf001-11e0-4665-9809-996318092a94" providerId="AD" clId="Web-{D60CA3EC-E301-EAE1-8973-0DF25435BCEC}" dt="2024-08-29T16:21:32.019" v="58" actId="14100"/>
        <pc:sldMkLst>
          <pc:docMk/>
          <pc:sldMk cId="1576390753" sldId="325"/>
        </pc:sldMkLst>
        <pc:picChg chg="add mod">
          <ac:chgData name="Maria Gagliardi" userId="S::mgagliardi@cavc.ac.uk::a34cf001-11e0-4665-9809-996318092a94" providerId="AD" clId="Web-{D60CA3EC-E301-EAE1-8973-0DF25435BCEC}" dt="2024-08-29T16:21:32.019" v="58" actId="14100"/>
          <ac:picMkLst>
            <pc:docMk/>
            <pc:sldMk cId="1576390753" sldId="325"/>
            <ac:picMk id="2" creationId="{199D1AA3-D5E3-ABD6-D9CF-32196024A774}"/>
          </ac:picMkLst>
        </pc:picChg>
      </pc:sldChg>
    </pc:docChg>
  </pc:docChgLst>
  <pc:docChgLst>
    <pc:chgData name="Karen Shore" userId="S::kshore@cavc.ac.uk::d1f69540-0eed-4c38-ada9-27991aa6ea98" providerId="AD" clId="Web-{AE999708-04B5-714D-7454-D6EE4FFD5964}"/>
    <pc:docChg chg="modSld">
      <pc:chgData name="Karen Shore" userId="S::kshore@cavc.ac.uk::d1f69540-0eed-4c38-ada9-27991aa6ea98" providerId="AD" clId="Web-{AE999708-04B5-714D-7454-D6EE4FFD5964}" dt="2024-08-21T09:13:36.321" v="55" actId="1076"/>
      <pc:docMkLst>
        <pc:docMk/>
      </pc:docMkLst>
      <pc:sldChg chg="modSp">
        <pc:chgData name="Karen Shore" userId="S::kshore@cavc.ac.uk::d1f69540-0eed-4c38-ada9-27991aa6ea98" providerId="AD" clId="Web-{AE999708-04B5-714D-7454-D6EE4FFD5964}" dt="2024-08-21T09:13:36.321" v="55" actId="1076"/>
        <pc:sldMkLst>
          <pc:docMk/>
          <pc:sldMk cId="1352479526" sldId="275"/>
        </pc:sldMkLst>
        <pc:spChg chg="mod">
          <ac:chgData name="Karen Shore" userId="S::kshore@cavc.ac.uk::d1f69540-0eed-4c38-ada9-27991aa6ea98" providerId="AD" clId="Web-{AE999708-04B5-714D-7454-D6EE4FFD5964}" dt="2024-08-21T09:13:21.196" v="49" actId="20577"/>
          <ac:spMkLst>
            <pc:docMk/>
            <pc:sldMk cId="1352479526" sldId="275"/>
            <ac:spMk id="3" creationId="{00000000-0000-0000-0000-000000000000}"/>
          </ac:spMkLst>
        </pc:spChg>
        <pc:picChg chg="mod">
          <ac:chgData name="Karen Shore" userId="S::kshore@cavc.ac.uk::d1f69540-0eed-4c38-ada9-27991aa6ea98" providerId="AD" clId="Web-{AE999708-04B5-714D-7454-D6EE4FFD5964}" dt="2024-08-21T09:13:36.321" v="55" actId="1076"/>
          <ac:picMkLst>
            <pc:docMk/>
            <pc:sldMk cId="1352479526" sldId="275"/>
            <ac:picMk id="5" creationId="{A22B10A4-0278-4C18-A7EA-C37E6BB0C2B5}"/>
          </ac:picMkLst>
        </pc:picChg>
      </pc:sldChg>
    </pc:docChg>
  </pc:docChgLst>
  <pc:docChgLst>
    <pc:chgData clId="Web-{8586BB58-9062-7090-FCD0-14BFCA674067}"/>
    <pc:docChg chg="modSld">
      <pc:chgData name="" userId="" providerId="" clId="Web-{8586BB58-9062-7090-FCD0-14BFCA674067}" dt="2023-09-01T13:20:04.667" v="2" actId="20577"/>
      <pc:docMkLst>
        <pc:docMk/>
      </pc:docMkLst>
      <pc:sldChg chg="modSp">
        <pc:chgData name="" userId="" providerId="" clId="Web-{8586BB58-9062-7090-FCD0-14BFCA674067}" dt="2023-09-01T13:20:04.667" v="2" actId="20577"/>
        <pc:sldMkLst>
          <pc:docMk/>
          <pc:sldMk cId="1576295112" sldId="296"/>
        </pc:sldMkLst>
        <pc:spChg chg="mod">
          <ac:chgData name="" userId="" providerId="" clId="Web-{8586BB58-9062-7090-FCD0-14BFCA674067}" dt="2023-09-01T13:20:04.667" v="2" actId="20577"/>
          <ac:spMkLst>
            <pc:docMk/>
            <pc:sldMk cId="1576295112" sldId="296"/>
            <ac:spMk id="2" creationId="{C008435B-9354-4485-A74D-7BFA44EF7E2F}"/>
          </ac:spMkLst>
        </pc:spChg>
      </pc:sldChg>
    </pc:docChg>
  </pc:docChgLst>
  <pc:docChgLst>
    <pc:chgData name="Robin Ritter-Jones" userId="ee07a235-6c46-4e7f-982c-c05168a8a499" providerId="ADAL" clId="{7281F46E-75B8-4F45-9AA0-DC418BD384FA}"/>
    <pc:docChg chg="modSld">
      <pc:chgData name="Robin Ritter-Jones" userId="ee07a235-6c46-4e7f-982c-c05168a8a499" providerId="ADAL" clId="{7281F46E-75B8-4F45-9AA0-DC418BD384FA}" dt="2024-08-30T10:31:45.389" v="1" actId="20577"/>
      <pc:docMkLst>
        <pc:docMk/>
      </pc:docMkLst>
      <pc:sldChg chg="modSp mod">
        <pc:chgData name="Robin Ritter-Jones" userId="ee07a235-6c46-4e7f-982c-c05168a8a499" providerId="ADAL" clId="{7281F46E-75B8-4F45-9AA0-DC418BD384FA}" dt="2024-08-30T10:31:45.389" v="1" actId="20577"/>
        <pc:sldMkLst>
          <pc:docMk/>
          <pc:sldMk cId="770870885" sldId="297"/>
        </pc:sldMkLst>
        <pc:spChg chg="mod">
          <ac:chgData name="Robin Ritter-Jones" userId="ee07a235-6c46-4e7f-982c-c05168a8a499" providerId="ADAL" clId="{7281F46E-75B8-4F45-9AA0-DC418BD384FA}" dt="2024-08-30T10:31:45.389" v="1" actId="20577"/>
          <ac:spMkLst>
            <pc:docMk/>
            <pc:sldMk cId="770870885" sldId="297"/>
            <ac:spMk id="2" creationId="{A3D72EA0-9441-4D04-9011-118F3DF74B0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55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12/5/2024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55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12/5/2024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225" y="695325"/>
            <a:ext cx="6178550" cy="3476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85" tIns="46442" rIns="92885" bIns="46442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vert="horz" lIns="92885" tIns="46442" rIns="92885" bIns="46442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F81A0-ADA6-4623-BE4F-40CFB8BBCB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0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358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F81A0-ADA6-4623-BE4F-40CFB8BBCB3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70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12188825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12188825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081" y="4960137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08357" y="4960137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 algn="ctr">
              <a:buNone/>
              <a:defRPr sz="17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799"/>
            </a:lvl4pPr>
            <a:lvl5pPr marL="1828251" indent="0" algn="ctr">
              <a:buNone/>
              <a:defRPr sz="1799"/>
            </a:lvl5pPr>
            <a:lvl6pPr marL="2285314" indent="0" algn="ctr">
              <a:buNone/>
              <a:defRPr sz="1799"/>
            </a:lvl6pPr>
            <a:lvl7pPr marL="2742377" indent="0" algn="ctr">
              <a:buNone/>
              <a:defRPr sz="1799"/>
            </a:lvl7pPr>
            <a:lvl8pPr marL="3199440" indent="0" algn="ctr">
              <a:buNone/>
              <a:defRPr sz="1799"/>
            </a:lvl8pPr>
            <a:lvl9pPr marL="3656503" indent="0" algn="ctr">
              <a:buNone/>
              <a:defRPr sz="17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2E3C847-D284-421D-B330-2D43513B0F9C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 descr="Stack of books">
            <a:extLst>
              <a:ext uri="{FF2B5EF4-FFF2-40B4-BE49-F238E27FC236}">
                <a16:creationId xmlns:a16="http://schemas.microsoft.com/office/drawing/2014/main" id="{A5E269C5-AEF6-4B7D-B7F6-C4FCA643D184}"/>
              </a:ext>
            </a:extLst>
          </p:cNvPr>
          <p:cNvGrpSpPr/>
          <p:nvPr userDrawn="1"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FC5D44-3A58-4B0E-BDB1-051D1C1B5A79}"/>
                </a:ext>
              </a:extLst>
            </p:cNvPr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32B1869-A18D-41F4-B42F-3039CCB76C67}"/>
                </a:ext>
              </a:extLst>
            </p:cNvPr>
            <p:cNvGrpSpPr/>
            <p:nvPr/>
          </p:nvGrpSpPr>
          <p:grpSpPr>
            <a:xfrm>
              <a:off x="0" y="0"/>
              <a:ext cx="4726044" cy="6858000"/>
              <a:chOff x="0" y="0"/>
              <a:chExt cx="4726044" cy="6858000"/>
            </a:xfrm>
          </p:grpSpPr>
          <p:pic>
            <p:nvPicPr>
              <p:cNvPr id="15" name="Picture 14" descr="Stack of books">
                <a:extLst>
                  <a:ext uri="{FF2B5EF4-FFF2-40B4-BE49-F238E27FC236}">
                    <a16:creationId xmlns:a16="http://schemas.microsoft.com/office/drawing/2014/main" id="{7B1F5F35-06F4-4888-9A9A-597AEA55F9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045E2E-6653-482A-B9D1-B168AC2D121D}"/>
                  </a:ext>
                </a:extLst>
              </p:cNvPr>
              <p:cNvSpPr/>
              <p:nvPr/>
            </p:nvSpPr>
            <p:spPr>
              <a:xfrm>
                <a:off x="4588884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812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85147-19A6-4970-A04E-ED9B1D83C0F1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88825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12188825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4960137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b="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08357" y="4960137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1008-E89D-49CD-9BF4-E6F3FE09F7AC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61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861" y="585216"/>
            <a:ext cx="9717541" cy="14996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3860" y="2286000"/>
            <a:ext cx="4753642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7760" y="2286000"/>
            <a:ext cx="4753642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E199F-4583-41EB-929F-5865E95EECAA}" type="datetime1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2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3861" y="2179636"/>
            <a:ext cx="4753642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99" b="0" cap="none" baseline="0">
                <a:solidFill>
                  <a:schemeClr val="accent1"/>
                </a:solidFill>
                <a:latin typeface="+mn-lt"/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3861" y="2967788"/>
            <a:ext cx="4753642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8" y="2179636"/>
            <a:ext cx="4753642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9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marL="0" lvl="0" indent="0" algn="l" defTabSz="914126" rtl="0" eaLnBrk="1" latinLnBrk="0" hangingPunct="1">
              <a:lnSpc>
                <a:spcPct val="90000"/>
              </a:lnSpc>
              <a:spcBef>
                <a:spcPts val="1799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8" y="2967788"/>
            <a:ext cx="4753642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52EB-356C-4482-B27C-7C8E08F5D88F}" type="datetime1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2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895E-43C3-4560-B59A-90049317E860}" type="datetime1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2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8C32-B81D-4A68-A851-5185C690F024}" type="datetime1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4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3861" y="471509"/>
            <a:ext cx="4387977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2" y="822960"/>
            <a:ext cx="5676945" cy="518464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3861" y="2257506"/>
            <a:ext cx="4387977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65D79-EF31-4E8F-A1BE-AF31805C2859}" type="datetime1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9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4960138"/>
            <a:ext cx="7770376" cy="1463040"/>
          </a:xfrm>
        </p:spPr>
        <p:txBody>
          <a:bodyPr anchor="ctr">
            <a:normAutofit/>
          </a:bodyPr>
          <a:lstStyle>
            <a:lvl1pPr algn="r">
              <a:defRPr sz="4999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5778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8357" y="4960138"/>
            <a:ext cx="3199567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BA3B-941F-4778-A0CB-865223FDAE69}" type="datetime1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4659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59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87518-40ED-4895-8580-DE2A722FC423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8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9" y="762000"/>
            <a:ext cx="262821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343" y="762000"/>
            <a:ext cx="7579926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9F34-BDBC-4273-B9BC-22458F940BE7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5781" y="59382"/>
            <a:ext cx="0" cy="91416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72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3861" y="585216"/>
            <a:ext cx="9717541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3862" y="2286000"/>
            <a:ext cx="9717542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3863" y="6470704"/>
            <a:ext cx="215358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2EBFD46-0FD3-4428-ADEC-1DFD6489930D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1671" y="6470704"/>
            <a:ext cx="589992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4511" y="6470704"/>
            <a:ext cx="9734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1802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40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126" rtl="0" eaLnBrk="1" latinLnBrk="0" hangingPunct="1">
        <a:lnSpc>
          <a:spcPct val="80000"/>
        </a:lnSpc>
        <a:spcBef>
          <a:spcPct val="0"/>
        </a:spcBef>
        <a:buNone/>
        <a:defRPr sz="4999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199" kern="1200">
          <a:solidFill>
            <a:schemeClr val="tx1"/>
          </a:solidFill>
          <a:latin typeface="+mn-lt"/>
          <a:ea typeface="+mn-ea"/>
          <a:cs typeface="+mn-cs"/>
        </a:defRPr>
      </a:lvl1pPr>
      <a:lvl2pPr marL="26509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447922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182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00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12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386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578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047" indent="-137119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eepcalmandbeanaupair.blogspot.com/2014/02/esol-cursos-de-ingles-gratis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thecardiffandvalecollege.sharepoint.com/:f:/s/ESOLResources/EpBXhJtHrhNCtwBltnXg1DwBP4ewDKF9PMFNw6dC2unSqg?e=4W3W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yuni.swansea.ac.uk/academic-life/remote-learning-guide/online-collaboration/online-meeting-tools/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wsparrow.blogspot.com/2018/02/office-365-and-what-you-can-do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thecardiffandvalecollege.sharepoint.com/:f:/s/ESOLResources/EvXgk3L0bNpJu0o96Vr5HIkBfx5WXp__w-JE31cPOBygfQ?e=wpTz7U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youtu.be/iV6UlKkwwIY" TargetMode="External"/><Relationship Id="rId5" Type="http://schemas.openxmlformats.org/officeDocument/2006/relationships/hyperlink" Target="https://www.youtube.com/watch?v=qx8xHpRMFHU&amp;t=75s" TargetMode="External"/><Relationship Id="rId4" Type="http://schemas.openxmlformats.org/officeDocument/2006/relationships/hyperlink" Target="https://www.wired.it/internet/web/2020/06/04/microsoft-teams-numero-partecipanti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ibertytvradio.com/professionalism-trcn-says-30000-to-write-may-diet-teachers-professional-exam/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clipart.org/detail/3133/key-west---mallory---square-by-nkinkade-177733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glishwithoutend.blogspot.com/2019/05/just-reminder-exams.html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v5mxMZu0z8" TargetMode="External"/><Relationship Id="rId2" Type="http://schemas.openxmlformats.org/officeDocument/2006/relationships/hyperlink" Target="https://thecardiffandvalecollege.sharepoint.com/:f:/s/ESOLResources/Eo3l91Qi4wJMoweHqFdDbCMBQMKrVp1tuw5Xkxvlwse4aQ?e=FUQcv3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ordwall.net/resource/21112486/english/esol-icebreaker-name-5-game" TargetMode="External"/><Relationship Id="rId5" Type="http://schemas.openxmlformats.org/officeDocument/2006/relationships/hyperlink" Target="https://eslgames.com/the-expert-game/" TargetMode="External"/><Relationship Id="rId4" Type="http://schemas.openxmlformats.org/officeDocument/2006/relationships/hyperlink" Target="https://www.youtube.com/watch?v=PmUcZ9lltJQ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hyperlink" Target="https://www.google.co.uk/url?sa=i&amp;rct=j&amp;q=&amp;esrc=s&amp;source=images&amp;cd=&amp;cad=rja&amp;uact=8&amp;ved=2ahUKEwiu-5WQn4ngAhWWAWMBHRR4BckQjRx6BAgBEAU&amp;url=http%3A%2F%2Fwww.stanreads.org%2Fattendance.html&amp;psig=AOvVaw2N12r-ziqUg-5geBKmGqea&amp;ust=1548516327621565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hyperlink" Target="https://www.google.co.uk/url?sa=i&amp;rct=j&amp;q=&amp;esrc=s&amp;source=images&amp;cd=&amp;cad=rja&amp;uact=8&amp;ved=2ahUKEwiq08mDoIngAhXT8eAKHRvaBVMQjRx6BAgBEAU&amp;url=https%3A%2F%2Fwww.shutterstock.com%2Fsearch%2F09%253A00%2Bam&amp;psig=AOvVaw2Uhlg4t0BhiD_1GRBKlWHD&amp;ust=1548516583577134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hyperlink" Target="https://thecardiffandvalecollege.sharepoint.com/:f:/s/ESOLResources/Eoh9PyahXX1HvqKDAOZK7JIBo2XLX1Xrvw-w8Rd9bPTXNQ?e=cMhmZk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xhere.com/en/photo/1573861" TargetMode="External"/><Relationship Id="rId4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w:/s/ESOLResources/EZyeCGSIkmVFgntXmOOa8H8BlItBIM7_ZUePUIA-1d9iDw?e=IUTi2o" TargetMode="External"/><Relationship Id="rId2" Type="http://schemas.openxmlformats.org/officeDocument/2006/relationships/hyperlink" Target="https://thecardiffandvalecollege.sharepoint.com/:f:/s/ESOLResources/EveMlaPIyLJPrOl9xGIiKKkBR8WV6M9tBzLZtlPLz6ig7g?e=opEAz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xhere.com/en/photo/1456315" TargetMode="External"/><Relationship Id="rId4" Type="http://schemas.openxmlformats.org/officeDocument/2006/relationships/image" Target="../media/image3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hyperlink" Target="mailto:learningcoach@cavc.ac.uk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26779" y="3361828"/>
            <a:ext cx="6534673" cy="2376264"/>
          </a:xfrm>
        </p:spPr>
        <p:txBody>
          <a:bodyPr vert="horz" lIns="121899" tIns="60949" rIns="121899" bIns="60949" rtlCol="0" anchor="t">
            <a:noAutofit/>
          </a:bodyPr>
          <a:lstStyle/>
          <a:p>
            <a:endParaRPr lang="en-US" sz="4400" b="1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4400" b="1">
                <a:solidFill>
                  <a:schemeClr val="accent6">
                    <a:lumMod val="75000"/>
                  </a:schemeClr>
                </a:solidFill>
              </a:rPr>
              <a:t>Cardiff &amp; Vale College</a:t>
            </a:r>
          </a:p>
          <a:p>
            <a:pPr algn="ctr"/>
            <a:r>
              <a:rPr lang="en-US" sz="4400" b="1">
                <a:solidFill>
                  <a:schemeClr val="accent6">
                    <a:lumMod val="75000"/>
                  </a:schemeClr>
                </a:solidFill>
              </a:rPr>
              <a:t> 2024 - 2025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800" y="-452735"/>
            <a:ext cx="2888296" cy="21662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0E5342-C60A-4A4B-916A-FE7740345D5B}"/>
              </a:ext>
            </a:extLst>
          </p:cNvPr>
          <p:cNvSpPr/>
          <p:nvPr/>
        </p:nvSpPr>
        <p:spPr>
          <a:xfrm>
            <a:off x="5241656" y="2413337"/>
            <a:ext cx="5896038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Welcome to CAVC</a:t>
            </a:r>
            <a:endParaRPr lang="en-US" sz="6000" b="1" cap="none" spc="0">
              <a:ln w="0"/>
              <a:solidFill>
                <a:schemeClr val="accent6">
                  <a:lumMod val="75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66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C73C0E-FB52-497D-9C00-A17D8B2E6909}"/>
              </a:ext>
            </a:extLst>
          </p:cNvPr>
          <p:cNvSpPr/>
          <p:nvPr/>
        </p:nvSpPr>
        <p:spPr>
          <a:xfrm>
            <a:off x="393356" y="1382375"/>
            <a:ext cx="1051820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Welcome all ESOL Students</a:t>
            </a:r>
            <a:endParaRPr lang="en-US" sz="72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5B86BD-9E67-48ED-8572-9B87AD262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4843" y="3142689"/>
            <a:ext cx="10844717" cy="226521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07076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08435B-9354-4485-A74D-7BFA44EF7E2F}"/>
              </a:ext>
            </a:extLst>
          </p:cNvPr>
          <p:cNvSpPr txBox="1"/>
          <p:nvPr/>
        </p:nvSpPr>
        <p:spPr>
          <a:xfrm>
            <a:off x="1565773" y="195807"/>
            <a:ext cx="9057277" cy="5647700"/>
          </a:xfrm>
          <a:prstGeom prst="rect">
            <a:avLst/>
          </a:prstGeom>
          <a:noFill/>
          <a:ln w="76200">
            <a:solidFill>
              <a:schemeClr val="accent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GB" sz="3600" b="1">
                <a:solidFill>
                  <a:schemeClr val="accent3">
                    <a:lumMod val="50000"/>
                  </a:schemeClr>
                </a:solidFill>
              </a:rPr>
              <a:t>Induction</a:t>
            </a:r>
          </a:p>
          <a:p>
            <a:pPr>
              <a:lnSpc>
                <a:spcPct val="95000"/>
              </a:lnSpc>
            </a:pPr>
            <a:r>
              <a:rPr lang="en-GB" sz="3600">
                <a:solidFill>
                  <a:schemeClr val="accent3">
                    <a:lumMod val="50000"/>
                  </a:schemeClr>
                </a:solidFill>
              </a:rPr>
              <a:t>During your induction sessions this week you will: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2800">
                <a:solidFill>
                  <a:schemeClr val="accent3">
                    <a:lumMod val="50000"/>
                  </a:schemeClr>
                </a:solidFill>
              </a:rPr>
              <a:t>Learn how to log on to your college email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2800">
                <a:solidFill>
                  <a:schemeClr val="accent3">
                    <a:lumMod val="50000"/>
                  </a:schemeClr>
                </a:solidFill>
              </a:rPr>
              <a:t>Learn how to use Teams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2800">
                <a:solidFill>
                  <a:schemeClr val="accent3">
                    <a:lumMod val="50000"/>
                  </a:schemeClr>
                </a:solidFill>
              </a:rPr>
              <a:t>Get to know each other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2800">
                <a:solidFill>
                  <a:schemeClr val="accent3">
                    <a:lumMod val="50000"/>
                  </a:schemeClr>
                </a:solidFill>
              </a:rPr>
              <a:t>Sign your learner agreement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2800">
                <a:solidFill>
                  <a:schemeClr val="accent3">
                    <a:lumMod val="50000"/>
                  </a:schemeClr>
                </a:solidFill>
              </a:rPr>
              <a:t>Complete your learner profile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2800">
                <a:solidFill>
                  <a:schemeClr val="accent3">
                    <a:lumMod val="50000"/>
                  </a:schemeClr>
                </a:solidFill>
              </a:rPr>
              <a:t>Know where to get support for learning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2800">
                <a:solidFill>
                  <a:schemeClr val="accent3">
                    <a:lumMod val="50000"/>
                  </a:schemeClr>
                </a:solidFill>
              </a:rPr>
              <a:t>Be given your timetable, exam dates, important information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2800">
                <a:solidFill>
                  <a:schemeClr val="accent3">
                    <a:lumMod val="50000"/>
                  </a:schemeClr>
                </a:solidFill>
              </a:rPr>
              <a:t>Learn about the importance of safeguarding, respect and wellbeing</a:t>
            </a:r>
          </a:p>
          <a:p>
            <a:pPr marL="742950" indent="-742950">
              <a:lnSpc>
                <a:spcPct val="95000"/>
              </a:lnSpc>
              <a:buFont typeface="+mj-lt"/>
              <a:buAutoNum type="arabicPeriod"/>
            </a:pPr>
            <a:r>
              <a:rPr lang="en-GB" sz="2800">
                <a:solidFill>
                  <a:schemeClr val="accent3">
                    <a:lumMod val="50000"/>
                  </a:schemeClr>
                </a:solidFill>
              </a:rPr>
              <a:t>Learn how to use the CAVC App</a:t>
            </a:r>
          </a:p>
        </p:txBody>
      </p:sp>
    </p:spTree>
    <p:extLst>
      <p:ext uri="{BB962C8B-B14F-4D97-AF65-F5344CB8AC3E}">
        <p14:creationId xmlns:p14="http://schemas.microsoft.com/office/powerpoint/2010/main" val="1576295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3A62-6B33-401C-899C-DFC8D347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88" y="260648"/>
            <a:ext cx="11305255" cy="1527674"/>
          </a:xfrm>
          <a:ln w="5715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ctr"/>
            <a:r>
              <a:rPr lang="en-GB" cap="none"/>
              <a:t>Icebreaker &amp; 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2BEA-B609-4DD4-BEFB-517E4FEF3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1805" y="2865068"/>
            <a:ext cx="5087060" cy="2663304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sz="3200" b="1" u="sng">
                <a:solidFill>
                  <a:srgbClr val="C00000"/>
                </a:solidFill>
              </a:rPr>
              <a:t>Tell me three things:</a:t>
            </a:r>
          </a:p>
          <a:p>
            <a:r>
              <a:rPr lang="en-GB" sz="3200">
                <a:solidFill>
                  <a:srgbClr val="C00000"/>
                </a:solidFill>
              </a:rPr>
              <a:t>Your name</a:t>
            </a:r>
          </a:p>
          <a:p>
            <a:r>
              <a:rPr lang="en-GB" sz="3200">
                <a:solidFill>
                  <a:srgbClr val="C00000"/>
                </a:solidFill>
              </a:rPr>
              <a:t>One thing you like</a:t>
            </a:r>
          </a:p>
          <a:p>
            <a:r>
              <a:rPr lang="en-GB" sz="3200">
                <a:solidFill>
                  <a:srgbClr val="C00000"/>
                </a:solidFill>
              </a:rPr>
              <a:t>One thing you don’t like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C2C59D-607B-4F95-8A49-DDBE2120D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17639" y="2865068"/>
            <a:ext cx="4257024" cy="2663304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sz="3200" b="1" u="sng">
                <a:solidFill>
                  <a:srgbClr val="C00000"/>
                </a:solidFill>
              </a:rPr>
              <a:t>True or false</a:t>
            </a:r>
          </a:p>
          <a:p>
            <a:pPr marL="0" indent="0">
              <a:buNone/>
            </a:pPr>
            <a:r>
              <a:rPr lang="en-GB" sz="3200">
                <a:solidFill>
                  <a:srgbClr val="C00000"/>
                </a:solidFill>
              </a:rPr>
              <a:t>Two true statements and one false – students have to guess which is which.</a:t>
            </a:r>
          </a:p>
          <a:p>
            <a:pPr marL="0" indent="0">
              <a:buNone/>
            </a:pPr>
            <a:endParaRPr lang="en-GB" b="1" u="sng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55F14E-D5AD-4E01-852F-B13CF576C967}"/>
              </a:ext>
            </a:extLst>
          </p:cNvPr>
          <p:cNvSpPr txBox="1"/>
          <p:nvPr/>
        </p:nvSpPr>
        <p:spPr>
          <a:xfrm>
            <a:off x="5708864" y="3828927"/>
            <a:ext cx="986167" cy="73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GB" sz="4400" b="1">
                <a:solidFill>
                  <a:srgbClr val="00B0F0"/>
                </a:solidFill>
              </a:rPr>
              <a:t>OR</a:t>
            </a:r>
          </a:p>
        </p:txBody>
      </p:sp>
      <p:pic>
        <p:nvPicPr>
          <p:cNvPr id="1028" name="Picture 4" descr="Facebook tests hiding 'like' counts after Instagram's decision to do so">
            <a:extLst>
              <a:ext uri="{FF2B5EF4-FFF2-40B4-BE49-F238E27FC236}">
                <a16:creationId xmlns:a16="http://schemas.microsoft.com/office/drawing/2014/main" id="{4FC3ECB0-C087-4F9B-BF4E-F8213C600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180" y="4005063"/>
            <a:ext cx="1236641" cy="65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isliking the Idea of a Dislike Button – MarketingChloe">
            <a:extLst>
              <a:ext uri="{FF2B5EF4-FFF2-40B4-BE49-F238E27FC236}">
                <a16:creationId xmlns:a16="http://schemas.microsoft.com/office/drawing/2014/main" id="{CAD5470E-1F54-4AD7-AEB4-E09477C30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500" y="4582995"/>
            <a:ext cx="986167" cy="75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28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Picture 7"/>
          <p:cNvPicPr/>
          <p:nvPr/>
        </p:nvPicPr>
        <p:blipFill>
          <a:blip r:embed="rId2"/>
          <a:stretch/>
        </p:blipFill>
        <p:spPr>
          <a:xfrm>
            <a:off x="8735400" y="2520"/>
            <a:ext cx="3070440" cy="2304000"/>
          </a:xfrm>
          <a:prstGeom prst="rect">
            <a:avLst/>
          </a:prstGeom>
          <a:ln>
            <a:noFill/>
          </a:ln>
        </p:spPr>
      </p:pic>
      <p:pic>
        <p:nvPicPr>
          <p:cNvPr id="240" name="Picture 11"/>
          <p:cNvPicPr/>
          <p:nvPr/>
        </p:nvPicPr>
        <p:blipFill>
          <a:blip r:embed="rId3"/>
          <a:stretch/>
        </p:blipFill>
        <p:spPr>
          <a:xfrm>
            <a:off x="261720" y="0"/>
            <a:ext cx="8242200" cy="6856920"/>
          </a:xfrm>
          <a:prstGeom prst="rect">
            <a:avLst/>
          </a:prstGeom>
          <a:ln>
            <a:noFill/>
          </a:ln>
        </p:spPr>
      </p:pic>
      <p:sp>
        <p:nvSpPr>
          <p:cNvPr id="241" name="CustomShape 1"/>
          <p:cNvSpPr/>
          <p:nvPr/>
        </p:nvSpPr>
        <p:spPr>
          <a:xfrm>
            <a:off x="8902800" y="2781000"/>
            <a:ext cx="2736000" cy="2221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1 Canal Parade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Dumballs Road</a:t>
            </a:r>
            <a:r>
              <a:rPr lang="en-US" sz="1400" b="0" strike="noStrike" spc="-1">
                <a:solidFill>
                  <a:srgbClr val="000000"/>
                </a:solidFill>
                <a:latin typeface="Century Gothic"/>
              </a:rPr>
              <a:t> </a:t>
            </a:r>
            <a:br/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Cardiff</a:t>
            </a:r>
            <a:r>
              <a:rPr lang="en-US" sz="1400" b="0" strike="noStrike" spc="-1">
                <a:solidFill>
                  <a:srgbClr val="000000"/>
                </a:solidFill>
                <a:latin typeface="Century Gothic"/>
              </a:rPr>
              <a:t> </a:t>
            </a:r>
            <a:br/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CF10 5BF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Tel: 	02920 250 250</a:t>
            </a:r>
            <a:r>
              <a:rPr lang="en-US" sz="1400" b="0" strike="noStrike" spc="-1">
                <a:solidFill>
                  <a:srgbClr val="000000"/>
                </a:solidFill>
                <a:latin typeface="Century Gothic"/>
              </a:rPr>
              <a:t> 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Century Gothic"/>
              </a:rPr>
              <a:t>ESOL:	02920 250 263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>
              <a:latin typeface="Arial"/>
            </a:endParaRPr>
          </a:p>
        </p:txBody>
      </p:sp>
      <p:sp>
        <p:nvSpPr>
          <p:cNvPr id="242" name="CustomShape 2"/>
          <p:cNvSpPr/>
          <p:nvPr/>
        </p:nvSpPr>
        <p:spPr>
          <a:xfrm>
            <a:off x="1517391" y="20375"/>
            <a:ext cx="9833049" cy="6015500"/>
          </a:xfrm>
          <a:prstGeom prst="star24">
            <a:avLst>
              <a:gd name="adj" fmla="val 37500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endParaRPr lang="en-US" sz="6000" b="1" strike="noStrike" spc="-1">
              <a:solidFill>
                <a:srgbClr val="08A5EF"/>
              </a:solidFill>
              <a:latin typeface="Century Gothic"/>
            </a:endParaRPr>
          </a:p>
          <a:p>
            <a:pPr algn="ctr">
              <a:lnSpc>
                <a:spcPct val="100000"/>
              </a:lnSpc>
            </a:pPr>
            <a:r>
              <a:rPr lang="en-US" sz="6000" b="1" strike="noStrike" spc="-1">
                <a:solidFill>
                  <a:schemeClr val="bg1"/>
                </a:solidFill>
                <a:latin typeface="Century Gothic"/>
              </a:rPr>
              <a:t>English only please:</a:t>
            </a:r>
          </a:p>
          <a:p>
            <a:pPr algn="ctr">
              <a:lnSpc>
                <a:spcPct val="100000"/>
              </a:lnSpc>
            </a:pPr>
            <a:endParaRPr lang="en-US" sz="6000" b="0" strike="noStrike" spc="-1">
              <a:latin typeface="Arial"/>
            </a:endParaRPr>
          </a:p>
          <a:p>
            <a:pPr marL="343080" indent="-342720" algn="ctr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2800" b="1" strike="noStrike" spc="-1" err="1">
                <a:solidFill>
                  <a:srgbClr val="FFFFFF"/>
                </a:solidFill>
                <a:latin typeface="Century Gothic"/>
              </a:rPr>
              <a:t>Practise</a:t>
            </a: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 your English skills</a:t>
            </a:r>
            <a:endParaRPr lang="en-US" sz="2800" b="0" strike="noStrike" spc="-1">
              <a:latin typeface="Arial"/>
            </a:endParaRPr>
          </a:p>
          <a:p>
            <a:pPr marL="343080" indent="-342720" algn="ctr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Respect others’ learning</a:t>
            </a:r>
            <a:endParaRPr lang="en-US" sz="2800" b="0" strike="noStrike" spc="-1">
              <a:latin typeface="Arial"/>
            </a:endParaRPr>
          </a:p>
          <a:p>
            <a:pPr marL="343080" indent="-342720" algn="ctr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Include everyone</a:t>
            </a:r>
            <a:endParaRPr lang="en-US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0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15DD83-693F-4300-B7D8-3552217D35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53" t="26204" r="13602" b="14863"/>
          <a:stretch/>
        </p:blipFill>
        <p:spPr>
          <a:xfrm>
            <a:off x="1842873" y="2636843"/>
            <a:ext cx="9037320" cy="4038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093D92-FA09-450D-8441-A48A167E424A}"/>
              </a:ext>
            </a:extLst>
          </p:cNvPr>
          <p:cNvSpPr/>
          <p:nvPr/>
        </p:nvSpPr>
        <p:spPr>
          <a:xfrm>
            <a:off x="1743362" y="1178184"/>
            <a:ext cx="9039415" cy="255454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4000" u="sng" dirty="0">
                <a:solidFill>
                  <a:srgbClr val="0563C1"/>
                </a:solidFill>
                <a:latin typeface="Century Gothic"/>
                <a:ea typeface="Calibri"/>
                <a:cs typeface="Times New Roman"/>
              </a:rPr>
              <a:t>Welcome to CAVC</a:t>
            </a:r>
          </a:p>
          <a:p>
            <a:pPr algn="ctr"/>
            <a:r>
              <a:rPr lang="en-GB" sz="4000" u="sng" dirty="0">
                <a:solidFill>
                  <a:srgbClr val="0563C1"/>
                </a:solidFill>
                <a:latin typeface="Century Gothic"/>
                <a:ea typeface="Calibri"/>
                <a:cs typeface="Times New Roman"/>
              </a:rPr>
              <a:t>Welcome message – Sharon James</a:t>
            </a:r>
          </a:p>
          <a:p>
            <a:pPr algn="ctr"/>
            <a:endParaRPr lang="en-GB" sz="4000" u="sng" dirty="0">
              <a:solidFill>
                <a:srgbClr val="0563C1"/>
              </a:solidFill>
              <a:latin typeface="Century Gothic"/>
              <a:ea typeface="Calibri"/>
              <a:cs typeface="Times New Roman"/>
            </a:endParaRPr>
          </a:p>
          <a:p>
            <a:pPr algn="ctr"/>
            <a:endParaRPr lang="en-GB" sz="4000" dirty="0">
              <a:solidFill>
                <a:srgbClr val="FF0000"/>
              </a:solidFill>
              <a:latin typeface="Century Gothic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691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AC1F-3688-4580-B203-7CDB958EFB86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57150"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br>
              <a:rPr lang="en-GB" cap="none">
                <a:latin typeface="+mn-lt"/>
              </a:rPr>
            </a:br>
            <a:r>
              <a:rPr lang="en-GB" cap="none">
                <a:latin typeface="+mn-lt"/>
              </a:rPr>
              <a:t>Learn how to log onto your College Email</a:t>
            </a:r>
            <a:br>
              <a:rPr lang="en-GB" cap="none">
                <a:latin typeface="+mn-lt"/>
              </a:rPr>
            </a:br>
            <a:endParaRPr lang="en-GB" cap="none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4D98C-2E9E-438B-877D-AC2E23AF4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8862" y="2438401"/>
            <a:ext cx="4548263" cy="1162050"/>
          </a:xfrm>
        </p:spPr>
        <p:txBody>
          <a:bodyPr vert="horz" lIns="45720" tIns="45720" rIns="45720" bIns="45720" rtlCol="0" anchor="t">
            <a:normAutofit/>
          </a:bodyPr>
          <a:lstStyle/>
          <a:p>
            <a:pPr marL="0" indent="0">
              <a:buNone/>
            </a:pPr>
            <a:r>
              <a:rPr lang="en-GB" sz="4000" dirty="0">
                <a:ea typeface="+mn-lt"/>
                <a:cs typeface="+mn-lt"/>
                <a:hlinkClick r:id="rId2"/>
              </a:rPr>
              <a:t>Log in to Office 365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53713-88FB-4EBF-8F4B-0CA616159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179320" y="3858293"/>
            <a:ext cx="1829752" cy="182975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0A1DCF-1247-46E2-AE40-F218DA7E12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182820" y="3858293"/>
            <a:ext cx="1829753" cy="182975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3084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BC96AA-5DD5-42EE-AC66-F500DB6E1E6E}"/>
              </a:ext>
            </a:extLst>
          </p:cNvPr>
          <p:cNvSpPr txBox="1"/>
          <p:nvPr/>
        </p:nvSpPr>
        <p:spPr>
          <a:xfrm>
            <a:off x="1264920" y="838200"/>
            <a:ext cx="9896782" cy="84537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4800"/>
              <a:t>Learn how to log on and use Teams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629D56-CD1A-4FEF-AD71-CEAFD7905C70}"/>
              </a:ext>
            </a:extLst>
          </p:cNvPr>
          <p:cNvSpPr/>
          <p:nvPr/>
        </p:nvSpPr>
        <p:spPr>
          <a:xfrm>
            <a:off x="577892" y="2200560"/>
            <a:ext cx="8047636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200" b="1" dirty="0">
                <a:ea typeface="+mn-lt"/>
                <a:cs typeface="+mn-lt"/>
                <a:hlinkClick r:id="rId2"/>
              </a:rPr>
              <a:t>Accessing and Using Teams</a:t>
            </a:r>
            <a:endParaRPr lang="en-US" sz="32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90084A-562A-4FDB-8351-8FD5ACD91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5810" y="4191829"/>
            <a:ext cx="4318199" cy="24422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51EBAAB-8AEC-4EEF-A1DB-D6F0B34A6E42}"/>
              </a:ext>
            </a:extLst>
          </p:cNvPr>
          <p:cNvSpPr/>
          <p:nvPr/>
        </p:nvSpPr>
        <p:spPr>
          <a:xfrm>
            <a:off x="1004963" y="3055623"/>
            <a:ext cx="82344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u="sng">
                <a:solidFill>
                  <a:srgbClr val="0563C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Logging onto Teams for the first time Video</a:t>
            </a:r>
            <a:endParaRPr lang="en-GB" sz="28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307D36-850E-4515-8600-A372A37EAD14}"/>
              </a:ext>
            </a:extLst>
          </p:cNvPr>
          <p:cNvSpPr/>
          <p:nvPr/>
        </p:nvSpPr>
        <p:spPr>
          <a:xfrm>
            <a:off x="7226541" y="4433054"/>
            <a:ext cx="33089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u="sng">
                <a:solidFill>
                  <a:srgbClr val="0563C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Immersive Reader</a:t>
            </a:r>
            <a:endParaRPr lang="en-GB" sz="2800" b="1"/>
          </a:p>
        </p:txBody>
      </p:sp>
    </p:spTree>
    <p:extLst>
      <p:ext uri="{BB962C8B-B14F-4D97-AF65-F5344CB8AC3E}">
        <p14:creationId xmlns:p14="http://schemas.microsoft.com/office/powerpoint/2010/main" val="394435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llege app&#10;&#10;Description automatically generated">
            <a:extLst>
              <a:ext uri="{FF2B5EF4-FFF2-40B4-BE49-F238E27FC236}">
                <a16:creationId xmlns:a16="http://schemas.microsoft.com/office/drawing/2014/main" id="{E6DB79F4-5F90-94D6-6E05-82E116746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10" y="147560"/>
            <a:ext cx="11588120" cy="652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7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86C5F598-AA30-A43A-AAFB-D6A767AE3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" y="-2335"/>
            <a:ext cx="12185951" cy="686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0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199D1AA3-D5E3-ABD6-D9CF-32196024A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52" y="-7026"/>
            <a:ext cx="11816701" cy="674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9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F22D-B6EE-4C9E-BC20-CC90093E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131697"/>
            <a:ext cx="10157354" cy="1068536"/>
          </a:xfrm>
          <a:ln w="571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6000" b="1" cap="none"/>
              <a:t>Induction Period</a:t>
            </a:r>
            <a:endParaRPr lang="en-GB" sz="6000" b="1" cap="none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20545-26A0-403B-AFAB-A9249DF8E346}"/>
              </a:ext>
            </a:extLst>
          </p:cNvPr>
          <p:cNvSpPr txBox="1"/>
          <p:nvPr/>
        </p:nvSpPr>
        <p:spPr>
          <a:xfrm>
            <a:off x="3485748" y="1690062"/>
            <a:ext cx="7913772" cy="34778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rgbClr val="0070C0"/>
                </a:solidFill>
              </a:rPr>
              <a:t>You will complete an initial assessment to check your English level and to give you targets to work towards  - your tutor will tell you when you will do this.</a:t>
            </a:r>
            <a:endParaRPr lang="en-US" sz="4400" b="1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7DCAA-7BE7-4C34-BC0A-A4448AE824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0040" y="2819400"/>
            <a:ext cx="2871893" cy="16154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8830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D72EA0-9441-4D04-9011-118F3DF74B0B}"/>
              </a:ext>
            </a:extLst>
          </p:cNvPr>
          <p:cNvSpPr txBox="1"/>
          <p:nvPr/>
        </p:nvSpPr>
        <p:spPr>
          <a:xfrm>
            <a:off x="3081746" y="498967"/>
            <a:ext cx="6732814" cy="57723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dirty="0" err="1">
                <a:solidFill>
                  <a:srgbClr val="0070C0"/>
                </a:solidFill>
              </a:rPr>
              <a:t>Maths</a:t>
            </a:r>
            <a:r>
              <a:rPr lang="en-US" sz="4400" dirty="0">
                <a:solidFill>
                  <a:srgbClr val="0070C0"/>
                </a:solidFill>
              </a:rPr>
              <a:t> assessment for -  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70C0"/>
                </a:solidFill>
              </a:rPr>
              <a:t>All learners in Entry 2 and above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70C0"/>
                </a:solidFill>
              </a:rPr>
              <a:t>New learners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70C0"/>
                </a:solidFill>
              </a:rPr>
              <a:t>Learners who have progressed from PT course </a:t>
            </a:r>
          </a:p>
          <a:p>
            <a:r>
              <a:rPr lang="en-US" sz="4400" b="1" dirty="0">
                <a:solidFill>
                  <a:srgbClr val="0070C0"/>
                </a:solidFill>
              </a:rPr>
              <a:t>Friday 6</a:t>
            </a:r>
            <a:r>
              <a:rPr lang="en-US" sz="4400" b="1" baseline="30000" dirty="0">
                <a:solidFill>
                  <a:srgbClr val="0070C0"/>
                </a:solidFill>
              </a:rPr>
              <a:t>th</a:t>
            </a:r>
            <a:r>
              <a:rPr lang="en-US" sz="4400" b="1" dirty="0">
                <a:solidFill>
                  <a:srgbClr val="0070C0"/>
                </a:solidFill>
              </a:rPr>
              <a:t> September</a:t>
            </a:r>
          </a:p>
          <a:p>
            <a:pPr>
              <a:lnSpc>
                <a:spcPct val="95000"/>
              </a:lnSpc>
            </a:pPr>
            <a:endParaRPr lang="en-GB" dirty="0"/>
          </a:p>
        </p:txBody>
      </p:sp>
      <p:pic>
        <p:nvPicPr>
          <p:cNvPr id="3" name="Picture 4" descr="See the source image">
            <a:extLst>
              <a:ext uri="{FF2B5EF4-FFF2-40B4-BE49-F238E27FC236}">
                <a16:creationId xmlns:a16="http://schemas.microsoft.com/office/drawing/2014/main" id="{1C5B6290-18A7-42A3-A7D4-B71772C5C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693" y="348274"/>
            <a:ext cx="1232687" cy="152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87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788" y="256992"/>
            <a:ext cx="11161240" cy="1011768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Blended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968" y="1422484"/>
            <a:ext cx="11205809" cy="5178523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>
                <a:solidFill>
                  <a:srgbClr val="FF0000"/>
                </a:solidFill>
              </a:rPr>
              <a:t>You will: </a:t>
            </a:r>
          </a:p>
          <a:p>
            <a:pPr marL="0" indent="0">
              <a:lnSpc>
                <a:spcPct val="200000"/>
              </a:lnSpc>
              <a:spcBef>
                <a:spcPts val="1200"/>
              </a:spcBef>
              <a:buNone/>
            </a:pPr>
            <a:r>
              <a:rPr lang="en-US" sz="2800" b="1">
                <a:solidFill>
                  <a:srgbClr val="C00000"/>
                </a:solidFill>
              </a:rPr>
              <a:t>Study face to face</a:t>
            </a:r>
            <a:endParaRPr lang="en-US" sz="2800" b="1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200000"/>
              </a:lnSpc>
              <a:spcBef>
                <a:spcPts val="1200"/>
              </a:spcBef>
              <a:buNone/>
            </a:pPr>
            <a:r>
              <a:rPr lang="en-US" sz="2800" b="1">
                <a:solidFill>
                  <a:srgbClr val="C00000"/>
                </a:solidFill>
              </a:rPr>
              <a:t>and study online.                           This is called blended learning.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2800" b="1">
                <a:solidFill>
                  <a:srgbClr val="C00000"/>
                </a:solidFill>
              </a:rPr>
              <a:t>Sometimes you will meet with your teacher online.  This is a live session.  Sometimes your teacher may record a lesson for you and you will have to complete it by a set time.</a:t>
            </a:r>
          </a:p>
          <a:p>
            <a:pPr marL="0" indent="0">
              <a:lnSpc>
                <a:spcPct val="200000"/>
              </a:lnSpc>
              <a:spcBef>
                <a:spcPts val="1200"/>
              </a:spcBef>
              <a:buNone/>
            </a:pPr>
            <a:r>
              <a:rPr lang="en-US" sz="2800" b="1">
                <a:solidFill>
                  <a:srgbClr val="C00000"/>
                </a:solidFill>
              </a:rPr>
              <a:t> </a:t>
            </a:r>
            <a:r>
              <a:rPr lang="en-US" sz="2800" b="1">
                <a:solidFill>
                  <a:srgbClr val="FF0000"/>
                </a:solidFill>
              </a:rPr>
              <a:t>You will also need to complete regular homework.</a:t>
            </a:r>
          </a:p>
          <a:p>
            <a:endParaRPr lang="en-US" sz="4000" b="1"/>
          </a:p>
        </p:txBody>
      </p:sp>
      <p:pic>
        <p:nvPicPr>
          <p:cNvPr id="4" name="Picture 2" descr="Students Female Teacher Classroom Interiorcartoon School Stock Vector  (Royalty Free) 1029811711">
            <a:extLst>
              <a:ext uri="{FF2B5EF4-FFF2-40B4-BE49-F238E27FC236}">
                <a16:creationId xmlns:a16="http://schemas.microsoft.com/office/drawing/2014/main" id="{BDB5E5AB-664D-4700-8E84-9217A650A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757" y="1610000"/>
            <a:ext cx="2208449" cy="125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Study Online Graphics, Designs &amp; Templates from GraphicRiver">
            <a:extLst>
              <a:ext uri="{FF2B5EF4-FFF2-40B4-BE49-F238E27FC236}">
                <a16:creationId xmlns:a16="http://schemas.microsoft.com/office/drawing/2014/main" id="{C847BF04-B3A8-447D-9D1D-CB5E7161A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260" y="-1683568"/>
            <a:ext cx="1168946" cy="116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Great TED Talks for language practice | TED Talks">
            <a:extLst>
              <a:ext uri="{FF2B5EF4-FFF2-40B4-BE49-F238E27FC236}">
                <a16:creationId xmlns:a16="http://schemas.microsoft.com/office/drawing/2014/main" id="{1C87748B-12C4-427F-9337-18A05401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012" y="3016004"/>
            <a:ext cx="1067969" cy="106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73511F-0DCB-45E9-8298-49F7EE4D98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868093" y="5328836"/>
            <a:ext cx="1114107" cy="112916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0085744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804" y="56489"/>
            <a:ext cx="10873208" cy="883387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4950" b="1" cap="none" dirty="0">
                <a:solidFill>
                  <a:srgbClr val="FF0000"/>
                </a:solidFill>
              </a:rPr>
              <a:t>ESOL 16/17-hours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804" y="1062145"/>
            <a:ext cx="10873208" cy="5585468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>
                <a:solidFill>
                  <a:srgbClr val="FF0000"/>
                </a:solidFill>
              </a:rPr>
              <a:t>You will study:</a:t>
            </a:r>
          </a:p>
          <a:p>
            <a:r>
              <a:rPr lang="en-US" sz="3600" b="1">
                <a:solidFill>
                  <a:srgbClr val="FF0000"/>
                </a:solidFill>
              </a:rPr>
              <a:t>Integrated skills: </a:t>
            </a:r>
          </a:p>
          <a:p>
            <a:pPr marL="0" indent="0">
              <a:buNone/>
            </a:pPr>
            <a:r>
              <a:rPr lang="en-US" sz="3600" b="1">
                <a:solidFill>
                  <a:srgbClr val="FF0000"/>
                </a:solidFill>
              </a:rPr>
              <a:t>	</a:t>
            </a:r>
            <a:r>
              <a:rPr lang="en-US" sz="2800" b="1">
                <a:solidFill>
                  <a:srgbClr val="FF0000"/>
                </a:solidFill>
              </a:rPr>
              <a:t>speaking</a:t>
            </a:r>
          </a:p>
          <a:p>
            <a:pPr marL="0" indent="0">
              <a:buNone/>
            </a:pPr>
            <a:r>
              <a:rPr lang="en-US" sz="2800" b="1">
                <a:solidFill>
                  <a:srgbClr val="FF0000"/>
                </a:solidFill>
              </a:rPr>
              <a:t>	listening</a:t>
            </a:r>
          </a:p>
          <a:p>
            <a:pPr marL="0" indent="0">
              <a:buNone/>
            </a:pPr>
            <a:r>
              <a:rPr lang="en-US" sz="2800" b="1">
                <a:solidFill>
                  <a:srgbClr val="FF0000"/>
                </a:solidFill>
              </a:rPr>
              <a:t>	reading</a:t>
            </a:r>
          </a:p>
          <a:p>
            <a:pPr marL="0" indent="0">
              <a:buNone/>
            </a:pPr>
            <a:r>
              <a:rPr lang="en-US" sz="2800" b="1">
                <a:solidFill>
                  <a:srgbClr val="FF0000"/>
                </a:solidFill>
              </a:rPr>
              <a:t>	writing</a:t>
            </a:r>
          </a:p>
          <a:p>
            <a:r>
              <a:rPr lang="en-US" sz="3600" b="1">
                <a:solidFill>
                  <a:srgbClr val="FF0000"/>
                </a:solidFill>
              </a:rPr>
              <a:t>Cultural topical &amp; grammar </a:t>
            </a:r>
          </a:p>
          <a:p>
            <a:r>
              <a:rPr lang="en-US" sz="3600" b="1">
                <a:solidFill>
                  <a:srgbClr val="FF0000"/>
                </a:solidFill>
              </a:rPr>
              <a:t>Numeracy – E2 and above</a:t>
            </a:r>
          </a:p>
          <a:p>
            <a:pPr marL="0" indent="0">
              <a:buNone/>
            </a:pPr>
            <a:endParaRPr lang="en-US" sz="3200" b="1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3600" b="1"/>
              <a:t>.</a:t>
            </a:r>
          </a:p>
        </p:txBody>
      </p:sp>
      <p:pic>
        <p:nvPicPr>
          <p:cNvPr id="5124" name="Picture 4" descr="Man Speaking Cartoon High Resolution Stock Photography and Images - Alamy">
            <a:extLst>
              <a:ext uri="{FF2B5EF4-FFF2-40B4-BE49-F238E27FC236}">
                <a16:creationId xmlns:a16="http://schemas.microsoft.com/office/drawing/2014/main" id="{371F25DF-F322-4F6A-896F-DCCD83E77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972" y="1366007"/>
            <a:ext cx="1159828" cy="136153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lip Art Kid Listening , Transparent Cartoon, Free Cliparts &amp; Silhouettes -  NetClipart">
            <a:extLst>
              <a:ext uri="{FF2B5EF4-FFF2-40B4-BE49-F238E27FC236}">
                <a16:creationId xmlns:a16="http://schemas.microsoft.com/office/drawing/2014/main" id="{53206D39-2F24-4497-94F3-A0472C6E2C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435"/>
          <a:stretch/>
        </p:blipFill>
        <p:spPr bwMode="auto">
          <a:xfrm>
            <a:off x="5829035" y="2912621"/>
            <a:ext cx="1351438" cy="103304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Child reading adult reading clipart - WikiClipArt">
            <a:extLst>
              <a:ext uri="{FF2B5EF4-FFF2-40B4-BE49-F238E27FC236}">
                <a16:creationId xmlns:a16="http://schemas.microsoft.com/office/drawing/2014/main" id="{6D5E18CC-9A60-4DE3-87E0-D5F3F1CFC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206" y="4263738"/>
            <a:ext cx="1351438" cy="103304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Young African-american Journalist Writing Notes. Stock Vector -  Illustration of journalist, adult: 114154036">
            <a:extLst>
              <a:ext uri="{FF2B5EF4-FFF2-40B4-BE49-F238E27FC236}">
                <a16:creationId xmlns:a16="http://schemas.microsoft.com/office/drawing/2014/main" id="{C282ABCF-B0FD-4957-9139-19F3C40A8C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64"/>
          <a:stretch/>
        </p:blipFill>
        <p:spPr bwMode="auto">
          <a:xfrm>
            <a:off x="8296832" y="5296496"/>
            <a:ext cx="1197688" cy="124897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704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3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261720" y="0"/>
            <a:ext cx="11665080" cy="6857640"/>
          </a:xfrm>
          <a:prstGeom prst="rect">
            <a:avLst/>
          </a:prstGeom>
          <a:ln>
            <a:noFill/>
          </a:ln>
        </p:spPr>
      </p:pic>
      <p:sp>
        <p:nvSpPr>
          <p:cNvPr id="249" name="TextShape 1"/>
          <p:cNvSpPr txBox="1"/>
          <p:nvPr/>
        </p:nvSpPr>
        <p:spPr>
          <a:xfrm>
            <a:off x="909720" y="361440"/>
            <a:ext cx="10296720" cy="8830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80">
            <a:solidFill>
              <a:srgbClr val="FFFFFF"/>
            </a:solidFill>
            <a:miter/>
          </a:ln>
        </p:spPr>
        <p:txBody>
          <a:bodyPr lIns="122040" tIns="60840" rIns="122040" bIns="60840" anchor="b"/>
          <a:lstStyle/>
          <a:p>
            <a:pPr algn="ctr">
              <a:lnSpc>
                <a:spcPct val="85000"/>
              </a:lnSpc>
            </a:pPr>
            <a:r>
              <a:rPr lang="en-US" sz="4400" b="1" strike="noStrike" spc="-1" dirty="0">
                <a:solidFill>
                  <a:srgbClr val="FF0000"/>
                </a:solidFill>
                <a:latin typeface="Century Gothic"/>
              </a:rPr>
              <a:t>ESOL </a:t>
            </a:r>
            <a:r>
              <a:rPr lang="en-US" sz="4400" b="1" spc="-1" dirty="0">
                <a:solidFill>
                  <a:srgbClr val="FF0000"/>
                </a:solidFill>
                <a:latin typeface="Century Gothic"/>
              </a:rPr>
              <a:t>16/17-hours</a:t>
            </a:r>
            <a:endParaRPr lang="en-US" sz="4400" b="0" strike="noStrike" spc="-1" dirty="0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250" name="TextShape 2"/>
          <p:cNvSpPr txBox="1"/>
          <p:nvPr/>
        </p:nvSpPr>
        <p:spPr>
          <a:xfrm>
            <a:off x="945900" y="1452600"/>
            <a:ext cx="10296720" cy="48279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80">
            <a:solidFill>
              <a:srgbClr val="FFFFFF"/>
            </a:solidFill>
            <a:miter/>
          </a:ln>
        </p:spPr>
        <p:txBody>
          <a:bodyPr lIns="122040" tIns="60840" rIns="122040" bIns="60840"/>
          <a:lstStyle/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800" b="1" strike="noStrike" spc="-1">
                <a:solidFill>
                  <a:srgbClr val="FF0000"/>
                </a:solidFill>
                <a:latin typeface="Century Gothic"/>
              </a:rPr>
              <a:t>You will also have:</a:t>
            </a:r>
            <a:endParaRPr lang="en-US" sz="2800" b="0" strike="noStrike" spc="-1">
              <a:solidFill>
                <a:srgbClr val="FF0000"/>
              </a:solidFill>
              <a:latin typeface="Century Gothic"/>
            </a:endParaRPr>
          </a:p>
          <a:p>
            <a:pPr marL="304920" indent="-304560">
              <a:lnSpc>
                <a:spcPct val="95000"/>
              </a:lnSpc>
              <a:spcBef>
                <a:spcPts val="1865"/>
              </a:spcBef>
              <a:buClr>
                <a:srgbClr val="066EA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FF0000"/>
                </a:solidFill>
                <a:latin typeface="Century Gothic"/>
              </a:rPr>
              <a:t>ILP classes (Independent Learning Plan)</a:t>
            </a:r>
            <a:endParaRPr lang="en-US" sz="2800" b="0" strike="noStrike" spc="-1">
              <a:solidFill>
                <a:srgbClr val="FF0000"/>
              </a:solidFill>
              <a:latin typeface="Century Gothic"/>
            </a:endParaRPr>
          </a:p>
          <a:p>
            <a:pPr marL="304920" indent="-304560">
              <a:lnSpc>
                <a:spcPct val="95000"/>
              </a:lnSpc>
              <a:spcBef>
                <a:spcPts val="1865"/>
              </a:spcBef>
              <a:buClr>
                <a:srgbClr val="066EA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FF0000"/>
                </a:solidFill>
                <a:latin typeface="Century Gothic"/>
              </a:rPr>
              <a:t>Tutorial sessions</a:t>
            </a:r>
            <a:endParaRPr lang="en-US" sz="2800" b="0" strike="noStrike" spc="-1">
              <a:solidFill>
                <a:srgbClr val="FF0000"/>
              </a:solidFill>
              <a:latin typeface="Century Gothic"/>
            </a:endParaRPr>
          </a:p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800" b="1" strike="noStrike" spc="-1">
                <a:solidFill>
                  <a:srgbClr val="FF0000"/>
                </a:solidFill>
                <a:latin typeface="Century Gothic"/>
              </a:rPr>
              <a:t>For Entry 3 and Above</a:t>
            </a:r>
          </a:p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800" b="1" strike="noStrike" spc="-1">
                <a:solidFill>
                  <a:srgbClr val="FF0000"/>
                </a:solidFill>
                <a:latin typeface="Century Gothic"/>
              </a:rPr>
              <a:t>ESOL+ - additional area of specialism</a:t>
            </a:r>
            <a:endParaRPr lang="en-US" sz="2800" b="0" strike="noStrike" spc="-1">
              <a:solidFill>
                <a:srgbClr val="FF0000"/>
              </a:solidFill>
              <a:latin typeface="Century Gothic"/>
            </a:endParaRPr>
          </a:p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000" b="1" spc="-1">
                <a:solidFill>
                  <a:srgbClr val="FF0000"/>
                </a:solidFill>
                <a:latin typeface="Century Gothic"/>
              </a:rPr>
              <a:t>Also, for anyone who deals with the Job Centre, this is </a:t>
            </a:r>
            <a:r>
              <a:rPr lang="en-US" sz="2000" b="1" u="sng" spc="-1">
                <a:solidFill>
                  <a:srgbClr val="FF0000"/>
                </a:solidFill>
                <a:latin typeface="Century Gothic"/>
              </a:rPr>
              <a:t>not</a:t>
            </a:r>
            <a:r>
              <a:rPr lang="en-US" sz="2000" b="1" spc="-1">
                <a:solidFill>
                  <a:srgbClr val="FF0000"/>
                </a:solidFill>
                <a:latin typeface="Century Gothic"/>
              </a:rPr>
              <a:t> a full-time course. It is only 17-hours, which is </a:t>
            </a:r>
            <a:r>
              <a:rPr lang="en-US" sz="2000" b="1" u="sng" spc="-1">
                <a:solidFill>
                  <a:srgbClr val="FF0000"/>
                </a:solidFill>
                <a:latin typeface="Century Gothic"/>
              </a:rPr>
              <a:t>less</a:t>
            </a:r>
            <a:r>
              <a:rPr lang="en-US" sz="2000" b="1" spc="-1">
                <a:solidFill>
                  <a:srgbClr val="FF0000"/>
                </a:solidFill>
                <a:latin typeface="Century Gothic"/>
              </a:rPr>
              <a:t> than the official number for “full-time” study. </a:t>
            </a:r>
            <a:endParaRPr lang="en-US" sz="2000" spc="-1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000" b="1" spc="-1">
                <a:solidFill>
                  <a:srgbClr val="FF0000"/>
                </a:solidFill>
                <a:latin typeface="Century Gothic"/>
              </a:rPr>
              <a:t>If you were mistakenly to tell the Job Centre you are on a full-time course, you could lose your benefits immediately.</a:t>
            </a:r>
            <a:endParaRPr lang="en-US" sz="2000" spc="-1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95000"/>
              </a:lnSpc>
              <a:spcBef>
                <a:spcPts val="1865"/>
              </a:spcBef>
            </a:pPr>
            <a:endParaRPr lang="en-US" sz="4000" b="0" strike="noStrike" spc="-1">
              <a:solidFill>
                <a:srgbClr val="FF0000"/>
              </a:solidFill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1000"/>
                                        <p:tgtEl>
                                          <p:spTgt spid="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" dur="1000" fill="hold"/>
                                        <p:tgtEl>
                                          <p:spTgt spid="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1000" fill="hold"/>
                                        <p:tgtEl>
                                          <p:spTgt spid="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1000"/>
                                        <p:tgtEl>
                                          <p:spTgt spid="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1000" fill="hold"/>
                                        <p:tgtEl>
                                          <p:spTgt spid="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812" y="256992"/>
            <a:ext cx="10513168" cy="987786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4950" b="1" cap="none" dirty="0">
                <a:solidFill>
                  <a:srgbClr val="FF0000"/>
                </a:solidFill>
              </a:rPr>
              <a:t>ESOL 16/17-hours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812" y="1628800"/>
            <a:ext cx="10513168" cy="4972209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lIns="45720" tIns="45720" rIns="45720" bIns="45720" rtlCol="0" anchor="t">
            <a:noAutofit/>
          </a:bodyPr>
          <a:lstStyle/>
          <a:p>
            <a:pPr marL="0" indent="0">
              <a:buNone/>
            </a:pPr>
            <a:r>
              <a:rPr lang="en-US" sz="2800">
                <a:solidFill>
                  <a:srgbClr val="FF0000"/>
                </a:solidFill>
              </a:rPr>
              <a:t>There will also be:</a:t>
            </a:r>
          </a:p>
          <a:p>
            <a:pPr marL="90805" indent="-90805"/>
            <a:r>
              <a:rPr lang="en-US" sz="2800">
                <a:solidFill>
                  <a:srgbClr val="FF0000"/>
                </a:solidFill>
              </a:rPr>
              <a:t>Personal targets to work towards</a:t>
            </a:r>
          </a:p>
          <a:p>
            <a:pPr marL="90805" indent="-90805"/>
            <a:r>
              <a:rPr lang="en-US" sz="2800">
                <a:solidFill>
                  <a:srgbClr val="FF0000"/>
                </a:solidFill>
              </a:rPr>
              <a:t>Regular progress tests</a:t>
            </a:r>
          </a:p>
          <a:p>
            <a:pPr marL="90805" indent="-90805"/>
            <a:r>
              <a:rPr lang="en-US" sz="2800">
                <a:solidFill>
                  <a:srgbClr val="FF0000"/>
                </a:solidFill>
              </a:rPr>
              <a:t>Final exams - Ascentis </a:t>
            </a:r>
          </a:p>
          <a:p>
            <a:pPr marL="264795" lvl="1" indent="-136525"/>
            <a:endParaRPr lang="en-US" sz="2800">
              <a:solidFill>
                <a:srgbClr val="FF0000"/>
              </a:solidFill>
            </a:endParaRPr>
          </a:p>
          <a:p>
            <a:pPr marL="264795" lvl="1" indent="-136525"/>
            <a:r>
              <a:rPr lang="en-US" sz="2800">
                <a:solidFill>
                  <a:srgbClr val="FF0000"/>
                </a:solidFill>
              </a:rPr>
              <a:t>Provisional Dates- these are not definite!</a:t>
            </a:r>
          </a:p>
          <a:p>
            <a:pPr marL="264795" lvl="1" indent="-136525"/>
            <a:r>
              <a:rPr lang="en-US" sz="2800">
                <a:solidFill>
                  <a:srgbClr val="FF0000"/>
                </a:solidFill>
              </a:rPr>
              <a:t>Speaking and listening WC 7th – 10th April 2025</a:t>
            </a:r>
          </a:p>
          <a:p>
            <a:pPr marL="264795" lvl="1" indent="-136525"/>
            <a:r>
              <a:rPr lang="en-US" sz="2800">
                <a:solidFill>
                  <a:srgbClr val="FF0000"/>
                </a:solidFill>
              </a:rPr>
              <a:t>Writing WC 9th – 12th June 2025</a:t>
            </a:r>
          </a:p>
          <a:p>
            <a:pPr marL="264795" lvl="1" indent="-136525"/>
            <a:r>
              <a:rPr lang="en-US" sz="2800">
                <a:solidFill>
                  <a:srgbClr val="FF0000"/>
                </a:solidFill>
                <a:latin typeface="TW Cen MT"/>
              </a:rPr>
              <a:t>Reading WC 16th – 19th June 2025</a:t>
            </a:r>
            <a:endParaRPr lang="en-US" sz="2800">
              <a:solidFill>
                <a:srgbClr val="FF0000"/>
              </a:solidFill>
            </a:endParaRPr>
          </a:p>
          <a:p>
            <a:pPr marL="90805" indent="-90805"/>
            <a:endParaRPr lang="en-US" sz="36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B10A4-0278-4C18-A7EA-C37E6BB0C2B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52559" y="4988218"/>
            <a:ext cx="2825139" cy="14746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52479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3A62-6B33-401C-899C-DFC8D347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35969"/>
          </a:xfrm>
          <a:ln w="57150"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GB" sz="5400" b="1" cap="none" dirty="0">
                <a:solidFill>
                  <a:schemeClr val="accent6">
                    <a:lumMod val="75000"/>
                  </a:schemeClr>
                </a:solidFill>
              </a:rPr>
              <a:t>Icebreaker</a:t>
            </a:r>
            <a:br>
              <a:rPr lang="en-GB" sz="5400" b="1" cap="none" dirty="0"/>
            </a:br>
            <a:r>
              <a:rPr lang="en-GB" sz="5400" b="1" cap="none" dirty="0">
                <a:solidFill>
                  <a:schemeClr val="accent6">
                    <a:lumMod val="75000"/>
                  </a:schemeClr>
                </a:solidFill>
              </a:rPr>
              <a:t>Choose: </a:t>
            </a:r>
            <a:r>
              <a:rPr lang="en-GB" sz="5400" cap="none" dirty="0">
                <a:solidFill>
                  <a:schemeClr val="accent6">
                    <a:lumMod val="75000"/>
                  </a:schemeClr>
                </a:solidFill>
                <a:ea typeface="+mj-lt"/>
                <a:cs typeface="+mj-lt"/>
                <a:hlinkClick r:id="rId2"/>
              </a:rPr>
              <a:t>Ice-breakers</a:t>
            </a:r>
            <a:endParaRPr lang="en-GB" sz="5400" cap="non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28EA37B-B1F0-4E02-8E07-28208366D3B6}"/>
              </a:ext>
            </a:extLst>
          </p:cNvPr>
          <p:cNvSpPr txBox="1">
            <a:spLocks/>
          </p:cNvSpPr>
          <p:nvPr/>
        </p:nvSpPr>
        <p:spPr>
          <a:xfrm>
            <a:off x="7210219" y="2150858"/>
            <a:ext cx="3536943" cy="32403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lIns="121899" tIns="60949" rIns="121899" bIns="60949" rtlCol="0" anchor="t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itchFamily="34" charset="0"/>
              <a:buChar char="–"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11328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800" i="0">
                <a:solidFill>
                  <a:schemeClr val="accent5"/>
                </a:solidFill>
                <a:effectLst/>
              </a:rPr>
              <a:t>Guess the sound quiz</a:t>
            </a:r>
            <a:endParaRPr lang="en-GB" sz="280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GB" sz="2800">
                <a:solidFill>
                  <a:schemeClr val="accent5"/>
                </a:solidFill>
                <a:hlinkClick r:id="rId3"/>
              </a:rPr>
              <a:t>Vehicle Sounds</a:t>
            </a:r>
            <a:endParaRPr lang="en-GB" sz="280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GB" sz="2800">
                <a:solidFill>
                  <a:schemeClr val="accent5"/>
                </a:solidFill>
                <a:hlinkClick r:id="rId4"/>
              </a:rPr>
              <a:t>Household sounds game</a:t>
            </a:r>
            <a:r>
              <a:rPr lang="en-GB" sz="2800">
                <a:solidFill>
                  <a:schemeClr val="accent5"/>
                </a:solidFill>
              </a:rPr>
              <a:t> </a:t>
            </a:r>
          </a:p>
          <a:p>
            <a:pPr marL="0" indent="0">
              <a:buNone/>
            </a:pPr>
            <a:endParaRPr lang="en-GB" sz="280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GB" sz="1400">
              <a:solidFill>
                <a:srgbClr val="FFC0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GB" sz="1200" i="1">
              <a:solidFill>
                <a:srgbClr val="C000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GB">
              <a:solidFill>
                <a:srgbClr val="00B05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GB" b="1" i="0" u="sng">
              <a:solidFill>
                <a:srgbClr val="C00000"/>
              </a:solidFill>
              <a:effectLst/>
              <a:latin typeface="Open Sans"/>
            </a:endParaRPr>
          </a:p>
          <a:p>
            <a:pPr marL="0" indent="0">
              <a:buNone/>
            </a:pPr>
            <a:endParaRPr lang="en-GB" b="0" i="0">
              <a:solidFill>
                <a:srgbClr val="231F20"/>
              </a:solidFill>
              <a:effectLst/>
              <a:latin typeface="Open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64783D-CA64-4717-8022-5B942E38BA23}"/>
              </a:ext>
            </a:extLst>
          </p:cNvPr>
          <p:cNvSpPr txBox="1"/>
          <p:nvPr/>
        </p:nvSpPr>
        <p:spPr>
          <a:xfrm>
            <a:off x="5601328" y="2492896"/>
            <a:ext cx="660758" cy="5016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GB" sz="2800" b="1">
                <a:solidFill>
                  <a:schemeClr val="accent5"/>
                </a:solidFill>
              </a:rPr>
              <a:t>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9C1D4-A78B-4060-800F-6021B60A8A61}"/>
              </a:ext>
            </a:extLst>
          </p:cNvPr>
          <p:cNvSpPr txBox="1"/>
          <p:nvPr/>
        </p:nvSpPr>
        <p:spPr>
          <a:xfrm>
            <a:off x="1798320" y="2150858"/>
            <a:ext cx="3180284" cy="37764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GB" sz="2800">
                <a:solidFill>
                  <a:schemeClr val="accent5"/>
                </a:solidFill>
              </a:rPr>
              <a:t>Speaking activity</a:t>
            </a:r>
          </a:p>
          <a:p>
            <a:pPr>
              <a:lnSpc>
                <a:spcPct val="95000"/>
              </a:lnSpc>
            </a:pPr>
            <a:r>
              <a:rPr lang="en-GB" sz="2800">
                <a:solidFill>
                  <a:schemeClr val="accent5"/>
                </a:solidFill>
              </a:rPr>
              <a:t>Talking about topics that interest you</a:t>
            </a:r>
          </a:p>
          <a:p>
            <a:pPr>
              <a:lnSpc>
                <a:spcPct val="95000"/>
              </a:lnSpc>
            </a:pPr>
            <a:endParaRPr lang="en-GB" sz="2800">
              <a:solidFill>
                <a:schemeClr val="accent5"/>
              </a:solidFill>
            </a:endParaRPr>
          </a:p>
          <a:p>
            <a:pPr>
              <a:lnSpc>
                <a:spcPct val="95000"/>
              </a:lnSpc>
            </a:pPr>
            <a:r>
              <a:rPr lang="en-GB" sz="280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https://eslgames.com/the-expert-game/</a:t>
            </a:r>
            <a:r>
              <a:rPr lang="en-GB" sz="2800">
                <a:solidFill>
                  <a:schemeClr val="accent5"/>
                </a:solidFill>
              </a:rPr>
              <a:t> </a:t>
            </a:r>
          </a:p>
          <a:p>
            <a:pPr>
              <a:lnSpc>
                <a:spcPct val="95000"/>
              </a:lnSpc>
            </a:pPr>
            <a:endParaRPr lang="en-GB" sz="2800">
              <a:solidFill>
                <a:schemeClr val="accent5"/>
              </a:solidFill>
            </a:endParaRPr>
          </a:p>
          <a:p>
            <a:pPr>
              <a:lnSpc>
                <a:spcPct val="95000"/>
              </a:lnSpc>
            </a:pPr>
            <a:r>
              <a:rPr lang="en-GB" sz="2800">
                <a:solidFill>
                  <a:schemeClr val="accent5"/>
                </a:solidFill>
              </a:rPr>
              <a:t> </a:t>
            </a:r>
            <a:r>
              <a:rPr lang="en-GB" sz="2800" err="1">
                <a:solidFill>
                  <a:schemeClr val="accent5"/>
                </a:solidFill>
                <a:hlinkClick r:id="rId6"/>
              </a:rPr>
              <a:t>Wordwall</a:t>
            </a:r>
            <a:endParaRPr lang="en-GB" sz="28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63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580BD6-6A5E-44AF-9F9B-55BD23C10A5A}"/>
              </a:ext>
            </a:extLst>
          </p:cNvPr>
          <p:cNvSpPr txBox="1"/>
          <p:nvPr/>
        </p:nvSpPr>
        <p:spPr>
          <a:xfrm>
            <a:off x="1298574" y="1879600"/>
            <a:ext cx="3425826" cy="31085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b="1"/>
              <a:t>Student ID</a:t>
            </a:r>
          </a:p>
          <a:p>
            <a:endParaRPr lang="en-GB" sz="3200"/>
          </a:p>
          <a:p>
            <a:r>
              <a:rPr lang="en-GB" sz="3200"/>
              <a:t>You must wear your student ID card and lanyard at all times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3074" name="Picture 2" descr="CAVC - College">
            <a:extLst>
              <a:ext uri="{FF2B5EF4-FFF2-40B4-BE49-F238E27FC236}">
                <a16:creationId xmlns:a16="http://schemas.microsoft.com/office/drawing/2014/main" id="{9D582E5E-1055-44DA-982E-A960C865B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476" y="1980212"/>
            <a:ext cx="4030662" cy="218538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39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7D61F-16E5-4C0F-AF0D-3B8D99BE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5" y="180165"/>
            <a:ext cx="10157354" cy="90452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000" cap="none">
                <a:ea typeface="+mj-lt"/>
                <a:cs typeface="+mj-lt"/>
              </a:rPr>
              <a:t> </a:t>
            </a:r>
            <a:br>
              <a:rPr lang="en-GB" sz="6000" b="1" cap="none"/>
            </a:br>
            <a:r>
              <a:rPr lang="en-GB" sz="6000" cap="none">
                <a:ea typeface="+mj-lt"/>
                <a:cs typeface="+mj-lt"/>
              </a:rPr>
              <a:t> </a:t>
            </a:r>
            <a:endParaRPr lang="en-GB" sz="6000" b="1" cap="none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814CB-CD2A-D64C-6BEA-081D5A1E046C}"/>
              </a:ext>
            </a:extLst>
          </p:cNvPr>
          <p:cNvSpPr txBox="1"/>
          <p:nvPr/>
        </p:nvSpPr>
        <p:spPr>
          <a:xfrm>
            <a:off x="1061883" y="720564"/>
            <a:ext cx="9936199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solidFill>
                  <a:srgbClr val="FF0000"/>
                </a:solidFill>
              </a:rPr>
              <a:t>              Your Weekly Timetable</a:t>
            </a:r>
          </a:p>
          <a:p>
            <a:pPr algn="ctr"/>
            <a:r>
              <a:rPr lang="en-US" sz="4400">
                <a:solidFill>
                  <a:srgbClr val="FF0000"/>
                </a:solidFill>
              </a:rPr>
              <a:t>INSERT YOUR TIMETABLE HERE</a:t>
            </a:r>
          </a:p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72C375-C1B1-BFE9-74F1-A5C84CD6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96537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1B1417C-D779-DB2D-5DC5-F6C60E65E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35512"/>
              </p:ext>
            </p:extLst>
          </p:nvPr>
        </p:nvGraphicFramePr>
        <p:xfrm>
          <a:off x="2870569" y="517650"/>
          <a:ext cx="8643702" cy="523485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513291">
                  <a:extLst>
                    <a:ext uri="{9D8B030D-6E8A-4147-A177-3AD203B41FA5}">
                      <a16:colId xmlns:a16="http://schemas.microsoft.com/office/drawing/2014/main" val="2144716483"/>
                    </a:ext>
                  </a:extLst>
                </a:gridCol>
                <a:gridCol w="2251587">
                  <a:extLst>
                    <a:ext uri="{9D8B030D-6E8A-4147-A177-3AD203B41FA5}">
                      <a16:colId xmlns:a16="http://schemas.microsoft.com/office/drawing/2014/main" val="2008535635"/>
                    </a:ext>
                  </a:extLst>
                </a:gridCol>
                <a:gridCol w="1939412">
                  <a:extLst>
                    <a:ext uri="{9D8B030D-6E8A-4147-A177-3AD203B41FA5}">
                      <a16:colId xmlns:a16="http://schemas.microsoft.com/office/drawing/2014/main" val="2579941854"/>
                    </a:ext>
                  </a:extLst>
                </a:gridCol>
                <a:gridCol w="1939412">
                  <a:extLst>
                    <a:ext uri="{9D8B030D-6E8A-4147-A177-3AD203B41FA5}">
                      <a16:colId xmlns:a16="http://schemas.microsoft.com/office/drawing/2014/main" val="3614366226"/>
                    </a:ext>
                  </a:extLst>
                </a:gridCol>
              </a:tblGrid>
              <a:tr h="323138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Term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Activity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Starts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Ends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905486"/>
                  </a:ext>
                </a:extLst>
              </a:tr>
              <a:tr h="517023">
                <a:tc row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Autumn Term 2024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Induction week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nd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Sept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Sept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844853"/>
                  </a:ext>
                </a:extLst>
              </a:tr>
              <a:tr h="5170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Autumn term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Sept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Dec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34"/>
                  </a:ext>
                </a:extLst>
              </a:tr>
              <a:tr h="5170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Half-term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28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Oct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1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st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Nov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733884"/>
                  </a:ext>
                </a:extLst>
              </a:tr>
              <a:tr h="7755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Christmas break- college closed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23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rd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Dec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rd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Jan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935066"/>
                  </a:ext>
                </a:extLst>
              </a:tr>
              <a:tr h="517023">
                <a:tc row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Spring Term 2025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Spring term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Jan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April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483389"/>
                  </a:ext>
                </a:extLst>
              </a:tr>
              <a:tr h="5170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Half-term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24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Feb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28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Feb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33992"/>
                  </a:ext>
                </a:extLst>
              </a:tr>
              <a:tr h="5170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Easter break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April 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April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711113"/>
                  </a:ext>
                </a:extLst>
              </a:tr>
              <a:tr h="517023"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Summer Term 2025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Summer term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28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April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June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961215"/>
                  </a:ext>
                </a:extLst>
              </a:tr>
              <a:tr h="5170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</a:rPr>
                        <a:t>Half-term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May 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 May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66580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E8D9DCD-1534-334F-C0BB-99C51559397F}"/>
              </a:ext>
            </a:extLst>
          </p:cNvPr>
          <p:cNvSpPr txBox="1"/>
          <p:nvPr/>
        </p:nvSpPr>
        <p:spPr>
          <a:xfrm>
            <a:off x="601900" y="2584965"/>
            <a:ext cx="185203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IMPORTANT  </a:t>
            </a:r>
            <a:endParaRPr lang="en-US" dirty="0"/>
          </a:p>
          <a:p>
            <a:r>
              <a:rPr lang="en-US" sz="1600" b="1" dirty="0">
                <a:solidFill>
                  <a:srgbClr val="00B050"/>
                </a:solidFill>
              </a:rPr>
              <a:t>Do not book your holiday until after 20</a:t>
            </a:r>
            <a:r>
              <a:rPr lang="en-US" sz="1600" b="1" baseline="30000" dirty="0">
                <a:solidFill>
                  <a:srgbClr val="00B050"/>
                </a:solidFill>
              </a:rPr>
              <a:t>th</a:t>
            </a:r>
            <a:r>
              <a:rPr lang="en-US" sz="1600" b="1" dirty="0">
                <a:solidFill>
                  <a:srgbClr val="00B050"/>
                </a:solidFill>
              </a:rPr>
              <a:t> June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4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457" y="152329"/>
            <a:ext cx="11099438" cy="1332456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b">
            <a:normAutofit fontScale="90000"/>
          </a:bodyPr>
          <a:lstStyle/>
          <a:p>
            <a:pPr algn="ctr"/>
            <a:br>
              <a:rPr lang="en-US" sz="4000" b="1" cap="none"/>
            </a:br>
            <a:r>
              <a:rPr lang="en-US" sz="4000" b="1" cap="none">
                <a:solidFill>
                  <a:srgbClr val="FF0000"/>
                </a:solidFill>
              </a:rPr>
              <a:t>The first 6 weeks of your course, you will be expected to;</a:t>
            </a:r>
            <a:br>
              <a:rPr lang="en-US" sz="2800" b="1"/>
            </a:br>
            <a:endParaRPr lang="en-US" sz="2800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408" y="1700808"/>
            <a:ext cx="6840760" cy="4860540"/>
          </a:xfr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lIns="45720" tIns="45720" rIns="45720" bIns="45720" rtlCol="0" anchor="t">
            <a:normAutofit fontScale="92500"/>
          </a:bodyPr>
          <a:lstStyle/>
          <a:p>
            <a:pPr marL="0" indent="0">
              <a:buNone/>
            </a:pPr>
            <a:endParaRPr lang="en-US" sz="3800" b="1">
              <a:solidFill>
                <a:srgbClr val="FF0000"/>
              </a:solidFill>
            </a:endParaRPr>
          </a:p>
          <a:p>
            <a:pPr marL="90805" indent="-90805"/>
            <a:r>
              <a:rPr lang="en-US" sz="3300" b="1">
                <a:solidFill>
                  <a:srgbClr val="FF0000"/>
                </a:solidFill>
              </a:rPr>
              <a:t>Work hard  </a:t>
            </a:r>
          </a:p>
          <a:p>
            <a:pPr marL="90805" indent="-90805"/>
            <a:r>
              <a:rPr lang="en-US" sz="3300" b="1">
                <a:solidFill>
                  <a:srgbClr val="FF0000"/>
                </a:solidFill>
              </a:rPr>
              <a:t>Be punctual</a:t>
            </a:r>
          </a:p>
          <a:p>
            <a:pPr marL="90805" indent="-90805"/>
            <a:r>
              <a:rPr lang="en-US" sz="3300" b="1">
                <a:solidFill>
                  <a:srgbClr val="FF0000"/>
                </a:solidFill>
              </a:rPr>
              <a:t>Attend all classes</a:t>
            </a:r>
          </a:p>
          <a:p>
            <a:pPr marL="90805" indent="-90805"/>
            <a:r>
              <a:rPr lang="en-US" sz="3300" b="1">
                <a:solidFill>
                  <a:srgbClr val="FF0000"/>
                </a:solidFill>
              </a:rPr>
              <a:t>Complete all homework on time</a:t>
            </a:r>
          </a:p>
          <a:p>
            <a:pPr marL="90805" indent="-90805"/>
            <a:r>
              <a:rPr lang="en-US" sz="3300" b="1">
                <a:solidFill>
                  <a:srgbClr val="FF0000"/>
                </a:solidFill>
              </a:rPr>
              <a:t>Be responsible for your learning</a:t>
            </a:r>
          </a:p>
          <a:p>
            <a:pPr marL="90805" indent="-90805"/>
            <a:r>
              <a:rPr lang="en-US" sz="3300" b="1">
                <a:solidFill>
                  <a:srgbClr val="FF0000"/>
                </a:solidFill>
              </a:rPr>
              <a:t>Take all exams entered</a:t>
            </a:r>
          </a:p>
          <a:p>
            <a:pPr marL="90805" indent="-90805"/>
            <a:r>
              <a:rPr lang="en-US" sz="3300" b="1">
                <a:solidFill>
                  <a:srgbClr val="FF0000"/>
                </a:solidFill>
              </a:rPr>
              <a:t>Be respectful to others at all times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3F82C9B-2677-4E18-A612-E5147301F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70249" y="2222866"/>
            <a:ext cx="3970646" cy="3816424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800" b="1">
                <a:solidFill>
                  <a:srgbClr val="C00000"/>
                </a:solidFill>
              </a:rPr>
              <a:t>You will sign a Form learner agreement, to agree to these.  </a:t>
            </a:r>
          </a:p>
          <a:p>
            <a:pPr marL="0" indent="0">
              <a:buNone/>
            </a:pPr>
            <a:r>
              <a:rPr lang="en-GB" sz="2800" b="1">
                <a:solidFill>
                  <a:srgbClr val="C00000"/>
                </a:solidFill>
              </a:rPr>
              <a:t>If your tutor has concerns, he/she will speak to you and your Head of Department.</a:t>
            </a:r>
          </a:p>
          <a:p>
            <a:pPr marL="0" indent="0">
              <a:buNone/>
            </a:pPr>
            <a:r>
              <a:rPr lang="en-GB" sz="2800" b="1">
                <a:solidFill>
                  <a:srgbClr val="C00000"/>
                </a:solidFill>
              </a:rPr>
              <a:t>You need to do as expected to be entered for the exams</a:t>
            </a:r>
            <a:r>
              <a:rPr lang="en-GB" b="1">
                <a:solidFill>
                  <a:srgbClr val="C00000"/>
                </a:solidFill>
              </a:rPr>
              <a:t>.</a:t>
            </a:r>
          </a:p>
          <a:p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2C5781-BEFD-4CBD-A8E8-3EF8FBB1CA04}"/>
              </a:ext>
            </a:extLst>
          </p:cNvPr>
          <p:cNvCxnSpPr>
            <a:cxnSpLocks/>
          </p:cNvCxnSpPr>
          <p:nvPr/>
        </p:nvCxnSpPr>
        <p:spPr>
          <a:xfrm flipH="1">
            <a:off x="6310436" y="3068960"/>
            <a:ext cx="1359813" cy="144016"/>
          </a:xfrm>
          <a:prstGeom prst="straightConnector1">
            <a:avLst/>
          </a:prstGeom>
          <a:ln w="66675">
            <a:solidFill>
              <a:srgbClr val="C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723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F1D60-75C2-4F78-AA58-7A436A379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04" y="0"/>
            <a:ext cx="10157354" cy="87212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GB" cap="none">
                <a:solidFill>
                  <a:srgbClr val="FF0000"/>
                </a:solidFill>
                <a:latin typeface="+mn-lt"/>
              </a:rPr>
              <a:t>Attendance and Punctuality</a:t>
            </a:r>
          </a:p>
        </p:txBody>
      </p:sp>
      <p:pic>
        <p:nvPicPr>
          <p:cNvPr id="7" name="Content Placeholder 6" descr="Image result for attendance picture">
            <a:hlinkClick r:id="rId2" tgtFrame="&quot;_blank&quot;"/>
            <a:extLst>
              <a:ext uri="{FF2B5EF4-FFF2-40B4-BE49-F238E27FC236}">
                <a16:creationId xmlns:a16="http://schemas.microsoft.com/office/drawing/2014/main" id="{2EDFAB13-07FE-4D9D-B12B-3299DFEAE951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6" t="3213" r="766" b="74613"/>
          <a:stretch/>
        </p:blipFill>
        <p:spPr bwMode="auto">
          <a:xfrm>
            <a:off x="621804" y="4221207"/>
            <a:ext cx="1672577" cy="115212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083E1F-F956-48A6-B2C8-BAEAEE51FD84}"/>
              </a:ext>
            </a:extLst>
          </p:cNvPr>
          <p:cNvSpPr txBox="1"/>
          <p:nvPr/>
        </p:nvSpPr>
        <p:spPr>
          <a:xfrm>
            <a:off x="2423282" y="1331120"/>
            <a:ext cx="9001000" cy="48936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70C0"/>
                </a:solidFill>
              </a:rPr>
              <a:t>You </a:t>
            </a:r>
            <a:r>
              <a:rPr lang="en-GB" sz="2400" b="1">
                <a:solidFill>
                  <a:srgbClr val="0070C0"/>
                </a:solidFill>
              </a:rPr>
              <a:t>must not </a:t>
            </a:r>
            <a:r>
              <a:rPr lang="en-GB" sz="2400">
                <a:solidFill>
                  <a:srgbClr val="0070C0"/>
                </a:solidFill>
              </a:rPr>
              <a:t>be late for class – either online or in the classroom.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70C0"/>
                </a:solidFill>
              </a:rPr>
              <a:t>If you need to leave early you </a:t>
            </a:r>
            <a:r>
              <a:rPr lang="en-GB" sz="2400" b="1">
                <a:solidFill>
                  <a:srgbClr val="0070C0"/>
                </a:solidFill>
              </a:rPr>
              <a:t>must</a:t>
            </a:r>
            <a:r>
              <a:rPr lang="en-GB" sz="2400">
                <a:solidFill>
                  <a:srgbClr val="0070C0"/>
                </a:solidFill>
              </a:rPr>
              <a:t> tell the teacher at the start of the class.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70C0"/>
                </a:solidFill>
              </a:rPr>
              <a:t>You should have </a:t>
            </a:r>
            <a:r>
              <a:rPr lang="en-GB" sz="2400" b="1">
                <a:solidFill>
                  <a:srgbClr val="0070C0"/>
                </a:solidFill>
              </a:rPr>
              <a:t>90% </a:t>
            </a:r>
            <a:r>
              <a:rPr lang="en-GB" sz="2400">
                <a:solidFill>
                  <a:srgbClr val="0070C0"/>
                </a:solidFill>
              </a:rPr>
              <a:t>attendance.  </a:t>
            </a:r>
            <a:r>
              <a:rPr lang="en-GB" sz="2400" b="1" i="1">
                <a:solidFill>
                  <a:srgbClr val="0070C0"/>
                </a:solidFill>
              </a:rPr>
              <a:t>If you receive a learner grant, low attendance will  affect your payments.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i="1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i="1">
                <a:solidFill>
                  <a:srgbClr val="0070C0"/>
                </a:solidFill>
              </a:rPr>
              <a:t>You must have good attendance to be allowed on to the next course.</a:t>
            </a:r>
          </a:p>
          <a:p>
            <a:endParaRPr lang="en-GB" sz="240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70C0"/>
                </a:solidFill>
              </a:rPr>
              <a:t>You should check your attendance regularly.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70C0"/>
                </a:solidFill>
              </a:rPr>
              <a:t>You need to show evidence for all authorised appointments.</a:t>
            </a:r>
          </a:p>
        </p:txBody>
      </p:sp>
      <p:pic>
        <p:nvPicPr>
          <p:cNvPr id="13" name="Picture 12" descr="Image result for 09.00am picture">
            <a:hlinkClick r:id="rId4" tgtFrame="&quot;_blank&quot;"/>
            <a:extLst>
              <a:ext uri="{FF2B5EF4-FFF2-40B4-BE49-F238E27FC236}">
                <a16:creationId xmlns:a16="http://schemas.microsoft.com/office/drawing/2014/main" id="{7E284D42-090E-4401-9D4A-8DDB45FFA75E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40"/>
          <a:stretch/>
        </p:blipFill>
        <p:spPr bwMode="auto">
          <a:xfrm>
            <a:off x="754064" y="1667241"/>
            <a:ext cx="1368152" cy="11521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3894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1996AE-3D99-4272-9E34-172628BD1380}"/>
              </a:ext>
            </a:extLst>
          </p:cNvPr>
          <p:cNvSpPr txBox="1"/>
          <p:nvPr/>
        </p:nvSpPr>
        <p:spPr>
          <a:xfrm>
            <a:off x="1567028" y="515347"/>
            <a:ext cx="9428674" cy="172354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4400" dirty="0"/>
              <a:t>Complete your Learner Agreement</a:t>
            </a:r>
            <a:endParaRPr lang="en-GB" dirty="0"/>
          </a:p>
          <a:p>
            <a:r>
              <a:rPr lang="en-GB" sz="4400" dirty="0">
                <a:ea typeface="+mn-lt"/>
                <a:cs typeface="+mn-lt"/>
                <a:hlinkClick r:id="rId2"/>
              </a:rPr>
              <a:t>ESOL Learner Agreement</a:t>
            </a:r>
            <a:endParaRPr lang="en-GB"/>
          </a:p>
          <a:p>
            <a:endParaRPr lang="en-GB"/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7DE7FAB4-7D56-4C86-8132-1A8F4F43B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52" y="3278267"/>
            <a:ext cx="4583748" cy="30491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55D6F1-BD48-419F-A176-BB9A2BA376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325639" y="3274278"/>
            <a:ext cx="4414345" cy="30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1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064E04-FEE0-4DBC-8A6E-2EDC3DE40042}"/>
              </a:ext>
            </a:extLst>
          </p:cNvPr>
          <p:cNvSpPr txBox="1"/>
          <p:nvPr/>
        </p:nvSpPr>
        <p:spPr>
          <a:xfrm>
            <a:off x="1621472" y="659012"/>
            <a:ext cx="8945880" cy="243143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3600" dirty="0"/>
              <a:t>Complete your Learner Profile</a:t>
            </a:r>
          </a:p>
          <a:p>
            <a:pPr algn="ctr"/>
            <a:r>
              <a:rPr lang="en-GB" sz="3600" dirty="0">
                <a:ea typeface="+mn-lt"/>
                <a:cs typeface="+mn-lt"/>
                <a:hlinkClick r:id="rId2"/>
              </a:rPr>
              <a:t>Learner Information and TT Templates</a:t>
            </a:r>
            <a:endParaRPr lang="en-GB" dirty="0">
              <a:ea typeface="+mn-lt"/>
              <a:cs typeface="+mn-lt"/>
              <a:hlinkClick r:id="rId2"/>
            </a:endParaRPr>
          </a:p>
          <a:p>
            <a:pPr algn="ctr"/>
            <a:r>
              <a:rPr lang="en-GB" sz="3600" dirty="0"/>
              <a:t>(choose template from here)</a:t>
            </a:r>
          </a:p>
          <a:p>
            <a:pPr algn="ctr"/>
            <a:r>
              <a:rPr lang="en-GB" sz="4400" dirty="0">
                <a:solidFill>
                  <a:srgbClr val="6B9F25"/>
                </a:solidFill>
                <a:ea typeface="+mn-lt"/>
                <a:cs typeface="+mn-lt"/>
                <a:hlinkClick r:id="rId3"/>
              </a:rPr>
              <a:t>Computer Skills Questionnaire .docx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8F0CD5-8639-44C9-B82A-5C8AFABBB9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030679" y="4098196"/>
            <a:ext cx="3528362" cy="23528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3C930C-7FBB-4C80-89D6-8D256BFAE555}"/>
              </a:ext>
            </a:extLst>
          </p:cNvPr>
          <p:cNvSpPr/>
          <p:nvPr/>
        </p:nvSpPr>
        <p:spPr>
          <a:xfrm>
            <a:off x="3048000" y="2413338"/>
            <a:ext cx="6092825" cy="584775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pPr algn="ctr"/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775830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Shape 1"/>
          <p:cNvSpPr txBox="1"/>
          <p:nvPr/>
        </p:nvSpPr>
        <p:spPr>
          <a:xfrm>
            <a:off x="261720" y="131040"/>
            <a:ext cx="11665080" cy="883080"/>
          </a:xfrm>
          <a:prstGeom prst="rect">
            <a:avLst/>
          </a:prstGeom>
          <a:solidFill>
            <a:srgbClr val="FFFFFF"/>
          </a:solidFill>
          <a:ln w="12600">
            <a:solidFill>
              <a:srgbClr val="51C3F9"/>
            </a:solidFill>
            <a:miter/>
          </a:ln>
        </p:spPr>
        <p:txBody>
          <a:bodyPr lIns="122040" tIns="60840" rIns="122040" bIns="60840" anchor="b"/>
          <a:lstStyle/>
          <a:p>
            <a:pPr>
              <a:lnSpc>
                <a:spcPct val="85000"/>
              </a:lnSpc>
            </a:pPr>
            <a:r>
              <a:rPr lang="en-US" sz="3600" b="1" spc="-1">
                <a:solidFill>
                  <a:srgbClr val="066EA0"/>
                </a:solidFill>
                <a:latin typeface="Century Gothic"/>
              </a:rPr>
              <a:t>Support for your Learning The Success Centre</a:t>
            </a:r>
            <a:endParaRPr lang="en-US" sz="36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9" name="TextShape 2"/>
          <p:cNvSpPr txBox="1"/>
          <p:nvPr/>
        </p:nvSpPr>
        <p:spPr>
          <a:xfrm>
            <a:off x="264960" y="1145520"/>
            <a:ext cx="11665080" cy="5518080"/>
          </a:xfrm>
          <a:prstGeom prst="rect">
            <a:avLst/>
          </a:prstGeom>
          <a:solidFill>
            <a:srgbClr val="FFFFFF"/>
          </a:solidFill>
          <a:ln w="12600">
            <a:solidFill>
              <a:srgbClr val="51C3F9"/>
            </a:solidFill>
            <a:miter/>
          </a:ln>
        </p:spPr>
        <p:txBody>
          <a:bodyPr lIns="122040" tIns="60840" rIns="122040" bIns="60840" anchor="t"/>
          <a:lstStyle/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400" b="1" strike="noStrike" spc="-1">
                <a:solidFill>
                  <a:srgbClr val="066EA0"/>
                </a:solidFill>
                <a:latin typeface="Century Gothic"/>
              </a:rPr>
              <a:t>The Success Centre and Skills Centre are open every day to support your learning outside class.</a:t>
            </a:r>
            <a:r>
              <a:rPr lang="en-US" sz="2400" b="1" spc="-1">
                <a:solidFill>
                  <a:srgbClr val="066EA0"/>
                </a:solidFill>
                <a:latin typeface="Century Gothic"/>
              </a:rPr>
              <a:t>  </a:t>
            </a:r>
            <a:endParaRPr lang="en-US" sz="2400" b="1" strike="noStrike" spc="-1">
              <a:solidFill>
                <a:srgbClr val="066EA0"/>
              </a:solidFill>
              <a:latin typeface="Century Gothic"/>
            </a:endParaRPr>
          </a:p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400" b="1" strike="noStrike" spc="-1">
                <a:solidFill>
                  <a:srgbClr val="066EA0"/>
                </a:solidFill>
                <a:latin typeface="Century Gothic"/>
              </a:rPr>
              <a:t>The </a:t>
            </a:r>
            <a:r>
              <a:rPr lang="en-US" b="1" spc="-1">
                <a:solidFill>
                  <a:srgbClr val="066EA0"/>
                </a:solidFill>
                <a:latin typeface="Century Gothic"/>
              </a:rPr>
              <a:t>S</a:t>
            </a:r>
            <a:r>
              <a:rPr lang="en-US" sz="2400" b="1" strike="noStrike" spc="-1">
                <a:solidFill>
                  <a:srgbClr val="066EA0"/>
                </a:solidFill>
                <a:latin typeface="Century Gothic"/>
              </a:rPr>
              <a:t>uccess </a:t>
            </a:r>
            <a:r>
              <a:rPr lang="en-US" b="1" spc="-1">
                <a:solidFill>
                  <a:srgbClr val="066EA0"/>
                </a:solidFill>
                <a:latin typeface="Century Gothic"/>
              </a:rPr>
              <a:t>C</a:t>
            </a:r>
            <a:r>
              <a:rPr lang="en-US" sz="2400" b="1" strike="noStrike" spc="-1">
                <a:solidFill>
                  <a:srgbClr val="066EA0"/>
                </a:solidFill>
                <a:latin typeface="Century Gothic"/>
              </a:rPr>
              <a:t>entre is open Monday to Thursday from 8:30 – 5 and on Friday 8:30 – 4.</a:t>
            </a:r>
            <a:r>
              <a:rPr lang="en-US" sz="2400" b="1" spc="-1">
                <a:solidFill>
                  <a:srgbClr val="066EA0"/>
                </a:solidFill>
                <a:latin typeface="Century Gothic"/>
              </a:rPr>
              <a:t>  </a:t>
            </a:r>
            <a:endParaRPr lang="en-US" sz="2400" b="1" strike="noStrike" spc="-1">
              <a:solidFill>
                <a:srgbClr val="066EA0"/>
              </a:solidFill>
              <a:latin typeface="Century Gothic"/>
            </a:endParaRPr>
          </a:p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400" b="1" strike="noStrike" spc="-1">
                <a:solidFill>
                  <a:srgbClr val="066EA0"/>
                </a:solidFill>
                <a:latin typeface="Century Gothic"/>
              </a:rPr>
              <a:t>If you would like extra help with your English/</a:t>
            </a:r>
            <a:r>
              <a:rPr lang="en-US" sz="2400" b="1" spc="-1" err="1">
                <a:solidFill>
                  <a:srgbClr val="066EA0"/>
                </a:solidFill>
                <a:latin typeface="Century Gothic"/>
              </a:rPr>
              <a:t>Maths</a:t>
            </a:r>
            <a:r>
              <a:rPr lang="en-US" sz="2400" b="1" strike="noStrike" spc="-1">
                <a:solidFill>
                  <a:srgbClr val="066EA0"/>
                </a:solidFill>
                <a:latin typeface="Century Gothic"/>
              </a:rPr>
              <a:t>/IT</a:t>
            </a:r>
          </a:p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400" b="1" strike="noStrike" spc="-1">
                <a:solidFill>
                  <a:srgbClr val="066EA0"/>
                </a:solidFill>
                <a:latin typeface="Century Gothic"/>
              </a:rPr>
              <a:t>ask your tutor and he/she will arrange it for </a:t>
            </a:r>
            <a:r>
              <a:rPr lang="en-US" sz="2400" b="1" spc="-1">
                <a:solidFill>
                  <a:srgbClr val="066EA0"/>
                </a:solidFill>
                <a:latin typeface="Century Gothic"/>
              </a:rPr>
              <a:t>you.</a:t>
            </a:r>
            <a:endParaRPr lang="en-US" sz="2400" b="1" strike="noStrike" spc="-1">
              <a:solidFill>
                <a:srgbClr val="066EA0"/>
              </a:solidFill>
              <a:latin typeface="Century Gothic"/>
            </a:endParaRPr>
          </a:p>
          <a:p>
            <a:pPr>
              <a:lnSpc>
                <a:spcPct val="95000"/>
              </a:lnSpc>
              <a:spcBef>
                <a:spcPts val="1864"/>
              </a:spcBef>
            </a:pPr>
            <a:r>
              <a:rPr lang="en-US" sz="2400" b="1" spc="-1">
                <a:solidFill>
                  <a:srgbClr val="066EA0"/>
                </a:solidFill>
                <a:latin typeface="Century Gothic"/>
              </a:rPr>
              <a:t>You can go to the Skills Centre without an </a:t>
            </a:r>
          </a:p>
          <a:p>
            <a:pPr>
              <a:lnSpc>
                <a:spcPct val="95000"/>
              </a:lnSpc>
              <a:spcBef>
                <a:spcPts val="1864"/>
              </a:spcBef>
            </a:pPr>
            <a:r>
              <a:rPr lang="en-US" sz="2400" b="1" spc="-1">
                <a:solidFill>
                  <a:srgbClr val="066EA0"/>
                </a:solidFill>
                <a:latin typeface="Century Gothic"/>
              </a:rPr>
              <a:t>appointment and somebody may be able to see </a:t>
            </a:r>
            <a:endParaRPr lang="en-US">
              <a:solidFill>
                <a:srgbClr val="000000"/>
              </a:solidFill>
              <a:latin typeface="Tw Cen MT" panose="020B0602020104020603"/>
            </a:endParaRPr>
          </a:p>
          <a:p>
            <a:pPr>
              <a:lnSpc>
                <a:spcPct val="95000"/>
              </a:lnSpc>
              <a:spcBef>
                <a:spcPts val="1864"/>
              </a:spcBef>
            </a:pPr>
            <a:r>
              <a:rPr lang="en-US" sz="2400" b="1" spc="-1">
                <a:solidFill>
                  <a:srgbClr val="066EA0"/>
                </a:solidFill>
                <a:latin typeface="Century Gothic"/>
              </a:rPr>
              <a:t>You. </a:t>
            </a:r>
            <a:endParaRPr lang="en-US"/>
          </a:p>
          <a:p>
            <a:pPr>
              <a:lnSpc>
                <a:spcPct val="95000"/>
              </a:lnSpc>
              <a:spcBef>
                <a:spcPts val="1865"/>
              </a:spcBef>
            </a:pPr>
            <a:r>
              <a:rPr lang="en-US" sz="2400" b="1" spc="-1">
                <a:solidFill>
                  <a:srgbClr val="066EA0"/>
                </a:solidFill>
                <a:latin typeface="Century Gothic"/>
              </a:rPr>
              <a:t>You can also contact</a:t>
            </a:r>
            <a:r>
              <a:rPr lang="en-US" sz="2400" b="1" strike="noStrike" spc="-1">
                <a:solidFill>
                  <a:srgbClr val="066EA0"/>
                </a:solidFill>
                <a:latin typeface="Century Gothic"/>
              </a:rPr>
              <a:t> </a:t>
            </a:r>
            <a:r>
              <a:rPr lang="en-US" sz="2400" b="1" strike="noStrike" spc="-1">
                <a:solidFill>
                  <a:srgbClr val="066EA0"/>
                </a:solidFill>
                <a:latin typeface="Century Gothic"/>
                <a:hlinkClick r:id="rId2"/>
              </a:rPr>
              <a:t>learningcoach@cavc.ac.uk</a:t>
            </a:r>
            <a:r>
              <a:rPr lang="en-US" sz="2400" b="1" spc="-1">
                <a:solidFill>
                  <a:srgbClr val="066EA0"/>
                </a:solidFill>
                <a:latin typeface="Century Gothic"/>
              </a:rPr>
              <a:t> </a:t>
            </a:r>
            <a:endParaRPr lang="en-US" sz="2400" b="1" strike="noStrike" spc="-1">
              <a:solidFill>
                <a:srgbClr val="066EA0"/>
              </a:solidFill>
              <a:latin typeface="Century Gothic"/>
            </a:endParaRPr>
          </a:p>
          <a:p>
            <a:pPr>
              <a:lnSpc>
                <a:spcPct val="95000"/>
              </a:lnSpc>
              <a:spcBef>
                <a:spcPts val="1865"/>
              </a:spcBef>
            </a:pPr>
            <a:endParaRPr lang="en-GB" sz="3200"/>
          </a:p>
          <a:p>
            <a:pPr>
              <a:lnSpc>
                <a:spcPct val="95000"/>
              </a:lnSpc>
              <a:spcBef>
                <a:spcPts val="1864"/>
              </a:spcBef>
            </a:pPr>
            <a:endParaRPr lang="en-GB" sz="3200"/>
          </a:p>
          <a:p>
            <a:pPr>
              <a:lnSpc>
                <a:spcPct val="95000"/>
              </a:lnSpc>
              <a:spcBef>
                <a:spcPts val="1865"/>
              </a:spcBef>
            </a:pPr>
            <a:endParaRPr lang="en-GB" sz="3200"/>
          </a:p>
        </p:txBody>
      </p:sp>
      <p:pic>
        <p:nvPicPr>
          <p:cNvPr id="4" name="Picture 2" descr="Follow Success and Skills Centre @ CAVC's (@CAVC_Success ...">
            <a:extLst>
              <a:ext uri="{FF2B5EF4-FFF2-40B4-BE49-F238E27FC236}">
                <a16:creationId xmlns:a16="http://schemas.microsoft.com/office/drawing/2014/main" id="{CC3E0167-F684-43FA-AD35-5D071179E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656" y="3571201"/>
            <a:ext cx="3569351" cy="2687704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1000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" dur="1000" fill="hold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1000" fill="hold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1000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1000" fill="hold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" dur="1000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9" dur="1000" fill="hold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" dur="1000"/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6" dur="1000" fill="hold"/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" dur="1000" fill="hold"/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" dur="1000"/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3" dur="1000" fill="hold"/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1000" fill="hold"/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" dur="1000"/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0" dur="1000" fill="hold"/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" dur="1000" fill="hold"/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" dur="1000"/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7" dur="1000" fill="hold"/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1000" fill="hold"/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0" y="-12960"/>
            <a:ext cx="11926800" cy="6857640"/>
          </a:xfrm>
          <a:prstGeom prst="round2DiagRect">
            <a:avLst>
              <a:gd name="adj1" fmla="val 16667"/>
              <a:gd name="adj2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There are </a:t>
            </a:r>
            <a:r>
              <a:rPr lang="en-US" sz="2800" b="1" strike="noStrike" spc="-1">
                <a:solidFill>
                  <a:srgbClr val="FF0000"/>
                </a:solidFill>
                <a:latin typeface="Century Gothic"/>
              </a:rPr>
              <a:t>			365 	</a:t>
            </a: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days in the year.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Of those, only about</a:t>
            </a:r>
            <a:r>
              <a:rPr lang="en-US" sz="2800" b="1" strike="noStrike" spc="-1">
                <a:solidFill>
                  <a:srgbClr val="FF0000"/>
                </a:solidFill>
                <a:latin typeface="Century Gothic"/>
              </a:rPr>
              <a:t>		168	</a:t>
            </a: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days in the year are at 						college.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But, you only come in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for half a day, so…</a:t>
            </a:r>
            <a:r>
              <a:rPr lang="en-US" sz="2800" b="1" strike="noStrike" spc="-1">
                <a:solidFill>
                  <a:srgbClr val="FF0000"/>
                </a:solidFill>
                <a:latin typeface="Century Gothic"/>
              </a:rPr>
              <a:t>		84	</a:t>
            </a: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days in the year are in 						college.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That means you have	</a:t>
            </a:r>
            <a:r>
              <a:rPr lang="en-US" sz="2800" b="1" strike="noStrike" spc="-1">
                <a:solidFill>
                  <a:srgbClr val="FF0000"/>
                </a:solidFill>
                <a:latin typeface="Century Gothic"/>
              </a:rPr>
              <a:t>281	</a:t>
            </a:r>
            <a:r>
              <a:rPr lang="en-US" sz="2800" b="1" strike="noStrike" spc="-1">
                <a:solidFill>
                  <a:srgbClr val="FFFFFF"/>
                </a:solidFill>
                <a:latin typeface="Century Gothic"/>
              </a:rPr>
              <a:t>days a year for family trips, 						appointments, deliveries, 						work, and other things. 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1000"/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" dur="1000" fill="hold"/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1000" fill="hold"/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1000"/>
                                        <p:tgtEl>
                                          <p:spTgt spid="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1000" fill="hold"/>
                                        <p:tgtEl>
                                          <p:spTgt spid="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1000" fill="hold"/>
                                        <p:tgtEl>
                                          <p:spTgt spid="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1000"/>
                                        <p:tgtEl>
                                          <p:spTgt spid="2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1000" fill="hold"/>
                                        <p:tgtEl>
                                          <p:spTgt spid="2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1000" fill="hold"/>
                                        <p:tgtEl>
                                          <p:spTgt spid="2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ard with blue text&#10;&#10;Description automatically generated">
            <a:extLst>
              <a:ext uri="{FF2B5EF4-FFF2-40B4-BE49-F238E27FC236}">
                <a16:creationId xmlns:a16="http://schemas.microsoft.com/office/drawing/2014/main" id="{F5EB05B7-9099-602D-DE45-ECD2855A2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14" y="155815"/>
            <a:ext cx="11711621" cy="656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5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sz="7200" b="1">
                <a:solidFill>
                  <a:srgbClr val="0070C0"/>
                </a:solidFill>
              </a:rPr>
              <a:t>Support for your Learning</a:t>
            </a:r>
            <a:br>
              <a:rPr lang="en-GB" sz="7200" b="1">
                <a:solidFill>
                  <a:srgbClr val="0070C0"/>
                </a:solidFill>
              </a:rPr>
            </a:br>
            <a:r>
              <a:rPr lang="en-GB" sz="7200" b="1">
                <a:solidFill>
                  <a:srgbClr val="0070C0"/>
                </a:solidFill>
              </a:rPr>
              <a:t>Your ESOL tutor</a:t>
            </a:r>
            <a:r>
              <a:rPr lang="en-GB" b="1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309" y="2237740"/>
            <a:ext cx="10157354" cy="4470400"/>
          </a:xfrm>
        </p:spPr>
        <p:txBody>
          <a:bodyPr vert="horz" lIns="121899" tIns="60949" rIns="121899" bIns="60949" rtlCol="0" anchor="t">
            <a:normAutofit lnSpcReduction="10000"/>
          </a:bodyPr>
          <a:lstStyle/>
          <a:p>
            <a:pPr marL="304165" indent="-304165">
              <a:lnSpc>
                <a:spcPct val="150000"/>
              </a:lnSpc>
              <a:spcBef>
                <a:spcPct val="20000"/>
              </a:spcBef>
              <a:defRPr/>
            </a:pPr>
            <a:r>
              <a:rPr lang="en-GB" altLang="en-US" sz="4800" b="1">
                <a:solidFill>
                  <a:schemeClr val="accent1">
                    <a:lumMod val="75000"/>
                  </a:schemeClr>
                </a:solidFill>
              </a:rPr>
              <a:t>Tutor: </a:t>
            </a:r>
          </a:p>
          <a:p>
            <a:pPr marL="304165" indent="-304165">
              <a:lnSpc>
                <a:spcPct val="150000"/>
              </a:lnSpc>
              <a:spcBef>
                <a:spcPct val="20000"/>
              </a:spcBef>
              <a:defRPr/>
            </a:pPr>
            <a:r>
              <a:rPr lang="en-GB" altLang="en-US" sz="4800" b="1">
                <a:solidFill>
                  <a:schemeClr val="accent1">
                    <a:lumMod val="75000"/>
                  </a:schemeClr>
                </a:solidFill>
              </a:rPr>
              <a:t>Email: </a:t>
            </a:r>
          </a:p>
          <a:p>
            <a:pPr marL="304165" indent="-304165">
              <a:lnSpc>
                <a:spcPct val="150000"/>
              </a:lnSpc>
              <a:spcBef>
                <a:spcPct val="20000"/>
              </a:spcBef>
              <a:defRPr/>
            </a:pPr>
            <a:r>
              <a:rPr lang="en-GB" altLang="en-US" sz="4800" b="1">
                <a:solidFill>
                  <a:schemeClr val="accent1">
                    <a:lumMod val="75000"/>
                  </a:schemeClr>
                </a:solidFill>
              </a:rPr>
              <a:t>You can also contact me on Teams Chat</a:t>
            </a:r>
          </a:p>
        </p:txBody>
      </p:sp>
    </p:spTree>
    <p:extLst>
      <p:ext uri="{BB962C8B-B14F-4D97-AF65-F5344CB8AC3E}">
        <p14:creationId xmlns:p14="http://schemas.microsoft.com/office/powerpoint/2010/main" val="74872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87" y="-6762"/>
            <a:ext cx="10297144" cy="686476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3730" y="0"/>
            <a:ext cx="7122849" cy="6864762"/>
          </a:xfr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3000" b="1">
                <a:solidFill>
                  <a:srgbClr val="00B050"/>
                </a:solidFill>
              </a:rPr>
              <a:t>Your Tutor does:</a:t>
            </a:r>
          </a:p>
          <a:p>
            <a:pPr>
              <a:buFontTx/>
              <a:buChar char="-"/>
            </a:pPr>
            <a:r>
              <a:rPr lang="en-GB" b="1">
                <a:solidFill>
                  <a:srgbClr val="002060"/>
                </a:solidFill>
              </a:rPr>
              <a:t>Support your learning </a:t>
            </a:r>
          </a:p>
          <a:p>
            <a:pPr>
              <a:buFontTx/>
              <a:buChar char="-"/>
            </a:pPr>
            <a:r>
              <a:rPr lang="en-GB" b="1">
                <a:solidFill>
                  <a:srgbClr val="002060"/>
                </a:solidFill>
              </a:rPr>
              <a:t>Make sure you’re on the right course and level</a:t>
            </a:r>
          </a:p>
          <a:p>
            <a:pPr>
              <a:buFontTx/>
              <a:buChar char="-"/>
            </a:pPr>
            <a:r>
              <a:rPr lang="en-GB" b="1">
                <a:solidFill>
                  <a:srgbClr val="002060"/>
                </a:solidFill>
              </a:rPr>
              <a:t>Talk to other teachers about your attendance and progress</a:t>
            </a:r>
          </a:p>
          <a:p>
            <a:pPr>
              <a:buFontTx/>
              <a:buChar char="-"/>
            </a:pPr>
            <a:r>
              <a:rPr lang="en-GB" b="1">
                <a:solidFill>
                  <a:srgbClr val="002060"/>
                </a:solidFill>
              </a:rPr>
              <a:t>Keep your college records up to date</a:t>
            </a:r>
          </a:p>
          <a:p>
            <a:pPr>
              <a:buFontTx/>
              <a:buChar char="-"/>
            </a:pPr>
            <a:r>
              <a:rPr lang="en-GB" b="1">
                <a:solidFill>
                  <a:srgbClr val="002060"/>
                </a:solidFill>
              </a:rPr>
              <a:t>Agree to authorise absences in advance </a:t>
            </a:r>
            <a:r>
              <a:rPr lang="en-GB" b="1" i="1">
                <a:solidFill>
                  <a:srgbClr val="002060"/>
                </a:solidFill>
              </a:rPr>
              <a:t>when</a:t>
            </a:r>
            <a:r>
              <a:rPr lang="en-GB" b="1">
                <a:solidFill>
                  <a:srgbClr val="002060"/>
                </a:solidFill>
              </a:rPr>
              <a:t> appropriate and check evidence</a:t>
            </a:r>
          </a:p>
          <a:p>
            <a:pPr>
              <a:buFontTx/>
              <a:buChar char="-"/>
            </a:pPr>
            <a:r>
              <a:rPr lang="en-GB" b="1">
                <a:solidFill>
                  <a:srgbClr val="002060"/>
                </a:solidFill>
              </a:rPr>
              <a:t>Ask if you have any problems that may affect your learning</a:t>
            </a:r>
          </a:p>
          <a:p>
            <a:pPr>
              <a:buFontTx/>
              <a:buChar char="-"/>
            </a:pPr>
            <a:r>
              <a:rPr lang="en-GB" b="1">
                <a:solidFill>
                  <a:srgbClr val="002060"/>
                </a:solidFill>
              </a:rPr>
              <a:t>Help you with personal problems</a:t>
            </a:r>
          </a:p>
          <a:p>
            <a:pPr>
              <a:buFontTx/>
              <a:buChar char="-"/>
            </a:pPr>
            <a:r>
              <a:rPr lang="en-GB" b="1">
                <a:solidFill>
                  <a:srgbClr val="002060"/>
                </a:solidFill>
              </a:rPr>
              <a:t>Remove you from the course if you do not behave respectfully or meet the Learner Agreement</a:t>
            </a:r>
          </a:p>
          <a:p>
            <a:pPr>
              <a:buFontTx/>
              <a:buChar char="-"/>
            </a:pPr>
            <a:r>
              <a:rPr lang="en-GB" b="1">
                <a:solidFill>
                  <a:srgbClr val="002060"/>
                </a:solidFill>
              </a:rPr>
              <a:t>Enter you for your exams if you meet requirements</a:t>
            </a:r>
          </a:p>
          <a:p>
            <a:pPr>
              <a:buFontTx/>
              <a:buChar char="-"/>
            </a:pPr>
            <a:r>
              <a:rPr lang="en-GB" b="1">
                <a:solidFill>
                  <a:srgbClr val="002060"/>
                </a:solidFill>
              </a:rPr>
              <a:t>Write a letter of recommendation for you at the end of course (upon request when appropriate)</a:t>
            </a:r>
          </a:p>
          <a:p>
            <a:pPr>
              <a:buFontTx/>
              <a:buChar char="-"/>
            </a:pPr>
            <a:r>
              <a:rPr lang="en-GB" b="1">
                <a:solidFill>
                  <a:srgbClr val="002060"/>
                </a:solidFill>
              </a:rPr>
              <a:t>If you need help filling in forms speak to your tutor and he/she will arrange for someone to help you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08BE7-6CC1-48F6-9FC3-4A3684CED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8548" y="1628800"/>
            <a:ext cx="4792840" cy="3140968"/>
          </a:xfrm>
          <a:solidFill>
            <a:schemeClr val="accent1">
              <a:lumMod val="20000"/>
              <a:lumOff val="80000"/>
            </a:schemeClr>
          </a:solidFill>
          <a:ln w="63500"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4200" b="1">
                <a:solidFill>
                  <a:srgbClr val="C00000"/>
                </a:solidFill>
              </a:rPr>
              <a:t>Your Tutor does not:</a:t>
            </a:r>
          </a:p>
          <a:p>
            <a:pPr marL="0" indent="0">
              <a:buNone/>
            </a:pPr>
            <a:r>
              <a:rPr lang="en-GB" sz="3300" b="1">
                <a:solidFill>
                  <a:srgbClr val="C00000"/>
                </a:solidFill>
              </a:rPr>
              <a:t>Fill in your forms</a:t>
            </a:r>
          </a:p>
          <a:p>
            <a:pPr marL="0" indent="0">
              <a:buNone/>
            </a:pPr>
            <a:r>
              <a:rPr lang="en-GB" sz="3300" b="1">
                <a:solidFill>
                  <a:srgbClr val="C00000"/>
                </a:solidFill>
              </a:rPr>
              <a:t>Make appointments for you</a:t>
            </a:r>
          </a:p>
          <a:p>
            <a:pPr marL="0" indent="0">
              <a:buNone/>
            </a:pPr>
            <a:r>
              <a:rPr lang="en-GB" sz="3300" b="1">
                <a:solidFill>
                  <a:srgbClr val="C00000"/>
                </a:solidFill>
              </a:rPr>
              <a:t>Authorise absences in the distant past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32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A8433-5E2D-4FB0-97B8-583F91E8F860}"/>
              </a:ext>
            </a:extLst>
          </p:cNvPr>
          <p:cNvSpPr txBox="1"/>
          <p:nvPr/>
        </p:nvSpPr>
        <p:spPr>
          <a:xfrm>
            <a:off x="655320" y="487680"/>
            <a:ext cx="790956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/>
              <a:t>Student services  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751A76-D26A-4671-919B-F7AC1C1B86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257" t="9970" r="7476" b="12861"/>
          <a:stretch/>
        </p:blipFill>
        <p:spPr>
          <a:xfrm>
            <a:off x="3974465" y="784860"/>
            <a:ext cx="8077200" cy="52882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396467-91D8-49A4-BE50-AD62474071F0}"/>
              </a:ext>
            </a:extLst>
          </p:cNvPr>
          <p:cNvSpPr txBox="1"/>
          <p:nvPr/>
        </p:nvSpPr>
        <p:spPr>
          <a:xfrm>
            <a:off x="533400" y="1057066"/>
            <a:ext cx="3136642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/>
              <a:t>WGLG/EMA</a:t>
            </a:r>
          </a:p>
          <a:p>
            <a:endParaRPr lang="en-GB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/>
              <a:t>Bus/Train passes if you live more than 3 miles from college</a:t>
            </a:r>
          </a:p>
          <a:p>
            <a:endParaRPr lang="en-GB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/>
              <a:t>Help with childcare costs and course equipment</a:t>
            </a:r>
          </a:p>
        </p:txBody>
      </p:sp>
    </p:spTree>
    <p:extLst>
      <p:ext uri="{BB962C8B-B14F-4D97-AF65-F5344CB8AC3E}">
        <p14:creationId xmlns:p14="http://schemas.microsoft.com/office/powerpoint/2010/main" val="324770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007171-C60E-4368-B848-D88C14EAA532}"/>
              </a:ext>
            </a:extLst>
          </p:cNvPr>
          <p:cNvSpPr/>
          <p:nvPr/>
        </p:nvSpPr>
        <p:spPr>
          <a:xfrm>
            <a:off x="303841" y="1196747"/>
            <a:ext cx="4572959" cy="510909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en-GB" sz="3200" b="1">
                <a:solidFill>
                  <a:srgbClr val="2D363A"/>
                </a:solidFill>
                <a:ea typeface="PMingLiU-ExtB"/>
              </a:rPr>
              <a:t>Pulse surveys</a:t>
            </a:r>
            <a:endParaRPr lang="en-GB" sz="3200" b="1">
              <a:solidFill>
                <a:srgbClr val="2D363A"/>
              </a:solidFill>
              <a:ea typeface="PMingLiU-ExtB" panose="02020500000000000000" pitchFamily="18" charset="-120"/>
            </a:endParaRPr>
          </a:p>
          <a:p>
            <a:pPr fontAlgn="base"/>
            <a:endParaRPr lang="en-GB" b="1" i="0">
              <a:solidFill>
                <a:srgbClr val="2D363A"/>
              </a:solidFill>
              <a:effectLst/>
              <a:latin typeface="Raleway"/>
            </a:endParaRPr>
          </a:p>
          <a:p>
            <a:pPr fontAlgn="base"/>
            <a:r>
              <a:rPr lang="en-GB" sz="2400" b="1"/>
              <a:t>3 surveys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2400" b="1"/>
              <a:t>Induction and Enrolment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2400" b="1"/>
              <a:t>Teaching and Learning Support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2400" b="1"/>
              <a:t>Facilities and Welsh Language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2400" b="1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GB" sz="2400" b="1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sz="2400" b="1"/>
              <a:t>We use a system called Curriculum Surveyor. You will see a pop up appear when you log onto a college computer</a:t>
            </a:r>
          </a:p>
          <a:p>
            <a:pPr fontAlgn="base"/>
            <a:endParaRPr lang="en-GB" b="1"/>
          </a:p>
          <a:p>
            <a:pPr fontAlgn="base"/>
            <a:endParaRPr lang="en-GB" b="1" i="0">
              <a:solidFill>
                <a:srgbClr val="2D363A"/>
              </a:solidFill>
              <a:effectLst/>
              <a:latin typeface="Ralew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4CBB70-39B4-4C93-A6FC-15F1F65C68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23" t="10848" r="6176" b="17061"/>
          <a:stretch/>
        </p:blipFill>
        <p:spPr>
          <a:xfrm>
            <a:off x="5253457" y="1310250"/>
            <a:ext cx="5211343" cy="33687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76C16B-1F84-4545-9E71-F1F937B8AF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677" t="42031" r="33004" b="43514"/>
          <a:stretch/>
        </p:blipFill>
        <p:spPr>
          <a:xfrm>
            <a:off x="5543385" y="5295900"/>
            <a:ext cx="4921415" cy="12319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DE6CBC15-C37F-46E5-BB2B-CFBBCC7B65FE}"/>
              </a:ext>
            </a:extLst>
          </p:cNvPr>
          <p:cNvSpPr/>
          <p:nvPr/>
        </p:nvSpPr>
        <p:spPr>
          <a:xfrm>
            <a:off x="4470400" y="5715000"/>
            <a:ext cx="977900" cy="393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13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llege app&#10;&#10;Description automatically generated">
            <a:extLst>
              <a:ext uri="{FF2B5EF4-FFF2-40B4-BE49-F238E27FC236}">
                <a16:creationId xmlns:a16="http://schemas.microsoft.com/office/drawing/2014/main" id="{9D3495FF-4C9E-1633-E97C-78CE39A03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" y="-2335"/>
            <a:ext cx="12128455" cy="681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0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048544"/>
          </a:xfrm>
          <a:ln w="57150">
            <a:solidFill>
              <a:schemeClr val="accent1"/>
            </a:solidFill>
          </a:ln>
        </p:spPr>
        <p:txBody>
          <a:bodyPr anchor="b">
            <a:normAutofit/>
          </a:bodyPr>
          <a:lstStyle/>
          <a:p>
            <a:pPr algn="ctr"/>
            <a:r>
              <a:rPr lang="en-GB" sz="6000" b="1" cap="none">
                <a:solidFill>
                  <a:srgbClr val="00B0F0"/>
                </a:solidFill>
                <a:latin typeface="+mn-lt"/>
              </a:rPr>
              <a:t>Circle Time Activity</a:t>
            </a:r>
            <a:r>
              <a:rPr lang="en-GB" sz="1300" b="1" cap="none">
                <a:solidFill>
                  <a:srgbClr val="00B0F0"/>
                </a:solidFill>
                <a:latin typeface="+mn-lt"/>
              </a:rPr>
              <a:t>(adapt to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26459" y="1340768"/>
            <a:ext cx="5196506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>
                <a:solidFill>
                  <a:srgbClr val="002060"/>
                </a:solidFill>
              </a:rPr>
              <a:t>Deserted Island</a:t>
            </a:r>
          </a:p>
          <a:p>
            <a:r>
              <a:rPr lang="en-US">
                <a:solidFill>
                  <a:srgbClr val="002060"/>
                </a:solidFill>
              </a:rPr>
              <a:t>You will be trapped on an island for one year and cannot leave.</a:t>
            </a:r>
            <a:endParaRPr lang="en-GB">
              <a:solidFill>
                <a:srgbClr val="002060"/>
              </a:solidFill>
            </a:endParaRPr>
          </a:p>
          <a:p>
            <a:r>
              <a:rPr lang="en-US">
                <a:solidFill>
                  <a:srgbClr val="002060"/>
                </a:solidFill>
              </a:rPr>
              <a:t>You can take </a:t>
            </a:r>
            <a:r>
              <a:rPr lang="en-US" b="1">
                <a:solidFill>
                  <a:srgbClr val="002060"/>
                </a:solidFill>
              </a:rPr>
              <a:t>5 things </a:t>
            </a:r>
            <a:r>
              <a:rPr lang="en-US">
                <a:solidFill>
                  <a:srgbClr val="002060"/>
                </a:solidFill>
              </a:rPr>
              <a:t>with you.</a:t>
            </a:r>
            <a:endParaRPr lang="en-GB">
              <a:solidFill>
                <a:srgbClr val="002060"/>
              </a:solidFill>
            </a:endParaRPr>
          </a:p>
          <a:p>
            <a:r>
              <a:rPr lang="en-US">
                <a:solidFill>
                  <a:srgbClr val="002060"/>
                </a:solidFill>
              </a:rPr>
              <a:t>On the island there is: freshwater, monkeys, coconut trees and fish in the surrounding waters.</a:t>
            </a:r>
            <a:endParaRPr lang="en-GB">
              <a:solidFill>
                <a:srgbClr val="002060"/>
              </a:solidFill>
            </a:endParaRPr>
          </a:p>
          <a:p>
            <a:r>
              <a:rPr lang="en-US">
                <a:solidFill>
                  <a:srgbClr val="002060"/>
                </a:solidFill>
              </a:rPr>
              <a:t>You must tell the class the 5 things you decided to bring and why.</a:t>
            </a:r>
            <a:endParaRPr lang="en-GB">
              <a:solidFill>
                <a:srgbClr val="002060"/>
              </a:solidFill>
            </a:endParaRPr>
          </a:p>
          <a:p>
            <a:endParaRPr lang="en-GB" sz="220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803245F-AF84-4718-9FF3-1E8EBB595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60" y="1556792"/>
            <a:ext cx="5831699" cy="430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9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2E181-C051-036E-5F4B-B44616B85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/>
              <a:t>Be ready to learn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077E-5EF6-F0A7-8872-16E5BC8EA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 marL="90805" indent="-90805"/>
            <a:r>
              <a:rPr lang="en-US" sz="3200">
                <a:solidFill>
                  <a:srgbClr val="1CADE4"/>
                </a:solidFill>
                <a:latin typeface="TW Cen MT"/>
              </a:rPr>
              <a:t> </a:t>
            </a:r>
            <a:r>
              <a:rPr lang="en-US" sz="3200">
                <a:latin typeface="TW Cen MT"/>
              </a:rPr>
              <a:t>Please make sure you have the following for every lesson:</a:t>
            </a:r>
            <a:endParaRPr lang="en-US"/>
          </a:p>
          <a:p>
            <a:pPr marL="90805" indent="-90805"/>
            <a:endParaRPr lang="en-US"/>
          </a:p>
          <a:p>
            <a:pPr marL="90805" indent="-90805"/>
            <a:r>
              <a:rPr lang="en-US" sz="3200">
                <a:solidFill>
                  <a:srgbClr val="1CADE4"/>
                </a:solidFill>
                <a:latin typeface="TW Cen MT"/>
              </a:rPr>
              <a:t> </a:t>
            </a:r>
            <a:r>
              <a:rPr lang="en-US" sz="3200">
                <a:latin typeface="TW Cen MT"/>
              </a:rPr>
              <a:t>- Pens (more than one!!)</a:t>
            </a:r>
            <a:endParaRPr lang="en-US"/>
          </a:p>
          <a:p>
            <a:pPr marL="90805" indent="-90805"/>
            <a:r>
              <a:rPr lang="en-US" sz="3200">
                <a:solidFill>
                  <a:srgbClr val="1CADE4"/>
                </a:solidFill>
                <a:latin typeface="TW Cen MT"/>
              </a:rPr>
              <a:t> </a:t>
            </a:r>
            <a:r>
              <a:rPr lang="en-US" sz="3200">
                <a:latin typeface="TW Cen MT"/>
              </a:rPr>
              <a:t>- Paper</a:t>
            </a:r>
            <a:endParaRPr lang="en-US"/>
          </a:p>
          <a:p>
            <a:pPr marL="90805" indent="-90805"/>
            <a:r>
              <a:rPr lang="en-US" sz="3200">
                <a:solidFill>
                  <a:srgbClr val="1CADE4"/>
                </a:solidFill>
                <a:latin typeface="TW Cen MT"/>
              </a:rPr>
              <a:t> </a:t>
            </a:r>
            <a:r>
              <a:rPr lang="en-US" sz="3200">
                <a:latin typeface="TW Cen MT"/>
              </a:rPr>
              <a:t>- A folder or file to keep your papers tidy, safe and dry</a:t>
            </a:r>
            <a:endParaRPr lang="en-US"/>
          </a:p>
          <a:p>
            <a:pPr marL="90805" indent="-90805"/>
            <a:endParaRPr lang="en-US" sz="2150"/>
          </a:p>
        </p:txBody>
      </p:sp>
    </p:spTree>
    <p:extLst>
      <p:ext uri="{BB962C8B-B14F-4D97-AF65-F5344CB8AC3E}">
        <p14:creationId xmlns:p14="http://schemas.microsoft.com/office/powerpoint/2010/main" val="222592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8E34-F345-B8AF-F557-0228C22F4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/>
              <a:t>Reminder: Numeracy assessment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D59CC-881B-A229-B649-2F7DFE56D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 lnSpcReduction="10000"/>
          </a:bodyPr>
          <a:lstStyle/>
          <a:p>
            <a:pPr marL="90805" indent="-90805"/>
            <a:r>
              <a:rPr lang="en-US" sz="4000" b="1">
                <a:solidFill>
                  <a:srgbClr val="FF0000"/>
                </a:solidFill>
                <a:latin typeface="TW Cen MT"/>
              </a:rPr>
              <a:t>Date: Friday 6</a:t>
            </a:r>
            <a:r>
              <a:rPr lang="en-US" sz="4000" b="1" baseline="30000">
                <a:solidFill>
                  <a:srgbClr val="FF0000"/>
                </a:solidFill>
                <a:latin typeface="TW Cen MT"/>
              </a:rPr>
              <a:t>th</a:t>
            </a:r>
            <a:r>
              <a:rPr lang="en-US" sz="4000" b="1">
                <a:solidFill>
                  <a:srgbClr val="FF0000"/>
                </a:solidFill>
                <a:latin typeface="TW Cen MT"/>
              </a:rPr>
              <a:t> September 2024</a:t>
            </a:r>
            <a:endParaRPr lang="en-US"/>
          </a:p>
          <a:p>
            <a:pPr marL="90805" indent="-90805"/>
            <a:r>
              <a:rPr lang="en-US" sz="4000" b="1">
                <a:solidFill>
                  <a:srgbClr val="FF0000"/>
                </a:solidFill>
                <a:latin typeface="TW Cen MT"/>
              </a:rPr>
              <a:t>Time: </a:t>
            </a:r>
          </a:p>
          <a:p>
            <a:pPr marL="90805" indent="-90805"/>
            <a:r>
              <a:rPr lang="en-US" sz="4000" b="1">
                <a:solidFill>
                  <a:srgbClr val="FF0000"/>
                </a:solidFill>
                <a:latin typeface="TW Cen MT"/>
              </a:rPr>
              <a:t>Place: 1 Canal Parade, Room 216-219</a:t>
            </a:r>
            <a:endParaRPr lang="en-US"/>
          </a:p>
          <a:p>
            <a:pPr marL="90805" indent="-90805"/>
            <a:r>
              <a:rPr lang="en-US" sz="4000" b="1">
                <a:solidFill>
                  <a:srgbClr val="FFC000"/>
                </a:solidFill>
                <a:latin typeface="TW Cen MT"/>
              </a:rPr>
              <a:t>Bring a pen.</a:t>
            </a:r>
            <a:endParaRPr lang="en-US"/>
          </a:p>
          <a:p>
            <a:pPr marL="90805" indent="-90805"/>
            <a:r>
              <a:rPr lang="en-US" sz="4000" b="1">
                <a:solidFill>
                  <a:srgbClr val="0070C0"/>
                </a:solidFill>
                <a:latin typeface="TW Cen MT"/>
              </a:rPr>
              <a:t>Please make sure you attend. It is very important.</a:t>
            </a:r>
            <a:r>
              <a:rPr lang="en-US" sz="4000" b="1">
                <a:latin typeface="TW Cen MT"/>
              </a:rPr>
              <a:t> </a:t>
            </a:r>
            <a:endParaRPr lang="en-US"/>
          </a:p>
          <a:p>
            <a:pPr marL="90805" indent="-90805"/>
            <a:endParaRPr lang="en-US" sz="2150"/>
          </a:p>
        </p:txBody>
      </p:sp>
    </p:spTree>
    <p:extLst>
      <p:ext uri="{BB962C8B-B14F-4D97-AF65-F5344CB8AC3E}">
        <p14:creationId xmlns:p14="http://schemas.microsoft.com/office/powerpoint/2010/main" val="323981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42094" y="4721082"/>
            <a:ext cx="5297854" cy="1445074"/>
          </a:xfrm>
          <a:solidFill>
            <a:schemeClr val="bg1"/>
          </a:solidFill>
        </p:spPr>
        <p:txBody>
          <a:bodyPr vert="horz" lIns="121899" tIns="60949" rIns="121899" bIns="60949" rtlCol="0" anchor="t">
            <a:noAutofit/>
          </a:bodyPr>
          <a:lstStyle/>
          <a:p>
            <a:pPr algn="ctr"/>
            <a:r>
              <a:rPr lang="en-GB" sz="4400">
                <a:solidFill>
                  <a:srgbClr val="FF0000"/>
                </a:solidFill>
              </a:rPr>
              <a:t>Any Questions?</a:t>
            </a:r>
          </a:p>
          <a:p>
            <a:pPr algn="ctr"/>
            <a:endParaRPr lang="en-US" sz="44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800" y="-452735"/>
            <a:ext cx="2888296" cy="2166222"/>
          </a:xfrm>
          <a:prstGeom prst="rect">
            <a:avLst/>
          </a:prstGeom>
        </p:spPr>
      </p:pic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5E8B475C-B4C1-4DA4-B276-269E3C928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42094" y="1366689"/>
            <a:ext cx="5297854" cy="2980043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1752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575F13-73CC-4479-A31C-E6DC0B040AC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27D28D-CA79-4BC2-AE96-F247D07D6B90}"/>
</file>

<file path=customXml/itemProps3.xml><?xml version="1.0" encoding="utf-8"?>
<ds:datastoreItem xmlns:ds="http://schemas.openxmlformats.org/officeDocument/2006/customXml" ds:itemID="{23A2D467-CF7C-424D-8EBD-894BAD8E46E0}">
  <ds:schemaRefs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1cf731c3-fdca-4a95-a92a-ea3b14523102"/>
    <ds:schemaRef ds:uri="0b5197e8-b3d5-44fa-9c9e-08a78b47511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1335</Words>
  <Application>Microsoft Office PowerPoint</Application>
  <PresentationFormat>Custom</PresentationFormat>
  <Paragraphs>216</Paragraphs>
  <Slides>37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Integral</vt:lpstr>
      <vt:lpstr>PowerPoint Presentation</vt:lpstr>
      <vt:lpstr>PowerPoint Presentation</vt:lpstr>
      <vt:lpstr>PowerPoint Presentation</vt:lpstr>
      <vt:lpstr>Icebreaker &amp; Introductions</vt:lpstr>
      <vt:lpstr>PowerPoint Presentation</vt:lpstr>
      <vt:lpstr>PowerPoint Presentation</vt:lpstr>
      <vt:lpstr> Learn how to log onto your College Email </vt:lpstr>
      <vt:lpstr>PowerPoint Presentation</vt:lpstr>
      <vt:lpstr>PowerPoint Presentation</vt:lpstr>
      <vt:lpstr>PowerPoint Presentation</vt:lpstr>
      <vt:lpstr>PowerPoint Presentation</vt:lpstr>
      <vt:lpstr>Induction Period</vt:lpstr>
      <vt:lpstr>PowerPoint Presentation</vt:lpstr>
      <vt:lpstr>Blended Learning</vt:lpstr>
      <vt:lpstr>ESOL 16/17-hours</vt:lpstr>
      <vt:lpstr>PowerPoint Presentation</vt:lpstr>
      <vt:lpstr>ESOL 16/17-hours</vt:lpstr>
      <vt:lpstr>Icebreaker Choose: Ice-breakers</vt:lpstr>
      <vt:lpstr>PowerPoint Presentation</vt:lpstr>
      <vt:lpstr>   </vt:lpstr>
      <vt:lpstr>PowerPoint Presentation</vt:lpstr>
      <vt:lpstr> The first 6 weeks of your course, you will be expected to; </vt:lpstr>
      <vt:lpstr>Attendance and Punctuality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Support for your Learning Your ESOL tutor:</vt:lpstr>
      <vt:lpstr>PowerPoint Presentation</vt:lpstr>
      <vt:lpstr>PowerPoint Presentation</vt:lpstr>
      <vt:lpstr>PowerPoint Presentation</vt:lpstr>
      <vt:lpstr>PowerPoint Presentation</vt:lpstr>
      <vt:lpstr>Circle Time Activity(adapt to level)</vt:lpstr>
      <vt:lpstr>Be ready to learn</vt:lpstr>
      <vt:lpstr>Reminder: Numeracy assessment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Cath Yanez</dc:creator>
  <cp:lastModifiedBy>Robin Ritter-Jones</cp:lastModifiedBy>
  <cp:revision>74</cp:revision>
  <dcterms:created xsi:type="dcterms:W3CDTF">2020-08-28T18:58:39Z</dcterms:created>
  <dcterms:modified xsi:type="dcterms:W3CDTF">2024-12-05T12:20:07Z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3100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emplateUrl">
    <vt:lpwstr/>
  </property>
  <property fmtid="{D5CDD505-2E9C-101B-9397-08002B2CF9AE}" pid="7" name="ComplianceAssetId">
    <vt:lpwstr/>
  </property>
  <property fmtid="{D5CDD505-2E9C-101B-9397-08002B2CF9AE}" pid="8" name="TaxKeyword">
    <vt:lpwstr/>
  </property>
  <property fmtid="{D5CDD505-2E9C-101B-9397-08002B2CF9AE}" pid="9" name="MediaServiceImageTags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