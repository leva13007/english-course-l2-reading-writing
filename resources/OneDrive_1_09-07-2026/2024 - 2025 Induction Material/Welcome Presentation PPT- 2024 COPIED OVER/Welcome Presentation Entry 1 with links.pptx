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4"/>
  </p:sldMasterIdLst>
  <p:notesMasterIdLst>
    <p:notesMasterId r:id="rId25"/>
  </p:notesMasterIdLst>
  <p:handoutMasterIdLst>
    <p:handoutMasterId r:id="rId26"/>
  </p:handoutMasterIdLst>
  <p:sldIdLst>
    <p:sldId id="258" r:id="rId5"/>
    <p:sldId id="307" r:id="rId6"/>
    <p:sldId id="296" r:id="rId7"/>
    <p:sldId id="289" r:id="rId8"/>
    <p:sldId id="294" r:id="rId9"/>
    <p:sldId id="308" r:id="rId10"/>
    <p:sldId id="302" r:id="rId11"/>
    <p:sldId id="303" r:id="rId12"/>
    <p:sldId id="293" r:id="rId13"/>
    <p:sldId id="271" r:id="rId14"/>
    <p:sldId id="261" r:id="rId15"/>
    <p:sldId id="275" r:id="rId16"/>
    <p:sldId id="290" r:id="rId17"/>
    <p:sldId id="288" r:id="rId18"/>
    <p:sldId id="273" r:id="rId19"/>
    <p:sldId id="304" r:id="rId20"/>
    <p:sldId id="305" r:id="rId21"/>
    <p:sldId id="265" r:id="rId22"/>
    <p:sldId id="282" r:id="rId23"/>
    <p:sldId id="300" r:id="rId24"/>
  </p:sldIdLst>
  <p:sldSz cx="12188825" cy="6858000"/>
  <p:notesSz cx="6985000" cy="9271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0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2F375-6761-985C-FDD3-C70EB0A6597B}" v="1" dt="2024-09-03T10:30:15.353"/>
    <p1510:client id="{D84DA55A-6019-8B2E-498F-B2C94DAE1555}" v="4" dt="2024-09-02T12:33:39.839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996" y="96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0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or Dus" userId="S::sdus@cavc.ac.uk::199eec49-57a1-40c9-a7a2-aee30f0f2a6c" providerId="AD" clId="Web-{0E34B661-C065-FE48-BD0E-4F518D828F3B}"/>
    <pc:docChg chg="modSld">
      <pc:chgData name="Sandor Dus" userId="S::sdus@cavc.ac.uk::199eec49-57a1-40c9-a7a2-aee30f0f2a6c" providerId="AD" clId="Web-{0E34B661-C065-FE48-BD0E-4F518D828F3B}" dt="2022-09-08T07:59:33.027" v="5" actId="20577"/>
      <pc:docMkLst>
        <pc:docMk/>
      </pc:docMkLst>
      <pc:sldChg chg="modSp">
        <pc:chgData name="Sandor Dus" userId="S::sdus@cavc.ac.uk::199eec49-57a1-40c9-a7a2-aee30f0f2a6c" providerId="AD" clId="Web-{0E34B661-C065-FE48-BD0E-4F518D828F3B}" dt="2022-09-08T07:59:33.027" v="5" actId="20577"/>
        <pc:sldMkLst>
          <pc:docMk/>
          <pc:sldMk cId="173668550" sldId="258"/>
        </pc:sldMkLst>
        <pc:spChg chg="mod">
          <ac:chgData name="Sandor Dus" userId="S::sdus@cavc.ac.uk::199eec49-57a1-40c9-a7a2-aee30f0f2a6c" providerId="AD" clId="Web-{0E34B661-C065-FE48-BD0E-4F518D828F3B}" dt="2022-09-08T07:59:33.027" v="5" actId="20577"/>
          <ac:spMkLst>
            <pc:docMk/>
            <pc:sldMk cId="173668550" sldId="258"/>
            <ac:spMk id="7" creationId="{890E5342-C60A-4A4B-916A-FE7740345D5B}"/>
          </ac:spMkLst>
        </pc:spChg>
      </pc:sldChg>
    </pc:docChg>
  </pc:docChgLst>
  <pc:docChgLst>
    <pc:chgData name="Maria Gagliardi" userId="S::mgagliardi@cavc.ac.uk::a34cf001-11e0-4665-9809-996318092a94" providerId="AD" clId="Web-{3A1B9CCC-8E45-17B0-77C5-B02448E6C690}"/>
    <pc:docChg chg="modSld">
      <pc:chgData name="Maria Gagliardi" userId="S::mgagliardi@cavc.ac.uk::a34cf001-11e0-4665-9809-996318092a94" providerId="AD" clId="Web-{3A1B9CCC-8E45-17B0-77C5-B02448E6C690}" dt="2023-09-02T05:26:04.866" v="4" actId="20577"/>
      <pc:docMkLst>
        <pc:docMk/>
      </pc:docMkLst>
      <pc:sldChg chg="modSp">
        <pc:chgData name="Maria Gagliardi" userId="S::mgagliardi@cavc.ac.uk::a34cf001-11e0-4665-9809-996318092a94" providerId="AD" clId="Web-{3A1B9CCC-8E45-17B0-77C5-B02448E6C690}" dt="2023-09-02T05:26:04.866" v="4" actId="20577"/>
        <pc:sldMkLst>
          <pc:docMk/>
          <pc:sldMk cId="1352479526" sldId="275"/>
        </pc:sldMkLst>
        <pc:spChg chg="mod">
          <ac:chgData name="Maria Gagliardi" userId="S::mgagliardi@cavc.ac.uk::a34cf001-11e0-4665-9809-996318092a94" providerId="AD" clId="Web-{3A1B9CCC-8E45-17B0-77C5-B02448E6C690}" dt="2023-09-02T05:26:04.866" v="4" actId="20577"/>
          <ac:spMkLst>
            <pc:docMk/>
            <pc:sldMk cId="1352479526" sldId="275"/>
            <ac:spMk id="3" creationId="{00000000-0000-0000-0000-000000000000}"/>
          </ac:spMkLst>
        </pc:spChg>
      </pc:sldChg>
    </pc:docChg>
  </pc:docChgLst>
  <pc:docChgLst>
    <pc:chgData clId="Web-{D84DA55A-6019-8B2E-498F-B2C94DAE1555}"/>
    <pc:docChg chg="modSld">
      <pc:chgData name="" userId="" providerId="" clId="Web-{D84DA55A-6019-8B2E-498F-B2C94DAE1555}" dt="2024-09-02T12:33:39.839" v="3" actId="20577"/>
      <pc:docMkLst>
        <pc:docMk/>
      </pc:docMkLst>
      <pc:sldChg chg="modSp">
        <pc:chgData name="" userId="" providerId="" clId="Web-{D84DA55A-6019-8B2E-498F-B2C94DAE1555}" dt="2024-09-02T12:33:39.839" v="3" actId="20577"/>
        <pc:sldMkLst>
          <pc:docMk/>
          <pc:sldMk cId="173668550" sldId="258"/>
        </pc:sldMkLst>
        <pc:spChg chg="mod">
          <ac:chgData name="" userId="" providerId="" clId="Web-{D84DA55A-6019-8B2E-498F-B2C94DAE1555}" dt="2024-09-02T12:33:39.839" v="3" actId="20577"/>
          <ac:spMkLst>
            <pc:docMk/>
            <pc:sldMk cId="173668550" sldId="258"/>
            <ac:spMk id="3" creationId="{00000000-0000-0000-0000-000000000000}"/>
          </ac:spMkLst>
        </pc:spChg>
      </pc:sldChg>
    </pc:docChg>
  </pc:docChgLst>
  <pc:docChgLst>
    <pc:chgData clId="Web-{697A338F-F2CE-09C8-6741-B08D75D2C529}"/>
    <pc:docChg chg="modSld">
      <pc:chgData name="" userId="" providerId="" clId="Web-{697A338F-F2CE-09C8-6741-B08D75D2C529}" dt="2022-08-22T13:04:04.470" v="12" actId="20577"/>
      <pc:docMkLst>
        <pc:docMk/>
      </pc:docMkLst>
      <pc:sldChg chg="modSp">
        <pc:chgData name="" userId="" providerId="" clId="Web-{697A338F-F2CE-09C8-6741-B08D75D2C529}" dt="2022-08-22T13:04:04.470" v="12" actId="20577"/>
        <pc:sldMkLst>
          <pc:docMk/>
          <pc:sldMk cId="173668550" sldId="258"/>
        </pc:sldMkLst>
        <pc:spChg chg="mod">
          <ac:chgData name="" userId="" providerId="" clId="Web-{697A338F-F2CE-09C8-6741-B08D75D2C529}" dt="2022-08-22T13:04:04.470" v="12" actId="20577"/>
          <ac:spMkLst>
            <pc:docMk/>
            <pc:sldMk cId="173668550" sldId="258"/>
            <ac:spMk id="7" creationId="{890E5342-C60A-4A4B-916A-FE7740345D5B}"/>
          </ac:spMkLst>
        </pc:spChg>
      </pc:sldChg>
    </pc:docChg>
  </pc:docChgLst>
  <pc:docChgLst>
    <pc:chgData name="Maria Gagliardi" userId="S::mgagliardi@cavc.ac.uk::a34cf001-11e0-4665-9809-996318092a94" providerId="AD" clId="Web-{7C261469-C8F6-B308-6A65-2142BEEA6CAC}"/>
    <pc:docChg chg="modSld">
      <pc:chgData name="Maria Gagliardi" userId="S::mgagliardi@cavc.ac.uk::a34cf001-11e0-4665-9809-996318092a94" providerId="AD" clId="Web-{7C261469-C8F6-B308-6A65-2142BEEA6CAC}" dt="2023-08-22T14:37:15.826" v="5" actId="20577"/>
      <pc:docMkLst>
        <pc:docMk/>
      </pc:docMkLst>
      <pc:sldChg chg="modSp">
        <pc:chgData name="Maria Gagliardi" userId="S::mgagliardi@cavc.ac.uk::a34cf001-11e0-4665-9809-996318092a94" providerId="AD" clId="Web-{7C261469-C8F6-B308-6A65-2142BEEA6CAC}" dt="2023-08-22T14:37:15.826" v="5" actId="20577"/>
        <pc:sldMkLst>
          <pc:docMk/>
          <pc:sldMk cId="173668550" sldId="258"/>
        </pc:sldMkLst>
        <pc:spChg chg="mod">
          <ac:chgData name="Maria Gagliardi" userId="S::mgagliardi@cavc.ac.uk::a34cf001-11e0-4665-9809-996318092a94" providerId="AD" clId="Web-{7C261469-C8F6-B308-6A65-2142BEEA6CAC}" dt="2023-08-22T14:37:15.826" v="5" actId="20577"/>
          <ac:spMkLst>
            <pc:docMk/>
            <pc:sldMk cId="173668550" sldId="258"/>
            <ac:spMk id="7" creationId="{890E5342-C60A-4A4B-916A-FE7740345D5B}"/>
          </ac:spMkLst>
        </pc:spChg>
      </pc:sldChg>
    </pc:docChg>
  </pc:docChgLst>
  <pc:docChgLst>
    <pc:chgData name="Maria Gagliardi" userId="S::mgagliardi@cavc.ac.uk::a34cf001-11e0-4665-9809-996318092a94" providerId="AD" clId="Web-{6A794BCE-7AD8-6DC0-3614-02909EAFDEE0}"/>
    <pc:docChg chg="delSld modSld">
      <pc:chgData name="Maria Gagliardi" userId="S::mgagliardi@cavc.ac.uk::a34cf001-11e0-4665-9809-996318092a94" providerId="AD" clId="Web-{6A794BCE-7AD8-6DC0-3614-02909EAFDEE0}" dt="2023-08-30T07:33:32.413" v="42" actId="20577"/>
      <pc:docMkLst>
        <pc:docMk/>
      </pc:docMkLst>
      <pc:sldChg chg="modSp">
        <pc:chgData name="Maria Gagliardi" userId="S::mgagliardi@cavc.ac.uk::a34cf001-11e0-4665-9809-996318092a94" providerId="AD" clId="Web-{6A794BCE-7AD8-6DC0-3614-02909EAFDEE0}" dt="2023-08-30T07:29:30.216" v="4" actId="20577"/>
        <pc:sldMkLst>
          <pc:docMk/>
          <pc:sldMk cId="310570406" sldId="261"/>
        </pc:sldMkLst>
        <pc:spChg chg="mod">
          <ac:chgData name="Maria Gagliardi" userId="S::mgagliardi@cavc.ac.uk::a34cf001-11e0-4665-9809-996318092a94" providerId="AD" clId="Web-{6A794BCE-7AD8-6DC0-3614-02909EAFDEE0}" dt="2023-08-30T07:29:30.216" v="4" actId="20577"/>
          <ac:spMkLst>
            <pc:docMk/>
            <pc:sldMk cId="310570406" sldId="261"/>
            <ac:spMk id="2" creationId="{00000000-0000-0000-0000-000000000000}"/>
          </ac:spMkLst>
        </pc:spChg>
      </pc:sldChg>
      <pc:sldChg chg="modSp">
        <pc:chgData name="Maria Gagliardi" userId="S::mgagliardi@cavc.ac.uk::a34cf001-11e0-4665-9809-996318092a94" providerId="AD" clId="Web-{6A794BCE-7AD8-6DC0-3614-02909EAFDEE0}" dt="2023-08-30T07:33:32.413" v="42" actId="20577"/>
        <pc:sldMkLst>
          <pc:docMk/>
          <pc:sldMk cId="0" sldId="265"/>
        </pc:sldMkLst>
        <pc:spChg chg="mod">
          <ac:chgData name="Maria Gagliardi" userId="S::mgagliardi@cavc.ac.uk::a34cf001-11e0-4665-9809-996318092a94" providerId="AD" clId="Web-{6A794BCE-7AD8-6DC0-3614-02909EAFDEE0}" dt="2023-08-30T07:33:32.413" v="42" actId="20577"/>
          <ac:spMkLst>
            <pc:docMk/>
            <pc:sldMk cId="0" sldId="265"/>
            <ac:spMk id="259" creationId="{00000000-0000-0000-0000-000000000000}"/>
          </ac:spMkLst>
        </pc:spChg>
      </pc:sldChg>
      <pc:sldChg chg="modSp">
        <pc:chgData name="Maria Gagliardi" userId="S::mgagliardi@cavc.ac.uk::a34cf001-11e0-4665-9809-996318092a94" providerId="AD" clId="Web-{6A794BCE-7AD8-6DC0-3614-02909EAFDEE0}" dt="2023-08-30T07:29:55.983" v="8" actId="20577"/>
        <pc:sldMkLst>
          <pc:docMk/>
          <pc:sldMk cId="1352479526" sldId="275"/>
        </pc:sldMkLst>
        <pc:spChg chg="mod">
          <ac:chgData name="Maria Gagliardi" userId="S::mgagliardi@cavc.ac.uk::a34cf001-11e0-4665-9809-996318092a94" providerId="AD" clId="Web-{6A794BCE-7AD8-6DC0-3614-02909EAFDEE0}" dt="2023-08-30T07:29:46.170" v="6" actId="20577"/>
          <ac:spMkLst>
            <pc:docMk/>
            <pc:sldMk cId="1352479526" sldId="275"/>
            <ac:spMk id="2" creationId="{00000000-0000-0000-0000-000000000000}"/>
          </ac:spMkLst>
        </pc:spChg>
        <pc:spChg chg="mod">
          <ac:chgData name="Maria Gagliardi" userId="S::mgagliardi@cavc.ac.uk::a34cf001-11e0-4665-9809-996318092a94" providerId="AD" clId="Web-{6A794BCE-7AD8-6DC0-3614-02909EAFDEE0}" dt="2023-08-30T07:29:55.983" v="8" actId="20577"/>
          <ac:spMkLst>
            <pc:docMk/>
            <pc:sldMk cId="1352479526" sldId="275"/>
            <ac:spMk id="3" creationId="{00000000-0000-0000-0000-000000000000}"/>
          </ac:spMkLst>
        </pc:spChg>
      </pc:sldChg>
      <pc:sldChg chg="addSp delSp modSp">
        <pc:chgData name="Maria Gagliardi" userId="S::mgagliardi@cavc.ac.uk::a34cf001-11e0-4665-9809-996318092a94" providerId="AD" clId="Web-{6A794BCE-7AD8-6DC0-3614-02909EAFDEE0}" dt="2023-08-30T07:30:19.687" v="19" actId="20577"/>
        <pc:sldMkLst>
          <pc:docMk/>
          <pc:sldMk cId="796537223" sldId="288"/>
        </pc:sldMkLst>
        <pc:spChg chg="mod">
          <ac:chgData name="Maria Gagliardi" userId="S::mgagliardi@cavc.ac.uk::a34cf001-11e0-4665-9809-996318092a94" providerId="AD" clId="Web-{6A794BCE-7AD8-6DC0-3614-02909EAFDEE0}" dt="2023-08-30T07:30:19.687" v="19" actId="20577"/>
          <ac:spMkLst>
            <pc:docMk/>
            <pc:sldMk cId="796537223" sldId="288"/>
            <ac:spMk id="2" creationId="{6017D61F-16E5-4C0F-AF0D-3B8D99BEC5FF}"/>
          </ac:spMkLst>
        </pc:spChg>
        <pc:spChg chg="add mod">
          <ac:chgData name="Maria Gagliardi" userId="S::mgagliardi@cavc.ac.uk::a34cf001-11e0-4665-9809-996318092a94" providerId="AD" clId="Web-{6A794BCE-7AD8-6DC0-3614-02909EAFDEE0}" dt="2023-08-30T07:30:09.436" v="10" actId="20577"/>
          <ac:spMkLst>
            <pc:docMk/>
            <pc:sldMk cId="796537223" sldId="288"/>
            <ac:spMk id="4" creationId="{01EB9BD1-D099-6D64-6B41-E4C885B1F07B}"/>
          </ac:spMkLst>
        </pc:spChg>
        <pc:graphicFrameChg chg="del">
          <ac:chgData name="Maria Gagliardi" userId="S::mgagliardi@cavc.ac.uk::a34cf001-11e0-4665-9809-996318092a94" providerId="AD" clId="Web-{6A794BCE-7AD8-6DC0-3614-02909EAFDEE0}" dt="2023-08-30T07:30:00.592" v="9"/>
          <ac:graphicFrameMkLst>
            <pc:docMk/>
            <pc:sldMk cId="796537223" sldId="288"/>
            <ac:graphicFrameMk id="12" creationId="{3B9855E4-09DB-482D-9187-A30B9755C0BC}"/>
          </ac:graphicFrameMkLst>
        </pc:graphicFrameChg>
      </pc:sldChg>
      <pc:sldChg chg="modSp">
        <pc:chgData name="Maria Gagliardi" userId="S::mgagliardi@cavc.ac.uk::a34cf001-11e0-4665-9809-996318092a94" providerId="AD" clId="Web-{6A794BCE-7AD8-6DC0-3614-02909EAFDEE0}" dt="2023-08-30T07:29:13.309" v="1" actId="20577"/>
        <pc:sldMkLst>
          <pc:docMk/>
          <pc:sldMk cId="1576295112" sldId="296"/>
        </pc:sldMkLst>
        <pc:spChg chg="mod">
          <ac:chgData name="Maria Gagliardi" userId="S::mgagliardi@cavc.ac.uk::a34cf001-11e0-4665-9809-996318092a94" providerId="AD" clId="Web-{6A794BCE-7AD8-6DC0-3614-02909EAFDEE0}" dt="2023-08-30T07:29:13.309" v="1" actId="20577"/>
          <ac:spMkLst>
            <pc:docMk/>
            <pc:sldMk cId="1576295112" sldId="296"/>
            <ac:spMk id="2" creationId="{C008435B-9354-4485-A74D-7BFA44EF7E2F}"/>
          </ac:spMkLst>
        </pc:spChg>
      </pc:sldChg>
      <pc:sldChg chg="modSp">
        <pc:chgData name="Maria Gagliardi" userId="S::mgagliardi@cavc.ac.uk::a34cf001-11e0-4665-9809-996318092a94" providerId="AD" clId="Web-{6A794BCE-7AD8-6DC0-3614-02909EAFDEE0}" dt="2023-08-30T07:30:43.656" v="24" actId="14100"/>
        <pc:sldMkLst>
          <pc:docMk/>
          <pc:sldMk cId="2961817476" sldId="304"/>
        </pc:sldMkLst>
        <pc:spChg chg="mod">
          <ac:chgData name="Maria Gagliardi" userId="S::mgagliardi@cavc.ac.uk::a34cf001-11e0-4665-9809-996318092a94" providerId="AD" clId="Web-{6A794BCE-7AD8-6DC0-3614-02909EAFDEE0}" dt="2023-08-30T07:30:43.656" v="24" actId="14100"/>
          <ac:spMkLst>
            <pc:docMk/>
            <pc:sldMk cId="2961817476" sldId="304"/>
            <ac:spMk id="3" creationId="{F8EA45E6-69C6-47E3-A76C-E05D46D8F58A}"/>
          </ac:spMkLst>
        </pc:spChg>
      </pc:sldChg>
      <pc:sldChg chg="modSp">
        <pc:chgData name="Maria Gagliardi" userId="S::mgagliardi@cavc.ac.uk::a34cf001-11e0-4665-9809-996318092a94" providerId="AD" clId="Web-{6A794BCE-7AD8-6DC0-3614-02909EAFDEE0}" dt="2023-08-30T07:32:34.333" v="35" actId="14100"/>
        <pc:sldMkLst>
          <pc:docMk/>
          <pc:sldMk cId="775830694" sldId="305"/>
        </pc:sldMkLst>
        <pc:spChg chg="mod">
          <ac:chgData name="Maria Gagliardi" userId="S::mgagliardi@cavc.ac.uk::a34cf001-11e0-4665-9809-996318092a94" providerId="AD" clId="Web-{6A794BCE-7AD8-6DC0-3614-02909EAFDEE0}" dt="2023-08-30T07:32:34.333" v="35" actId="14100"/>
          <ac:spMkLst>
            <pc:docMk/>
            <pc:sldMk cId="775830694" sldId="305"/>
            <ac:spMk id="2" creationId="{B6064E04-FEE0-4DBC-8A6E-2EDC3DE40042}"/>
          </ac:spMkLst>
        </pc:spChg>
        <pc:spChg chg="mod">
          <ac:chgData name="Maria Gagliardi" userId="S::mgagliardi@cavc.ac.uk::a34cf001-11e0-4665-9809-996318092a94" providerId="AD" clId="Web-{6A794BCE-7AD8-6DC0-3614-02909EAFDEE0}" dt="2023-08-30T07:32:29.879" v="34" actId="14100"/>
          <ac:spMkLst>
            <pc:docMk/>
            <pc:sldMk cId="775830694" sldId="305"/>
            <ac:spMk id="3" creationId="{1E79E1F7-44AA-470F-968F-2A7E42F99FE0}"/>
          </ac:spMkLst>
        </pc:spChg>
      </pc:sldChg>
      <pc:sldChg chg="del">
        <pc:chgData name="Maria Gagliardi" userId="S::mgagliardi@cavc.ac.uk::a34cf001-11e0-4665-9809-996318092a94" providerId="AD" clId="Web-{6A794BCE-7AD8-6DC0-3614-02909EAFDEE0}" dt="2023-08-30T07:32:01.487" v="30"/>
        <pc:sldMkLst>
          <pc:docMk/>
          <pc:sldMk cId="1641337561" sldId="306"/>
        </pc:sldMkLst>
      </pc:sldChg>
    </pc:docChg>
  </pc:docChgLst>
  <pc:docChgLst>
    <pc:chgData name="Kate Congdon" userId="S::kcongdon@cavc.ac.uk::349ce169-f069-441e-96a6-17381b85cb89" providerId="AD" clId="Web-{1272F375-6761-985C-FDD3-C70EB0A6597B}"/>
    <pc:docChg chg="addSld">
      <pc:chgData name="Kate Congdon" userId="S::kcongdon@cavc.ac.uk::349ce169-f069-441e-96a6-17381b85cb89" providerId="AD" clId="Web-{1272F375-6761-985C-FDD3-C70EB0A6597B}" dt="2024-09-03T10:30:15.353" v="0"/>
      <pc:docMkLst>
        <pc:docMk/>
      </pc:docMkLst>
      <pc:sldChg chg="new">
        <pc:chgData name="Kate Congdon" userId="S::kcongdon@cavc.ac.uk::349ce169-f069-441e-96a6-17381b85cb89" providerId="AD" clId="Web-{1272F375-6761-985C-FDD3-C70EB0A6597B}" dt="2024-09-03T10:30:15.353" v="0"/>
        <pc:sldMkLst>
          <pc:docMk/>
          <pc:sldMk cId="3273228051" sldId="308"/>
        </pc:sldMkLst>
      </pc:sldChg>
    </pc:docChg>
  </pc:docChgLst>
  <pc:docChgLst>
    <pc:chgData clId="Web-{361730AB-EBFE-0BD8-6E33-DEE8A2236D3A}"/>
    <pc:docChg chg="modSld">
      <pc:chgData name="" userId="" providerId="" clId="Web-{361730AB-EBFE-0BD8-6E33-DEE8A2236D3A}" dt="2023-08-22T15:40:09.094" v="8" actId="20577"/>
      <pc:docMkLst>
        <pc:docMk/>
      </pc:docMkLst>
      <pc:sldChg chg="modSp">
        <pc:chgData name="" userId="" providerId="" clId="Web-{361730AB-EBFE-0BD8-6E33-DEE8A2236D3A}" dt="2023-08-22T15:40:09.094" v="8" actId="20577"/>
        <pc:sldMkLst>
          <pc:docMk/>
          <pc:sldMk cId="173668550" sldId="258"/>
        </pc:sldMkLst>
        <pc:spChg chg="mod">
          <ac:chgData name="" userId="" providerId="" clId="Web-{361730AB-EBFE-0BD8-6E33-DEE8A2236D3A}" dt="2023-08-22T15:40:09.094" v="8" actId="20577"/>
          <ac:spMkLst>
            <pc:docMk/>
            <pc:sldMk cId="173668550" sldId="25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55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9/3/2024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55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9/3/2024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225" y="695325"/>
            <a:ext cx="6178550" cy="3476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85" tIns="46442" rIns="92885" bIns="46442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vert="horz" lIns="92885" tIns="46442" rIns="92885" bIns="46442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F81A0-ADA6-4623-BE4F-40CFB8BBCB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0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F81A0-ADA6-4623-BE4F-40CFB8BBCB3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7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2188825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2188825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081" y="4960137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08357" y="4960137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 algn="ctr">
              <a:buNone/>
              <a:defRPr sz="17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799"/>
            </a:lvl4pPr>
            <a:lvl5pPr marL="1828251" indent="0" algn="ctr">
              <a:buNone/>
              <a:defRPr sz="1799"/>
            </a:lvl5pPr>
            <a:lvl6pPr marL="2285314" indent="0" algn="ctr">
              <a:buNone/>
              <a:defRPr sz="1799"/>
            </a:lvl6pPr>
            <a:lvl7pPr marL="2742377" indent="0" algn="ctr">
              <a:buNone/>
              <a:defRPr sz="1799"/>
            </a:lvl7pPr>
            <a:lvl8pPr marL="3199440" indent="0" algn="ctr">
              <a:buNone/>
              <a:defRPr sz="1799"/>
            </a:lvl8pPr>
            <a:lvl9pPr marL="3656503" indent="0" algn="ctr">
              <a:buNone/>
              <a:defRPr sz="17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2E3C847-D284-421D-B330-2D43513B0F9C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 descr="Stack of books">
            <a:extLst>
              <a:ext uri="{FF2B5EF4-FFF2-40B4-BE49-F238E27FC236}">
                <a16:creationId xmlns:a16="http://schemas.microsoft.com/office/drawing/2014/main" id="{A5E269C5-AEF6-4B7D-B7F6-C4FCA643D184}"/>
              </a:ext>
            </a:extLst>
          </p:cNvPr>
          <p:cNvGrpSpPr/>
          <p:nvPr userDrawn="1"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FC5D44-3A58-4B0E-BDB1-051D1C1B5A79}"/>
                </a:ext>
              </a:extLst>
            </p:cNvPr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32B1869-A18D-41F4-B42F-3039CCB76C67}"/>
                </a:ext>
              </a:extLst>
            </p:cNvPr>
            <p:cNvGrpSpPr/>
            <p:nvPr/>
          </p:nvGrpSpPr>
          <p:grpSpPr>
            <a:xfrm>
              <a:off x="0" y="0"/>
              <a:ext cx="4726044" cy="6858000"/>
              <a:chOff x="0" y="0"/>
              <a:chExt cx="4726044" cy="6858000"/>
            </a:xfrm>
          </p:grpSpPr>
          <p:pic>
            <p:nvPicPr>
              <p:cNvPr id="15" name="Picture 14" descr="Stack of books">
                <a:extLst>
                  <a:ext uri="{FF2B5EF4-FFF2-40B4-BE49-F238E27FC236}">
                    <a16:creationId xmlns:a16="http://schemas.microsoft.com/office/drawing/2014/main" id="{7B1F5F35-06F4-4888-9A9A-597AEA55F9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045E2E-6653-482A-B9D1-B168AC2D121D}"/>
                  </a:ext>
                </a:extLst>
              </p:cNvPr>
              <p:cNvSpPr/>
              <p:nvPr/>
            </p:nvSpPr>
            <p:spPr>
              <a:xfrm>
                <a:off x="4588884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812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85147-19A6-4970-A04E-ED9B1D83C0F1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88825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2188825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4960137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08357" y="4960137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1008-E89D-49CD-9BF4-E6F3FE09F7AC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61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861" y="585216"/>
            <a:ext cx="9717541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3860" y="2286000"/>
            <a:ext cx="4753642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7760" y="2286000"/>
            <a:ext cx="4753642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199F-4583-41EB-929F-5865E95EECAA}" type="datetime1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2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861" y="2179636"/>
            <a:ext cx="4753642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99" b="0" cap="none" baseline="0">
                <a:solidFill>
                  <a:schemeClr val="accent1"/>
                </a:solidFill>
                <a:latin typeface="+mn-lt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3861" y="2967788"/>
            <a:ext cx="4753642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8" y="2179636"/>
            <a:ext cx="4753642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9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marL="0" lvl="0" indent="0" algn="l" defTabSz="914126" rtl="0" eaLnBrk="1" latinLnBrk="0" hangingPunct="1">
              <a:lnSpc>
                <a:spcPct val="90000"/>
              </a:lnSpc>
              <a:spcBef>
                <a:spcPts val="1799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8" y="2967788"/>
            <a:ext cx="4753642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52EB-356C-4482-B27C-7C8E08F5D88F}" type="datetime1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2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895E-43C3-4560-B59A-90049317E860}" type="datetime1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2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8C32-B81D-4A68-A851-5185C690F024}" type="datetime1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4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3861" y="471509"/>
            <a:ext cx="4387977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2" y="822960"/>
            <a:ext cx="5676945" cy="518464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3861" y="2257506"/>
            <a:ext cx="4387977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65D79-EF31-4E8F-A1BE-AF31805C2859}" type="datetime1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9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4960138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5778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8357" y="4960138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BA3B-941F-4778-A0CB-865223FDAE69}" type="datetime1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59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87518-40ED-4895-8580-DE2A722FC423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8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9" y="762000"/>
            <a:ext cx="262821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343" y="762000"/>
            <a:ext cx="7579926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9F34-BDBC-4273-B9BC-22458F940BE7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5781" y="59382"/>
            <a:ext cx="0" cy="91416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72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3861" y="585216"/>
            <a:ext cx="9717541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862" y="2286000"/>
            <a:ext cx="971754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3863" y="6470704"/>
            <a:ext cx="215358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2EBFD46-0FD3-4428-ADEC-1DFD6489930D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1671" y="6470704"/>
            <a:ext cx="589992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4511" y="6470704"/>
            <a:ext cx="9734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1802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40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126" rtl="0" eaLnBrk="1" latinLnBrk="0" hangingPunct="1">
        <a:lnSpc>
          <a:spcPct val="80000"/>
        </a:lnSpc>
        <a:spcBef>
          <a:spcPct val="0"/>
        </a:spcBef>
        <a:buNone/>
        <a:defRPr sz="4999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199" kern="1200">
          <a:solidFill>
            <a:schemeClr val="tx1"/>
          </a:solidFill>
          <a:latin typeface="+mn-lt"/>
          <a:ea typeface="+mn-ea"/>
          <a:cs typeface="+mn-cs"/>
        </a:defRPr>
      </a:lvl1pPr>
      <a:lvl2pPr marL="26509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447922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182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00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12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38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578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04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eepcalmandbeanaupair.blogspot.com/2014/02/esol-cursos-de-ingles-gratis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freepngimg.com/png/87147-world-area-map-free-transparent-image-hq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thecardiffandvalecollege.sharepoint.com/sites/ESOLResources/Shared%20Documents/Forms/AllItems.aspx?id=%2Fsites%2FESOLResources%2FShared%20Documents%2FESOL%2FInduction%2F2022%20Induction%20Material%2FUseful%20forms%20and%20resources%2FLog%20in%20to%20Office%20365&amp;viewid=db78d211%2D1819%2D4144%2Db03b%2D1c9cfe99a7a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yuni.swansea.ac.uk/academic-life/remote-learning-guide/online-collaboration/online-meeting-tools/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wsparrow.blogspot.com/2018/02/office-365-and-what-you-can-do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thecardiffandvalecollege.sharepoint.com/sites/ESOLResources/Shared%20Documents/Forms/AllItems.aspx?id=%2Fsites%2FESOLResources%2FShared%20Documents%2FESOL%2FInduction%2F2022%20Induction%20Material%2FUseful%20forms%20and%20resources%2FAccessing%20and%20Using%20Teams&amp;viewid=db78d211%2D1819%2D4144%2Db03b%2D1c9cfe99a7a2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wired.it/internet/web/2020/06/04/microsoft-teams-numero-partecipanti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bertytvradio.com/professionalism-trcn-says-30000-to-write-may-diet-teachers-professional-exam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ixabay.com/en/write-pencil-paper-blank-draft-154873/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glishwithoutend.blogspot.com/2019/05/just-reminder-exams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mUcZ9lltJQ" TargetMode="External"/><Relationship Id="rId2" Type="http://schemas.openxmlformats.org/officeDocument/2006/relationships/hyperlink" Target="https://www.youtube.com/watch?v=Kv5mxMZu0z8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ordwall.net/resource/21112486/english/esol-icebreaker-name-5-game" TargetMode="External"/><Relationship Id="rId4" Type="http://schemas.openxmlformats.org/officeDocument/2006/relationships/hyperlink" Target="https://eslgames.com/the-expert-game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thecardiffandvalecollege.sharepoint.com/:w:/s/ESOLResources/EffGNNc9jiJJjneQtSScpwgBJVJFpZv99xYGm6GTKrTX0A?e=vIhdk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s://www.google.co.uk/url?sa=i&amp;rct=j&amp;q=&amp;esrc=s&amp;source=images&amp;cd=&amp;cad=rja&amp;uact=8&amp;ved=2ahUKEwiq08mDoIngAhXT8eAKHRvaBVMQjRx6BAgBEAU&amp;url=https%3A%2F%2Fwww.shutterstock.com%2Fsearch%2F09%253A00%2Bam&amp;psig=AOvVaw2Uhlg4t0BhiD_1GRBKlWHD&amp;ust=1548516583577134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hyperlink" Target="https://thecardiffandvalecollege.sharepoint.com/:w:/s/ESOLResources/ESd3rjCSnHFJm-VuIGwohn4B5cbjy0j1Gm8PtGrztkSEIw?e=3EFgmc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xhere.com/en/photo/1573861" TargetMode="External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w:/s/ESOLResources/EXX8fZJfFnhOohpUbiIvrI0B7rMCVqDhAjIGxudLqwkiHg?e=tYoYZF" TargetMode="External"/><Relationship Id="rId2" Type="http://schemas.openxmlformats.org/officeDocument/2006/relationships/hyperlink" Target="https://thecardiffandvalecollege.sharepoint.com/:f:/s/ESOLResources/EtN3Iu9upUhNmrhgOCtYLtkB9id5YDCN-siyQaQ0b1WguQ?e=DADrtL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xhere.com/en/photo/1456315" TargetMode="External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lassroom-presentation-school-1297780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1656" y="3639042"/>
            <a:ext cx="6534673" cy="2376264"/>
          </a:xfrm>
        </p:spPr>
        <p:txBody>
          <a:bodyPr vert="horz" lIns="121899" tIns="60949" rIns="121899" bIns="60949" rtlCol="0" anchor="t">
            <a:noAutofit/>
          </a:bodyPr>
          <a:lstStyle/>
          <a:p>
            <a:endParaRPr lang="en-US" sz="4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Cardiff &amp; Vale College</a:t>
            </a:r>
          </a:p>
          <a:p>
            <a:pPr algn="ctr"/>
            <a:r>
              <a:rPr lang="en-US" sz="4400" b="1">
                <a:solidFill>
                  <a:schemeClr val="accent6">
                    <a:lumMod val="75000"/>
                  </a:schemeClr>
                </a:solidFill>
              </a:rPr>
              <a:t> 2024-2025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800" y="-452735"/>
            <a:ext cx="2888296" cy="21662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0E5342-C60A-4A4B-916A-FE7740345D5B}"/>
              </a:ext>
            </a:extLst>
          </p:cNvPr>
          <p:cNvSpPr/>
          <p:nvPr/>
        </p:nvSpPr>
        <p:spPr>
          <a:xfrm>
            <a:off x="5467724" y="2249462"/>
            <a:ext cx="5896038" cy="261610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6000" b="1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Welcome to CAVC</a:t>
            </a:r>
          </a:p>
          <a:p>
            <a:pPr algn="ctr"/>
            <a:r>
              <a:rPr lang="en-US" sz="4400" b="1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 Entry 1 students </a:t>
            </a:r>
          </a:p>
          <a:p>
            <a:pPr algn="ctr"/>
            <a:r>
              <a:rPr lang="en-US" sz="6000" b="1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sz="6000" b="1" cap="none" spc="0" dirty="0">
              <a:ln w="0"/>
              <a:solidFill>
                <a:schemeClr val="accent6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66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C73C0E-FB52-497D-9C00-A17D8B2E6909}"/>
              </a:ext>
            </a:extLst>
          </p:cNvPr>
          <p:cNvSpPr/>
          <p:nvPr/>
        </p:nvSpPr>
        <p:spPr>
          <a:xfrm>
            <a:off x="393356" y="1382375"/>
            <a:ext cx="1051820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Welcome all ESOL Students</a:t>
            </a:r>
            <a:endParaRPr lang="en-US" sz="72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5B86BD-9E67-48ED-8572-9B87AD262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4843" y="3142689"/>
            <a:ext cx="10844717" cy="226521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0707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08435B-9354-4485-A74D-7BFA44EF7E2F}"/>
              </a:ext>
            </a:extLst>
          </p:cNvPr>
          <p:cNvSpPr txBox="1"/>
          <p:nvPr/>
        </p:nvSpPr>
        <p:spPr>
          <a:xfrm>
            <a:off x="2055223" y="751344"/>
            <a:ext cx="8490857" cy="48290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GB" sz="3600" b="1" dirty="0">
                <a:solidFill>
                  <a:schemeClr val="accent3">
                    <a:lumMod val="50000"/>
                  </a:schemeClr>
                </a:solidFill>
              </a:rPr>
              <a:t>Induction</a:t>
            </a:r>
          </a:p>
          <a:p>
            <a:pPr>
              <a:lnSpc>
                <a:spcPct val="95000"/>
              </a:lnSpc>
            </a:pPr>
            <a:r>
              <a:rPr lang="en-GB" sz="3600" dirty="0">
                <a:solidFill>
                  <a:schemeClr val="accent3">
                    <a:lumMod val="50000"/>
                  </a:schemeClr>
                </a:solidFill>
              </a:rPr>
              <a:t>This week you will…….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3600" dirty="0">
                <a:solidFill>
                  <a:schemeClr val="accent3">
                    <a:lumMod val="50000"/>
                  </a:schemeClr>
                </a:solidFill>
              </a:rPr>
              <a:t>Learn how to log on to your college email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3600" dirty="0">
                <a:solidFill>
                  <a:schemeClr val="accent3">
                    <a:lumMod val="50000"/>
                  </a:schemeClr>
                </a:solidFill>
              </a:rPr>
              <a:t>Learn how to use Teams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3600" dirty="0">
                <a:solidFill>
                  <a:schemeClr val="accent3">
                    <a:lumMod val="50000"/>
                  </a:schemeClr>
                </a:solidFill>
              </a:rPr>
              <a:t>Get to know each other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3600" dirty="0">
                <a:solidFill>
                  <a:schemeClr val="accent3">
                    <a:lumMod val="50000"/>
                  </a:schemeClr>
                </a:solidFill>
              </a:rPr>
              <a:t>Sign your learner agreement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3600" dirty="0">
                <a:solidFill>
                  <a:schemeClr val="accent3">
                    <a:lumMod val="50000"/>
                  </a:schemeClr>
                </a:solidFill>
              </a:rPr>
              <a:t>Complete your learner profile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3600" dirty="0">
                <a:solidFill>
                  <a:schemeClr val="accent3">
                    <a:lumMod val="50000"/>
                  </a:schemeClr>
                </a:solidFill>
              </a:rPr>
              <a:t>Be given your timetable, exam dates,  important information</a:t>
            </a:r>
          </a:p>
        </p:txBody>
      </p:sp>
    </p:spTree>
    <p:extLst>
      <p:ext uri="{BB962C8B-B14F-4D97-AF65-F5344CB8AC3E}">
        <p14:creationId xmlns:p14="http://schemas.microsoft.com/office/powerpoint/2010/main" val="157629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3A62-6B33-401C-899C-DFC8D347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88" y="260648"/>
            <a:ext cx="11305255" cy="1527674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ctr"/>
            <a:r>
              <a:rPr lang="en-GB" cap="none" dirty="0"/>
              <a:t>Icebreaker &amp; 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2BEA-B609-4DD4-BEFB-517E4FEF3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0920" y="2673410"/>
            <a:ext cx="6553200" cy="3742630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200" b="1" u="sng" dirty="0">
                <a:solidFill>
                  <a:srgbClr val="C00000"/>
                </a:solidFill>
              </a:rPr>
              <a:t>Tell me 4 things:</a:t>
            </a:r>
          </a:p>
          <a:p>
            <a:r>
              <a:rPr lang="en-GB" sz="3200" dirty="0">
                <a:solidFill>
                  <a:srgbClr val="C00000"/>
                </a:solidFill>
              </a:rPr>
              <a:t>Your name  …….</a:t>
            </a:r>
          </a:p>
          <a:p>
            <a:r>
              <a:rPr lang="en-GB" sz="3200" dirty="0">
                <a:solidFill>
                  <a:srgbClr val="C00000"/>
                </a:solidFill>
              </a:rPr>
              <a:t>Where you come from</a:t>
            </a:r>
          </a:p>
          <a:p>
            <a:endParaRPr lang="en-GB" sz="3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rgbClr val="C00000"/>
                </a:solidFill>
              </a:rPr>
              <a:t>One thing you like</a:t>
            </a:r>
          </a:p>
          <a:p>
            <a:pPr marL="0" indent="0">
              <a:buNone/>
            </a:pPr>
            <a:endParaRPr lang="en-GB" sz="3200" dirty="0">
              <a:solidFill>
                <a:srgbClr val="C00000"/>
              </a:solidFill>
            </a:endParaRPr>
          </a:p>
          <a:p>
            <a:r>
              <a:rPr lang="en-GB" sz="3200" dirty="0">
                <a:solidFill>
                  <a:srgbClr val="C00000"/>
                </a:solidFill>
              </a:rPr>
              <a:t>One thing you don’t like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28" name="Picture 4" descr="Facebook tests hiding 'like' counts after Instagram's decision to do so">
            <a:extLst>
              <a:ext uri="{FF2B5EF4-FFF2-40B4-BE49-F238E27FC236}">
                <a16:creationId xmlns:a16="http://schemas.microsoft.com/office/drawing/2014/main" id="{4FC3ECB0-C087-4F9B-BF4E-F8213C60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458" y="4424372"/>
            <a:ext cx="867304" cy="66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isliking the Idea of a Dislike Button – MarketingChloe">
            <a:extLst>
              <a:ext uri="{FF2B5EF4-FFF2-40B4-BE49-F238E27FC236}">
                <a16:creationId xmlns:a16="http://schemas.microsoft.com/office/drawing/2014/main" id="{CAD5470E-1F54-4AD7-AEB4-E09477C30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457" y="5532651"/>
            <a:ext cx="867304" cy="66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22D03B-80B8-4E5C-822C-F1E48418F4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580302" y="3293524"/>
            <a:ext cx="1838018" cy="9095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3828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icture 7"/>
          <p:cNvPicPr/>
          <p:nvPr/>
        </p:nvPicPr>
        <p:blipFill>
          <a:blip r:embed="rId2"/>
          <a:stretch/>
        </p:blipFill>
        <p:spPr>
          <a:xfrm>
            <a:off x="8735400" y="2520"/>
            <a:ext cx="3070440" cy="2304000"/>
          </a:xfrm>
          <a:prstGeom prst="rect">
            <a:avLst/>
          </a:prstGeom>
          <a:ln>
            <a:noFill/>
          </a:ln>
        </p:spPr>
      </p:pic>
      <p:pic>
        <p:nvPicPr>
          <p:cNvPr id="240" name="Picture 11"/>
          <p:cNvPicPr/>
          <p:nvPr/>
        </p:nvPicPr>
        <p:blipFill>
          <a:blip r:embed="rId3"/>
          <a:stretch/>
        </p:blipFill>
        <p:spPr>
          <a:xfrm>
            <a:off x="261720" y="0"/>
            <a:ext cx="8242200" cy="6856920"/>
          </a:xfrm>
          <a:prstGeom prst="rect">
            <a:avLst/>
          </a:prstGeom>
          <a:ln>
            <a:noFill/>
          </a:ln>
        </p:spPr>
      </p:pic>
      <p:sp>
        <p:nvSpPr>
          <p:cNvPr id="241" name="CustomShape 1"/>
          <p:cNvSpPr/>
          <p:nvPr/>
        </p:nvSpPr>
        <p:spPr>
          <a:xfrm>
            <a:off x="8902800" y="2781000"/>
            <a:ext cx="2736000" cy="222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1 Canal Parade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Dumballs Road</a:t>
            </a:r>
            <a:r>
              <a:rPr lang="en-US" sz="1400" b="0" strike="noStrike" spc="-1">
                <a:solidFill>
                  <a:srgbClr val="000000"/>
                </a:solidFill>
                <a:latin typeface="Century Gothic"/>
              </a:rPr>
              <a:t> </a:t>
            </a:r>
            <a:br/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Cardiff</a:t>
            </a:r>
            <a:r>
              <a:rPr lang="en-US" sz="1400" b="0" strike="noStrike" spc="-1">
                <a:solidFill>
                  <a:srgbClr val="000000"/>
                </a:solidFill>
                <a:latin typeface="Century Gothic"/>
              </a:rPr>
              <a:t> </a:t>
            </a:r>
            <a:br/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CF10 5BF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Tel: 	02920 250 250</a:t>
            </a:r>
            <a:r>
              <a:rPr lang="en-US" sz="1400" b="0" strike="noStrike" spc="-1">
                <a:solidFill>
                  <a:srgbClr val="000000"/>
                </a:solidFill>
                <a:latin typeface="Century Gothic"/>
              </a:rPr>
              <a:t> 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ESOL:	02920 250 263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</p:txBody>
      </p:sp>
      <p:sp>
        <p:nvSpPr>
          <p:cNvPr id="242" name="CustomShape 2"/>
          <p:cNvSpPr/>
          <p:nvPr/>
        </p:nvSpPr>
        <p:spPr>
          <a:xfrm>
            <a:off x="1125720" y="260640"/>
            <a:ext cx="10224720" cy="6480360"/>
          </a:xfrm>
          <a:prstGeom prst="star24">
            <a:avLst>
              <a:gd name="adj" fmla="val 37500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endParaRPr lang="en-US" sz="6000" b="1" strike="noStrike" spc="-1" dirty="0">
              <a:solidFill>
                <a:srgbClr val="08A5EF"/>
              </a:solidFill>
              <a:latin typeface="Century Gothic"/>
            </a:endParaRPr>
          </a:p>
          <a:p>
            <a:pPr algn="ctr">
              <a:lnSpc>
                <a:spcPct val="100000"/>
              </a:lnSpc>
            </a:pPr>
            <a:r>
              <a:rPr lang="en-US" sz="6000" b="1" strike="noStrike" spc="-1" dirty="0">
                <a:solidFill>
                  <a:schemeClr val="bg1"/>
                </a:solidFill>
                <a:latin typeface="Century Gothic"/>
              </a:rPr>
              <a:t>English only please:</a:t>
            </a:r>
          </a:p>
          <a:p>
            <a:pPr algn="ctr">
              <a:lnSpc>
                <a:spcPct val="100000"/>
              </a:lnSpc>
            </a:pPr>
            <a:endParaRPr lang="en-US" sz="6000" b="0" strike="noStrike" spc="-1" dirty="0">
              <a:latin typeface="Arial"/>
            </a:endParaRPr>
          </a:p>
          <a:p>
            <a:pPr marL="343080" indent="-342720" algn="ctr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2800" b="1" spc="-1" dirty="0">
                <a:solidFill>
                  <a:srgbClr val="FFFFFF"/>
                </a:solidFill>
                <a:latin typeface="Century Gothic"/>
              </a:rPr>
              <a:t>Respect other students</a:t>
            </a:r>
            <a:endParaRPr lang="en-US" sz="2800" b="0" strike="noStrike" spc="-1" dirty="0">
              <a:latin typeface="Arial"/>
            </a:endParaRPr>
          </a:p>
          <a:p>
            <a:pPr marL="360" algn="ctr">
              <a:lnSpc>
                <a:spcPct val="100000"/>
              </a:lnSpc>
              <a:buClr>
                <a:srgbClr val="FFFFFF"/>
              </a:buClr>
            </a:pPr>
            <a:endParaRPr lang="en-US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0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22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AC1F-3688-4580-B203-7CDB958EFB8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GB" cap="none" dirty="0">
                <a:latin typeface="+mn-lt"/>
              </a:rPr>
              <a:t>Learn how to log onto your College Email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5E3DB-C064-4065-8188-1A00B2AF7CEC}"/>
              </a:ext>
            </a:extLst>
          </p:cNvPr>
          <p:cNvSpPr txBox="1"/>
          <p:nvPr/>
        </p:nvSpPr>
        <p:spPr>
          <a:xfrm>
            <a:off x="2787332" y="3044279"/>
            <a:ext cx="6614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hlinkClick r:id="rId2"/>
              </a:rPr>
              <a:t>How to log onto Office 365</a:t>
            </a:r>
            <a:r>
              <a:rPr lang="en-GB" sz="44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AE018-6FC2-4BC7-AE61-F30590E0B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5320" y="3813720"/>
            <a:ext cx="1829752" cy="182975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AB04A9-B8EE-49F6-AE9B-EE25997AB5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205277" y="3669574"/>
            <a:ext cx="2118043" cy="211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4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C96AA-5DD5-42EE-AC66-F500DB6E1E6E}"/>
              </a:ext>
            </a:extLst>
          </p:cNvPr>
          <p:cNvSpPr txBox="1"/>
          <p:nvPr/>
        </p:nvSpPr>
        <p:spPr>
          <a:xfrm>
            <a:off x="1264920" y="838200"/>
            <a:ext cx="873252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Learn how to log on and use Teams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A0EBD-BDA5-4346-AB9C-7F72DAFE72F9}"/>
              </a:ext>
            </a:extLst>
          </p:cNvPr>
          <p:cNvSpPr txBox="1"/>
          <p:nvPr/>
        </p:nvSpPr>
        <p:spPr>
          <a:xfrm>
            <a:off x="2956560" y="2141220"/>
            <a:ext cx="739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hlinkClick r:id="rId2"/>
              </a:rPr>
              <a:t>How to log onto Teams</a:t>
            </a:r>
            <a:r>
              <a:rPr lang="en-GB" sz="44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BCAD4-C746-47AF-8FBE-4C3959937A89}"/>
              </a:ext>
            </a:extLst>
          </p:cNvPr>
          <p:cNvSpPr txBox="1"/>
          <p:nvPr/>
        </p:nvSpPr>
        <p:spPr>
          <a:xfrm>
            <a:off x="1783080" y="4389120"/>
            <a:ext cx="8732520" cy="1234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3C0EB-9242-4DC3-A8C7-1690337C98FA}"/>
              </a:ext>
            </a:extLst>
          </p:cNvPr>
          <p:cNvSpPr txBox="1"/>
          <p:nvPr/>
        </p:nvSpPr>
        <p:spPr>
          <a:xfrm>
            <a:off x="1767840" y="4465320"/>
            <a:ext cx="4326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8D785-5537-41F2-83C4-D6C9617EEB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091180" y="3447960"/>
            <a:ext cx="5080000" cy="2844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4435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F22D-B6EE-4C9E-BC20-CC90093E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131697"/>
            <a:ext cx="10157354" cy="106853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6000" b="1" cap="none" dirty="0"/>
              <a:t>Induction Period</a:t>
            </a:r>
            <a:endParaRPr lang="en-GB" sz="6000" b="1" cap="none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20545-26A0-403B-AFAB-A9249DF8E346}"/>
              </a:ext>
            </a:extLst>
          </p:cNvPr>
          <p:cNvSpPr txBox="1"/>
          <p:nvPr/>
        </p:nvSpPr>
        <p:spPr>
          <a:xfrm>
            <a:off x="3485748" y="1690062"/>
            <a:ext cx="7913772" cy="3477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You may complete a test to check your English level.  Your teachers will help you to work on your speaking and listening, reading and writing. </a:t>
            </a:r>
            <a:endParaRPr lang="en-US" sz="44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7DCAA-7BE7-4C34-BC0A-A4448AE824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0040" y="2819400"/>
            <a:ext cx="2871893" cy="16154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8830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788" y="256992"/>
            <a:ext cx="11161240" cy="1011768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ESOL 17-hours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968" y="1422484"/>
            <a:ext cx="11205809" cy="5178523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You will: </a:t>
            </a:r>
          </a:p>
          <a:p>
            <a:pPr marL="0" indent="0">
              <a:lnSpc>
                <a:spcPct val="200000"/>
              </a:lnSpc>
              <a:spcBef>
                <a:spcPts val="1200"/>
              </a:spcBef>
              <a:buNone/>
            </a:pPr>
            <a:r>
              <a:rPr lang="en-US" sz="2800" b="1" dirty="0">
                <a:solidFill>
                  <a:srgbClr val="C00000"/>
                </a:solidFill>
              </a:rPr>
              <a:t>Study face to face</a:t>
            </a:r>
            <a:endParaRPr lang="en-US" sz="28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200000"/>
              </a:lnSpc>
              <a:spcBef>
                <a:spcPts val="1200"/>
              </a:spcBef>
              <a:buNone/>
            </a:pPr>
            <a:r>
              <a:rPr lang="en-US" sz="2800" b="1" dirty="0">
                <a:solidFill>
                  <a:srgbClr val="C00000"/>
                </a:solidFill>
              </a:rPr>
              <a:t>                                study online</a:t>
            </a:r>
            <a:endParaRPr lang="en-US" sz="28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200000"/>
              </a:lnSpc>
              <a:spcBef>
                <a:spcPts val="1200"/>
              </a:spcBef>
              <a:buNone/>
            </a:pPr>
            <a:endParaRPr lang="en-US" sz="28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200000"/>
              </a:lnSpc>
              <a:spcBef>
                <a:spcPts val="1200"/>
              </a:spcBef>
              <a:buNone/>
            </a:pPr>
            <a:r>
              <a:rPr lang="en-US" sz="2800" b="1" dirty="0">
                <a:solidFill>
                  <a:srgbClr val="FF0000"/>
                </a:solidFill>
              </a:rPr>
              <a:t>And complete regular homework.</a:t>
            </a:r>
          </a:p>
          <a:p>
            <a:endParaRPr lang="en-US" sz="4000" b="1" dirty="0"/>
          </a:p>
        </p:txBody>
      </p:sp>
      <p:pic>
        <p:nvPicPr>
          <p:cNvPr id="4" name="Picture 2" descr="Students Female Teacher Classroom Interiorcartoon School Stock Vector  (Royalty Free) 1029811711">
            <a:extLst>
              <a:ext uri="{FF2B5EF4-FFF2-40B4-BE49-F238E27FC236}">
                <a16:creationId xmlns:a16="http://schemas.microsoft.com/office/drawing/2014/main" id="{BDB5E5AB-664D-4700-8E84-9217A650A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420" y="2051276"/>
            <a:ext cx="2208449" cy="125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Study Online Graphics, Designs &amp; Templates from GraphicRiver">
            <a:extLst>
              <a:ext uri="{FF2B5EF4-FFF2-40B4-BE49-F238E27FC236}">
                <a16:creationId xmlns:a16="http://schemas.microsoft.com/office/drawing/2014/main" id="{C847BF04-B3A8-447D-9D1D-CB5E7161A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260" y="-1683568"/>
            <a:ext cx="1168946" cy="116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Do my college homework. Homework Help Sites.">
            <a:extLst>
              <a:ext uri="{FF2B5EF4-FFF2-40B4-BE49-F238E27FC236}">
                <a16:creationId xmlns:a16="http://schemas.microsoft.com/office/drawing/2014/main" id="{CEC9EC32-168B-446B-AB6F-E6DA153B7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2" y="4851043"/>
            <a:ext cx="1763001" cy="116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Great TED Talks for language practice | TED Talks">
            <a:extLst>
              <a:ext uri="{FF2B5EF4-FFF2-40B4-BE49-F238E27FC236}">
                <a16:creationId xmlns:a16="http://schemas.microsoft.com/office/drawing/2014/main" id="{1C87748B-12C4-427F-9337-18A05401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956" y="3140968"/>
            <a:ext cx="1067969" cy="106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5744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804" y="56489"/>
            <a:ext cx="10873208" cy="883387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4950" b="1" cap="none" dirty="0">
                <a:solidFill>
                  <a:srgbClr val="FF0000"/>
                </a:solidFill>
              </a:rPr>
              <a:t>ESOL 17-hours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804" y="1062145"/>
            <a:ext cx="10873208" cy="5585468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You will study: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Integrated skills: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speaking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	listening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	reading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	writing</a:t>
            </a:r>
          </a:p>
          <a:p>
            <a:pPr marL="0" indent="0"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Cultural topical &amp; grammar 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3600" b="1" dirty="0"/>
              <a:t>.</a:t>
            </a:r>
          </a:p>
        </p:txBody>
      </p:sp>
      <p:pic>
        <p:nvPicPr>
          <p:cNvPr id="5124" name="Picture 4" descr="Man Speaking Cartoon High Resolution Stock Photography and Images - Alamy">
            <a:extLst>
              <a:ext uri="{FF2B5EF4-FFF2-40B4-BE49-F238E27FC236}">
                <a16:creationId xmlns:a16="http://schemas.microsoft.com/office/drawing/2014/main" id="{371F25DF-F322-4F6A-896F-DCCD83E77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972" y="1366007"/>
            <a:ext cx="1159828" cy="136153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lip Art Kid Listening , Transparent Cartoon, Free Cliparts &amp; Silhouettes -  NetClipart">
            <a:extLst>
              <a:ext uri="{FF2B5EF4-FFF2-40B4-BE49-F238E27FC236}">
                <a16:creationId xmlns:a16="http://schemas.microsoft.com/office/drawing/2014/main" id="{53206D39-2F24-4497-94F3-A0472C6E2C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435"/>
          <a:stretch/>
        </p:blipFill>
        <p:spPr bwMode="auto">
          <a:xfrm>
            <a:off x="5874307" y="2653032"/>
            <a:ext cx="1351438" cy="103304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hild reading adult reading clipart - WikiClipArt">
            <a:extLst>
              <a:ext uri="{FF2B5EF4-FFF2-40B4-BE49-F238E27FC236}">
                <a16:creationId xmlns:a16="http://schemas.microsoft.com/office/drawing/2014/main" id="{6D5E18CC-9A60-4DE3-87E0-D5F3F1CFC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536" y="3854879"/>
            <a:ext cx="1351438" cy="103304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CDA5F4-1D0C-48E7-9C2D-799776F0EF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038334" y="4862102"/>
            <a:ext cx="1546875" cy="11637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0570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812" y="256992"/>
            <a:ext cx="10513168" cy="987786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4950" b="1" cap="none" dirty="0">
                <a:solidFill>
                  <a:srgbClr val="FF0000"/>
                </a:solidFill>
              </a:rPr>
              <a:t>ESOL 17-hours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812" y="1628800"/>
            <a:ext cx="10513168" cy="4972209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lIns="45720" tIns="45720" rIns="45720" bIns="45720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There will also be:</a:t>
            </a:r>
          </a:p>
          <a:p>
            <a:pPr marL="90805" indent="-90805"/>
            <a:r>
              <a:rPr lang="en-US" sz="2800" dirty="0">
                <a:solidFill>
                  <a:srgbClr val="FF0000"/>
                </a:solidFill>
              </a:rPr>
              <a:t>Personal targets to work towards</a:t>
            </a:r>
          </a:p>
          <a:p>
            <a:pPr marL="90805" indent="-90805"/>
            <a:r>
              <a:rPr lang="en-US" sz="2800" dirty="0">
                <a:solidFill>
                  <a:srgbClr val="FF0000"/>
                </a:solidFill>
              </a:rPr>
              <a:t>Regular progress tests</a:t>
            </a:r>
          </a:p>
          <a:p>
            <a:pPr marL="90805" indent="-90805"/>
            <a:r>
              <a:rPr lang="en-US" sz="2800" dirty="0">
                <a:solidFill>
                  <a:srgbClr val="FF0000"/>
                </a:solidFill>
              </a:rPr>
              <a:t>Final exams - Ascentis or </a:t>
            </a:r>
            <a:r>
              <a:rPr lang="en-US" sz="2800" dirty="0" err="1">
                <a:solidFill>
                  <a:srgbClr val="FF0000"/>
                </a:solidFill>
              </a:rPr>
              <a:t>Agored</a:t>
            </a:r>
            <a:endParaRPr lang="en-US" sz="2800" dirty="0">
              <a:solidFill>
                <a:srgbClr val="FF0000"/>
              </a:solidFill>
            </a:endParaRPr>
          </a:p>
          <a:p>
            <a:pPr marL="264795" lvl="1" indent="-136525"/>
            <a:endParaRPr lang="en-US" sz="2800" dirty="0">
              <a:solidFill>
                <a:srgbClr val="FF0000"/>
              </a:solidFill>
            </a:endParaRPr>
          </a:p>
          <a:p>
            <a:pPr marL="264795" lvl="1" indent="-136525"/>
            <a:r>
              <a:rPr lang="en-US" sz="2800" dirty="0">
                <a:solidFill>
                  <a:srgbClr val="FF0000"/>
                </a:solidFill>
                <a:latin typeface="TW Cen MT"/>
              </a:rPr>
              <a:t>Provisional Dates- these are not definite!</a:t>
            </a:r>
          </a:p>
          <a:p>
            <a:pPr marL="264795" lvl="1" indent="-136525"/>
            <a:r>
              <a:rPr lang="en-US" sz="2800" dirty="0">
                <a:solidFill>
                  <a:srgbClr val="FF0000"/>
                </a:solidFill>
                <a:latin typeface="TW Cen MT"/>
              </a:rPr>
              <a:t>Speaking and listening WC 18th March 2024</a:t>
            </a:r>
          </a:p>
          <a:p>
            <a:pPr marL="264795" lvl="1" indent="-136525"/>
            <a:r>
              <a:rPr lang="en-US" sz="2800" dirty="0">
                <a:solidFill>
                  <a:srgbClr val="FF0000"/>
                </a:solidFill>
                <a:latin typeface="TW Cen MT"/>
              </a:rPr>
              <a:t>Reading WC 17th June 2024</a:t>
            </a:r>
          </a:p>
          <a:p>
            <a:pPr marL="264795" lvl="1" indent="-136525"/>
            <a:r>
              <a:rPr lang="en-US" sz="2800" dirty="0">
                <a:solidFill>
                  <a:srgbClr val="FF0000"/>
                </a:solidFill>
                <a:latin typeface="TW Cen MT"/>
              </a:rPr>
              <a:t>Writing WC 10th June 2024</a:t>
            </a:r>
            <a:endParaRPr lang="en-US" dirty="0"/>
          </a:p>
          <a:p>
            <a:pPr marL="90805" indent="-90805"/>
            <a:endParaRPr lang="en-US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B10A4-0278-4C18-A7EA-C37E6BB0C2B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4412" y="2091690"/>
            <a:ext cx="3990658" cy="209300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52479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3A62-6B33-401C-899C-DFC8D347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7653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GB" sz="5400" b="1" cap="none" dirty="0">
                <a:solidFill>
                  <a:schemeClr val="accent6">
                    <a:lumMod val="75000"/>
                  </a:schemeClr>
                </a:solidFill>
              </a:rPr>
              <a:t>Icebreaker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28EA37B-B1F0-4E02-8E07-28208366D3B6}"/>
              </a:ext>
            </a:extLst>
          </p:cNvPr>
          <p:cNvSpPr txBox="1">
            <a:spLocks/>
          </p:cNvSpPr>
          <p:nvPr/>
        </p:nvSpPr>
        <p:spPr>
          <a:xfrm>
            <a:off x="7210219" y="2150858"/>
            <a:ext cx="3536943" cy="32403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lIns="121899" tIns="60949" rIns="121899" bIns="60949" rtlCol="0" anchor="t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11328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800" i="0" dirty="0">
                <a:solidFill>
                  <a:schemeClr val="accent5"/>
                </a:solidFill>
                <a:effectLst/>
              </a:rPr>
              <a:t>Guess the sound quiz</a:t>
            </a:r>
          </a:p>
          <a:p>
            <a:pPr marL="0" indent="0">
              <a:buNone/>
            </a:pPr>
            <a:r>
              <a:rPr lang="en-GB" sz="2800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Vehicle sounds</a:t>
            </a:r>
            <a:r>
              <a:rPr lang="en-GB" sz="2800" dirty="0">
                <a:solidFill>
                  <a:schemeClr val="accent5"/>
                </a:solidFill>
              </a:rPr>
              <a:t> </a:t>
            </a:r>
          </a:p>
          <a:p>
            <a:pPr marL="0" indent="0">
              <a:buNone/>
            </a:pPr>
            <a:endParaRPr lang="en-GB" sz="2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GB" sz="2800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Name that household sound</a:t>
            </a:r>
            <a:r>
              <a:rPr lang="en-GB" sz="2800" dirty="0">
                <a:solidFill>
                  <a:schemeClr val="accent5"/>
                </a:solidFill>
              </a:rPr>
              <a:t> </a:t>
            </a:r>
          </a:p>
          <a:p>
            <a:pPr marL="0" indent="0">
              <a:buNone/>
            </a:pPr>
            <a:endParaRPr lang="en-GB" sz="2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GB" sz="1400" dirty="0">
              <a:solidFill>
                <a:srgbClr val="FFC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GB" sz="1200" i="1" dirty="0">
              <a:solidFill>
                <a:srgbClr val="C00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GB" dirty="0">
              <a:solidFill>
                <a:srgbClr val="00B05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GB" b="1" i="0" u="sng" dirty="0">
              <a:solidFill>
                <a:srgbClr val="C00000"/>
              </a:solidFill>
              <a:effectLst/>
              <a:latin typeface="Open Sans"/>
            </a:endParaRPr>
          </a:p>
          <a:p>
            <a:pPr marL="0" indent="0">
              <a:buNone/>
            </a:pPr>
            <a:endParaRPr lang="en-GB" b="0" i="0" dirty="0">
              <a:solidFill>
                <a:srgbClr val="231F20"/>
              </a:solidFill>
              <a:effectLst/>
              <a:latin typeface="Open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4783D-CA64-4717-8022-5B942E38BA23}"/>
              </a:ext>
            </a:extLst>
          </p:cNvPr>
          <p:cNvSpPr txBox="1"/>
          <p:nvPr/>
        </p:nvSpPr>
        <p:spPr>
          <a:xfrm>
            <a:off x="5601328" y="2492896"/>
            <a:ext cx="660758" cy="5016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GB" sz="2800" b="1" dirty="0">
                <a:solidFill>
                  <a:schemeClr val="accent5"/>
                </a:solidFill>
              </a:rPr>
              <a:t>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9C1D4-A78B-4060-800F-6021B60A8A61}"/>
              </a:ext>
            </a:extLst>
          </p:cNvPr>
          <p:cNvSpPr txBox="1"/>
          <p:nvPr/>
        </p:nvSpPr>
        <p:spPr>
          <a:xfrm>
            <a:off x="1798320" y="2150858"/>
            <a:ext cx="3180284" cy="37764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GB" sz="2800" dirty="0">
                <a:solidFill>
                  <a:schemeClr val="accent5"/>
                </a:solidFill>
              </a:rPr>
              <a:t>Speaking activity</a:t>
            </a:r>
          </a:p>
          <a:p>
            <a:pPr>
              <a:lnSpc>
                <a:spcPct val="95000"/>
              </a:lnSpc>
            </a:pPr>
            <a:r>
              <a:rPr lang="en-GB" sz="2800" dirty="0">
                <a:solidFill>
                  <a:schemeClr val="accent5"/>
                </a:solidFill>
              </a:rPr>
              <a:t>Talking about topics that interest you</a:t>
            </a:r>
          </a:p>
          <a:p>
            <a:pPr>
              <a:lnSpc>
                <a:spcPct val="95000"/>
              </a:lnSpc>
            </a:pPr>
            <a:endParaRPr lang="en-GB" sz="2800" dirty="0">
              <a:solidFill>
                <a:schemeClr val="accent5"/>
              </a:solidFill>
            </a:endParaRPr>
          </a:p>
          <a:p>
            <a:pPr>
              <a:lnSpc>
                <a:spcPct val="95000"/>
              </a:lnSpc>
            </a:pPr>
            <a:r>
              <a:rPr lang="en-GB" sz="2800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https://eslgames.com/the-expert-game/</a:t>
            </a:r>
            <a:r>
              <a:rPr lang="en-GB" sz="2800" dirty="0">
                <a:solidFill>
                  <a:schemeClr val="accent5"/>
                </a:solidFill>
              </a:rPr>
              <a:t> </a:t>
            </a:r>
          </a:p>
          <a:p>
            <a:pPr>
              <a:lnSpc>
                <a:spcPct val="95000"/>
              </a:lnSpc>
            </a:pPr>
            <a:endParaRPr lang="en-GB" sz="2800" dirty="0">
              <a:solidFill>
                <a:schemeClr val="accent5"/>
              </a:solidFill>
            </a:endParaRPr>
          </a:p>
          <a:p>
            <a:pPr>
              <a:lnSpc>
                <a:spcPct val="95000"/>
              </a:lnSpc>
            </a:pPr>
            <a:r>
              <a:rPr lang="en-GB" sz="2800" dirty="0" err="1">
                <a:solidFill>
                  <a:schemeClr val="accent5"/>
                </a:solidFill>
                <a:hlinkClick r:id="rId5"/>
              </a:rPr>
              <a:t>Wordwall</a:t>
            </a:r>
            <a:endParaRPr lang="en-GB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3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7D61F-16E5-4C0F-AF0D-3B8D99BE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5" y="180164"/>
            <a:ext cx="10157354" cy="163339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000" b="1" cap="none" dirty="0">
                <a:solidFill>
                  <a:srgbClr val="FF0000"/>
                </a:solidFill>
              </a:rPr>
              <a:t>Your Timetable</a:t>
            </a:r>
            <a:br>
              <a:rPr lang="en-GB" sz="6000" b="1" cap="none" dirty="0">
                <a:solidFill>
                  <a:srgbClr val="FF0000"/>
                </a:solidFill>
              </a:rPr>
            </a:br>
            <a:r>
              <a:rPr lang="en-GB" sz="6000" b="1" cap="none" dirty="0">
                <a:solidFill>
                  <a:srgbClr val="FF0000"/>
                </a:solidFill>
              </a:rPr>
              <a:t>INSERT YOUR TIMETABLE HERE</a:t>
            </a:r>
            <a:br>
              <a:rPr lang="en-GB" sz="6000" b="1" cap="none" dirty="0"/>
            </a:br>
            <a:r>
              <a:rPr lang="en-GB" sz="6000" b="1" cap="none" dirty="0">
                <a:solidFill>
                  <a:srgbClr val="FF0000"/>
                </a:solidFill>
              </a:rPr>
              <a:t>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B9BD1-D099-6D64-6B41-E4C885B1F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 marL="90805" indent="-90805"/>
            <a:r>
              <a:rPr lang="en-US" sz="2200" dirty="0">
                <a:solidFill>
                  <a:srgbClr val="6B9F25"/>
                </a:solidFill>
                <a:latin typeface="TW Cen MT"/>
                <a:hlinkClick r:id="rId2"/>
              </a:rPr>
              <a:t>weekly timetable template.docx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3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457" y="152329"/>
            <a:ext cx="11099438" cy="1332456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b">
            <a:normAutofit fontScale="90000"/>
          </a:bodyPr>
          <a:lstStyle/>
          <a:p>
            <a:pPr algn="ctr"/>
            <a:br>
              <a:rPr lang="en-US" sz="4000" b="1" cap="none" dirty="0">
                <a:solidFill>
                  <a:srgbClr val="FF0000"/>
                </a:solidFill>
              </a:rPr>
            </a:br>
            <a:r>
              <a:rPr lang="en-US" sz="4000" b="1" cap="none" dirty="0">
                <a:solidFill>
                  <a:srgbClr val="FF0000"/>
                </a:solidFill>
              </a:rPr>
              <a:t>The first 6 weeks of your course will be a trial period</a:t>
            </a:r>
            <a:br>
              <a:rPr lang="en-US" sz="2800" b="1" dirty="0">
                <a:solidFill>
                  <a:schemeClr val="tx1"/>
                </a:solidFill>
              </a:rPr>
            </a:b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408" y="1700808"/>
            <a:ext cx="6840760" cy="4860540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0000"/>
                </a:solidFill>
              </a:rPr>
              <a:t>You are expected to:</a:t>
            </a:r>
          </a:p>
          <a:p>
            <a:r>
              <a:rPr lang="en-US" sz="3300" b="1" dirty="0">
                <a:solidFill>
                  <a:srgbClr val="FF0000"/>
                </a:solidFill>
              </a:rPr>
              <a:t>Work hard  </a:t>
            </a:r>
          </a:p>
          <a:p>
            <a:r>
              <a:rPr lang="en-US" sz="3300" b="1" dirty="0">
                <a:solidFill>
                  <a:srgbClr val="FF0000"/>
                </a:solidFill>
              </a:rPr>
              <a:t>Be on time  </a:t>
            </a:r>
          </a:p>
          <a:p>
            <a:r>
              <a:rPr lang="en-US" sz="3300" b="1" dirty="0">
                <a:solidFill>
                  <a:srgbClr val="FF0000"/>
                </a:solidFill>
              </a:rPr>
              <a:t>Attend all classes</a:t>
            </a:r>
          </a:p>
          <a:p>
            <a:r>
              <a:rPr lang="en-US" sz="3300" b="1" dirty="0">
                <a:solidFill>
                  <a:srgbClr val="FF0000"/>
                </a:solidFill>
              </a:rPr>
              <a:t>Complete all homework on time</a:t>
            </a:r>
          </a:p>
          <a:p>
            <a:r>
              <a:rPr lang="en-US" sz="3300" b="1" dirty="0">
                <a:solidFill>
                  <a:srgbClr val="FF0000"/>
                </a:solidFill>
              </a:rPr>
              <a:t>Take all exams entered</a:t>
            </a:r>
          </a:p>
          <a:p>
            <a:r>
              <a:rPr lang="en-US" sz="3300" b="1" dirty="0">
                <a:solidFill>
                  <a:srgbClr val="FF0000"/>
                </a:solidFill>
              </a:rPr>
              <a:t>Be respectful to others at all times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3F82C9B-2677-4E18-A612-E5147301F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70249" y="2222866"/>
            <a:ext cx="3970646" cy="3816424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800" b="1" dirty="0">
                <a:solidFill>
                  <a:srgbClr val="C00000"/>
                </a:solidFill>
              </a:rPr>
              <a:t>You will sign a Form learner agreement, to agree to these.  </a:t>
            </a:r>
          </a:p>
          <a:p>
            <a:pPr marL="0" indent="0">
              <a:buNone/>
            </a:pPr>
            <a:r>
              <a:rPr lang="en-GB" sz="2800" b="1" dirty="0">
                <a:solidFill>
                  <a:srgbClr val="C00000"/>
                </a:solidFill>
              </a:rPr>
              <a:t>If your tutor has concerns, he/she will speak to you and your Head of Department.</a:t>
            </a:r>
          </a:p>
          <a:p>
            <a:pPr marL="0" indent="0">
              <a:buNone/>
            </a:pPr>
            <a:r>
              <a:rPr lang="en-GB" sz="2800" b="1" dirty="0">
                <a:solidFill>
                  <a:srgbClr val="C00000"/>
                </a:solidFill>
              </a:rPr>
              <a:t>You need to do as expected to be entered for the exams</a:t>
            </a:r>
            <a:r>
              <a:rPr lang="en-GB" b="1" dirty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2C5781-BEFD-4CBD-A8E8-3EF8FBB1CA04}"/>
              </a:ext>
            </a:extLst>
          </p:cNvPr>
          <p:cNvCxnSpPr>
            <a:cxnSpLocks/>
          </p:cNvCxnSpPr>
          <p:nvPr/>
        </p:nvCxnSpPr>
        <p:spPr>
          <a:xfrm flipH="1">
            <a:off x="6310436" y="3068960"/>
            <a:ext cx="1359813" cy="144016"/>
          </a:xfrm>
          <a:prstGeom prst="straightConnector1">
            <a:avLst/>
          </a:prstGeom>
          <a:ln w="66675">
            <a:solidFill>
              <a:srgbClr val="C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 result for 09.00am picture">
            <a:hlinkClick r:id="rId2" tgtFrame="&quot;_blank&quot;"/>
            <a:extLst>
              <a:ext uri="{FF2B5EF4-FFF2-40B4-BE49-F238E27FC236}">
                <a16:creationId xmlns:a16="http://schemas.microsoft.com/office/drawing/2014/main" id="{872032AF-EC08-42F1-8E29-3816A79509A0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40"/>
          <a:stretch/>
        </p:blipFill>
        <p:spPr bwMode="auto">
          <a:xfrm>
            <a:off x="3974788" y="2564904"/>
            <a:ext cx="1161092" cy="86409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39723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1996AE-3D99-4272-9E34-172628BD1380}"/>
              </a:ext>
            </a:extLst>
          </p:cNvPr>
          <p:cNvSpPr txBox="1"/>
          <p:nvPr/>
        </p:nvSpPr>
        <p:spPr>
          <a:xfrm>
            <a:off x="1524000" y="1203960"/>
            <a:ext cx="8808720" cy="10464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4400" dirty="0"/>
              <a:t>Complete your Learner Agreement</a:t>
            </a:r>
            <a:r>
              <a:rPr lang="en-GB" sz="4000" dirty="0"/>
              <a:t> 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EA45E6-69C6-47E3-A76C-E05D46D8F58A}"/>
              </a:ext>
            </a:extLst>
          </p:cNvPr>
          <p:cNvSpPr txBox="1"/>
          <p:nvPr/>
        </p:nvSpPr>
        <p:spPr>
          <a:xfrm>
            <a:off x="1169377" y="2377619"/>
            <a:ext cx="927512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4400" dirty="0">
                <a:solidFill>
                  <a:srgbClr val="6B9F25"/>
                </a:solidFill>
                <a:latin typeface="TW Cen MT"/>
                <a:hlinkClick r:id="rId2"/>
              </a:rPr>
              <a:t>ESOL LEARNER AGREEMENT 2023.docx</a:t>
            </a:r>
            <a:endParaRPr lang="en-US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A3725D03-14DD-445E-A64C-1D576A9C7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52" y="3278267"/>
            <a:ext cx="4583748" cy="30491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A2E38C-C73F-4E6A-9C03-F65280F394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25639" y="3274278"/>
            <a:ext cx="4414345" cy="30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1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64E04-FEE0-4DBC-8A6E-2EDC3DE40042}"/>
              </a:ext>
            </a:extLst>
          </p:cNvPr>
          <p:cNvSpPr txBox="1"/>
          <p:nvPr/>
        </p:nvSpPr>
        <p:spPr>
          <a:xfrm>
            <a:off x="1524000" y="1264920"/>
            <a:ext cx="9175857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3600" dirty="0"/>
              <a:t>Complete your Learner Profile</a:t>
            </a:r>
          </a:p>
          <a:p>
            <a:pPr algn="ctr"/>
            <a:r>
              <a:rPr lang="en-GB" sz="3600" dirty="0">
                <a:solidFill>
                  <a:srgbClr val="6B9F25"/>
                </a:solidFill>
                <a:latin typeface="TW Cen MT"/>
                <a:hlinkClick r:id="rId2"/>
              </a:rPr>
              <a:t>Learner Information and TT Templates </a:t>
            </a:r>
            <a:endParaRPr lang="en-US" sz="3600">
              <a:latin typeface="Calibri"/>
              <a:cs typeface="Calibri"/>
            </a:endParaRPr>
          </a:p>
          <a:p>
            <a:pPr algn="ctr"/>
            <a:r>
              <a:rPr lang="en-GB" sz="3600" dirty="0">
                <a:latin typeface="TW Cen MT"/>
              </a:rPr>
              <a:t>(choose template from here)</a:t>
            </a:r>
            <a:endParaRPr lang="en-GB" dirty="0"/>
          </a:p>
          <a:p>
            <a:pPr algn="ctr"/>
            <a:endParaRPr lang="en-GB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9E1F7-44AA-470F-968F-2A7E42F99FE0}"/>
              </a:ext>
            </a:extLst>
          </p:cNvPr>
          <p:cNvSpPr txBox="1"/>
          <p:nvPr/>
        </p:nvSpPr>
        <p:spPr>
          <a:xfrm>
            <a:off x="1712632" y="3069314"/>
            <a:ext cx="8881057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4400" dirty="0">
                <a:ea typeface="+mn-lt"/>
                <a:cs typeface="+mn-lt"/>
                <a:hlinkClick r:id="rId3"/>
              </a:rPr>
              <a:t>Computer Skills Questionnaire .docx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10799-0566-4810-B512-37EEFE7159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030679" y="4098196"/>
            <a:ext cx="3528362" cy="235282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7583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Shape 1"/>
          <p:cNvSpPr txBox="1"/>
          <p:nvPr/>
        </p:nvSpPr>
        <p:spPr>
          <a:xfrm>
            <a:off x="3096360" y="274320"/>
            <a:ext cx="4843680" cy="750157"/>
          </a:xfrm>
          <a:prstGeom prst="rect">
            <a:avLst/>
          </a:prstGeom>
          <a:solidFill>
            <a:srgbClr val="FFFFFF"/>
          </a:solidFill>
          <a:ln w="12600">
            <a:solidFill>
              <a:srgbClr val="51C3F9"/>
            </a:solidFill>
            <a:miter/>
          </a:ln>
        </p:spPr>
        <p:txBody>
          <a:bodyPr lIns="122040" tIns="60840" rIns="122040" bIns="60840" anchor="b"/>
          <a:lstStyle/>
          <a:p>
            <a:pPr>
              <a:lnSpc>
                <a:spcPct val="85000"/>
              </a:lnSpc>
            </a:pPr>
            <a:r>
              <a:rPr lang="en-US" sz="4400" b="1" spc="-1" dirty="0">
                <a:solidFill>
                  <a:srgbClr val="066EA0"/>
                </a:solidFill>
                <a:latin typeface="Century Gothic"/>
              </a:rPr>
              <a:t>Success Centre  </a:t>
            </a:r>
            <a:endParaRPr lang="en-US" sz="44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9" name="TextShape 2"/>
          <p:cNvSpPr txBox="1"/>
          <p:nvPr/>
        </p:nvSpPr>
        <p:spPr>
          <a:xfrm>
            <a:off x="382352" y="1536037"/>
            <a:ext cx="11424120" cy="4843800"/>
          </a:xfrm>
          <a:prstGeom prst="rect">
            <a:avLst/>
          </a:prstGeom>
          <a:solidFill>
            <a:srgbClr val="FFFFFF"/>
          </a:solidFill>
          <a:ln w="12600">
            <a:solidFill>
              <a:srgbClr val="51C3F9"/>
            </a:solidFill>
            <a:miter/>
          </a:ln>
        </p:spPr>
        <p:txBody>
          <a:bodyPr lIns="122040" tIns="60840" rIns="122040" bIns="60840" anchor="t"/>
          <a:lstStyle/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400" b="1" strike="noStrike" spc="-1" dirty="0">
                <a:solidFill>
                  <a:srgbClr val="066EA0"/>
                </a:solidFill>
                <a:latin typeface="Century Gothic"/>
              </a:rPr>
              <a:t>The Success Centre and Skills Centre are open every day. </a:t>
            </a: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400" b="1" strike="noStrike" spc="-1" dirty="0">
                <a:solidFill>
                  <a:srgbClr val="066EA0"/>
                </a:solidFill>
                <a:latin typeface="Century Gothic"/>
              </a:rPr>
              <a:t>The </a:t>
            </a:r>
            <a:r>
              <a:rPr lang="en-US" b="1" spc="-1" dirty="0">
                <a:solidFill>
                  <a:srgbClr val="066EA0"/>
                </a:solidFill>
                <a:latin typeface="Century Gothic"/>
              </a:rPr>
              <a:t>S</a:t>
            </a:r>
            <a:r>
              <a:rPr lang="en-US" sz="2400" b="1" strike="noStrike" spc="-1" dirty="0">
                <a:solidFill>
                  <a:srgbClr val="066EA0"/>
                </a:solidFill>
                <a:latin typeface="Century Gothic"/>
              </a:rPr>
              <a:t>uccess </a:t>
            </a:r>
            <a:r>
              <a:rPr lang="en-US" b="1" spc="-1" dirty="0">
                <a:solidFill>
                  <a:srgbClr val="066EA0"/>
                </a:solidFill>
                <a:latin typeface="Century Gothic"/>
              </a:rPr>
              <a:t>C</a:t>
            </a:r>
            <a:r>
              <a:rPr lang="en-US" sz="2400" b="1" strike="noStrike" spc="-1" dirty="0">
                <a:solidFill>
                  <a:srgbClr val="066EA0"/>
                </a:solidFill>
                <a:latin typeface="Century Gothic"/>
              </a:rPr>
              <a:t>entre is open Monday to Thursday from 8:30 – 5 and on Friday 8:30 – 4.  </a:t>
            </a: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400" b="1" strike="noStrike" spc="-1" dirty="0">
                <a:solidFill>
                  <a:srgbClr val="066EA0"/>
                </a:solidFill>
                <a:latin typeface="Century Gothic"/>
              </a:rPr>
              <a:t>If you would like extra help with your </a:t>
            </a: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400" b="1" strike="noStrike" spc="-1" dirty="0">
                <a:solidFill>
                  <a:srgbClr val="066EA0"/>
                </a:solidFill>
                <a:latin typeface="Century Gothic"/>
              </a:rPr>
              <a:t>English/</a:t>
            </a:r>
            <a:r>
              <a:rPr lang="en-US" sz="2400" b="1" spc="-1" dirty="0" err="1">
                <a:solidFill>
                  <a:srgbClr val="066EA0"/>
                </a:solidFill>
                <a:latin typeface="Century Gothic"/>
              </a:rPr>
              <a:t>Maths</a:t>
            </a:r>
            <a:r>
              <a:rPr lang="en-US" sz="2400" b="1" strike="noStrike" spc="-1" dirty="0">
                <a:solidFill>
                  <a:srgbClr val="066EA0"/>
                </a:solidFill>
                <a:latin typeface="Century Gothic"/>
              </a:rPr>
              <a:t>/IT</a:t>
            </a:r>
            <a:r>
              <a:rPr lang="en-US" sz="2400" b="1" spc="-1" dirty="0">
                <a:solidFill>
                  <a:srgbClr val="066EA0"/>
                </a:solidFill>
                <a:latin typeface="Century Gothic"/>
              </a:rPr>
              <a:t>,</a:t>
            </a:r>
            <a:r>
              <a:rPr lang="en-US" sz="2400" b="1" strike="noStrike" spc="-1" dirty="0">
                <a:solidFill>
                  <a:srgbClr val="066EA0"/>
                </a:solidFill>
                <a:latin typeface="Century Gothic"/>
              </a:rPr>
              <a:t> ask your teacher.</a:t>
            </a:r>
          </a:p>
          <a:p>
            <a:pPr>
              <a:lnSpc>
                <a:spcPct val="95000"/>
              </a:lnSpc>
              <a:spcBef>
                <a:spcPts val="1865"/>
              </a:spcBef>
            </a:pPr>
            <a:endParaRPr lang="en-US" sz="2400" b="1" strike="noStrike" spc="-1" dirty="0">
              <a:solidFill>
                <a:srgbClr val="066EA0"/>
              </a:solidFill>
              <a:latin typeface="Century Gothic"/>
            </a:endParaRPr>
          </a:p>
          <a:p>
            <a:pPr>
              <a:lnSpc>
                <a:spcPct val="95000"/>
              </a:lnSpc>
              <a:spcBef>
                <a:spcPts val="1865"/>
              </a:spcBef>
            </a:pPr>
            <a:endParaRPr lang="en-GB" dirty="0"/>
          </a:p>
        </p:txBody>
      </p:sp>
      <p:pic>
        <p:nvPicPr>
          <p:cNvPr id="2050" name="Picture 2" descr="Follow Success and Skills Centre @ CAVC's (@CAVC_Success ...">
            <a:extLst>
              <a:ext uri="{FF2B5EF4-FFF2-40B4-BE49-F238E27FC236}">
                <a16:creationId xmlns:a16="http://schemas.microsoft.com/office/drawing/2014/main" id="{1AAEB368-D76E-4638-B468-DE7BF108C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40" y="2679720"/>
            <a:ext cx="4043680" cy="303276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1000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100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1000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" dur="1000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9" dur="1000" fill="hold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b="1" dirty="0">
                <a:solidFill>
                  <a:srgbClr val="0070C0"/>
                </a:solidFill>
              </a:rPr>
              <a:t>Your ESOL tutor</a:t>
            </a:r>
            <a:r>
              <a:rPr lang="en-GB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309" y="2237740"/>
            <a:ext cx="10157354" cy="4470400"/>
          </a:xfrm>
        </p:spPr>
        <p:txBody>
          <a:bodyPr vert="horz" lIns="121899" tIns="60949" rIns="121899" bIns="60949" rtlCol="0" anchor="t">
            <a:normAutofit lnSpcReduction="10000"/>
          </a:bodyPr>
          <a:lstStyle/>
          <a:p>
            <a:pPr marL="304165" indent="-304165">
              <a:lnSpc>
                <a:spcPct val="150000"/>
              </a:lnSpc>
              <a:spcBef>
                <a:spcPct val="20000"/>
              </a:spcBef>
              <a:defRPr/>
            </a:pPr>
            <a:r>
              <a:rPr lang="en-GB" altLang="en-US" sz="4800" b="1" dirty="0">
                <a:solidFill>
                  <a:schemeClr val="accent1">
                    <a:lumMod val="75000"/>
                  </a:schemeClr>
                </a:solidFill>
              </a:rPr>
              <a:t>Tutor: </a:t>
            </a:r>
          </a:p>
          <a:p>
            <a:pPr marL="304165" indent="-304165">
              <a:lnSpc>
                <a:spcPct val="150000"/>
              </a:lnSpc>
              <a:spcBef>
                <a:spcPct val="20000"/>
              </a:spcBef>
              <a:defRPr/>
            </a:pPr>
            <a:r>
              <a:rPr lang="en-GB" altLang="en-US" sz="4800" b="1" dirty="0">
                <a:solidFill>
                  <a:schemeClr val="accent1">
                    <a:lumMod val="75000"/>
                  </a:schemeClr>
                </a:solidFill>
              </a:rPr>
              <a:t>Email:</a:t>
            </a:r>
          </a:p>
          <a:p>
            <a:pPr marL="304165" indent="-304165">
              <a:lnSpc>
                <a:spcPct val="150000"/>
              </a:lnSpc>
              <a:spcBef>
                <a:spcPct val="20000"/>
              </a:spcBef>
              <a:defRPr/>
            </a:pPr>
            <a:r>
              <a:rPr lang="en-GB" altLang="en-US" sz="4800" b="1" dirty="0">
                <a:solidFill>
                  <a:schemeClr val="accent1">
                    <a:lumMod val="75000"/>
                  </a:schemeClr>
                </a:solidFill>
              </a:rPr>
              <a:t>You can also contact me on Teams  private chat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FFD3C-9261-4C24-BB27-DE7DBDC08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53781" y="567428"/>
            <a:ext cx="2760980" cy="39055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4872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42094" y="4721082"/>
            <a:ext cx="5297854" cy="1445074"/>
          </a:xfrm>
          <a:solidFill>
            <a:schemeClr val="bg1"/>
          </a:solidFill>
        </p:spPr>
        <p:txBody>
          <a:bodyPr vert="horz" lIns="121899" tIns="60949" rIns="121899" bIns="60949" rtlCol="0" anchor="t">
            <a:noAutofit/>
          </a:bodyPr>
          <a:lstStyle/>
          <a:p>
            <a:pPr algn="ctr"/>
            <a:r>
              <a:rPr lang="en-GB" sz="4400" dirty="0">
                <a:solidFill>
                  <a:srgbClr val="FF0000"/>
                </a:solidFill>
              </a:rPr>
              <a:t>Any Questions?</a:t>
            </a:r>
          </a:p>
          <a:p>
            <a:pPr algn="ctr"/>
            <a:endParaRPr lang="en-US" sz="4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800" y="-452735"/>
            <a:ext cx="2888296" cy="2166222"/>
          </a:xfrm>
          <a:prstGeom prst="rect">
            <a:avLst/>
          </a:prstGeom>
        </p:spPr>
      </p:pic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5E8B475C-B4C1-4DA4-B276-269E3C928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42094" y="1366689"/>
            <a:ext cx="5297854" cy="2980043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1752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575F13-73CC-4479-A31C-E6DC0B040A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03D316-BACB-4B80-B4EC-AEF96CE6C147}"/>
</file>

<file path=customXml/itemProps3.xml><?xml version="1.0" encoding="utf-8"?>
<ds:datastoreItem xmlns:ds="http://schemas.openxmlformats.org/officeDocument/2006/customXml" ds:itemID="{23A2D467-CF7C-424D-8EBD-894BAD8E46E0}">
  <ds:schemaRefs>
    <ds:schemaRef ds:uri="http://schemas.microsoft.com/office/2006/documentManagement/types"/>
    <ds:schemaRef ds:uri="1cf731c3-fdca-4a95-a92a-ea3b14523102"/>
    <ds:schemaRef ds:uri="http://schemas.microsoft.com/office/2006/metadata/properties"/>
    <ds:schemaRef ds:uri="http://purl.org/dc/elements/1.1/"/>
    <ds:schemaRef ds:uri="0b5197e8-b3d5-44fa-9c9e-08a78b475116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8872</TotalTime>
  <Words>504</Words>
  <Application>Microsoft Office PowerPoint</Application>
  <PresentationFormat>Custom</PresentationFormat>
  <Paragraphs>121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Integral</vt:lpstr>
      <vt:lpstr>PowerPoint Presentation</vt:lpstr>
      <vt:lpstr>PowerPoint Presentation</vt:lpstr>
      <vt:lpstr>PowerPoint Presentation</vt:lpstr>
      <vt:lpstr>Icebreaker &amp; Introductions</vt:lpstr>
      <vt:lpstr>PowerPoint Presentation</vt:lpstr>
      <vt:lpstr>PowerPoint Presentation</vt:lpstr>
      <vt:lpstr>Learn how to log onto your College Email</vt:lpstr>
      <vt:lpstr>PowerPoint Presentation</vt:lpstr>
      <vt:lpstr>Induction Period</vt:lpstr>
      <vt:lpstr>ESOL 17-hours</vt:lpstr>
      <vt:lpstr>ESOL 17-hours</vt:lpstr>
      <vt:lpstr>ESOL 17-hours</vt:lpstr>
      <vt:lpstr>Icebreaker</vt:lpstr>
      <vt:lpstr>Your Timetable INSERT YOUR TIMETABLE HERE  </vt:lpstr>
      <vt:lpstr> The first 6 weeks of your course will be a trial period </vt:lpstr>
      <vt:lpstr>PowerPoint Presentation</vt:lpstr>
      <vt:lpstr>PowerPoint Presentation</vt:lpstr>
      <vt:lpstr>PowerPoint Presentation</vt:lpstr>
      <vt:lpstr>Your ESOL tutor: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 Yanez</dc:creator>
  <cp:lastModifiedBy>Caroline Newman</cp:lastModifiedBy>
  <cp:revision>113</cp:revision>
  <dcterms:created xsi:type="dcterms:W3CDTF">2020-08-28T18:58:39Z</dcterms:created>
  <dcterms:modified xsi:type="dcterms:W3CDTF">2024-09-03T10:30:15Z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3100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TemplateUrl">
    <vt:lpwstr/>
  </property>
  <property fmtid="{D5CDD505-2E9C-101B-9397-08002B2CF9AE}" pid="9" name="ComplianceAssetId">
    <vt:lpwstr/>
  </property>
  <property fmtid="{D5CDD505-2E9C-101B-9397-08002B2CF9AE}" pid="10" name="TaxKeyword">
    <vt:lpwstr/>
  </property>
  <property fmtid="{D5CDD505-2E9C-101B-9397-08002B2CF9AE}" pid="11" name="MediaServiceImageTags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