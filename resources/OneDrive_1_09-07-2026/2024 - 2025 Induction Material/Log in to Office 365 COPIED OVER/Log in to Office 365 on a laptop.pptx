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9" r:id="rId5"/>
    <p:sldId id="266" r:id="rId6"/>
    <p:sldId id="265" r:id="rId7"/>
    <p:sldId id="267" r:id="rId8"/>
    <p:sldId id="268" r:id="rId9"/>
    <p:sldId id="270" r:id="rId10"/>
    <p:sldId id="271" r:id="rId11"/>
    <p:sldId id="272" r:id="rId12"/>
    <p:sldId id="27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36" d="100"/>
          <a:sy n="36" d="100"/>
        </p:scale>
        <p:origin x="118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2762D-B1BE-43DE-9EF2-8DF28A3947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E0C8DA-9596-49A5-A968-BD1801F876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509C3-3228-4CE7-A1A3-6F6BD70D2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205A5-981F-452D-A64B-A223AEB8393D}" type="datetimeFigureOut">
              <a:rPr lang="en-GB" smtClean="0"/>
              <a:t>02/09/2021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9E5107-805D-4171-BE2D-120AC5FD6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3C84D-CEFF-4859-A5D4-A3DCCCC43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D6684-1D9D-4E21-8A44-65F04FEBE1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0129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24A37-277C-4828-8096-7064EC0BB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291F7-EB49-4C5E-8CAC-0FB2FB2392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BEF0D-4FED-45E6-8748-66667FCDD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205A5-981F-452D-A64B-A223AEB8393D}" type="datetimeFigureOut">
              <a:rPr lang="en-GB" smtClean="0"/>
              <a:t>02/09/2021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557E78-D043-484A-A4FE-968002FE5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D2BB97-FF43-46E7-82FE-F72973061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D6684-1D9D-4E21-8A44-65F04FEBE1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6199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24986-00EE-4F90-B7B5-7D10542BC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31974B-3C17-4C65-8401-30A6BEB62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3BAFDF-E816-4298-B9C1-F21B5BAA2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205A5-981F-452D-A64B-A223AEB8393D}" type="datetimeFigureOut">
              <a:rPr lang="en-GB" smtClean="0"/>
              <a:t>02/09/2021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817D65-B69A-4780-9E12-FE59B2169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F31F3F-4E67-4C7D-9911-0E6A07F99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D6684-1D9D-4E21-8A44-65F04FEBE1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2166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C46DF-EA08-4E4B-9AFE-210499E5E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F9B26-4D77-42EE-A2D8-2BF893C209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934167-BF60-4EDD-A58F-18D214019E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A6FC99-F83F-4F0B-B630-8FE942945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205A5-981F-452D-A64B-A223AEB8393D}" type="datetimeFigureOut">
              <a:rPr lang="en-GB" smtClean="0"/>
              <a:t>02/09/2021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736C6A-0FA9-4989-A6E1-608DE5513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A89CFF-71AB-45BA-8AFA-B0B918C89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D6684-1D9D-4E21-8A44-65F04FEBE1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1908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1FB0E-1C54-40E8-ADF2-8841F94FD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31DDCA-547C-4EC2-8FFA-DAF5B2E646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27AAF9-2D03-40A5-8A52-1AA0DB29D9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2952BE-E9CA-47CA-89AA-9D0B884049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459E5B-8143-48BA-A148-F1EFCD0588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062960-646A-4C07-9107-48F17D815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205A5-981F-452D-A64B-A223AEB8393D}" type="datetimeFigureOut">
              <a:rPr lang="en-GB" smtClean="0"/>
              <a:t>02/09/2021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41F3A1-6D42-495A-B724-B6448F77D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6ECF02-5EF7-4A48-91E6-000720AE9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D6684-1D9D-4E21-8A44-65F04FEBE1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7884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27DCC-444E-4B1C-824E-9AA0AF7DF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2600F0-CB0E-40F8-98AD-EFEC02EDA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205A5-981F-452D-A64B-A223AEB8393D}" type="datetimeFigureOut">
              <a:rPr lang="en-GB" smtClean="0"/>
              <a:t>02/09/2021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48B2C3-A6FC-4F2D-9B9C-25438AE91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89148D-0D93-4E07-ACC3-504F91747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D6684-1D9D-4E21-8A44-65F04FEBE1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6754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B4283E-7985-4E5A-83A7-4869BDC16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205A5-981F-452D-A64B-A223AEB8393D}" type="datetimeFigureOut">
              <a:rPr lang="en-GB" smtClean="0"/>
              <a:t>02/09/2021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68AB18-A2B8-477F-8213-C5C7AFD35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1F5F8B-40D8-4974-BD5D-653B48251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D6684-1D9D-4E21-8A44-65F04FEBE1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9899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91EEE-DCD1-482A-9F75-7E26E5015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905D3-47A6-4CDF-AE48-7E3BC27046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3A912B-792C-49BB-B447-595F432EFB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0571CE-D111-4DCA-9FD2-16CE2BF20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205A5-981F-452D-A64B-A223AEB8393D}" type="datetimeFigureOut">
              <a:rPr lang="en-GB" smtClean="0"/>
              <a:t>02/09/2021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C5CE8-22A6-4CC4-9407-DBF27108E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F449AC-D47A-4E69-9892-19A957069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D6684-1D9D-4E21-8A44-65F04FEBE1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3238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773EF-C36E-4AAA-9141-F1E6B3151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C0F83F-1032-439C-B1A2-1F2967566E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791C4C-FF0E-47CA-A40B-986E0A3AA9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F99FEC-5AED-4098-AF9E-BA36B8DE6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205A5-981F-452D-A64B-A223AEB8393D}" type="datetimeFigureOut">
              <a:rPr lang="en-GB" smtClean="0"/>
              <a:t>02/09/2021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47D596-1959-498F-AA4B-F92E71D1C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B82E68-9D1A-40DA-9AA0-60748663A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D6684-1D9D-4E21-8A44-65F04FEBE1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6563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09894-BDB3-47F8-AD7D-E43501C28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ED8724-7A61-4150-9BDB-D33579DBDD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D3D56D-4A77-4536-A110-19EA1AFCF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205A5-981F-452D-A64B-A223AEB8393D}" type="datetimeFigureOut">
              <a:rPr lang="en-GB" smtClean="0"/>
              <a:t>02/09/2021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A2ADD4-F6C3-4757-B23B-2279799BD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824E79-5DBA-4888-8349-EBBB90EFB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D6684-1D9D-4E21-8A44-65F04FEBE1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2012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65241A-8596-4615-96CA-2D340B8824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DC4882-8C64-4E6B-8D83-421299FBAF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008C8A-9292-4EEB-9CDE-A371187B7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205A5-981F-452D-A64B-A223AEB8393D}" type="datetimeFigureOut">
              <a:rPr lang="en-GB" smtClean="0"/>
              <a:t>02/09/2021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789534-4DD9-4850-8D76-C0FC6E481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03CFD-D181-4142-8019-560F54713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D6684-1D9D-4E21-8A44-65F04FEBE1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6627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BBF7DD-7B12-4023-94F7-EAB01BDFF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30BFB9-27CB-41B7-BBD0-B8E55AFE6E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C57CB1-5214-49FE-9687-718101AD21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1205A5-981F-452D-A64B-A223AEB8393D}" type="datetimeFigureOut">
              <a:rPr lang="en-GB" smtClean="0"/>
              <a:t>02/09/2021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C0885-10A8-4713-920D-8BE2AF6268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4BCCE3-1A0F-40B7-B062-4FB2D9F000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FD6684-1D9D-4E21-8A44-65F04FEBE1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4907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igicelbusiness.com/ag/en/products-and-services/network-services/office-365.html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jumpcloud.com/blog/office-365-azure-active-directory/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hyperlink" Target="https://www.computerworld.com/article/3220411/web-browsers/how-to-get-a-cutting-edge-web-browser.html" TargetMode="External"/><Relationship Id="rId4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www.youtube.com/watch?v=wNOqHsYPf-g" TargetMode="External"/><Relationship Id="rId5" Type="http://schemas.openxmlformats.org/officeDocument/2006/relationships/image" Target="../media/image11.jp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Microsoft_Teams" TargetMode="External"/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wccftech.com/microsoft-brings-fully-loaded-outlook-app-apple-watch/" TargetMode="External"/><Relationship Id="rId5" Type="http://schemas.microsoft.com/office/2007/relationships/hdphoto" Target="../media/hdphoto2.wdp"/><Relationship Id="rId10" Type="http://schemas.openxmlformats.org/officeDocument/2006/relationships/hyperlink" Target="http://www.digicelbusiness.com/ag/en/products-and-services/network-services/office-365.html" TargetMode="External"/><Relationship Id="rId4" Type="http://schemas.openxmlformats.org/officeDocument/2006/relationships/image" Target="../media/image17.png"/><Relationship Id="rId9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364B9-DD94-4A8B-A9EE-44BB865EFE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128795"/>
          </a:xfrm>
        </p:spPr>
        <p:txBody>
          <a:bodyPr>
            <a:normAutofit/>
          </a:bodyPr>
          <a:lstStyle/>
          <a:p>
            <a:r>
              <a:rPr lang="en-GB" sz="5400" dirty="0">
                <a:latin typeface="Comic Sans MS" panose="030F0702030302020204" pitchFamily="66" charset="0"/>
              </a:rPr>
              <a:t>Log in to </a:t>
            </a:r>
            <a:r>
              <a:rPr lang="en-GB" sz="5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Office 365 </a:t>
            </a:r>
            <a:br>
              <a:rPr lang="en-GB" sz="5400" b="1" dirty="0">
                <a:solidFill>
                  <a:srgbClr val="FF0000"/>
                </a:solidFill>
                <a:latin typeface="Comic Sans MS" panose="030F0702030302020204" pitchFamily="66" charset="0"/>
              </a:rPr>
            </a:br>
            <a:r>
              <a:rPr lang="en-GB" sz="5400" dirty="0">
                <a:latin typeface="Comic Sans MS" panose="030F0702030302020204" pitchFamily="66" charset="0"/>
              </a:rPr>
              <a:t>on a laptop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4B8FBF1-1C7A-4BD9-9B5D-29F1A75C46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90872" y="163286"/>
            <a:ext cx="3513686" cy="266188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7572B37-0988-4801-8EC6-973120954C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7274700" y="3964082"/>
            <a:ext cx="4757057" cy="246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867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4A633F7-C933-4F04-BBC9-CC3ABF7072BE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5738" y="477083"/>
            <a:ext cx="6838121" cy="46780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A0647A-BA0A-469A-8717-C6469F8600DD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09601" y="279399"/>
            <a:ext cx="2086154" cy="16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FEEF9BE-ED8E-4E09-9B70-679EB14E7D75}"/>
              </a:ext>
            </a:extLst>
          </p:cNvPr>
          <p:cNvSpPr/>
          <p:nvPr/>
        </p:nvSpPr>
        <p:spPr>
          <a:xfrm>
            <a:off x="544961" y="2248853"/>
            <a:ext cx="3684103" cy="254127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3200" dirty="0"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1. Type your </a:t>
            </a:r>
            <a:r>
              <a:rPr lang="en-GB" sz="3200" b="1" dirty="0">
                <a:solidFill>
                  <a:srgbClr val="0070C0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student number</a:t>
            </a:r>
            <a:r>
              <a:rPr lang="en-GB" sz="3200" dirty="0">
                <a:solidFill>
                  <a:srgbClr val="0070C0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GB" sz="1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3200" b="1" i="1" dirty="0">
                <a:solidFill>
                  <a:srgbClr val="00B050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Example</a:t>
            </a:r>
            <a:r>
              <a:rPr lang="en-GB" sz="3200" b="1" dirty="0">
                <a:solidFill>
                  <a:srgbClr val="00B050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en-GB" sz="3200" dirty="0">
                <a:solidFill>
                  <a:srgbClr val="00B05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400" b="1" dirty="0">
                <a:solidFill>
                  <a:srgbClr val="A6A6A6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234567</a:t>
            </a:r>
            <a:endParaRPr lang="en-GB" sz="1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C:\Users\LGegg\AppData\Local\Microsoft\Windows\INetCache\Content.MSO\6B8A7226.tmp">
            <a:extLst>
              <a:ext uri="{FF2B5EF4-FFF2-40B4-BE49-F238E27FC236}">
                <a16:creationId xmlns:a16="http://schemas.microsoft.com/office/drawing/2014/main" id="{1A204BED-4EE8-462F-853F-0EBC9F0EE530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603" y="734764"/>
            <a:ext cx="5211390" cy="3922843"/>
          </a:xfrm>
          <a:prstGeom prst="rect">
            <a:avLst/>
          </a:prstGeom>
          <a:ln w="228600" cap="sq" cmpd="thickThin">
            <a:noFill/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F797E6D-241B-4879-9BD6-B79A1B46BEFE}"/>
              </a:ext>
            </a:extLst>
          </p:cNvPr>
          <p:cNvSpPr/>
          <p:nvPr/>
        </p:nvSpPr>
        <p:spPr>
          <a:xfrm>
            <a:off x="3468067" y="5200677"/>
            <a:ext cx="3684103" cy="132812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3200" dirty="0"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2. Type your </a:t>
            </a:r>
            <a:r>
              <a:rPr lang="en-GB" sz="3200" dirty="0">
                <a:solidFill>
                  <a:srgbClr val="FF0000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password</a:t>
            </a:r>
            <a:endParaRPr lang="en-GB" sz="1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CE10916-8FCB-4533-9C54-E5D768166B54}"/>
              </a:ext>
            </a:extLst>
          </p:cNvPr>
          <p:cNvSpPr/>
          <p:nvPr/>
        </p:nvSpPr>
        <p:spPr>
          <a:xfrm>
            <a:off x="6773544" y="3000351"/>
            <a:ext cx="2264439" cy="816278"/>
          </a:xfrm>
          <a:prstGeom prst="round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462E9E4-1DA8-4CD9-9BDA-FF961010D284}"/>
              </a:ext>
            </a:extLst>
          </p:cNvPr>
          <p:cNvCxnSpPr>
            <a:cxnSpLocks/>
          </p:cNvCxnSpPr>
          <p:nvPr/>
        </p:nvCxnSpPr>
        <p:spPr>
          <a:xfrm flipV="1">
            <a:off x="3970517" y="3235024"/>
            <a:ext cx="3083602" cy="45644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20FEA37-4CF5-419C-A298-5C468FCFBEFB}"/>
              </a:ext>
            </a:extLst>
          </p:cNvPr>
          <p:cNvSpPr/>
          <p:nvPr/>
        </p:nvSpPr>
        <p:spPr>
          <a:xfrm>
            <a:off x="7650588" y="5375733"/>
            <a:ext cx="3905306" cy="78803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3200" dirty="0"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3. Click the arrow</a:t>
            </a:r>
            <a:endParaRPr lang="en-GB" sz="1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4E639AD-95D4-4686-A01F-329E47336A8A}"/>
              </a:ext>
            </a:extLst>
          </p:cNvPr>
          <p:cNvCxnSpPr>
            <a:cxnSpLocks/>
          </p:cNvCxnSpPr>
          <p:nvPr/>
        </p:nvCxnSpPr>
        <p:spPr>
          <a:xfrm flipV="1">
            <a:off x="6648046" y="3652578"/>
            <a:ext cx="406073" cy="200453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F45B50A-351E-4224-8D93-33B08C1D997C}"/>
              </a:ext>
            </a:extLst>
          </p:cNvPr>
          <p:cNvCxnSpPr>
            <a:cxnSpLocks/>
          </p:cNvCxnSpPr>
          <p:nvPr/>
        </p:nvCxnSpPr>
        <p:spPr>
          <a:xfrm flipH="1" flipV="1">
            <a:off x="8777540" y="3600025"/>
            <a:ext cx="1741384" cy="186352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629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0392679-7316-45AF-A8D0-522F8803B2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2229" y="1122361"/>
            <a:ext cx="7770170" cy="4673373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A0647A-BA0A-469A-8717-C6469F8600DD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09601" y="279399"/>
            <a:ext cx="2086154" cy="16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D376BB6-31EA-485B-BFE8-BF72DAF3E125}"/>
              </a:ext>
            </a:extLst>
          </p:cNvPr>
          <p:cNvSpPr/>
          <p:nvPr/>
        </p:nvSpPr>
        <p:spPr>
          <a:xfrm>
            <a:off x="516213" y="2186609"/>
            <a:ext cx="2690813" cy="381309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3200" dirty="0"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4. Open an internet </a:t>
            </a:r>
            <a:r>
              <a:rPr lang="en-GB" sz="3200" b="1" dirty="0">
                <a:solidFill>
                  <a:srgbClr val="7030A0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browser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en-GB" sz="3200" b="1" dirty="0">
              <a:solidFill>
                <a:srgbClr val="7030A0"/>
              </a:solidFill>
              <a:effectLst/>
              <a:latin typeface="Comic Sans MS" panose="030F0702030302020204" pitchFamily="66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en-GB" sz="3200" b="1" dirty="0">
              <a:solidFill>
                <a:srgbClr val="7030A0"/>
              </a:solidFill>
              <a:effectLst/>
              <a:latin typeface="Comic Sans MS" panose="030F0702030302020204" pitchFamily="66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en-GB" sz="1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3CB403A-5EBB-4D06-A5B4-2E42B208EA01}"/>
              </a:ext>
            </a:extLst>
          </p:cNvPr>
          <p:cNvSpPr/>
          <p:nvPr/>
        </p:nvSpPr>
        <p:spPr>
          <a:xfrm>
            <a:off x="5879286" y="3991344"/>
            <a:ext cx="4404402" cy="111718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800" dirty="0"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5. Click h</a:t>
            </a:r>
            <a:r>
              <a:rPr lang="en-GB" sz="2800" dirty="0"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ere </a:t>
            </a:r>
            <a:r>
              <a:rPr lang="en-GB" sz="2800" i="1" dirty="0">
                <a:solidFill>
                  <a:srgbClr val="0070C0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or</a:t>
            </a:r>
            <a:r>
              <a:rPr lang="en-GB" sz="2800" dirty="0">
                <a:solidFill>
                  <a:srgbClr val="0070C0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here</a:t>
            </a:r>
            <a:r>
              <a:rPr lang="en-GB" sz="3600" dirty="0"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GB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D3C64B7-257C-4FDF-8F92-2009A0F3D4D5}"/>
              </a:ext>
            </a:extLst>
          </p:cNvPr>
          <p:cNvSpPr/>
          <p:nvPr/>
        </p:nvSpPr>
        <p:spPr>
          <a:xfrm>
            <a:off x="6327913" y="5526963"/>
            <a:ext cx="304800" cy="295275"/>
          </a:xfrm>
          <a:prstGeom prst="ellipse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FD53544-C8C6-4D7D-98FD-FB759D437F02}"/>
              </a:ext>
            </a:extLst>
          </p:cNvPr>
          <p:cNvSpPr/>
          <p:nvPr/>
        </p:nvSpPr>
        <p:spPr>
          <a:xfrm>
            <a:off x="4549392" y="3467126"/>
            <a:ext cx="641835" cy="603128"/>
          </a:xfrm>
          <a:prstGeom prst="ellipse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65E458-1C1D-4C63-A5AD-0425975D50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929599" y="4280904"/>
            <a:ext cx="1823160" cy="1422065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4498E0E-680A-4107-8DF6-93C8C8BEA94F}"/>
              </a:ext>
            </a:extLst>
          </p:cNvPr>
          <p:cNvCxnSpPr>
            <a:cxnSpLocks/>
          </p:cNvCxnSpPr>
          <p:nvPr/>
        </p:nvCxnSpPr>
        <p:spPr>
          <a:xfrm flipH="1" flipV="1">
            <a:off x="5274083" y="4070253"/>
            <a:ext cx="2114021" cy="21065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069B5A4-1500-4E53-BA37-51AEA795B32C}"/>
              </a:ext>
            </a:extLst>
          </p:cNvPr>
          <p:cNvCxnSpPr>
            <a:cxnSpLocks/>
            <a:endCxn id="17" idx="7"/>
          </p:cNvCxnSpPr>
          <p:nvPr/>
        </p:nvCxnSpPr>
        <p:spPr>
          <a:xfrm flipH="1">
            <a:off x="6588076" y="4883683"/>
            <a:ext cx="2277628" cy="686522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3F8F6B5-3D0F-473B-8C50-BEBC971B62DC}"/>
              </a:ext>
            </a:extLst>
          </p:cNvPr>
          <p:cNvSpPr/>
          <p:nvPr/>
        </p:nvSpPr>
        <p:spPr>
          <a:xfrm>
            <a:off x="8865704" y="1398567"/>
            <a:ext cx="2237688" cy="1576084"/>
          </a:xfrm>
          <a:prstGeom prst="roundRect">
            <a:avLst>
              <a:gd name="adj" fmla="val 50000"/>
            </a:avLst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bg1"/>
                </a:solidFill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This is the </a:t>
            </a:r>
            <a:r>
              <a:rPr lang="en-GB" sz="2400" b="1" dirty="0">
                <a:solidFill>
                  <a:srgbClr val="7030A0"/>
                </a:solidFill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desktop</a:t>
            </a:r>
            <a:endParaRPr lang="en-GB" sz="1600" b="1" dirty="0">
              <a:solidFill>
                <a:srgbClr val="7030A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6DF5FA03-82F2-4BA7-899E-E267D1AB703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l="51138" t="-2600" r="11486" b="52518"/>
          <a:stretch/>
        </p:blipFill>
        <p:spPr>
          <a:xfrm>
            <a:off x="7832303" y="3991344"/>
            <a:ext cx="392886" cy="410634"/>
          </a:xfrm>
          <a:prstGeom prst="rect">
            <a:avLst/>
          </a:prstGeom>
        </p:spPr>
      </p:pic>
      <p:pic>
        <p:nvPicPr>
          <p:cNvPr id="29" name="Picture 28" descr="Google Logo Background png download - 1024*1024 - Free Transparent ...">
            <a:extLst>
              <a:ext uri="{FF2B5EF4-FFF2-40B4-BE49-F238E27FC236}">
                <a16:creationId xmlns:a16="http://schemas.microsoft.com/office/drawing/2014/main" id="{9C110315-B402-4D50-A1FA-79594461A276}"/>
              </a:ext>
            </a:extLst>
          </p:cNvPr>
          <p:cNvPicPr/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6111" b="95333" l="3000" r="93667">
                        <a14:foregroundMark x1="7000" y1="39444" x2="6889" y2="62111"/>
                        <a14:foregroundMark x1="6889" y1="62111" x2="13778" y2="34222"/>
                        <a14:foregroundMark x1="13778" y1="34222" x2="29222" y2="31444"/>
                        <a14:foregroundMark x1="29222" y1="31444" x2="48444" y2="33556"/>
                        <a14:foregroundMark x1="48444" y1="33556" x2="55889" y2="32556"/>
                        <a14:foregroundMark x1="55889" y1="32556" x2="72111" y2="35111"/>
                        <a14:foregroundMark x1="72111" y1="35111" x2="83889" y2="55333"/>
                        <a14:foregroundMark x1="83889" y1="55333" x2="81000" y2="72000"/>
                        <a14:foregroundMark x1="81000" y1="72000" x2="71222" y2="81000"/>
                        <a14:foregroundMark x1="71222" y1="81000" x2="48667" y2="85444"/>
                        <a14:foregroundMark x1="48667" y1="85444" x2="42667" y2="89333"/>
                        <a14:foregroundMark x1="42667" y1="89333" x2="51889" y2="90444"/>
                        <a14:foregroundMark x1="51889" y1="90444" x2="67556" y2="89556"/>
                        <a14:foregroundMark x1="67556" y1="89556" x2="89000" y2="53556"/>
                        <a14:foregroundMark x1="89000" y1="53556" x2="91667" y2="44000"/>
                        <a14:foregroundMark x1="91667" y1="44000" x2="88556" y2="36222"/>
                        <a14:foregroundMark x1="88556" y1="36222" x2="88667" y2="28111"/>
                        <a14:foregroundMark x1="88667" y1="28111" x2="89667" y2="35667"/>
                        <a14:foregroundMark x1="89667" y1="35667" x2="65667" y2="25889"/>
                        <a14:foregroundMark x1="65667" y1="25889" x2="10556" y2="35000"/>
                        <a14:foregroundMark x1="10556" y1="35000" x2="9111" y2="32222"/>
                        <a14:foregroundMark x1="7222" y1="39667" x2="7222" y2="39667"/>
                        <a14:foregroundMark x1="3333" y1="46444" x2="3333" y2="46444"/>
                        <a14:foregroundMark x1="36556" y1="36444" x2="36556" y2="36444"/>
                        <a14:foregroundMark x1="49333" y1="30667" x2="30333" y2="34000"/>
                        <a14:foregroundMark x1="30333" y1="34000" x2="40222" y2="54778"/>
                        <a14:foregroundMark x1="40222" y1="54778" x2="55111" y2="68778"/>
                        <a14:foregroundMark x1="55111" y1="68778" x2="63889" y2="53333"/>
                        <a14:foregroundMark x1="63889" y1="53333" x2="65333" y2="45889"/>
                        <a14:foregroundMark x1="65333" y1="45889" x2="64333" y2="38111"/>
                        <a14:foregroundMark x1="64333" y1="38111" x2="58000" y2="29444"/>
                        <a14:foregroundMark x1="58000" y1="29444" x2="50000" y2="31111"/>
                        <a14:foregroundMark x1="50000" y1="31111" x2="48111" y2="32444"/>
                        <a14:foregroundMark x1="37222" y1="33778" x2="30444" y2="48556"/>
                        <a14:foregroundMark x1="30444" y1="48556" x2="34667" y2="57778"/>
                        <a14:foregroundMark x1="34667" y1="57778" x2="46556" y2="67444"/>
                        <a14:foregroundMark x1="46556" y1="67444" x2="61889" y2="68889"/>
                        <a14:foregroundMark x1="61889" y1="68889" x2="69889" y2="65889"/>
                        <a14:foregroundMark x1="69889" y1="65889" x2="65667" y2="50000"/>
                        <a14:foregroundMark x1="65667" y1="50000" x2="66889" y2="40333"/>
                        <a14:foregroundMark x1="66889" y1="40333" x2="66444" y2="37778"/>
                        <a14:foregroundMark x1="68778" y1="42000" x2="70333" y2="53667"/>
                        <a14:foregroundMark x1="70333" y1="53667" x2="58556" y2="66444"/>
                        <a14:foregroundMark x1="58556" y1="66444" x2="49556" y2="67444"/>
                        <a14:foregroundMark x1="49556" y1="67444" x2="40889" y2="65000"/>
                        <a14:foregroundMark x1="40889" y1="65000" x2="29333" y2="51667"/>
                        <a14:foregroundMark x1="29333" y1="51667" x2="29333" y2="51556"/>
                        <a14:foregroundMark x1="59333" y1="67667" x2="65222" y2="63556"/>
                        <a14:foregroundMark x1="65222" y1="63556" x2="67778" y2="58000"/>
                        <a14:foregroundMark x1="56556" y1="69222" x2="38333" y2="65889"/>
                        <a14:foregroundMark x1="38333" y1="65889" x2="32333" y2="60000"/>
                        <a14:foregroundMark x1="32333" y1="60000" x2="30000" y2="50778"/>
                        <a14:foregroundMark x1="57333" y1="68889" x2="39556" y2="67333"/>
                        <a14:foregroundMark x1="39556" y1="67333" x2="38111" y2="66333"/>
                        <a14:foregroundMark x1="93667" y1="62000" x2="93667" y2="62000"/>
                        <a14:foregroundMark x1="43556" y1="49111" x2="46444" y2="46111"/>
                        <a14:foregroundMark x1="42556" y1="95444" x2="42556" y2="95444"/>
                        <a14:foregroundMark x1="50333" y1="6111" x2="50333" y2="6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678" y="4017930"/>
            <a:ext cx="392885" cy="392885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Oval 29">
            <a:extLst>
              <a:ext uri="{FF2B5EF4-FFF2-40B4-BE49-F238E27FC236}">
                <a16:creationId xmlns:a16="http://schemas.microsoft.com/office/drawing/2014/main" id="{F53F081B-1237-4734-96CE-0332AAC9715C}"/>
              </a:ext>
            </a:extLst>
          </p:cNvPr>
          <p:cNvSpPr/>
          <p:nvPr/>
        </p:nvSpPr>
        <p:spPr>
          <a:xfrm>
            <a:off x="4589148" y="4105220"/>
            <a:ext cx="610652" cy="603128"/>
          </a:xfrm>
          <a:prstGeom prst="ellipse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07044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2A0647A-BA0A-469A-8717-C6469F8600DD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09601" y="279399"/>
            <a:ext cx="2086154" cy="16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D376BB6-31EA-485B-BFE8-BF72DAF3E125}"/>
              </a:ext>
            </a:extLst>
          </p:cNvPr>
          <p:cNvSpPr/>
          <p:nvPr/>
        </p:nvSpPr>
        <p:spPr>
          <a:xfrm>
            <a:off x="516213" y="2431773"/>
            <a:ext cx="2690813" cy="356792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3200" dirty="0"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6. Type </a:t>
            </a:r>
            <a:r>
              <a:rPr lang="en-GB" sz="3200" b="1" dirty="0">
                <a:solidFill>
                  <a:schemeClr val="accent2">
                    <a:lumMod val="75000"/>
                  </a:schemeClr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Office.com </a:t>
            </a:r>
            <a:r>
              <a:rPr lang="en-GB" sz="3200" dirty="0"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in the </a:t>
            </a:r>
            <a:r>
              <a:rPr lang="en-GB" sz="3200" b="1" dirty="0">
                <a:solidFill>
                  <a:srgbClr val="7030A0"/>
                </a:solidFill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address bar</a:t>
            </a:r>
            <a:endParaRPr lang="en-GB" sz="1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A9482F-A83D-430A-9433-7572F25C0C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9605" y="953665"/>
            <a:ext cx="7832794" cy="4403796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5" name="Picture 14" descr="C:\Users\LGegg\AppData\Local\Microsoft\Windows\INetCache\Content.MSO\81E099D4.tmp">
            <a:extLst>
              <a:ext uri="{FF2B5EF4-FFF2-40B4-BE49-F238E27FC236}">
                <a16:creationId xmlns:a16="http://schemas.microsoft.com/office/drawing/2014/main" id="{B1EE99E6-E9BD-4BE6-BF77-B22C6B8C4481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3586" y="1952072"/>
            <a:ext cx="8193217" cy="131770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1843873-A86B-4091-85C0-E41D213E9CEE}"/>
              </a:ext>
            </a:extLst>
          </p:cNvPr>
          <p:cNvSpPr/>
          <p:nvPr/>
        </p:nvSpPr>
        <p:spPr>
          <a:xfrm>
            <a:off x="4335144" y="1122361"/>
            <a:ext cx="6678163" cy="255865"/>
          </a:xfrm>
          <a:prstGeom prst="round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5442AA8-5070-453A-9920-524A0F2C6E12}"/>
              </a:ext>
            </a:extLst>
          </p:cNvPr>
          <p:cNvSpPr/>
          <p:nvPr/>
        </p:nvSpPr>
        <p:spPr>
          <a:xfrm>
            <a:off x="3749605" y="2186609"/>
            <a:ext cx="6852134" cy="450574"/>
          </a:xfrm>
          <a:prstGeom prst="round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4616E00-3E99-4894-844E-CBD3753291F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rcRect l="15217" t="47872" r="14021" b="7128"/>
          <a:stretch/>
        </p:blipFill>
        <p:spPr>
          <a:xfrm>
            <a:off x="6695328" y="4759699"/>
            <a:ext cx="4579295" cy="16380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C00E1BF-2A68-421B-B83F-E5B70A031D08}"/>
              </a:ext>
            </a:extLst>
          </p:cNvPr>
          <p:cNvCxnSpPr>
            <a:cxnSpLocks/>
          </p:cNvCxnSpPr>
          <p:nvPr/>
        </p:nvCxnSpPr>
        <p:spPr>
          <a:xfrm flipH="1" flipV="1">
            <a:off x="4929810" y="2431773"/>
            <a:ext cx="1765518" cy="2327926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0398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2A0647A-BA0A-469A-8717-C6469F8600DD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09601" y="279399"/>
            <a:ext cx="2086154" cy="16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D376BB6-31EA-485B-BFE8-BF72DAF3E125}"/>
              </a:ext>
            </a:extLst>
          </p:cNvPr>
          <p:cNvSpPr/>
          <p:nvPr/>
        </p:nvSpPr>
        <p:spPr>
          <a:xfrm>
            <a:off x="370441" y="3366851"/>
            <a:ext cx="2179542" cy="227274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3200" dirty="0"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7. Click </a:t>
            </a:r>
            <a:r>
              <a:rPr lang="en-GB" sz="3200" dirty="0">
                <a:solidFill>
                  <a:srgbClr val="FF0000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Sign in</a:t>
            </a:r>
            <a:endParaRPr lang="en-GB" sz="1600" dirty="0">
              <a:solidFill>
                <a:srgbClr val="FF000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561154-ACA6-4ADC-9A79-373C9B886F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3584" y="983135"/>
            <a:ext cx="8282202" cy="4656465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464F744-CD11-40BD-8A3E-D951FF617581}"/>
              </a:ext>
            </a:extLst>
          </p:cNvPr>
          <p:cNvCxnSpPr>
            <a:cxnSpLocks/>
          </p:cNvCxnSpPr>
          <p:nvPr/>
        </p:nvCxnSpPr>
        <p:spPr>
          <a:xfrm flipV="1">
            <a:off x="2266122" y="3670852"/>
            <a:ext cx="1444487" cy="1073427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E284BB2-7AEB-4402-9401-5AF741E8070F}"/>
              </a:ext>
            </a:extLst>
          </p:cNvPr>
          <p:cNvSpPr/>
          <p:nvPr/>
        </p:nvSpPr>
        <p:spPr>
          <a:xfrm>
            <a:off x="3749606" y="3353599"/>
            <a:ext cx="1339229" cy="304001"/>
          </a:xfrm>
          <a:prstGeom prst="round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8850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648B4DC-CD49-429E-A73D-AF4391F6F5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3792" y="1135613"/>
            <a:ext cx="7598645" cy="4272152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A0647A-BA0A-469A-8717-C6469F8600DD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09601" y="279399"/>
            <a:ext cx="2086154" cy="16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8779B14-B320-4E5E-8821-E193767C38EE}"/>
              </a:ext>
            </a:extLst>
          </p:cNvPr>
          <p:cNvSpPr/>
          <p:nvPr/>
        </p:nvSpPr>
        <p:spPr>
          <a:xfrm>
            <a:off x="421529" y="3333179"/>
            <a:ext cx="5211666" cy="311899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3200" dirty="0"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8</a:t>
            </a:r>
            <a:r>
              <a:rPr lang="en-GB" sz="3200" dirty="0"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. Type your </a:t>
            </a:r>
            <a:endParaRPr lang="en-GB" sz="1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3200" b="1" dirty="0">
                <a:solidFill>
                  <a:srgbClr val="0070C0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student email address </a:t>
            </a:r>
            <a:endParaRPr lang="en-GB" sz="1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3200" b="1" i="1" dirty="0">
                <a:solidFill>
                  <a:srgbClr val="00B050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Example</a:t>
            </a:r>
            <a:r>
              <a:rPr lang="en-GB" sz="3200" b="1" dirty="0">
                <a:solidFill>
                  <a:srgbClr val="00B050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en-GB" sz="3200" dirty="0">
                <a:solidFill>
                  <a:srgbClr val="00B05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000" b="1" dirty="0">
                <a:solidFill>
                  <a:srgbClr val="A6A6A6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234567</a:t>
            </a:r>
            <a:r>
              <a:rPr lang="en-GB" sz="2800" b="1" dirty="0">
                <a:solidFill>
                  <a:srgbClr val="A6A6A6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@</a:t>
            </a:r>
            <a:r>
              <a:rPr lang="en-GB" sz="2800" b="1" dirty="0">
                <a:solidFill>
                  <a:srgbClr val="808080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student.cavc.ac.uk</a:t>
            </a:r>
            <a:endParaRPr lang="en-GB" sz="1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E284BB2-7AEB-4402-9401-5AF741E8070F}"/>
              </a:ext>
            </a:extLst>
          </p:cNvPr>
          <p:cNvSpPr/>
          <p:nvPr/>
        </p:nvSpPr>
        <p:spPr>
          <a:xfrm>
            <a:off x="6519310" y="2718312"/>
            <a:ext cx="2121107" cy="481485"/>
          </a:xfrm>
          <a:prstGeom prst="round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464F744-CD11-40BD-8A3E-D951FF617581}"/>
              </a:ext>
            </a:extLst>
          </p:cNvPr>
          <p:cNvCxnSpPr>
            <a:cxnSpLocks/>
          </p:cNvCxnSpPr>
          <p:nvPr/>
        </p:nvCxnSpPr>
        <p:spPr>
          <a:xfrm flipV="1">
            <a:off x="5120293" y="3121490"/>
            <a:ext cx="1444487" cy="1073427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ED1E703-5A44-4245-9096-5470BE84B636}"/>
              </a:ext>
            </a:extLst>
          </p:cNvPr>
          <p:cNvSpPr/>
          <p:nvPr/>
        </p:nvSpPr>
        <p:spPr>
          <a:xfrm>
            <a:off x="7891282" y="3816627"/>
            <a:ext cx="749136" cy="278296"/>
          </a:xfrm>
          <a:prstGeom prst="round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B987DCA-C527-4F7B-9A82-0338F7630701}"/>
              </a:ext>
            </a:extLst>
          </p:cNvPr>
          <p:cNvSpPr/>
          <p:nvPr/>
        </p:nvSpPr>
        <p:spPr>
          <a:xfrm>
            <a:off x="8640417" y="5225378"/>
            <a:ext cx="2968488" cy="111718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800" dirty="0"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9. Click </a:t>
            </a:r>
            <a:r>
              <a:rPr lang="en-GB" sz="2800" b="1" dirty="0">
                <a:solidFill>
                  <a:srgbClr val="0070C0"/>
                </a:solidFill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Next</a:t>
            </a:r>
            <a:r>
              <a:rPr lang="en-GB" sz="3600" dirty="0"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GB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F60A866-769E-42CD-B7B9-3326B3BFF284}"/>
              </a:ext>
            </a:extLst>
          </p:cNvPr>
          <p:cNvCxnSpPr>
            <a:cxnSpLocks/>
          </p:cNvCxnSpPr>
          <p:nvPr/>
        </p:nvCxnSpPr>
        <p:spPr>
          <a:xfrm flipH="1" flipV="1">
            <a:off x="8547652" y="4051873"/>
            <a:ext cx="2014331" cy="1438617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473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4686802-F657-43A7-ADC1-B8DC4A53C3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7133" y="991583"/>
            <a:ext cx="7765266" cy="4365830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A0647A-BA0A-469A-8717-C6469F8600DD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09601" y="279399"/>
            <a:ext cx="2086154" cy="16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E284BB2-7AEB-4402-9401-5AF741E8070F}"/>
              </a:ext>
            </a:extLst>
          </p:cNvPr>
          <p:cNvSpPr/>
          <p:nvPr/>
        </p:nvSpPr>
        <p:spPr>
          <a:xfrm>
            <a:off x="8929411" y="3121490"/>
            <a:ext cx="2295180" cy="304732"/>
          </a:xfrm>
          <a:prstGeom prst="round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ED1E703-5A44-4245-9096-5470BE84B636}"/>
              </a:ext>
            </a:extLst>
          </p:cNvPr>
          <p:cNvSpPr/>
          <p:nvPr/>
        </p:nvSpPr>
        <p:spPr>
          <a:xfrm>
            <a:off x="8929411" y="3533639"/>
            <a:ext cx="749136" cy="278296"/>
          </a:xfrm>
          <a:prstGeom prst="round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0FE1FCA-2E1D-4F4E-8B66-DA6349D5F1C7}"/>
              </a:ext>
            </a:extLst>
          </p:cNvPr>
          <p:cNvSpPr/>
          <p:nvPr/>
        </p:nvSpPr>
        <p:spPr>
          <a:xfrm>
            <a:off x="7097581" y="4699960"/>
            <a:ext cx="3450025" cy="151631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3200" dirty="0"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11</a:t>
            </a:r>
            <a:r>
              <a:rPr lang="en-GB" sz="3200" dirty="0"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. Click </a:t>
            </a:r>
            <a:r>
              <a:rPr lang="en-GB" sz="3200" b="1" dirty="0">
                <a:solidFill>
                  <a:srgbClr val="0070C0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Sign in</a:t>
            </a:r>
            <a:endParaRPr lang="en-GB" sz="1600" b="1" dirty="0">
              <a:solidFill>
                <a:srgbClr val="0070C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F60A866-769E-42CD-B7B9-3326B3BFF284}"/>
              </a:ext>
            </a:extLst>
          </p:cNvPr>
          <p:cNvCxnSpPr>
            <a:cxnSpLocks/>
            <a:endCxn id="13" idx="2"/>
          </p:cNvCxnSpPr>
          <p:nvPr/>
        </p:nvCxnSpPr>
        <p:spPr>
          <a:xfrm flipH="1" flipV="1">
            <a:off x="9303979" y="3811935"/>
            <a:ext cx="277344" cy="132401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C7C820E-7F7F-4D03-B89D-BBC6652E1F23}"/>
              </a:ext>
            </a:extLst>
          </p:cNvPr>
          <p:cNvSpPr/>
          <p:nvPr/>
        </p:nvSpPr>
        <p:spPr>
          <a:xfrm>
            <a:off x="658150" y="3059556"/>
            <a:ext cx="3684103" cy="208355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3200" dirty="0"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10</a:t>
            </a:r>
            <a:r>
              <a:rPr lang="en-GB" sz="3200" dirty="0"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. Type your </a:t>
            </a:r>
            <a:r>
              <a:rPr lang="en-GB" sz="3200" b="1" dirty="0">
                <a:solidFill>
                  <a:srgbClr val="FF0000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password</a:t>
            </a:r>
            <a:endParaRPr lang="en-GB" sz="1600" b="1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464F744-CD11-40BD-8A3E-D951FF617581}"/>
              </a:ext>
            </a:extLst>
          </p:cNvPr>
          <p:cNvCxnSpPr>
            <a:cxnSpLocks/>
          </p:cNvCxnSpPr>
          <p:nvPr/>
        </p:nvCxnSpPr>
        <p:spPr>
          <a:xfrm flipV="1">
            <a:off x="3917405" y="3273856"/>
            <a:ext cx="5111394" cy="97407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1151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2A0647A-BA0A-469A-8717-C6469F8600DD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09601" y="279399"/>
            <a:ext cx="2086154" cy="168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6AA9342-8D34-4EDA-843A-353D6AAE03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4304" y="1122361"/>
            <a:ext cx="7408959" cy="4165506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ED1E703-5A44-4245-9096-5470BE84B636}"/>
              </a:ext>
            </a:extLst>
          </p:cNvPr>
          <p:cNvSpPr/>
          <p:nvPr/>
        </p:nvSpPr>
        <p:spPr>
          <a:xfrm>
            <a:off x="7948749" y="3631096"/>
            <a:ext cx="718173" cy="397565"/>
          </a:xfrm>
          <a:prstGeom prst="round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1FCDF33-0F48-456C-BFB5-A7424043C743}"/>
              </a:ext>
            </a:extLst>
          </p:cNvPr>
          <p:cNvSpPr/>
          <p:nvPr/>
        </p:nvSpPr>
        <p:spPr>
          <a:xfrm>
            <a:off x="609601" y="2942086"/>
            <a:ext cx="2828396" cy="313810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3200" dirty="0"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12. To stay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3200" b="1" dirty="0">
                <a:solidFill>
                  <a:srgbClr val="00B050"/>
                </a:solidFill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GB" sz="3200" b="1" dirty="0">
                <a:solidFill>
                  <a:srgbClr val="00B050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igned in</a:t>
            </a:r>
            <a:r>
              <a:rPr lang="en-GB" sz="1400" b="1" dirty="0">
                <a:solidFill>
                  <a:srgbClr val="00B05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3200" dirty="0"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Click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3200" b="1" dirty="0">
                <a:solidFill>
                  <a:srgbClr val="0070C0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Yes</a:t>
            </a:r>
            <a:endParaRPr lang="en-GB" sz="1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F60A866-769E-42CD-B7B9-3326B3BFF284}"/>
              </a:ext>
            </a:extLst>
          </p:cNvPr>
          <p:cNvCxnSpPr>
            <a:cxnSpLocks/>
          </p:cNvCxnSpPr>
          <p:nvPr/>
        </p:nvCxnSpPr>
        <p:spPr>
          <a:xfrm flipV="1">
            <a:off x="2990316" y="4028661"/>
            <a:ext cx="4958433" cy="1511892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697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2A0647A-BA0A-469A-8717-C6469F8600DD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09601" y="279399"/>
            <a:ext cx="2086154" cy="168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06720F5-9C63-4443-9524-D8A6DEFC19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1424" y="1122361"/>
            <a:ext cx="7722054" cy="4341536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EBC70EC-FADE-4EB0-A0CE-4DBBBB47A280}"/>
              </a:ext>
            </a:extLst>
          </p:cNvPr>
          <p:cNvSpPr/>
          <p:nvPr/>
        </p:nvSpPr>
        <p:spPr>
          <a:xfrm>
            <a:off x="1314222" y="3617843"/>
            <a:ext cx="3287395" cy="256676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600" dirty="0"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11. </a:t>
            </a:r>
            <a:r>
              <a:rPr lang="en-GB" sz="2600" b="1" dirty="0">
                <a:solidFill>
                  <a:srgbClr val="0070C0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Outlook</a:t>
            </a:r>
            <a:r>
              <a:rPr lang="en-GB" sz="2600" dirty="0">
                <a:solidFill>
                  <a:srgbClr val="0070C0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600" dirty="0"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is your </a:t>
            </a:r>
            <a:r>
              <a:rPr lang="en-GB" sz="2600" b="1" dirty="0">
                <a:solidFill>
                  <a:srgbClr val="00B050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student</a:t>
            </a:r>
            <a:r>
              <a:rPr lang="en-GB" sz="2600" dirty="0">
                <a:solidFill>
                  <a:srgbClr val="00B050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600" b="1" dirty="0">
                <a:solidFill>
                  <a:srgbClr val="00B050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email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en-GB" sz="2600" b="1" dirty="0">
              <a:solidFill>
                <a:srgbClr val="00B050"/>
              </a:solidFill>
              <a:effectLst/>
              <a:latin typeface="Comic Sans MS" panose="030F0702030302020204" pitchFamily="66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en-GB" sz="1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2E3AA19-4E01-4EA8-BBB5-11FAD065B3E7}"/>
              </a:ext>
            </a:extLst>
          </p:cNvPr>
          <p:cNvSpPr/>
          <p:nvPr/>
        </p:nvSpPr>
        <p:spPr>
          <a:xfrm>
            <a:off x="7881751" y="3790122"/>
            <a:ext cx="3287395" cy="266247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600" dirty="0"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12. </a:t>
            </a:r>
            <a:r>
              <a:rPr lang="en-GB" sz="2600" b="1" dirty="0">
                <a:solidFill>
                  <a:srgbClr val="0070C0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Teams</a:t>
            </a:r>
            <a:r>
              <a:rPr lang="en-GB" sz="2600" dirty="0">
                <a:solidFill>
                  <a:srgbClr val="0070C0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600" dirty="0"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is your class work area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en-GB" sz="2600" dirty="0">
              <a:latin typeface="Comic Sans MS" panose="030F0702030302020204" pitchFamily="66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en-GB" sz="1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A19B512-BE25-4C9D-AA40-7FA2769E655F}"/>
              </a:ext>
            </a:extLst>
          </p:cNvPr>
          <p:cNvPicPr/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8247" b="90979" l="10000" r="90000">
                        <a14:foregroundMark x1="36379" y1="50258" x2="36379" y2="50258"/>
                        <a14:foregroundMark x1="67069" y1="27320" x2="67069" y2="27320"/>
                        <a14:foregroundMark x1="75172" y1="57990" x2="75172" y2="57990"/>
                        <a14:foregroundMark x1="45517" y1="17268" x2="45517" y2="17268"/>
                        <a14:foregroundMark x1="45517" y1="17268" x2="45517" y2="17268"/>
                        <a14:foregroundMark x1="45517" y1="17268" x2="45517" y2="17268"/>
                        <a14:foregroundMark x1="45517" y1="17268" x2="45517" y2="17268"/>
                        <a14:foregroundMark x1="50862" y1="8505" x2="50862" y2="8505"/>
                        <a14:foregroundMark x1="51207" y1="90979" x2="51207" y2="9097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2444684" y="5055539"/>
            <a:ext cx="1199891" cy="80192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90AB07B-ACED-49DE-8827-34B7DA5C6489}"/>
              </a:ext>
            </a:extLst>
          </p:cNvPr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9219631" y="5297032"/>
            <a:ext cx="878526" cy="817209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039E431F-2B0A-4747-8C10-90C699FAE78B}"/>
              </a:ext>
            </a:extLst>
          </p:cNvPr>
          <p:cNvSpPr/>
          <p:nvPr/>
        </p:nvSpPr>
        <p:spPr>
          <a:xfrm>
            <a:off x="4888282" y="2287683"/>
            <a:ext cx="651127" cy="588040"/>
          </a:xfrm>
          <a:prstGeom prst="ellipse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B52B8AA-33CA-4A8C-9997-54DC7E1E1F5A}"/>
              </a:ext>
            </a:extLst>
          </p:cNvPr>
          <p:cNvSpPr/>
          <p:nvPr/>
        </p:nvSpPr>
        <p:spPr>
          <a:xfrm>
            <a:off x="8981263" y="2261179"/>
            <a:ext cx="651127" cy="588040"/>
          </a:xfrm>
          <a:prstGeom prst="ellipse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D7196AF-26FC-4794-8FDB-212920FF0EEC}"/>
              </a:ext>
            </a:extLst>
          </p:cNvPr>
          <p:cNvCxnSpPr>
            <a:cxnSpLocks/>
          </p:cNvCxnSpPr>
          <p:nvPr/>
        </p:nvCxnSpPr>
        <p:spPr>
          <a:xfrm flipV="1">
            <a:off x="2832641" y="2743200"/>
            <a:ext cx="2055641" cy="125290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02ED006-EBEB-4E5A-8FAE-610705C4C4FF}"/>
              </a:ext>
            </a:extLst>
          </p:cNvPr>
          <p:cNvCxnSpPr>
            <a:cxnSpLocks/>
          </p:cNvCxnSpPr>
          <p:nvPr/>
        </p:nvCxnSpPr>
        <p:spPr>
          <a:xfrm flipV="1">
            <a:off x="9265408" y="2875723"/>
            <a:ext cx="0" cy="1368572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3F0F0D2-D890-494E-9C79-C18D6531C1FD}"/>
              </a:ext>
            </a:extLst>
          </p:cNvPr>
          <p:cNvSpPr/>
          <p:nvPr/>
        </p:nvSpPr>
        <p:spPr>
          <a:xfrm>
            <a:off x="7788578" y="159334"/>
            <a:ext cx="2175090" cy="1805990"/>
          </a:xfrm>
          <a:prstGeom prst="roundRect">
            <a:avLst/>
          </a:prstGeom>
          <a:solidFill>
            <a:schemeClr val="bg1"/>
          </a:solidFill>
          <a:ln w="571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GB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GB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GB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GB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GB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This is the </a:t>
            </a:r>
            <a:r>
              <a:rPr lang="en-GB" sz="1600" b="1" dirty="0">
                <a:ln w="0"/>
                <a:solidFill>
                  <a:srgbClr val="7030A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homepage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AB5ADF6-F9B7-400F-98B3-1E8F4F05E7A4}"/>
              </a:ext>
            </a:extLst>
          </p:cNvPr>
          <p:cNvPicPr/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rcRect l="7401" t="15035" r="7100" b="15790"/>
          <a:stretch/>
        </p:blipFill>
        <p:spPr bwMode="auto">
          <a:xfrm>
            <a:off x="7951306" y="238701"/>
            <a:ext cx="1793515" cy="109894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8050151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94325352E032448D621CCF83E7CDF4" ma:contentTypeVersion="7" ma:contentTypeDescription="Create a new document." ma:contentTypeScope="" ma:versionID="ba3f5d81746a1d17f477876d09e42da9">
  <xsd:schema xmlns:xsd="http://www.w3.org/2001/XMLSchema" xmlns:xs="http://www.w3.org/2001/XMLSchema" xmlns:p="http://schemas.microsoft.com/office/2006/metadata/properties" xmlns:ns2="31635c7e-3a11-4128-b6ca-f17fd774e46d" targetNamespace="http://schemas.microsoft.com/office/2006/metadata/properties" ma:root="true" ma:fieldsID="53fdc2f79366fcea6d46fcbf154b677f" ns2:_="">
    <xsd:import namespace="31635c7e-3a11-4128-b6ca-f17fd774e4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635c7e-3a11-4128-b6ca-f17fd774e4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F314740-2E39-4F10-9DD8-56FA500D1FA0}"/>
</file>

<file path=customXml/itemProps2.xml><?xml version="1.0" encoding="utf-8"?>
<ds:datastoreItem xmlns:ds="http://schemas.openxmlformats.org/officeDocument/2006/customXml" ds:itemID="{1205D06F-104C-493A-A4B4-4ED672F7898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7ABDE1B-5D82-4AF4-8DD9-C35A2DE88076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schemas.microsoft.com/office/infopath/2007/PartnerControls"/>
    <ds:schemaRef ds:uri="cc780cd4-1fac-4176-b7c1-6114e55c814f"/>
    <ds:schemaRef ds:uri="http://purl.org/dc/elements/1.1/"/>
    <ds:schemaRef ds:uri="http://schemas.microsoft.com/office/2006/metadata/properties"/>
    <ds:schemaRef ds:uri="4d0d267a-c155-489a-82db-a4314d71ce7a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10472</TotalTime>
  <Words>120</Words>
  <Application>Microsoft Office PowerPoint</Application>
  <PresentationFormat>Widescreen</PresentationFormat>
  <Paragraphs>29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Comic Sans MS</vt:lpstr>
      <vt:lpstr>Times New Roman</vt:lpstr>
      <vt:lpstr>Office Theme</vt:lpstr>
      <vt:lpstr>Log in to Office 365  on a laptop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 in to Office 365 on a smartphone</dc:title>
  <dc:creator>Lucie Gegg</dc:creator>
  <cp:lastModifiedBy>Caroline Newman</cp:lastModifiedBy>
  <cp:revision>26</cp:revision>
  <dcterms:created xsi:type="dcterms:W3CDTF">2020-07-03T10:16:29Z</dcterms:created>
  <dcterms:modified xsi:type="dcterms:W3CDTF">2021-09-02T10:07:23Z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0x0101006794325352E032448D621CCF83E7CDF4</vt:lpwstr>
  </property>
  <property fmtid="{D5CDD505-2E9C-101B-9397-08002B2CF9AE}" pid="3" name="Order">
    <vt:r8>9016900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SourceUrl">
    <vt:lpwstr/>
  </property>
  <property fmtid="{D5CDD505-2E9C-101B-9397-08002B2CF9AE}" pid="7" name="_SharedFileIndex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_ExtendedDescription">
    <vt:lpwstr/>
  </property>
  <property fmtid="{D5CDD505-2E9C-101B-9397-08002B2CF9AE}" pid="11" name="TriggerFlowInfo">
    <vt:lpwstr/>
  </property>
</Properties>
</file>