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56" r:id="rId6"/>
    <p:sldId id="257" r:id="rId7"/>
    <p:sldId id="258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819D3-0E19-A063-2DC3-D3A1C4CCB14C}" v="2" dt="2020-07-10T10:18:16.586"/>
    <p1510:client id="{46D8EB38-17C2-4212-A6D8-61D50A8D6A9D}" v="3" dt="2020-07-09T12:15:16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6" d="100"/>
          <a:sy n="36" d="100"/>
        </p:scale>
        <p:origin x="11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762D-B1BE-43DE-9EF2-8DF28A394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0C8DA-9596-49A5-A968-BD1801F87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09C3-3228-4CE7-A1A3-6F6BD70D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E5107-805D-4171-BE2D-120AC5FD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C84D-CEFF-4859-A5D4-A3DCCCC4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12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4A37-277C-4828-8096-7064EC0B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91F7-EB49-4C5E-8CAC-0FB2FB23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BEF0D-4FED-45E6-8748-66667FCD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57E78-D043-484A-A4FE-968002FE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2BB97-FF43-46E7-82FE-F7297306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19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4986-00EE-4F90-B7B5-7D10542B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1974B-3C17-4C65-8401-30A6BEB62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AFDF-E816-4298-B9C1-F21B5BAA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17D65-B69A-4780-9E12-FE59B216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31F3F-4E67-4C7D-9911-0E6A07F9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6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46DF-EA08-4E4B-9AFE-210499E5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9B26-4D77-42EE-A2D8-2BF893C20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34167-BF60-4EDD-A58F-18D21401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6FC99-F83F-4F0B-B630-8FE94294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36C6A-0FA9-4989-A6E1-608DE551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89CFF-71AB-45BA-8AFA-B0B918C8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90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FB0E-1C54-40E8-ADF2-8841F94F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DDCA-547C-4EC2-8FFA-DAF5B2E64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7AAF9-2D03-40A5-8A52-1AA0DB29D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952BE-E9CA-47CA-89AA-9D0B88404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59E5B-8143-48BA-A148-F1EFCD058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62960-646A-4C07-9107-48F17D81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1F3A1-6D42-495A-B724-B6448F77D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ECF02-5EF7-4A48-91E6-000720AE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8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7DCC-444E-4B1C-824E-9AA0AF7D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600F0-CB0E-40F8-98AD-EFEC02ED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8B2C3-A6FC-4F2D-9B9C-25438AE9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9148D-0D93-4E07-ACC3-504F9174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75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4283E-7985-4E5A-83A7-4869BDC1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8AB18-A2B8-477F-8213-C5C7AFD3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F5F8B-40D8-4974-BD5D-653B4825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89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1EEE-DCD1-482A-9F75-7E26E501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05D3-47A6-4CDF-AE48-7E3BC270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A912B-792C-49BB-B447-595F432EF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571CE-D111-4DCA-9FD2-16CE2BF20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C5CE8-22A6-4CC4-9407-DBF27108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449AC-D47A-4E69-9892-19A95706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23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73EF-C36E-4AAA-9141-F1E6B315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0F83F-1032-439C-B1A2-1F2967566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91C4C-FF0E-47CA-A40B-986E0A3AA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99FEC-5AED-4098-AF9E-BA36B8DE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7D596-1959-498F-AA4B-F92E71D1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82E68-9D1A-40DA-9AA0-60748663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63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9894-BDB3-47F8-AD7D-E43501C2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D8724-7A61-4150-9BDB-D33579DBD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3D56D-4A77-4536-A110-19EA1AFC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ADD4-F6C3-4757-B23B-2279799B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4E79-5DBA-4888-8349-EBBB90EF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01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5241A-8596-4615-96CA-2D340B882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C4882-8C64-4E6B-8D83-421299FBA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8C8A-9292-4EEB-9CDE-A371187B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89534-4DD9-4850-8D76-C0FC6E48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03CFD-D181-4142-8019-560F5471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2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BF7DD-7B12-4023-94F7-EAB01BDF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0BFB9-27CB-41B7-BBD0-B8E55AFE6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57CB1-5214-49FE-9687-718101AD2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0885-10A8-4713-920D-8BE2AF626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BCCE3-1A0F-40B7-B062-4FB2D9F00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90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gicelbusiness.com/ag/en/products-and-services/network-services/office-365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jumpcloud.com/blog/office-365-azure-active-directory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microsoft.com/office/2007/relationships/hdphoto" Target="../media/hdphoto2.wdp"/><Relationship Id="rId4" Type="http://schemas.openxmlformats.org/officeDocument/2006/relationships/image" Target="../media/image5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hyperlink" Target="http://www.digicelbusiness.com/ag/en/products-and-services/network-services/office-365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hyperlink" Target="http://wccftech.com/microsoft-brings-fully-loaded-outlook-app-apple-watch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openxmlformats.org/officeDocument/2006/relationships/hyperlink" Target="https://en.wikipedia.org/wiki/Microsoft_Tea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64B9-DD94-4A8B-A9EE-44BB865EF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28795"/>
          </a:xfrm>
        </p:spPr>
        <p:txBody>
          <a:bodyPr/>
          <a:lstStyle/>
          <a:p>
            <a:r>
              <a:rPr lang="en-GB" dirty="0"/>
              <a:t>Log in to </a:t>
            </a:r>
            <a:r>
              <a:rPr lang="en-GB" b="1" dirty="0">
                <a:solidFill>
                  <a:srgbClr val="FF0000"/>
                </a:solidFill>
              </a:rPr>
              <a:t>Office 365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/>
              <a:t>on a smartphone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B8FBF1-1C7A-4BD9-9B5D-29F1A75C4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90872" y="163286"/>
            <a:ext cx="3513686" cy="2661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72B37-0988-4801-8EC6-973120954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274700" y="3964082"/>
            <a:ext cx="4757057" cy="246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6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B35DB6-88AA-42C5-9049-7438292ECF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866" y="1522748"/>
            <a:ext cx="6954700" cy="38140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softEdge rad="88900"/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13250F-9798-432B-B056-8D241FDBC670}"/>
              </a:ext>
            </a:extLst>
          </p:cNvPr>
          <p:cNvSpPr/>
          <p:nvPr/>
        </p:nvSpPr>
        <p:spPr>
          <a:xfrm>
            <a:off x="3552983" y="412890"/>
            <a:ext cx="6954700" cy="10680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 Open a browser on your phone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BCFA9-1A69-4FDA-AD90-795E994553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851" y="1404614"/>
            <a:ext cx="2037810" cy="4635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855ED-0A05-461C-B545-BC9DACCE231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568" y="2108027"/>
            <a:ext cx="1815168" cy="3149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Google Logo Background png download - 1024*1024 - Free Transparent ...">
            <a:extLst>
              <a:ext uri="{FF2B5EF4-FFF2-40B4-BE49-F238E27FC236}">
                <a16:creationId xmlns:a16="http://schemas.microsoft.com/office/drawing/2014/main" id="{17103E2A-900A-4620-954E-F0F5B2F11474}"/>
              </a:ext>
            </a:extLst>
          </p:cNvPr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11" b="95333" l="3000" r="93667">
                        <a14:foregroundMark x1="7000" y1="39444" x2="6889" y2="62111"/>
                        <a14:foregroundMark x1="6889" y1="62111" x2="13778" y2="34222"/>
                        <a14:foregroundMark x1="13778" y1="34222" x2="29222" y2="31444"/>
                        <a14:foregroundMark x1="29222" y1="31444" x2="48444" y2="33556"/>
                        <a14:foregroundMark x1="48444" y1="33556" x2="55889" y2="32556"/>
                        <a14:foregroundMark x1="55889" y1="32556" x2="72111" y2="35111"/>
                        <a14:foregroundMark x1="72111" y1="35111" x2="83889" y2="55333"/>
                        <a14:foregroundMark x1="83889" y1="55333" x2="81000" y2="72000"/>
                        <a14:foregroundMark x1="81000" y1="72000" x2="71222" y2="81000"/>
                        <a14:foregroundMark x1="71222" y1="81000" x2="48667" y2="85444"/>
                        <a14:foregroundMark x1="48667" y1="85444" x2="42667" y2="89333"/>
                        <a14:foregroundMark x1="42667" y1="89333" x2="51889" y2="90444"/>
                        <a14:foregroundMark x1="51889" y1="90444" x2="67556" y2="89556"/>
                        <a14:foregroundMark x1="67556" y1="89556" x2="89000" y2="53556"/>
                        <a14:foregroundMark x1="89000" y1="53556" x2="91667" y2="44000"/>
                        <a14:foregroundMark x1="91667" y1="44000" x2="88556" y2="36222"/>
                        <a14:foregroundMark x1="88556" y1="36222" x2="88667" y2="28111"/>
                        <a14:foregroundMark x1="88667" y1="28111" x2="89667" y2="35667"/>
                        <a14:foregroundMark x1="89667" y1="35667" x2="65667" y2="25889"/>
                        <a14:foregroundMark x1="65667" y1="25889" x2="10556" y2="35000"/>
                        <a14:foregroundMark x1="10556" y1="35000" x2="9111" y2="32222"/>
                        <a14:foregroundMark x1="7222" y1="39667" x2="7222" y2="39667"/>
                        <a14:foregroundMark x1="3333" y1="46444" x2="3333" y2="46444"/>
                        <a14:foregroundMark x1="36556" y1="36444" x2="36556" y2="36444"/>
                        <a14:foregroundMark x1="49333" y1="30667" x2="30333" y2="34000"/>
                        <a14:foregroundMark x1="30333" y1="34000" x2="40222" y2="54778"/>
                        <a14:foregroundMark x1="40222" y1="54778" x2="55111" y2="68778"/>
                        <a14:foregroundMark x1="55111" y1="68778" x2="63889" y2="53333"/>
                        <a14:foregroundMark x1="63889" y1="53333" x2="65333" y2="45889"/>
                        <a14:foregroundMark x1="65333" y1="45889" x2="64333" y2="38111"/>
                        <a14:foregroundMark x1="64333" y1="38111" x2="58000" y2="29444"/>
                        <a14:foregroundMark x1="58000" y1="29444" x2="50000" y2="31111"/>
                        <a14:foregroundMark x1="50000" y1="31111" x2="48111" y2="32444"/>
                        <a14:foregroundMark x1="37222" y1="33778" x2="30444" y2="48556"/>
                        <a14:foregroundMark x1="30444" y1="48556" x2="34667" y2="57778"/>
                        <a14:foregroundMark x1="34667" y1="57778" x2="46556" y2="67444"/>
                        <a14:foregroundMark x1="46556" y1="67444" x2="61889" y2="68889"/>
                        <a14:foregroundMark x1="61889" y1="68889" x2="69889" y2="65889"/>
                        <a14:foregroundMark x1="69889" y1="65889" x2="65667" y2="50000"/>
                        <a14:foregroundMark x1="65667" y1="50000" x2="66889" y2="40333"/>
                        <a14:foregroundMark x1="66889" y1="40333" x2="66444" y2="37778"/>
                        <a14:foregroundMark x1="68778" y1="42000" x2="70333" y2="53667"/>
                        <a14:foregroundMark x1="70333" y1="53667" x2="58556" y2="66444"/>
                        <a14:foregroundMark x1="58556" y1="66444" x2="49556" y2="67444"/>
                        <a14:foregroundMark x1="49556" y1="67444" x2="40889" y2="65000"/>
                        <a14:foregroundMark x1="40889" y1="65000" x2="29333" y2="51667"/>
                        <a14:foregroundMark x1="29333" y1="51667" x2="29333" y2="51556"/>
                        <a14:foregroundMark x1="59333" y1="67667" x2="65222" y2="63556"/>
                        <a14:foregroundMark x1="65222" y1="63556" x2="67778" y2="58000"/>
                        <a14:foregroundMark x1="56556" y1="69222" x2="38333" y2="65889"/>
                        <a14:foregroundMark x1="38333" y1="65889" x2="32333" y2="60000"/>
                        <a14:foregroundMark x1="32333" y1="60000" x2="30000" y2="50778"/>
                        <a14:foregroundMark x1="57333" y1="68889" x2="39556" y2="67333"/>
                        <a14:foregroundMark x1="39556" y1="67333" x2="38111" y2="66333"/>
                        <a14:foregroundMark x1="93667" y1="62000" x2="93667" y2="62000"/>
                        <a14:foregroundMark x1="43556" y1="49111" x2="46444" y2="46111"/>
                        <a14:foregroundMark x1="42556" y1="95444" x2="42556" y2="95444"/>
                        <a14:foregroundMark x1="50333" y1="6111" x2="50333" y2="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189" y="3070981"/>
            <a:ext cx="610096" cy="61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Firefox Browser Icon Transparent Background - Album on Imgur">
            <a:extLst>
              <a:ext uri="{FF2B5EF4-FFF2-40B4-BE49-F238E27FC236}">
                <a16:creationId xmlns:a16="http://schemas.microsoft.com/office/drawing/2014/main" id="{A9AB6E16-708D-4219-AAF9-0BD252629303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764" y="3078063"/>
            <a:ext cx="563547" cy="58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Safari logo PNG">
            <a:extLst>
              <a:ext uri="{FF2B5EF4-FFF2-40B4-BE49-F238E27FC236}">
                <a16:creationId xmlns:a16="http://schemas.microsoft.com/office/drawing/2014/main" id="{2B6623CB-5B5E-4E4D-AD67-C03B42275CD7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26" y="2812841"/>
            <a:ext cx="1117189" cy="111718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2EC777-8AFB-4152-B0A5-E0BB8C35711D}"/>
              </a:ext>
            </a:extLst>
          </p:cNvPr>
          <p:cNvSpPr/>
          <p:nvPr/>
        </p:nvSpPr>
        <p:spPr>
          <a:xfrm>
            <a:off x="4533637" y="5394548"/>
            <a:ext cx="6515012" cy="64569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solidFill>
                  <a:srgbClr val="0D0D0D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Chrome               Safari                  Firefox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Google Logo Background png download - 1024*1024 - Free Transparent ...">
            <a:extLst>
              <a:ext uri="{FF2B5EF4-FFF2-40B4-BE49-F238E27FC236}">
                <a16:creationId xmlns:a16="http://schemas.microsoft.com/office/drawing/2014/main" id="{3B651624-B5CF-4EC3-BA98-6FBCD2741295}"/>
              </a:ext>
            </a:extLst>
          </p:cNvPr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11" b="95333" l="3000" r="93667">
                        <a14:foregroundMark x1="7000" y1="39444" x2="6889" y2="62111"/>
                        <a14:foregroundMark x1="6889" y1="62111" x2="13778" y2="34222"/>
                        <a14:foregroundMark x1="13778" y1="34222" x2="29222" y2="31444"/>
                        <a14:foregroundMark x1="29222" y1="31444" x2="48444" y2="33556"/>
                        <a14:foregroundMark x1="48444" y1="33556" x2="55889" y2="32556"/>
                        <a14:foregroundMark x1="55889" y1="32556" x2="72111" y2="35111"/>
                        <a14:foregroundMark x1="72111" y1="35111" x2="83889" y2="55333"/>
                        <a14:foregroundMark x1="83889" y1="55333" x2="81000" y2="72000"/>
                        <a14:foregroundMark x1="81000" y1="72000" x2="71222" y2="81000"/>
                        <a14:foregroundMark x1="71222" y1="81000" x2="48667" y2="85444"/>
                        <a14:foregroundMark x1="48667" y1="85444" x2="42667" y2="89333"/>
                        <a14:foregroundMark x1="42667" y1="89333" x2="51889" y2="90444"/>
                        <a14:foregroundMark x1="51889" y1="90444" x2="67556" y2="89556"/>
                        <a14:foregroundMark x1="67556" y1="89556" x2="89000" y2="53556"/>
                        <a14:foregroundMark x1="89000" y1="53556" x2="91667" y2="44000"/>
                        <a14:foregroundMark x1="91667" y1="44000" x2="88556" y2="36222"/>
                        <a14:foregroundMark x1="88556" y1="36222" x2="88667" y2="28111"/>
                        <a14:foregroundMark x1="88667" y1="28111" x2="89667" y2="35667"/>
                        <a14:foregroundMark x1="89667" y1="35667" x2="65667" y2="25889"/>
                        <a14:foregroundMark x1="65667" y1="25889" x2="10556" y2="35000"/>
                        <a14:foregroundMark x1="10556" y1="35000" x2="9111" y2="32222"/>
                        <a14:foregroundMark x1="7222" y1="39667" x2="7222" y2="39667"/>
                        <a14:foregroundMark x1="3333" y1="46444" x2="3333" y2="46444"/>
                        <a14:foregroundMark x1="36556" y1="36444" x2="36556" y2="36444"/>
                        <a14:foregroundMark x1="49333" y1="30667" x2="30333" y2="34000"/>
                        <a14:foregroundMark x1="30333" y1="34000" x2="40222" y2="54778"/>
                        <a14:foregroundMark x1="40222" y1="54778" x2="55111" y2="68778"/>
                        <a14:foregroundMark x1="55111" y1="68778" x2="63889" y2="53333"/>
                        <a14:foregroundMark x1="63889" y1="53333" x2="65333" y2="45889"/>
                        <a14:foregroundMark x1="65333" y1="45889" x2="64333" y2="38111"/>
                        <a14:foregroundMark x1="64333" y1="38111" x2="58000" y2="29444"/>
                        <a14:foregroundMark x1="58000" y1="29444" x2="50000" y2="31111"/>
                        <a14:foregroundMark x1="50000" y1="31111" x2="48111" y2="32444"/>
                        <a14:foregroundMark x1="37222" y1="33778" x2="30444" y2="48556"/>
                        <a14:foregroundMark x1="30444" y1="48556" x2="34667" y2="57778"/>
                        <a14:foregroundMark x1="34667" y1="57778" x2="46556" y2="67444"/>
                        <a14:foregroundMark x1="46556" y1="67444" x2="61889" y2="68889"/>
                        <a14:foregroundMark x1="61889" y1="68889" x2="69889" y2="65889"/>
                        <a14:foregroundMark x1="69889" y1="65889" x2="65667" y2="50000"/>
                        <a14:foregroundMark x1="65667" y1="50000" x2="66889" y2="40333"/>
                        <a14:foregroundMark x1="66889" y1="40333" x2="66444" y2="37778"/>
                        <a14:foregroundMark x1="68778" y1="42000" x2="70333" y2="53667"/>
                        <a14:foregroundMark x1="70333" y1="53667" x2="58556" y2="66444"/>
                        <a14:foregroundMark x1="58556" y1="66444" x2="49556" y2="67444"/>
                        <a14:foregroundMark x1="49556" y1="67444" x2="40889" y2="65000"/>
                        <a14:foregroundMark x1="40889" y1="65000" x2="29333" y2="51667"/>
                        <a14:foregroundMark x1="29333" y1="51667" x2="29333" y2="51556"/>
                        <a14:foregroundMark x1="59333" y1="67667" x2="65222" y2="63556"/>
                        <a14:foregroundMark x1="65222" y1="63556" x2="67778" y2="58000"/>
                        <a14:foregroundMark x1="56556" y1="69222" x2="38333" y2="65889"/>
                        <a14:foregroundMark x1="38333" y1="65889" x2="32333" y2="60000"/>
                        <a14:foregroundMark x1="32333" y1="60000" x2="30000" y2="50778"/>
                        <a14:foregroundMark x1="57333" y1="68889" x2="39556" y2="67333"/>
                        <a14:foregroundMark x1="39556" y1="67333" x2="38111" y2="66333"/>
                        <a14:foregroundMark x1="93667" y1="62000" x2="93667" y2="62000"/>
                        <a14:foregroundMark x1="43556" y1="49111" x2="46444" y2="46111"/>
                        <a14:foregroundMark x1="42556" y1="95444" x2="42556" y2="95444"/>
                        <a14:foregroundMark x1="50333" y1="6111" x2="50333" y2="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057" y="2472359"/>
            <a:ext cx="328186" cy="3281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7DC5FCF-E2F0-4FCA-83FE-D03E24554065}"/>
              </a:ext>
            </a:extLst>
          </p:cNvPr>
          <p:cNvSpPr/>
          <p:nvPr/>
        </p:nvSpPr>
        <p:spPr>
          <a:xfrm>
            <a:off x="1209851" y="2294021"/>
            <a:ext cx="699160" cy="624184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Click Arrow, Pointer, Point And Click, Button, Icon Design, Cursor ...">
            <a:extLst>
              <a:ext uri="{FF2B5EF4-FFF2-40B4-BE49-F238E27FC236}">
                <a16:creationId xmlns:a16="http://schemas.microsoft.com/office/drawing/2014/main" id="{B305520F-0993-4158-B159-50B4D95F6D38}"/>
              </a:ext>
            </a:extLst>
          </p:cNvPr>
          <p:cNvPicPr/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35514">
            <a:off x="1426013" y="2393220"/>
            <a:ext cx="1225448" cy="14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 Box 108">
            <a:extLst>
              <a:ext uri="{FF2B5EF4-FFF2-40B4-BE49-F238E27FC236}">
                <a16:creationId xmlns:a16="http://schemas.microsoft.com/office/drawing/2014/main" id="{88F2C241-99F9-444B-8A46-1E147CDA6668}"/>
              </a:ext>
            </a:extLst>
          </p:cNvPr>
          <p:cNvSpPr txBox="1"/>
          <p:nvPr/>
        </p:nvSpPr>
        <p:spPr>
          <a:xfrm>
            <a:off x="2052424" y="2988885"/>
            <a:ext cx="405732" cy="4401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GB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7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418B50-2D9B-4480-AEE6-BE91AB69ED25}"/>
              </a:ext>
            </a:extLst>
          </p:cNvPr>
          <p:cNvSpPr/>
          <p:nvPr/>
        </p:nvSpPr>
        <p:spPr>
          <a:xfrm>
            <a:off x="654805" y="1132846"/>
            <a:ext cx="3731879" cy="43756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Type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4400" b="1" dirty="0">
                <a:solidFill>
                  <a:srgbClr val="FFFF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Office.com</a:t>
            </a: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 the 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address bar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A1A452-2838-41D4-9FC3-CAF86D72725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4751536" y="379029"/>
            <a:ext cx="3324225" cy="60064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5280B9-3055-471D-8FE0-AAEB30F6980A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" t="720" r="2959" b="1647"/>
          <a:stretch/>
        </p:blipFill>
        <p:spPr bwMode="auto">
          <a:xfrm>
            <a:off x="5000773" y="955516"/>
            <a:ext cx="2825750" cy="45529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EFB2AD-5D71-40FE-B83B-B83F9C8E0145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89"/>
          <a:stretch/>
        </p:blipFill>
        <p:spPr bwMode="auto">
          <a:xfrm>
            <a:off x="4994365" y="3862891"/>
            <a:ext cx="2850922" cy="16954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C02BAE-7676-447E-A75F-7F6A6F3932DB}"/>
              </a:ext>
            </a:extLst>
          </p:cNvPr>
          <p:cNvSpPr/>
          <p:nvPr/>
        </p:nvSpPr>
        <p:spPr>
          <a:xfrm>
            <a:off x="4964896" y="1409634"/>
            <a:ext cx="1689100" cy="33718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24CAEA-A64D-415A-904F-D16E6EE19729}"/>
              </a:ext>
            </a:extLst>
          </p:cNvPr>
          <p:cNvSpPr/>
          <p:nvPr/>
        </p:nvSpPr>
        <p:spPr>
          <a:xfrm>
            <a:off x="8309376" y="2575108"/>
            <a:ext cx="2600325" cy="257556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3. Click 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Office 365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Click Arrow, Pointer, Point And Click, Button, Icon Design, Cursor ...">
            <a:extLst>
              <a:ext uri="{FF2B5EF4-FFF2-40B4-BE49-F238E27FC236}">
                <a16:creationId xmlns:a16="http://schemas.microsoft.com/office/drawing/2014/main" id="{661FB990-FCCB-4CE5-ADB1-7C1207B8B76E}"/>
              </a:ext>
            </a:extLst>
          </p:cNvPr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71588">
            <a:off x="4157910" y="1197144"/>
            <a:ext cx="1318655" cy="1558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Click Arrow, Pointer, Point And Click, Button, Icon Design, Cursor ...">
            <a:extLst>
              <a:ext uri="{FF2B5EF4-FFF2-40B4-BE49-F238E27FC236}">
                <a16:creationId xmlns:a16="http://schemas.microsoft.com/office/drawing/2014/main" id="{914060ED-D0CE-46D4-8353-29355FF53EAF}"/>
              </a:ext>
            </a:extLst>
          </p:cNvPr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76652">
            <a:off x="5659886" y="1978404"/>
            <a:ext cx="1398905" cy="165290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 Box 107">
            <a:extLst>
              <a:ext uri="{FF2B5EF4-FFF2-40B4-BE49-F238E27FC236}">
                <a16:creationId xmlns:a16="http://schemas.microsoft.com/office/drawing/2014/main" id="{2435C95F-475A-4A10-B6F5-712E77BBCDDA}"/>
              </a:ext>
            </a:extLst>
          </p:cNvPr>
          <p:cNvSpPr txBox="1"/>
          <p:nvPr/>
        </p:nvSpPr>
        <p:spPr>
          <a:xfrm>
            <a:off x="4517921" y="2029194"/>
            <a:ext cx="353158" cy="3830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 Box 109">
            <a:extLst>
              <a:ext uri="{FF2B5EF4-FFF2-40B4-BE49-F238E27FC236}">
                <a16:creationId xmlns:a16="http://schemas.microsoft.com/office/drawing/2014/main" id="{2FE3ABC3-1E39-462F-9294-749085E99F6C}"/>
              </a:ext>
            </a:extLst>
          </p:cNvPr>
          <p:cNvSpPr txBox="1"/>
          <p:nvPr/>
        </p:nvSpPr>
        <p:spPr>
          <a:xfrm>
            <a:off x="6466671" y="2731119"/>
            <a:ext cx="374650" cy="4064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94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9D07C-C755-4D41-82CB-68D112E5B6F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2390275" y="206011"/>
            <a:ext cx="3188652" cy="61856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E1DEBC-8B48-4EF7-A74E-F3962163720C}"/>
              </a:ext>
            </a:extLst>
          </p:cNvPr>
          <p:cNvSpPr/>
          <p:nvPr/>
        </p:nvSpPr>
        <p:spPr>
          <a:xfrm>
            <a:off x="6298011" y="1779897"/>
            <a:ext cx="4338137" cy="2815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Click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b="1" dirty="0">
                <a:solidFill>
                  <a:srgbClr val="FFFF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Sign in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B5E33E-B576-4933-82B7-DFE5CFCC5FB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006" y="979146"/>
            <a:ext cx="2645071" cy="46399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648414-DB48-402E-92A7-412B596674D5}"/>
              </a:ext>
            </a:extLst>
          </p:cNvPr>
          <p:cNvSpPr/>
          <p:nvPr/>
        </p:nvSpPr>
        <p:spPr>
          <a:xfrm>
            <a:off x="3149237" y="3062861"/>
            <a:ext cx="1702812" cy="450812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9" name="Picture 8" descr="Click Arrow, Pointer, Point And Click, Button, Icon Design, Cursor ...">
            <a:extLst>
              <a:ext uri="{FF2B5EF4-FFF2-40B4-BE49-F238E27FC236}">
                <a16:creationId xmlns:a16="http://schemas.microsoft.com/office/drawing/2014/main" id="{42D23B4F-2A42-4F12-9B59-23487D8A2C2B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35514">
            <a:off x="4139424" y="3077423"/>
            <a:ext cx="1168400" cy="1380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110">
            <a:extLst>
              <a:ext uri="{FF2B5EF4-FFF2-40B4-BE49-F238E27FC236}">
                <a16:creationId xmlns:a16="http://schemas.microsoft.com/office/drawing/2014/main" id="{E9C0021D-DBAF-45D9-BC9E-38B7061B7417}"/>
              </a:ext>
            </a:extLst>
          </p:cNvPr>
          <p:cNvSpPr txBox="1"/>
          <p:nvPr/>
        </p:nvSpPr>
        <p:spPr>
          <a:xfrm>
            <a:off x="4759819" y="3707978"/>
            <a:ext cx="374650" cy="4064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0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853C7C-DE6A-48D9-9836-B25C8528FFAA}"/>
              </a:ext>
            </a:extLst>
          </p:cNvPr>
          <p:cNvSpPr/>
          <p:nvPr/>
        </p:nvSpPr>
        <p:spPr>
          <a:xfrm>
            <a:off x="791714" y="717504"/>
            <a:ext cx="5482000" cy="37673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5. Type your 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b="1" dirty="0">
                <a:solidFill>
                  <a:srgbClr val="FFFF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student email address 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i="1" dirty="0">
                <a:solidFill>
                  <a:srgbClr val="92D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  <a:r>
              <a:rPr lang="en-GB" sz="3200" dirty="0">
                <a:solidFill>
                  <a:srgbClr val="92D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sz="3200" b="1" dirty="0">
                <a:solidFill>
                  <a:srgbClr val="D9D9D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234567@student.cavc.ac.uk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0791F6-36CF-4CF8-A081-8B302C07958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7006907" y="278575"/>
            <a:ext cx="3247436" cy="63008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15403F-6F4E-45B9-B651-3B15F1C7A26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245" y="996035"/>
            <a:ext cx="2683881" cy="48671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BF4A3B-6881-4C41-89BD-30E2761BBD65}"/>
              </a:ext>
            </a:extLst>
          </p:cNvPr>
          <p:cNvSpPr/>
          <p:nvPr/>
        </p:nvSpPr>
        <p:spPr>
          <a:xfrm>
            <a:off x="7299526" y="1847154"/>
            <a:ext cx="1871196" cy="406191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C5611D-F9D4-417E-B8D6-9CD74C8EAECB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89"/>
          <a:stretch/>
        </p:blipFill>
        <p:spPr bwMode="auto">
          <a:xfrm>
            <a:off x="7299525" y="4201389"/>
            <a:ext cx="2683881" cy="16617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60B8F1-1759-41E3-BF3D-6007DA26D95B}"/>
              </a:ext>
            </a:extLst>
          </p:cNvPr>
          <p:cNvSpPr/>
          <p:nvPr/>
        </p:nvSpPr>
        <p:spPr>
          <a:xfrm>
            <a:off x="8817429" y="3233057"/>
            <a:ext cx="1051754" cy="40803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17" name="Picture 16" descr="Click Arrow, Pointer, Point And Click, Button, Icon Design, Cursor ...">
            <a:extLst>
              <a:ext uri="{FF2B5EF4-FFF2-40B4-BE49-F238E27FC236}">
                <a16:creationId xmlns:a16="http://schemas.microsoft.com/office/drawing/2014/main" id="{4E9A59CB-E31C-4BCF-BF2F-999FF67D4FDF}"/>
              </a:ext>
            </a:extLst>
          </p:cNvPr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35514">
            <a:off x="8631184" y="1736369"/>
            <a:ext cx="1314220" cy="1552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Click Arrow, Pointer, Point And Click, Button, Icon Design, Cursor ...">
            <a:extLst>
              <a:ext uri="{FF2B5EF4-FFF2-40B4-BE49-F238E27FC236}">
                <a16:creationId xmlns:a16="http://schemas.microsoft.com/office/drawing/2014/main" id="{F42F71F8-705A-455F-81E7-08F6E6E08416}"/>
              </a:ext>
            </a:extLst>
          </p:cNvPr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47926">
            <a:off x="8033685" y="3109419"/>
            <a:ext cx="1398905" cy="16529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 Box 111">
            <a:extLst>
              <a:ext uri="{FF2B5EF4-FFF2-40B4-BE49-F238E27FC236}">
                <a16:creationId xmlns:a16="http://schemas.microsoft.com/office/drawing/2014/main" id="{D6534818-FA21-4893-990B-94F9DAB80AEB}"/>
              </a:ext>
            </a:extLst>
          </p:cNvPr>
          <p:cNvSpPr txBox="1"/>
          <p:nvPr/>
        </p:nvSpPr>
        <p:spPr>
          <a:xfrm>
            <a:off x="9393298" y="2420292"/>
            <a:ext cx="429817" cy="4662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Box 113">
            <a:extLst>
              <a:ext uri="{FF2B5EF4-FFF2-40B4-BE49-F238E27FC236}">
                <a16:creationId xmlns:a16="http://schemas.microsoft.com/office/drawing/2014/main" id="{0C4F5046-7B2E-45BD-B159-6A57D607FA23}"/>
              </a:ext>
            </a:extLst>
          </p:cNvPr>
          <p:cNvSpPr txBox="1"/>
          <p:nvPr/>
        </p:nvSpPr>
        <p:spPr>
          <a:xfrm>
            <a:off x="8449610" y="4078429"/>
            <a:ext cx="374650" cy="4064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905031-FFF3-45D4-8F3B-56BEEECD4956}"/>
              </a:ext>
            </a:extLst>
          </p:cNvPr>
          <p:cNvSpPr/>
          <p:nvPr/>
        </p:nvSpPr>
        <p:spPr>
          <a:xfrm>
            <a:off x="3268133" y="4713851"/>
            <a:ext cx="3372178" cy="170388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6. Click 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82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8E5D91-521D-4EF8-96CC-2070B656430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4452417" y="239958"/>
            <a:ext cx="3287166" cy="63780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C356C7-A448-4CF5-8060-2804DA4ED35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231" y="1013047"/>
            <a:ext cx="2738487" cy="4759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BD0AFA-E494-430B-8522-414B5828E2A3}"/>
              </a:ext>
            </a:extLst>
          </p:cNvPr>
          <p:cNvSpPr/>
          <p:nvPr/>
        </p:nvSpPr>
        <p:spPr>
          <a:xfrm>
            <a:off x="4934618" y="3316157"/>
            <a:ext cx="2284662" cy="22241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30E2F1-D488-44BB-B1DC-AD07CB63A0F3}"/>
              </a:ext>
            </a:extLst>
          </p:cNvPr>
          <p:cNvSpPr/>
          <p:nvPr/>
        </p:nvSpPr>
        <p:spPr>
          <a:xfrm>
            <a:off x="4849552" y="3771848"/>
            <a:ext cx="784995" cy="34343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14" name="Picture 13" descr="Click Arrow, Pointer, Point And Click, Button, Icon Design, Cursor ...">
            <a:extLst>
              <a:ext uri="{FF2B5EF4-FFF2-40B4-BE49-F238E27FC236}">
                <a16:creationId xmlns:a16="http://schemas.microsoft.com/office/drawing/2014/main" id="{1E191162-6608-470B-ABAC-8E7A868D7962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43765">
            <a:off x="5140599" y="3546114"/>
            <a:ext cx="1475136" cy="174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 Box 115">
            <a:extLst>
              <a:ext uri="{FF2B5EF4-FFF2-40B4-BE49-F238E27FC236}">
                <a16:creationId xmlns:a16="http://schemas.microsoft.com/office/drawing/2014/main" id="{5D62F792-1DD5-4AA8-AA43-5C4A7627B62F}"/>
              </a:ext>
            </a:extLst>
          </p:cNvPr>
          <p:cNvSpPr txBox="1"/>
          <p:nvPr/>
        </p:nvSpPr>
        <p:spPr>
          <a:xfrm>
            <a:off x="5925507" y="4378547"/>
            <a:ext cx="482445" cy="5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6BF477-9C4F-47F9-93FB-3AFAEA089C59}"/>
              </a:ext>
            </a:extLst>
          </p:cNvPr>
          <p:cNvSpPr/>
          <p:nvPr/>
        </p:nvSpPr>
        <p:spPr>
          <a:xfrm>
            <a:off x="524392" y="882460"/>
            <a:ext cx="3287166" cy="3061105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7. Type your 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b="1" dirty="0">
                <a:solidFill>
                  <a:srgbClr val="FFFF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r>
              <a:rPr lang="en-GB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643628-5302-4902-931B-70EF88990F4E}"/>
              </a:ext>
            </a:extLst>
          </p:cNvPr>
          <p:cNvSpPr/>
          <p:nvPr/>
        </p:nvSpPr>
        <p:spPr>
          <a:xfrm>
            <a:off x="8258318" y="3070931"/>
            <a:ext cx="3287166" cy="259820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8. Click 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4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Sign in</a:t>
            </a:r>
            <a:endParaRPr lang="en-GB" dirty="0">
              <a:solidFill>
                <a:srgbClr val="0070C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Click Arrow, Pointer, Point And Click, Button, Icon Design, Cursor ...">
            <a:extLst>
              <a:ext uri="{FF2B5EF4-FFF2-40B4-BE49-F238E27FC236}">
                <a16:creationId xmlns:a16="http://schemas.microsoft.com/office/drawing/2014/main" id="{B9E0F6EA-9D47-4BD7-8581-5E470AE2E86D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76749">
            <a:off x="3648097" y="2114382"/>
            <a:ext cx="1619534" cy="191309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 Box 114">
            <a:extLst>
              <a:ext uri="{FF2B5EF4-FFF2-40B4-BE49-F238E27FC236}">
                <a16:creationId xmlns:a16="http://schemas.microsoft.com/office/drawing/2014/main" id="{4D774207-8E75-4C31-9272-4996A5F18393}"/>
              </a:ext>
            </a:extLst>
          </p:cNvPr>
          <p:cNvSpPr txBox="1"/>
          <p:nvPr/>
        </p:nvSpPr>
        <p:spPr>
          <a:xfrm>
            <a:off x="3837764" y="2678562"/>
            <a:ext cx="482445" cy="5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22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3E7C334-7FA8-483F-A182-E5A2010D381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6272463" y="245345"/>
            <a:ext cx="3281613" cy="63673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38F432-33D0-4238-8757-F85C3FB83C6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713" y="999269"/>
            <a:ext cx="2822024" cy="4954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 descr="I have to enter my login credentials every time I go to Office 365 ...">
            <a:extLst>
              <a:ext uri="{FF2B5EF4-FFF2-40B4-BE49-F238E27FC236}">
                <a16:creationId xmlns:a16="http://schemas.microsoft.com/office/drawing/2014/main" id="{534B804F-5A63-4A7D-B038-41A99D42D66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32189" r="9594" b="8959"/>
          <a:stretch/>
        </p:blipFill>
        <p:spPr bwMode="auto">
          <a:xfrm>
            <a:off x="6611304" y="2305239"/>
            <a:ext cx="2702841" cy="16750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210F13-7C42-41C1-A2CC-9B753E08807B}"/>
              </a:ext>
            </a:extLst>
          </p:cNvPr>
          <p:cNvSpPr/>
          <p:nvPr/>
        </p:nvSpPr>
        <p:spPr>
          <a:xfrm>
            <a:off x="7869256" y="3069044"/>
            <a:ext cx="1444889" cy="470201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5AD51DA-A56C-4CEE-8234-AE0DB02CFF7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" t="9642" r="7951" b="72971"/>
          <a:stretch/>
        </p:blipFill>
        <p:spPr bwMode="auto">
          <a:xfrm>
            <a:off x="6770926" y="4290202"/>
            <a:ext cx="2501210" cy="15020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Picture 23" descr="Click Arrow, Pointer, Point And Click, Button, Icon Design, Cursor ...">
            <a:extLst>
              <a:ext uri="{FF2B5EF4-FFF2-40B4-BE49-F238E27FC236}">
                <a16:creationId xmlns:a16="http://schemas.microsoft.com/office/drawing/2014/main" id="{475B9AE0-DD6F-43E9-9DD8-B728860EB107}"/>
              </a:ext>
            </a:extLst>
          </p:cNvPr>
          <p:cNvPicPr/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938"/>
          <a:stretch/>
        </p:blipFill>
        <p:spPr bwMode="auto">
          <a:xfrm rot="2353036">
            <a:off x="7280118" y="3140040"/>
            <a:ext cx="1472644" cy="1462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 Box 116">
            <a:extLst>
              <a:ext uri="{FF2B5EF4-FFF2-40B4-BE49-F238E27FC236}">
                <a16:creationId xmlns:a16="http://schemas.microsoft.com/office/drawing/2014/main" id="{2E9DDE05-9407-4E18-8CEB-43D9BAF7523D}"/>
              </a:ext>
            </a:extLst>
          </p:cNvPr>
          <p:cNvSpPr txBox="1"/>
          <p:nvPr/>
        </p:nvSpPr>
        <p:spPr>
          <a:xfrm>
            <a:off x="7775625" y="3849116"/>
            <a:ext cx="481630" cy="5224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F18739-F435-441A-BA8E-87A7A92E2BA1}"/>
              </a:ext>
            </a:extLst>
          </p:cNvPr>
          <p:cNvSpPr/>
          <p:nvPr/>
        </p:nvSpPr>
        <p:spPr>
          <a:xfrm>
            <a:off x="1337126" y="1430957"/>
            <a:ext cx="4143394" cy="3792465"/>
          </a:xfrm>
          <a:prstGeom prst="round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9. To stay 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signed in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click </a:t>
            </a:r>
            <a:r>
              <a:rPr lang="en-GB" sz="48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96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44D5B1-5382-4688-AF24-411AD0B070F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2035191" y="374444"/>
            <a:ext cx="3098210" cy="601255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B04BE4-C94C-41A1-AAC0-5E69B1EF2B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744" y="1094946"/>
            <a:ext cx="2591967" cy="447357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222669A-992A-44F5-89CF-2B6286FC73D8}"/>
              </a:ext>
            </a:extLst>
          </p:cNvPr>
          <p:cNvSpPr/>
          <p:nvPr/>
        </p:nvSpPr>
        <p:spPr>
          <a:xfrm>
            <a:off x="4040099" y="5037172"/>
            <a:ext cx="717651" cy="639892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13" name="Picture 12" descr="Click Arrow, Pointer, Point And Click, Button, Icon Design, Cursor ...">
            <a:extLst>
              <a:ext uri="{FF2B5EF4-FFF2-40B4-BE49-F238E27FC236}">
                <a16:creationId xmlns:a16="http://schemas.microsoft.com/office/drawing/2014/main" id="{0FE71B4A-462F-42A3-B298-2CFB812ABD7F}"/>
              </a:ext>
            </a:extLst>
          </p:cNvPr>
          <p:cNvPicPr/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520"/>
          <a:stretch/>
        </p:blipFill>
        <p:spPr bwMode="auto">
          <a:xfrm rot="15736230">
            <a:off x="4572597" y="4147898"/>
            <a:ext cx="1716114" cy="17199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 Box 117">
            <a:extLst>
              <a:ext uri="{FF2B5EF4-FFF2-40B4-BE49-F238E27FC236}">
                <a16:creationId xmlns:a16="http://schemas.microsoft.com/office/drawing/2014/main" id="{4CD10186-04DA-43C8-9A55-273E9F9386BC}"/>
              </a:ext>
            </a:extLst>
          </p:cNvPr>
          <p:cNvSpPr txBox="1"/>
          <p:nvPr/>
        </p:nvSpPr>
        <p:spPr>
          <a:xfrm>
            <a:off x="5382897" y="4573048"/>
            <a:ext cx="488121" cy="4641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A13D4AFC-D91B-4FA5-A5FA-31F4F0F637BE}"/>
              </a:ext>
            </a:extLst>
          </p:cNvPr>
          <p:cNvSpPr/>
          <p:nvPr/>
        </p:nvSpPr>
        <p:spPr>
          <a:xfrm>
            <a:off x="5590222" y="2011362"/>
            <a:ext cx="1371600" cy="40322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B8FBF1-1C7A-4BD9-9B5D-29F1A75C4685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7401" t="15035" r="7100" b="15790"/>
          <a:stretch/>
        </p:blipFill>
        <p:spPr bwMode="auto">
          <a:xfrm>
            <a:off x="6961822" y="791550"/>
            <a:ext cx="2885486" cy="17677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8E62B643-D426-4DDC-8220-C6FDF10840FF}"/>
              </a:ext>
            </a:extLst>
          </p:cNvPr>
          <p:cNvSpPr/>
          <p:nvPr/>
        </p:nvSpPr>
        <p:spPr>
          <a:xfrm>
            <a:off x="2131135" y="959770"/>
            <a:ext cx="1219844" cy="677961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FBD31-B6B0-4BC2-B75B-30D33AA45AFB}"/>
              </a:ext>
            </a:extLst>
          </p:cNvPr>
          <p:cNvSpPr txBox="1"/>
          <p:nvPr/>
        </p:nvSpPr>
        <p:spPr>
          <a:xfrm>
            <a:off x="5943600" y="2857500"/>
            <a:ext cx="491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This is the homepage	</a:t>
            </a:r>
            <a:endParaRPr lang="en-GB" sz="28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99C9FF-8056-48DC-B137-82FDA656FBF5}"/>
              </a:ext>
            </a:extLst>
          </p:cNvPr>
          <p:cNvSpPr/>
          <p:nvPr/>
        </p:nvSpPr>
        <p:spPr>
          <a:xfrm>
            <a:off x="6597538" y="4206557"/>
            <a:ext cx="4522219" cy="1490346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10. Click </a:t>
            </a:r>
            <a:r>
              <a:rPr lang="en-GB" sz="4000" b="1" dirty="0">
                <a:solidFill>
                  <a:srgbClr val="FFFF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Apps</a:t>
            </a:r>
            <a:endParaRPr lang="en-GB" sz="1600" dirty="0">
              <a:solidFill>
                <a:srgbClr val="FFFF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023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F889AE6-AA64-41D4-8E70-8F374E1B1589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5708" r="25797" b="5940"/>
          <a:stretch/>
        </p:blipFill>
        <p:spPr bwMode="auto">
          <a:xfrm>
            <a:off x="4580890" y="489268"/>
            <a:ext cx="3030220" cy="58794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704B41-84F9-4407-8008-16A8452DA58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75" y="1197293"/>
            <a:ext cx="2510790" cy="4387215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4AC02A9-2EC4-427C-A7C5-A715A474E153}"/>
              </a:ext>
            </a:extLst>
          </p:cNvPr>
          <p:cNvSpPr/>
          <p:nvPr/>
        </p:nvSpPr>
        <p:spPr>
          <a:xfrm>
            <a:off x="6415405" y="1933893"/>
            <a:ext cx="788035" cy="70231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D7EB60-8DF4-4E4C-B3E6-3B5C8513968E}"/>
              </a:ext>
            </a:extLst>
          </p:cNvPr>
          <p:cNvSpPr/>
          <p:nvPr/>
        </p:nvSpPr>
        <p:spPr>
          <a:xfrm>
            <a:off x="4985385" y="4530408"/>
            <a:ext cx="788035" cy="70231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23" name="Picture 22" descr="Click Arrow, Pointer, Point And Click, Button, Icon Design, Cursor ...">
            <a:extLst>
              <a:ext uri="{FF2B5EF4-FFF2-40B4-BE49-F238E27FC236}">
                <a16:creationId xmlns:a16="http://schemas.microsoft.com/office/drawing/2014/main" id="{A268EF44-ADEE-44B1-B420-32ECB519AA64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84147">
            <a:off x="6671380" y="1535950"/>
            <a:ext cx="1879459" cy="2220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 descr="Click Arrow, Pointer, Point And Click, Button, Icon Design, Cursor ...">
            <a:extLst>
              <a:ext uri="{FF2B5EF4-FFF2-40B4-BE49-F238E27FC236}">
                <a16:creationId xmlns:a16="http://schemas.microsoft.com/office/drawing/2014/main" id="{8B69FCF7-3472-442E-A760-28185897A645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37280">
            <a:off x="3900046" y="4221400"/>
            <a:ext cx="1665948" cy="196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 Box 118">
            <a:extLst>
              <a:ext uri="{FF2B5EF4-FFF2-40B4-BE49-F238E27FC236}">
                <a16:creationId xmlns:a16="http://schemas.microsoft.com/office/drawing/2014/main" id="{17E8DB37-E946-491F-935C-79CE4C771D32}"/>
              </a:ext>
            </a:extLst>
          </p:cNvPr>
          <p:cNvSpPr txBox="1"/>
          <p:nvPr/>
        </p:nvSpPr>
        <p:spPr>
          <a:xfrm>
            <a:off x="7781781" y="2620664"/>
            <a:ext cx="464820" cy="36385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 Box 119">
            <a:extLst>
              <a:ext uri="{FF2B5EF4-FFF2-40B4-BE49-F238E27FC236}">
                <a16:creationId xmlns:a16="http://schemas.microsoft.com/office/drawing/2014/main" id="{99DAAFFB-D3B8-400A-9ED8-33BD0AD6527C}"/>
              </a:ext>
            </a:extLst>
          </p:cNvPr>
          <p:cNvSpPr txBox="1"/>
          <p:nvPr/>
        </p:nvSpPr>
        <p:spPr>
          <a:xfrm>
            <a:off x="4155889" y="5232718"/>
            <a:ext cx="464820" cy="36385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endParaRPr lang="en-GB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73297EB-86A0-450E-AEB1-BC1BCF842393}"/>
              </a:ext>
            </a:extLst>
          </p:cNvPr>
          <p:cNvSpPr/>
          <p:nvPr/>
        </p:nvSpPr>
        <p:spPr>
          <a:xfrm>
            <a:off x="8420145" y="3342586"/>
            <a:ext cx="3287395" cy="2920365"/>
          </a:xfrm>
          <a:prstGeom prst="round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12. </a:t>
            </a:r>
            <a:r>
              <a:rPr lang="en-GB" sz="28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Teams</a:t>
            </a:r>
            <a:r>
              <a:rPr lang="en-GB" sz="28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your class work area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AAB5FD-2A41-4B1A-A4BE-D84E9EFD1431}"/>
              </a:ext>
            </a:extLst>
          </p:cNvPr>
          <p:cNvSpPr/>
          <p:nvPr/>
        </p:nvSpPr>
        <p:spPr>
          <a:xfrm>
            <a:off x="789753" y="824865"/>
            <a:ext cx="3287395" cy="3502206"/>
          </a:xfrm>
          <a:prstGeom prst="round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11. </a:t>
            </a:r>
            <a:r>
              <a:rPr lang="en-GB" sz="28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Outlook</a:t>
            </a:r>
            <a:r>
              <a:rPr lang="en-GB" sz="28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your </a:t>
            </a:r>
            <a:r>
              <a:rPr lang="en-GB" sz="2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GB" sz="2800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email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2800" b="1" dirty="0">
              <a:solidFill>
                <a:srgbClr val="00B05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9B512-BE25-4C9D-AA40-7FA2769E65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131320" y="2350930"/>
            <a:ext cx="2604259" cy="1742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AB07B-ACED-49DE-8827-34B7DA5C64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241515" y="4595724"/>
            <a:ext cx="1546680" cy="143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7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ABDE1B-5D82-4AF4-8DD9-C35A2DE88076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c780cd4-1fac-4176-b7c1-6114e55c814f"/>
    <ds:schemaRef ds:uri="http://schemas.microsoft.com/office/2006/documentManagement/types"/>
    <ds:schemaRef ds:uri="4d0d267a-c155-489a-82db-a4314d71ce7a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205D06F-104C-493A-A4B4-4ED672F789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B07FC8-0F19-4DB2-AB14-751D61E34DF9}"/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120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Log in to Office 365  on a smartphone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in to Office 365 on a smartphone</dc:title>
  <dc:creator>Lucie Gegg</dc:creator>
  <cp:lastModifiedBy>Caroline Newman</cp:lastModifiedBy>
  <cp:revision>18</cp:revision>
  <dcterms:created xsi:type="dcterms:W3CDTF">2020-07-03T10:16:29Z</dcterms:created>
  <dcterms:modified xsi:type="dcterms:W3CDTF">2021-09-02T10:10:11Z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9017100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