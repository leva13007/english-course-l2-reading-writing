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  <p:sldMasterId id="2147483672" r:id="rId5"/>
  </p:sldMasterIdLst>
  <p:sldIdLst>
    <p:sldId id="257" r:id="rId6"/>
    <p:sldId id="261" r:id="rId7"/>
    <p:sldId id="262" r:id="rId8"/>
    <p:sldId id="305" r:id="rId9"/>
    <p:sldId id="2723" r:id="rId10"/>
    <p:sldId id="304" r:id="rId11"/>
    <p:sldId id="2725" r:id="rId12"/>
    <p:sldId id="2724" r:id="rId13"/>
  </p:sldIdLst>
  <p:sldSz cx="12192000" cy="6858000"/>
  <p:notesSz cx="6858000" cy="9144000"/>
  <p:defaultTextStyle>
    <a:defPPr>
      <a:defRPr lang="en-GB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ECE2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4B3F40B-5789-4A4B-9C98-5B8C850DAA7A}" v="5" dt="2026-06-25T19:53:20.61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0" d="100"/>
          <a:sy n="60" d="100"/>
        </p:scale>
        <p:origin x="89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2.xml"/><Relationship Id="rId15" Type="http://schemas.openxmlformats.org/officeDocument/2006/relationships/viewProps" Target="viewProps.xml"/><Relationship Id="rId10" Type="http://schemas.openxmlformats.org/officeDocument/2006/relationships/slide" Target="slides/slide5.xml"/><Relationship Id="rId19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drew Patterson" userId="6c8ffccf-7c1b-4173-8b93-861005bd5f70" providerId="ADAL" clId="{340A04FB-801D-4D33-9372-268FA29A2369}"/>
    <pc:docChg chg="custSel addSld delSld modSld">
      <pc:chgData name="Andrew Patterson" userId="6c8ffccf-7c1b-4173-8b93-861005bd5f70" providerId="ADAL" clId="{340A04FB-801D-4D33-9372-268FA29A2369}" dt="2026-06-25T19:54:21.779" v="306" actId="20577"/>
      <pc:docMkLst>
        <pc:docMk/>
      </pc:docMkLst>
      <pc:sldChg chg="del">
        <pc:chgData name="Andrew Patterson" userId="6c8ffccf-7c1b-4173-8b93-861005bd5f70" providerId="ADAL" clId="{340A04FB-801D-4D33-9372-268FA29A2369}" dt="2026-06-24T15:39:26.975" v="1" actId="47"/>
        <pc:sldMkLst>
          <pc:docMk/>
          <pc:sldMk cId="109857222" sldId="256"/>
        </pc:sldMkLst>
      </pc:sldChg>
      <pc:sldChg chg="modSp add mod">
        <pc:chgData name="Andrew Patterson" userId="6c8ffccf-7c1b-4173-8b93-861005bd5f70" providerId="ADAL" clId="{340A04FB-801D-4D33-9372-268FA29A2369}" dt="2026-06-24T15:43:36.358" v="39" actId="20577"/>
        <pc:sldMkLst>
          <pc:docMk/>
          <pc:sldMk cId="2219823711" sldId="257"/>
        </pc:sldMkLst>
        <pc:spChg chg="mod">
          <ac:chgData name="Andrew Patterson" userId="6c8ffccf-7c1b-4173-8b93-861005bd5f70" providerId="ADAL" clId="{340A04FB-801D-4D33-9372-268FA29A2369}" dt="2026-06-24T15:43:36.358" v="39" actId="20577"/>
          <ac:spMkLst>
            <pc:docMk/>
            <pc:sldMk cId="2219823711" sldId="257"/>
            <ac:spMk id="2" creationId="{00000000-0000-0000-0000-000000000000}"/>
          </ac:spMkLst>
        </pc:spChg>
      </pc:sldChg>
      <pc:sldChg chg="modSp add mod">
        <pc:chgData name="Andrew Patterson" userId="6c8ffccf-7c1b-4173-8b93-861005bd5f70" providerId="ADAL" clId="{340A04FB-801D-4D33-9372-268FA29A2369}" dt="2026-06-24T15:39:41.726" v="5" actId="20577"/>
        <pc:sldMkLst>
          <pc:docMk/>
          <pc:sldMk cId="839210519" sldId="261"/>
        </pc:sldMkLst>
        <pc:spChg chg="mod">
          <ac:chgData name="Andrew Patterson" userId="6c8ffccf-7c1b-4173-8b93-861005bd5f70" providerId="ADAL" clId="{340A04FB-801D-4D33-9372-268FA29A2369}" dt="2026-06-24T15:39:41.726" v="5" actId="20577"/>
          <ac:spMkLst>
            <pc:docMk/>
            <pc:sldMk cId="839210519" sldId="261"/>
            <ac:spMk id="2" creationId="{CB1AD65D-C457-B895-8487-E9BE1F99FCA6}"/>
          </ac:spMkLst>
        </pc:spChg>
      </pc:sldChg>
      <pc:sldChg chg="modSp add mod">
        <pc:chgData name="Andrew Patterson" userId="6c8ffccf-7c1b-4173-8b93-861005bd5f70" providerId="ADAL" clId="{340A04FB-801D-4D33-9372-268FA29A2369}" dt="2026-06-24T15:40:23.103" v="27" actId="20577"/>
        <pc:sldMkLst>
          <pc:docMk/>
          <pc:sldMk cId="748540512" sldId="262"/>
        </pc:sldMkLst>
        <pc:spChg chg="mod">
          <ac:chgData name="Andrew Patterson" userId="6c8ffccf-7c1b-4173-8b93-861005bd5f70" providerId="ADAL" clId="{340A04FB-801D-4D33-9372-268FA29A2369}" dt="2026-06-24T15:40:23.103" v="27" actId="20577"/>
          <ac:spMkLst>
            <pc:docMk/>
            <pc:sldMk cId="748540512" sldId="262"/>
            <ac:spMk id="2" creationId="{25936B12-9758-1EC9-15FD-01B8A1488387}"/>
          </ac:spMkLst>
        </pc:spChg>
      </pc:sldChg>
      <pc:sldChg chg="modSp add mod">
        <pc:chgData name="Andrew Patterson" userId="6c8ffccf-7c1b-4173-8b93-861005bd5f70" providerId="ADAL" clId="{340A04FB-801D-4D33-9372-268FA29A2369}" dt="2026-06-24T15:40:34.833" v="32" actId="20577"/>
        <pc:sldMkLst>
          <pc:docMk/>
          <pc:sldMk cId="287456303" sldId="304"/>
        </pc:sldMkLst>
        <pc:spChg chg="mod">
          <ac:chgData name="Andrew Patterson" userId="6c8ffccf-7c1b-4173-8b93-861005bd5f70" providerId="ADAL" clId="{340A04FB-801D-4D33-9372-268FA29A2369}" dt="2026-06-24T15:40:34.833" v="32" actId="20577"/>
          <ac:spMkLst>
            <pc:docMk/>
            <pc:sldMk cId="287456303" sldId="304"/>
            <ac:spMk id="2" creationId="{F3291680-9B74-8648-9B46-823E54DA941C}"/>
          </ac:spMkLst>
        </pc:spChg>
      </pc:sldChg>
      <pc:sldChg chg="addSp modSp new mod">
        <pc:chgData name="Andrew Patterson" userId="6c8ffccf-7c1b-4173-8b93-861005bd5f70" providerId="ADAL" clId="{340A04FB-801D-4D33-9372-268FA29A2369}" dt="2026-06-24T15:50:59.283" v="51" actId="1076"/>
        <pc:sldMkLst>
          <pc:docMk/>
          <pc:sldMk cId="1227531808" sldId="305"/>
        </pc:sldMkLst>
        <pc:spChg chg="add mod">
          <ac:chgData name="Andrew Patterson" userId="6c8ffccf-7c1b-4173-8b93-861005bd5f70" providerId="ADAL" clId="{340A04FB-801D-4D33-9372-268FA29A2369}" dt="2026-06-24T15:44:34.011" v="43" actId="1076"/>
          <ac:spMkLst>
            <pc:docMk/>
            <pc:sldMk cId="1227531808" sldId="305"/>
            <ac:spMk id="3" creationId="{34F575D2-EA71-D65D-FFD7-0F836CC6BDA9}"/>
          </ac:spMkLst>
        </pc:spChg>
        <pc:spChg chg="add mod">
          <ac:chgData name="Andrew Patterson" userId="6c8ffccf-7c1b-4173-8b93-861005bd5f70" providerId="ADAL" clId="{340A04FB-801D-4D33-9372-268FA29A2369}" dt="2026-06-24T15:48:00.497" v="47" actId="1076"/>
          <ac:spMkLst>
            <pc:docMk/>
            <pc:sldMk cId="1227531808" sldId="305"/>
            <ac:spMk id="5" creationId="{6501E7A0-247F-49DE-3E71-A53987259835}"/>
          </ac:spMkLst>
        </pc:spChg>
        <pc:spChg chg="add mod">
          <ac:chgData name="Andrew Patterson" userId="6c8ffccf-7c1b-4173-8b93-861005bd5f70" providerId="ADAL" clId="{340A04FB-801D-4D33-9372-268FA29A2369}" dt="2026-06-24T15:50:59.283" v="51" actId="1076"/>
          <ac:spMkLst>
            <pc:docMk/>
            <pc:sldMk cId="1227531808" sldId="305"/>
            <ac:spMk id="7" creationId="{6F807D55-C8F9-9EBD-37BC-20BD0A0D73E1}"/>
          </ac:spMkLst>
        </pc:spChg>
      </pc:sldChg>
      <pc:sldChg chg="new del">
        <pc:chgData name="Andrew Patterson" userId="6c8ffccf-7c1b-4173-8b93-861005bd5f70" providerId="ADAL" clId="{340A04FB-801D-4D33-9372-268FA29A2369}" dt="2026-06-25T17:30:50.672" v="54" actId="47"/>
        <pc:sldMkLst>
          <pc:docMk/>
          <pc:sldMk cId="2293290008" sldId="306"/>
        </pc:sldMkLst>
      </pc:sldChg>
      <pc:sldChg chg="add del">
        <pc:chgData name="Andrew Patterson" userId="6c8ffccf-7c1b-4173-8b93-861005bd5f70" providerId="ADAL" clId="{340A04FB-801D-4D33-9372-268FA29A2369}" dt="2026-06-24T15:39:49.669" v="7" actId="47"/>
        <pc:sldMkLst>
          <pc:docMk/>
          <pc:sldMk cId="629764801" sldId="333"/>
        </pc:sldMkLst>
      </pc:sldChg>
      <pc:sldChg chg="add del">
        <pc:chgData name="Andrew Patterson" userId="6c8ffccf-7c1b-4173-8b93-861005bd5f70" providerId="ADAL" clId="{340A04FB-801D-4D33-9372-268FA29A2369}" dt="2026-06-24T15:39:46.091" v="6" actId="47"/>
        <pc:sldMkLst>
          <pc:docMk/>
          <pc:sldMk cId="4076110756" sldId="334"/>
        </pc:sldMkLst>
      </pc:sldChg>
      <pc:sldChg chg="add del">
        <pc:chgData name="Andrew Patterson" userId="6c8ffccf-7c1b-4173-8b93-861005bd5f70" providerId="ADAL" clId="{340A04FB-801D-4D33-9372-268FA29A2369}" dt="2026-06-24T15:40:27.948" v="28" actId="47"/>
        <pc:sldMkLst>
          <pc:docMk/>
          <pc:sldMk cId="210700774" sldId="335"/>
        </pc:sldMkLst>
      </pc:sldChg>
      <pc:sldChg chg="addSp modSp add mod">
        <pc:chgData name="Andrew Patterson" userId="6c8ffccf-7c1b-4173-8b93-861005bd5f70" providerId="ADAL" clId="{340A04FB-801D-4D33-9372-268FA29A2369}" dt="2026-06-25T18:35:35.485" v="136" actId="2711"/>
        <pc:sldMkLst>
          <pc:docMk/>
          <pc:sldMk cId="527897504" sldId="2723"/>
        </pc:sldMkLst>
        <pc:spChg chg="mod">
          <ac:chgData name="Andrew Patterson" userId="6c8ffccf-7c1b-4173-8b93-861005bd5f70" providerId="ADAL" clId="{340A04FB-801D-4D33-9372-268FA29A2369}" dt="2026-06-25T18:32:23.718" v="55" actId="14100"/>
          <ac:spMkLst>
            <pc:docMk/>
            <pc:sldMk cId="527897504" sldId="2723"/>
            <ac:spMk id="3" creationId="{B1A0B302-B12F-B549-5185-86591BD5A27D}"/>
          </ac:spMkLst>
        </pc:spChg>
        <pc:spChg chg="mod">
          <ac:chgData name="Andrew Patterson" userId="6c8ffccf-7c1b-4173-8b93-861005bd5f70" providerId="ADAL" clId="{340A04FB-801D-4D33-9372-268FA29A2369}" dt="2026-06-25T18:33:23.558" v="90" actId="14100"/>
          <ac:spMkLst>
            <pc:docMk/>
            <pc:sldMk cId="527897504" sldId="2723"/>
            <ac:spMk id="4" creationId="{12CC451F-2A8C-72DC-AC49-81148564E829}"/>
          </ac:spMkLst>
        </pc:spChg>
        <pc:spChg chg="mod">
          <ac:chgData name="Andrew Patterson" userId="6c8ffccf-7c1b-4173-8b93-861005bd5f70" providerId="ADAL" clId="{340A04FB-801D-4D33-9372-268FA29A2369}" dt="2026-06-25T18:34:00.802" v="97" actId="14100"/>
          <ac:spMkLst>
            <pc:docMk/>
            <pc:sldMk cId="527897504" sldId="2723"/>
            <ac:spMk id="5" creationId="{38F324D2-3045-5099-D0D5-C6744EF3B131}"/>
          </ac:spMkLst>
        </pc:spChg>
        <pc:spChg chg="add mod">
          <ac:chgData name="Andrew Patterson" userId="6c8ffccf-7c1b-4173-8b93-861005bd5f70" providerId="ADAL" clId="{340A04FB-801D-4D33-9372-268FA29A2369}" dt="2026-06-25T18:35:35.485" v="136" actId="2711"/>
          <ac:spMkLst>
            <pc:docMk/>
            <pc:sldMk cId="527897504" sldId="2723"/>
            <ac:spMk id="6" creationId="{643CEB8F-C0AA-0625-129E-B1989D686B0B}"/>
          </ac:spMkLst>
        </pc:spChg>
        <pc:spChg chg="mod">
          <ac:chgData name="Andrew Patterson" userId="6c8ffccf-7c1b-4173-8b93-861005bd5f70" providerId="ADAL" clId="{340A04FB-801D-4D33-9372-268FA29A2369}" dt="2026-06-25T18:33:17.044" v="89" actId="14100"/>
          <ac:spMkLst>
            <pc:docMk/>
            <pc:sldMk cId="527897504" sldId="2723"/>
            <ac:spMk id="7" creationId="{D6B5A75A-DAB8-5355-B28D-E0675B2D297C}"/>
          </ac:spMkLst>
        </pc:spChg>
        <pc:spChg chg="mod">
          <ac:chgData name="Andrew Patterson" userId="6c8ffccf-7c1b-4173-8b93-861005bd5f70" providerId="ADAL" clId="{340A04FB-801D-4D33-9372-268FA29A2369}" dt="2026-06-25T18:33:33.964" v="96" actId="20577"/>
          <ac:spMkLst>
            <pc:docMk/>
            <pc:sldMk cId="527897504" sldId="2723"/>
            <ac:spMk id="14" creationId="{B95333CD-5F19-69A9-A457-2EF3A4664F56}"/>
          </ac:spMkLst>
        </pc:spChg>
      </pc:sldChg>
      <pc:sldChg chg="addSp modSp new mod">
        <pc:chgData name="Andrew Patterson" userId="6c8ffccf-7c1b-4173-8b93-861005bd5f70" providerId="ADAL" clId="{340A04FB-801D-4D33-9372-268FA29A2369}" dt="2026-06-25T18:48:07.219" v="207" actId="14100"/>
        <pc:sldMkLst>
          <pc:docMk/>
          <pc:sldMk cId="3879813981" sldId="2724"/>
        </pc:sldMkLst>
        <pc:spChg chg="add mod">
          <ac:chgData name="Andrew Patterson" userId="6c8ffccf-7c1b-4173-8b93-861005bd5f70" providerId="ADAL" clId="{340A04FB-801D-4D33-9372-268FA29A2369}" dt="2026-06-25T18:48:07.219" v="207" actId="14100"/>
          <ac:spMkLst>
            <pc:docMk/>
            <pc:sldMk cId="3879813981" sldId="2724"/>
            <ac:spMk id="3" creationId="{076F03FE-BFEE-1EBB-E88F-1037E35A97BA}"/>
          </ac:spMkLst>
        </pc:spChg>
        <pc:picChg chg="add mod">
          <ac:chgData name="Andrew Patterson" userId="6c8ffccf-7c1b-4173-8b93-861005bd5f70" providerId="ADAL" clId="{340A04FB-801D-4D33-9372-268FA29A2369}" dt="2026-06-25T18:45:32.893" v="139" actId="1076"/>
          <ac:picMkLst>
            <pc:docMk/>
            <pc:sldMk cId="3879813981" sldId="2724"/>
            <ac:picMk id="2" creationId="{A62C59FD-BE75-585D-CE31-FB2A575F5562}"/>
          </ac:picMkLst>
        </pc:picChg>
      </pc:sldChg>
      <pc:sldChg chg="addSp modSp new mod">
        <pc:chgData name="Andrew Patterson" userId="6c8ffccf-7c1b-4173-8b93-861005bd5f70" providerId="ADAL" clId="{340A04FB-801D-4D33-9372-268FA29A2369}" dt="2026-06-25T19:54:21.779" v="306" actId="20577"/>
        <pc:sldMkLst>
          <pc:docMk/>
          <pc:sldMk cId="175287232" sldId="2725"/>
        </pc:sldMkLst>
        <pc:spChg chg="add mod">
          <ac:chgData name="Andrew Patterson" userId="6c8ffccf-7c1b-4173-8b93-861005bd5f70" providerId="ADAL" clId="{340A04FB-801D-4D33-9372-268FA29A2369}" dt="2026-06-25T19:54:21.779" v="306" actId="20577"/>
          <ac:spMkLst>
            <pc:docMk/>
            <pc:sldMk cId="175287232" sldId="2725"/>
            <ac:spMk id="3" creationId="{4B94FD2A-1929-FEEE-784F-BFF8C139022B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25/06/2026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25/06/2026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25/06/2026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25/06/2026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25/06/2026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25/06/2026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25/06/2026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25/06/2026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25/06/2026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25/06/2026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25/06/2026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25/06/2026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9692206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25/06/2026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6897657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25/06/2026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3970372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25/06/2026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64756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25/06/2026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473427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25/06/2026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1257514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25/06/2026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0284642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25/06/2026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815105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25/06/2026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1221029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25/06/2026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7032382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25/06/2026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4905472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bg>
      <p:bgPr>
        <a:solidFill>
          <a:srgbClr val="00B0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077035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GB" smtClean="0"/>
              <a:t>25/06/2026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GB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GB" smtClean="0"/>
              <a:t>25/06/2026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757024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GB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thecardiffandvalecollege.sharepoint.com/:b:/s/Section_ESCCCP24_2025_2026/IQACezDe_s4HT7wnPzv4jV6UAeI5Rsu6YfTxhTncssL_txM?e=tizKqr" TargetMode="External"/><Relationship Id="rId2" Type="http://schemas.openxmlformats.org/officeDocument/2006/relationships/hyperlink" Target="https://thecardiffandvalecollege.sharepoint.com/:p:/s/Section_ESCCCP24_2025_2026/IQDnlU7XifD6Q67LlqARoqPjAR_suktsuJ3RgcyoDQPszgc?e=Nqm6LH" TargetMode="Externa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thecardiffandvalecollege.sharepoint.com/:p:/s/Section_ESCC1P15_2025_2026/IQCZi_UmwlAGR5Tlojgjitk5AQq2GQlJPSwPZk2Hf3p-cms?e=hvN1qC" TargetMode="Externa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thecardiffandvalecollege.sharepoint.com/:p:/s/Section_ESCCCP24_2025_2026/IQDIQcDIP00aS7R9zyO1tlhSAaJsqv1YfZ149xxFEzu0k_E?e=hmZZSw" TargetMode="External"/><Relationship Id="rId2" Type="http://schemas.openxmlformats.org/officeDocument/2006/relationships/hyperlink" Target="https://thecardiffandvalecollege.sharepoint.com/:p:/s/Section_ESCC1FJ1_2025_2026/IQAMH10WD_JXRpWu8BL_wnhcAVJrqzGcpQm1D54DYQ5Kahw?e=K5KTvk" TargetMode="External"/><Relationship Id="rId1" Type="http://schemas.openxmlformats.org/officeDocument/2006/relationships/slideLayout" Target="../slideLayouts/slideLayout18.xml"/><Relationship Id="rId5" Type="http://schemas.openxmlformats.org/officeDocument/2006/relationships/hyperlink" Target="mailto:info@acmetravelbag.co.uk" TargetMode="External"/><Relationship Id="rId4" Type="http://schemas.openxmlformats.org/officeDocument/2006/relationships/hyperlink" Target="https://wordwall.net/en-us/community/indirect-questions" TargetMode="Externa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48000" y="2445080"/>
            <a:ext cx="9144000" cy="2387600"/>
          </a:xfrm>
        </p:spPr>
        <p:txBody>
          <a:bodyPr/>
          <a:lstStyle/>
          <a:p>
            <a:r>
              <a:rPr lang="en-GB">
                <a:ea typeface="+mj-lt"/>
                <a:cs typeface="+mj-lt"/>
              </a:rPr>
              <a:t>16) ESCC1P16 2025-2026 Thu 25 June 2026</a:t>
            </a:r>
            <a:endParaRPr lang="en-US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9866B4B0-28CB-0D13-61AF-A639173901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512" y="0"/>
            <a:ext cx="293217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98237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B1AD65D-C457-B895-8487-E9BE1F99FCA6}"/>
              </a:ext>
            </a:extLst>
          </p:cNvPr>
          <p:cNvSpPr txBox="1"/>
          <p:nvPr/>
        </p:nvSpPr>
        <p:spPr>
          <a:xfrm>
            <a:off x="361695" y="1382286"/>
            <a:ext cx="11468610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3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 Condensed Extra Bold" panose="020B0803020202020204" pitchFamily="34" charset="0"/>
                <a:ea typeface="+mn-ea"/>
                <a:cs typeface="+mn-cs"/>
              </a:rPr>
              <a:t>Check-in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3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 Condensed Extra Bold" panose="020B0803020202020204" pitchFamily="34" charset="0"/>
                <a:ea typeface="+mn-ea"/>
                <a:cs typeface="+mn-cs"/>
              </a:rPr>
              <a:t>Thu </a:t>
            </a:r>
            <a:r>
              <a:rPr lang="en-GB" sz="13000">
                <a:solidFill>
                  <a:prstClr val="white"/>
                </a:solidFill>
                <a:latin typeface="Tw Cen MT Condensed Extra Bold" panose="020B0803020202020204" pitchFamily="34" charset="0"/>
              </a:rPr>
              <a:t>25</a:t>
            </a:r>
            <a:r>
              <a:rPr kumimoji="0" lang="en-GB" sz="13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 Condensed Extra Bold" panose="020B0803020202020204" pitchFamily="34" charset="0"/>
                <a:ea typeface="+mn-ea"/>
                <a:cs typeface="+mn-cs"/>
              </a:rPr>
              <a:t> June 2026</a:t>
            </a:r>
          </a:p>
        </p:txBody>
      </p:sp>
    </p:spTree>
    <p:extLst>
      <p:ext uri="{BB962C8B-B14F-4D97-AF65-F5344CB8AC3E}">
        <p14:creationId xmlns:p14="http://schemas.microsoft.com/office/powerpoint/2010/main" val="8392105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5936B12-9758-1EC9-15FD-01B8A1488387}"/>
              </a:ext>
            </a:extLst>
          </p:cNvPr>
          <p:cNvSpPr txBox="1"/>
          <p:nvPr/>
        </p:nvSpPr>
        <p:spPr>
          <a:xfrm>
            <a:off x="1491703" y="1843950"/>
            <a:ext cx="9208593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 Condensed Extra Bold" panose="020B0803020202020204" pitchFamily="34" charset="0"/>
                <a:ea typeface="+mn-ea"/>
                <a:cs typeface="+mn-cs"/>
              </a:rPr>
              <a:t>Reading &amp; Writing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 Condensed Extra Bold" panose="020B0803020202020204" pitchFamily="34" charset="0"/>
                <a:ea typeface="+mn-ea"/>
                <a:cs typeface="+mn-cs"/>
              </a:rPr>
              <a:t>17:45 – </a:t>
            </a:r>
            <a:r>
              <a:rPr lang="en-GB" sz="10000">
                <a:solidFill>
                  <a:prstClr val="black"/>
                </a:solidFill>
                <a:latin typeface="Tw Cen MT Condensed Extra Bold" panose="020B0803020202020204" pitchFamily="34" charset="0"/>
              </a:rPr>
              <a:t>20</a:t>
            </a:r>
            <a:r>
              <a:rPr kumimoji="0" lang="en-GB" sz="10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 Condensed Extra Bold" panose="020B0803020202020204" pitchFamily="34" charset="0"/>
                <a:ea typeface="+mn-ea"/>
                <a:cs typeface="+mn-cs"/>
              </a:rPr>
              <a:t>:45</a:t>
            </a:r>
          </a:p>
        </p:txBody>
      </p:sp>
    </p:spTree>
    <p:extLst>
      <p:ext uri="{BB962C8B-B14F-4D97-AF65-F5344CB8AC3E}">
        <p14:creationId xmlns:p14="http://schemas.microsoft.com/office/powerpoint/2010/main" val="7485405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4F575D2-EA71-D65D-FFD7-0F836CC6BDA9}"/>
              </a:ext>
            </a:extLst>
          </p:cNvPr>
          <p:cNvSpPr txBox="1"/>
          <p:nvPr/>
        </p:nvSpPr>
        <p:spPr>
          <a:xfrm>
            <a:off x="2731958" y="767209"/>
            <a:ext cx="60935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3200">
                <a:hlinkClick r:id="rId2"/>
              </a:rPr>
              <a:t>Plus Int Letter of Enquiry.pptx</a:t>
            </a:r>
            <a:endParaRPr lang="en-GB" sz="32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501E7A0-247F-49DE-3E71-A53987259835}"/>
              </a:ext>
            </a:extLst>
          </p:cNvPr>
          <p:cNvSpPr txBox="1"/>
          <p:nvPr/>
        </p:nvSpPr>
        <p:spPr>
          <a:xfrm>
            <a:off x="2731958" y="1651629"/>
            <a:ext cx="609350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3200">
                <a:hlinkClick r:id="rId3"/>
              </a:rPr>
              <a:t>English Grammar In Use Unit 46 Have Something Done.pdf</a:t>
            </a:r>
            <a:endParaRPr lang="en-GB" sz="320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F807D55-C8F9-9EBD-37BC-20BD0A0D73E1}"/>
              </a:ext>
            </a:extLst>
          </p:cNvPr>
          <p:cNvSpPr txBox="1"/>
          <p:nvPr/>
        </p:nvSpPr>
        <p:spPr>
          <a:xfrm>
            <a:off x="2731958" y="3285557"/>
            <a:ext cx="609350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3200">
                <a:hlinkClick r:id="rId4"/>
              </a:rPr>
              <a:t>English Grammar In Use Unit 46 Have Something Done.pptx</a:t>
            </a:r>
            <a:endParaRPr lang="en-GB" sz="3200"/>
          </a:p>
        </p:txBody>
      </p:sp>
    </p:spTree>
    <p:extLst>
      <p:ext uri="{BB962C8B-B14F-4D97-AF65-F5344CB8AC3E}">
        <p14:creationId xmlns:p14="http://schemas.microsoft.com/office/powerpoint/2010/main" val="12275318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12F541-A036-F8F6-6BBD-2DABE12B7A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8F324D2-3045-5099-D0D5-C6744EF3B131}"/>
              </a:ext>
            </a:extLst>
          </p:cNvPr>
          <p:cNvSpPr/>
          <p:nvPr/>
        </p:nvSpPr>
        <p:spPr>
          <a:xfrm>
            <a:off x="7248368" y="1598599"/>
            <a:ext cx="4943632" cy="492258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2CC451F-2A8C-72DC-AC49-81148564E829}"/>
              </a:ext>
            </a:extLst>
          </p:cNvPr>
          <p:cNvSpPr/>
          <p:nvPr/>
        </p:nvSpPr>
        <p:spPr>
          <a:xfrm>
            <a:off x="4392119" y="1598600"/>
            <a:ext cx="2848130" cy="492258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1A0B302-B12F-B549-5185-86591BD5A27D}"/>
              </a:ext>
            </a:extLst>
          </p:cNvPr>
          <p:cNvSpPr/>
          <p:nvPr/>
        </p:nvSpPr>
        <p:spPr>
          <a:xfrm>
            <a:off x="0" y="1598600"/>
            <a:ext cx="4392119" cy="492258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5CD142-2CEC-F635-FF91-6AA774E5F7B0}"/>
              </a:ext>
            </a:extLst>
          </p:cNvPr>
          <p:cNvSpPr txBox="1"/>
          <p:nvPr/>
        </p:nvSpPr>
        <p:spPr>
          <a:xfrm>
            <a:off x="254834" y="0"/>
            <a:ext cx="69854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u="sng" dirty="0">
                <a:latin typeface="Tw Cen MT Condensed Extra Bold" panose="020B0803020202020204" pitchFamily="34" charset="0"/>
              </a:rPr>
              <a:t>Direct Question</a:t>
            </a:r>
            <a:r>
              <a:rPr lang="en-GB" sz="3600" dirty="0">
                <a:latin typeface="Tw Cen MT Condensed Extra Bold" panose="020B0803020202020204" pitchFamily="34" charset="0"/>
              </a:rPr>
              <a:t> </a:t>
            </a:r>
            <a:r>
              <a:rPr lang="en-GB" sz="3600" dirty="0">
                <a:solidFill>
                  <a:srgbClr val="7030A0"/>
                </a:solidFill>
                <a:latin typeface="Tw Cen MT Condensed Extra Bold" panose="020B0803020202020204" pitchFamily="34" charset="0"/>
              </a:rPr>
              <a:t>How</a:t>
            </a:r>
            <a:r>
              <a:rPr lang="en-GB" sz="3600" dirty="0">
                <a:latin typeface="Tw Cen MT Condensed Extra Bold" panose="020B0803020202020204" pitchFamily="34" charset="0"/>
              </a:rPr>
              <a:t> </a:t>
            </a:r>
            <a:r>
              <a:rPr lang="en-GB" sz="3600" dirty="0">
                <a:solidFill>
                  <a:srgbClr val="7030A0"/>
                </a:solidFill>
                <a:latin typeface="Tw Cen MT Condensed Extra Bold" panose="020B0803020202020204" pitchFamily="34" charset="0"/>
              </a:rPr>
              <a:t>big </a:t>
            </a:r>
            <a:r>
              <a:rPr lang="en-GB" sz="3600" dirty="0">
                <a:solidFill>
                  <a:srgbClr val="FF0000"/>
                </a:solidFill>
                <a:latin typeface="Tw Cen MT Condensed Extra Bold" panose="020B0803020202020204" pitchFamily="34" charset="0"/>
              </a:rPr>
              <a:t>is</a:t>
            </a:r>
            <a:r>
              <a:rPr lang="en-GB" sz="3600" dirty="0">
                <a:latin typeface="Tw Cen MT Condensed Extra Bold" panose="020B0803020202020204" pitchFamily="34" charset="0"/>
              </a:rPr>
              <a:t> </a:t>
            </a:r>
            <a:r>
              <a:rPr lang="en-GB" sz="3600" dirty="0">
                <a:solidFill>
                  <a:srgbClr val="0070C0"/>
                </a:solidFill>
                <a:latin typeface="Tw Cen MT Condensed Extra Bold" panose="020B0803020202020204" pitchFamily="34" charset="0"/>
              </a:rPr>
              <a:t>the screen</a:t>
            </a:r>
            <a:r>
              <a:rPr lang="en-GB" sz="3600" dirty="0">
                <a:latin typeface="Tw Cen MT Condensed Extra Bold" panose="020B0803020202020204" pitchFamily="34" charset="0"/>
              </a:rPr>
              <a:t>? </a:t>
            </a:r>
            <a:endParaRPr lang="en-GB" sz="3200" dirty="0">
              <a:latin typeface="Tw Cen MT Condensed Extra Bold" panose="020B0803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6B5A75A-DAB8-5355-B28D-E0675B2D297C}"/>
              </a:ext>
            </a:extLst>
          </p:cNvPr>
          <p:cNvSpPr txBox="1"/>
          <p:nvPr/>
        </p:nvSpPr>
        <p:spPr>
          <a:xfrm>
            <a:off x="143032" y="1598599"/>
            <a:ext cx="4249087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GB" sz="3600" u="sng" dirty="0">
              <a:latin typeface="Tw Cen MT Condensed Extra Bold" panose="020B0803020202020204" pitchFamily="34" charset="0"/>
            </a:endParaRPr>
          </a:p>
          <a:p>
            <a:r>
              <a:rPr lang="en-GB" sz="3600" u="sng" dirty="0">
                <a:latin typeface="Tw Cen MT Condensed Extra Bold" panose="020B0803020202020204" pitchFamily="34" charset="0"/>
              </a:rPr>
              <a:t>Expression of interest</a:t>
            </a:r>
          </a:p>
          <a:p>
            <a:r>
              <a:rPr lang="en-GB" sz="3600" dirty="0">
                <a:solidFill>
                  <a:srgbClr val="0070C0"/>
                </a:solidFill>
                <a:latin typeface="Tw Cen MT Condensed Extra Bold" panose="020B0803020202020204" pitchFamily="34" charset="0"/>
              </a:rPr>
              <a:t>I</a:t>
            </a:r>
            <a:r>
              <a:rPr lang="en-GB" sz="3600" dirty="0">
                <a:latin typeface="Tw Cen MT Condensed Extra Bold" panose="020B0803020202020204" pitchFamily="34" charset="0"/>
              </a:rPr>
              <a:t> </a:t>
            </a:r>
            <a:r>
              <a:rPr lang="en-GB" sz="3600" dirty="0">
                <a:solidFill>
                  <a:schemeClr val="accent2"/>
                </a:solidFill>
                <a:latin typeface="Tw Cen MT Condensed Extra Bold" panose="020B0803020202020204" pitchFamily="34" charset="0"/>
              </a:rPr>
              <a:t>would</a:t>
            </a:r>
            <a:r>
              <a:rPr lang="en-GB" sz="3600" dirty="0">
                <a:latin typeface="Tw Cen MT Condensed Extra Bold" panose="020B0803020202020204" pitchFamily="34" charset="0"/>
              </a:rPr>
              <a:t> </a:t>
            </a:r>
            <a:r>
              <a:rPr lang="en-GB" sz="3600" dirty="0">
                <a:solidFill>
                  <a:srgbClr val="FF0000"/>
                </a:solidFill>
                <a:latin typeface="Tw Cen MT Condensed Extra Bold" panose="020B0803020202020204" pitchFamily="34" charset="0"/>
              </a:rPr>
              <a:t>like</a:t>
            </a:r>
            <a:r>
              <a:rPr lang="en-GB" sz="3600" dirty="0">
                <a:latin typeface="Tw Cen MT Condensed Extra Bold" panose="020B0803020202020204" pitchFamily="34" charset="0"/>
              </a:rPr>
              <a:t> to know</a:t>
            </a:r>
          </a:p>
          <a:p>
            <a:r>
              <a:rPr lang="en-GB" sz="3600" dirty="0">
                <a:solidFill>
                  <a:schemeClr val="accent2"/>
                </a:solidFill>
                <a:latin typeface="Tw Cen MT Condensed Extra Bold" panose="020B0803020202020204" pitchFamily="34" charset="0"/>
              </a:rPr>
              <a:t>Could</a:t>
            </a:r>
            <a:r>
              <a:rPr lang="en-GB" sz="3600" dirty="0">
                <a:latin typeface="Tw Cen MT Condensed Extra Bold" panose="020B0803020202020204" pitchFamily="34" charset="0"/>
              </a:rPr>
              <a:t> </a:t>
            </a:r>
            <a:r>
              <a:rPr lang="en-GB" sz="3600" dirty="0">
                <a:solidFill>
                  <a:srgbClr val="0070C0"/>
                </a:solidFill>
                <a:latin typeface="Tw Cen MT Condensed Extra Bold" panose="020B0803020202020204" pitchFamily="34" charset="0"/>
              </a:rPr>
              <a:t>I</a:t>
            </a:r>
            <a:r>
              <a:rPr lang="en-GB" sz="3600" dirty="0">
                <a:latin typeface="Tw Cen MT Condensed Extra Bold" panose="020B0803020202020204" pitchFamily="34" charset="0"/>
              </a:rPr>
              <a:t> </a:t>
            </a:r>
            <a:r>
              <a:rPr lang="en-GB" sz="3600" dirty="0">
                <a:solidFill>
                  <a:srgbClr val="FF0000"/>
                </a:solidFill>
                <a:latin typeface="Tw Cen MT Condensed Extra Bold" panose="020B0803020202020204" pitchFamily="34" charset="0"/>
              </a:rPr>
              <a:t>ask</a:t>
            </a:r>
            <a:r>
              <a:rPr lang="en-GB" sz="3600" dirty="0">
                <a:latin typeface="Tw Cen MT Condensed Extra Bold" panose="020B0803020202020204" pitchFamily="34" charset="0"/>
              </a:rPr>
              <a:t>	</a:t>
            </a:r>
          </a:p>
          <a:p>
            <a:r>
              <a:rPr lang="en-GB" sz="3600" dirty="0">
                <a:solidFill>
                  <a:schemeClr val="accent2"/>
                </a:solidFill>
                <a:latin typeface="Tw Cen MT Condensed Extra Bold" panose="020B0803020202020204" pitchFamily="34" charset="0"/>
              </a:rPr>
              <a:t>May</a:t>
            </a:r>
            <a:r>
              <a:rPr lang="en-GB" sz="3600" dirty="0">
                <a:latin typeface="Tw Cen MT Condensed Extra Bold" panose="020B0803020202020204" pitchFamily="34" charset="0"/>
              </a:rPr>
              <a:t> </a:t>
            </a:r>
            <a:r>
              <a:rPr lang="en-GB" sz="3600" dirty="0">
                <a:solidFill>
                  <a:srgbClr val="0070C0"/>
                </a:solidFill>
                <a:latin typeface="Tw Cen MT Condensed Extra Bold" panose="020B0803020202020204" pitchFamily="34" charset="0"/>
              </a:rPr>
              <a:t>I</a:t>
            </a:r>
            <a:r>
              <a:rPr lang="en-GB" sz="3600" dirty="0">
                <a:latin typeface="Tw Cen MT Condensed Extra Bold" panose="020B0803020202020204" pitchFamily="34" charset="0"/>
              </a:rPr>
              <a:t> </a:t>
            </a:r>
            <a:r>
              <a:rPr lang="en-GB" sz="3600" dirty="0">
                <a:solidFill>
                  <a:srgbClr val="FF0000"/>
                </a:solidFill>
                <a:latin typeface="Tw Cen MT Condensed Extra Bold" panose="020B0803020202020204" pitchFamily="34" charset="0"/>
              </a:rPr>
              <a:t>ask</a:t>
            </a:r>
            <a:r>
              <a:rPr lang="en-GB" sz="3600" dirty="0">
                <a:latin typeface="Tw Cen MT Condensed Extra Bold" panose="020B0803020202020204" pitchFamily="34" charset="0"/>
              </a:rPr>
              <a:t>			</a:t>
            </a:r>
          </a:p>
          <a:p>
            <a:r>
              <a:rPr lang="en-GB" sz="3600" dirty="0">
                <a:solidFill>
                  <a:schemeClr val="accent2"/>
                </a:solidFill>
                <a:latin typeface="Tw Cen MT Condensed Extra Bold" panose="020B0803020202020204" pitchFamily="34" charset="0"/>
              </a:rPr>
              <a:t>Could</a:t>
            </a:r>
            <a:r>
              <a:rPr lang="en-GB" sz="3600" dirty="0">
                <a:latin typeface="Tw Cen MT Condensed Extra Bold" panose="020B0803020202020204" pitchFamily="34" charset="0"/>
              </a:rPr>
              <a:t> </a:t>
            </a:r>
            <a:r>
              <a:rPr lang="en-GB" sz="3600" dirty="0">
                <a:solidFill>
                  <a:srgbClr val="0070C0"/>
                </a:solidFill>
                <a:latin typeface="Tw Cen MT Condensed Extra Bold" panose="020B0803020202020204" pitchFamily="34" charset="0"/>
              </a:rPr>
              <a:t>you </a:t>
            </a:r>
            <a:r>
              <a:rPr lang="en-GB" sz="3600" dirty="0">
                <a:solidFill>
                  <a:srgbClr val="FF0000"/>
                </a:solidFill>
                <a:latin typeface="Tw Cen MT Condensed Extra Bold" panose="020B0803020202020204" pitchFamily="34" charset="0"/>
              </a:rPr>
              <a:t>tell</a:t>
            </a:r>
            <a:r>
              <a:rPr lang="en-GB" sz="3600" dirty="0">
                <a:latin typeface="Tw Cen MT Condensed Extra Bold" panose="020B0803020202020204" pitchFamily="34" charset="0"/>
              </a:rPr>
              <a:t> me</a:t>
            </a:r>
          </a:p>
          <a:p>
            <a:r>
              <a:rPr lang="en-GB" sz="3600" dirty="0">
                <a:latin typeface="Tw Cen MT Condensed Extra Bold" panose="020B0803020202020204" pitchFamily="34" charset="0"/>
              </a:rPr>
              <a:t>Please </a:t>
            </a:r>
            <a:r>
              <a:rPr lang="en-GB" sz="3600" dirty="0">
                <a:solidFill>
                  <a:srgbClr val="FF0000"/>
                </a:solidFill>
                <a:latin typeface="Tw Cen MT Condensed Extra Bold" panose="020B0803020202020204" pitchFamily="34" charset="0"/>
              </a:rPr>
              <a:t>tell</a:t>
            </a:r>
            <a:r>
              <a:rPr lang="en-GB" sz="3600" dirty="0">
                <a:latin typeface="Tw Cen MT Condensed Extra Bold" panose="020B0803020202020204" pitchFamily="34" charset="0"/>
              </a:rPr>
              <a:t> me</a:t>
            </a:r>
          </a:p>
          <a:p>
            <a:r>
              <a:rPr lang="en-GB" sz="3600" dirty="0">
                <a:latin typeface="Tw Cen MT Condensed Extra Bold" panose="020B0803020202020204" pitchFamily="34" charset="0"/>
              </a:rPr>
              <a:t>… I would like to ask	</a:t>
            </a:r>
            <a:endParaRPr lang="en-GB" sz="36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26015E8-EA59-760B-81DB-18FC77C9CF0C}"/>
              </a:ext>
            </a:extLst>
          </p:cNvPr>
          <p:cNvSpPr txBox="1"/>
          <p:nvPr/>
        </p:nvSpPr>
        <p:spPr>
          <a:xfrm>
            <a:off x="271077" y="874249"/>
            <a:ext cx="313794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3600" u="sng" dirty="0">
                <a:latin typeface="Tw Cen MT Condensed Extra Bold" panose="020B0803020202020204" pitchFamily="34" charset="0"/>
              </a:rPr>
              <a:t>Indirect Question</a:t>
            </a:r>
            <a:r>
              <a:rPr lang="en-GB" sz="3600" dirty="0">
                <a:latin typeface="Tw Cen MT Condensed Extra Bold" panose="020B0803020202020204" pitchFamily="34" charset="0"/>
              </a:rPr>
              <a:t> </a:t>
            </a:r>
            <a:endParaRPr lang="en-GB" sz="36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E5BC5D2-9CCB-F330-2B7B-5A0D592FC83F}"/>
              </a:ext>
            </a:extLst>
          </p:cNvPr>
          <p:cNvSpPr txBox="1"/>
          <p:nvPr/>
        </p:nvSpPr>
        <p:spPr>
          <a:xfrm>
            <a:off x="4384000" y="1623232"/>
            <a:ext cx="279941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3600" u="sng" dirty="0">
                <a:latin typeface="Tw Cen MT Condensed Extra Bold" panose="020B0803020202020204" pitchFamily="34" charset="0"/>
              </a:rPr>
              <a:t>Question Word</a:t>
            </a:r>
          </a:p>
          <a:p>
            <a:pPr algn="ctr"/>
            <a:r>
              <a:rPr lang="en-GB" sz="3600" u="sng" dirty="0">
                <a:latin typeface="Tw Cen MT Condensed Extra Bold" panose="020B0803020202020204" pitchFamily="34" charset="0"/>
              </a:rPr>
              <a:t>If/Whether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106EC64-77D0-D63A-66FD-C9A6073DC571}"/>
              </a:ext>
            </a:extLst>
          </p:cNvPr>
          <p:cNvSpPr txBox="1"/>
          <p:nvPr/>
        </p:nvSpPr>
        <p:spPr>
          <a:xfrm>
            <a:off x="9471288" y="1890587"/>
            <a:ext cx="97498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3600" u="sng" dirty="0">
                <a:latin typeface="Tw Cen MT Condensed Extra Bold" panose="020B0803020202020204" pitchFamily="34" charset="0"/>
              </a:rPr>
              <a:t>. . 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95333CD-5F19-69A9-A457-2EF3A4664F56}"/>
              </a:ext>
            </a:extLst>
          </p:cNvPr>
          <p:cNvSpPr txBox="1"/>
          <p:nvPr/>
        </p:nvSpPr>
        <p:spPr>
          <a:xfrm>
            <a:off x="4841823" y="2678454"/>
            <a:ext cx="2143593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3600" dirty="0">
                <a:latin typeface="Tw Cen MT Condensed Extra Bold" panose="020B0803020202020204" pitchFamily="34" charset="0"/>
              </a:rPr>
              <a:t>how big</a:t>
            </a:r>
          </a:p>
          <a:p>
            <a:pPr algn="ctr"/>
            <a:r>
              <a:rPr lang="en-GB" sz="3600" dirty="0">
                <a:latin typeface="Tw Cen MT Condensed Extra Bold" panose="020B0803020202020204" pitchFamily="34" charset="0"/>
              </a:rPr>
              <a:t>if</a:t>
            </a:r>
          </a:p>
          <a:p>
            <a:pPr algn="ctr"/>
            <a:r>
              <a:rPr lang="en-GB" sz="3600" dirty="0">
                <a:latin typeface="Tw Cen MT Condensed Extra Bold" panose="020B0803020202020204" pitchFamily="34" charset="0"/>
              </a:rPr>
              <a:t>what</a:t>
            </a:r>
          </a:p>
          <a:p>
            <a:pPr algn="ctr"/>
            <a:r>
              <a:rPr lang="en-GB" sz="3600" dirty="0">
                <a:latin typeface="Tw Cen MT Condensed Extra Bold" panose="020B0803020202020204" pitchFamily="34" charset="0"/>
              </a:rPr>
              <a:t>how long</a:t>
            </a:r>
          </a:p>
          <a:p>
            <a:pPr algn="ctr"/>
            <a:r>
              <a:rPr lang="en-GB" sz="3600" dirty="0">
                <a:latin typeface="Tw Cen MT Condensed Extra Bold" panose="020B0803020202020204" pitchFamily="34" charset="0"/>
              </a:rPr>
              <a:t>whether</a:t>
            </a:r>
          </a:p>
          <a:p>
            <a:pPr algn="ctr"/>
            <a:r>
              <a:rPr lang="en-GB" sz="3600" dirty="0">
                <a:latin typeface="Tw Cen MT Condensed Extra Bold" panose="020B0803020202020204" pitchFamily="34" charset="0"/>
              </a:rPr>
              <a:t>if</a:t>
            </a:r>
            <a:endParaRPr lang="en-GB" sz="36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D08F76B-2F9D-D70A-E4AC-125C144B44D6}"/>
              </a:ext>
            </a:extLst>
          </p:cNvPr>
          <p:cNvSpPr txBox="1"/>
          <p:nvPr/>
        </p:nvSpPr>
        <p:spPr>
          <a:xfrm>
            <a:off x="8642143" y="2678454"/>
            <a:ext cx="263327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3600" dirty="0">
                <a:solidFill>
                  <a:srgbClr val="0070C0"/>
                </a:solidFill>
                <a:latin typeface="Tw Cen MT Condensed Extra Bold" panose="020B0803020202020204" pitchFamily="34" charset="0"/>
              </a:rPr>
              <a:t>the screen</a:t>
            </a:r>
            <a:r>
              <a:rPr lang="en-GB" sz="3600" dirty="0">
                <a:latin typeface="Tw Cen MT Condensed Extra Bold" panose="020B0803020202020204" pitchFamily="34" charset="0"/>
              </a:rPr>
              <a:t> </a:t>
            </a:r>
            <a:r>
              <a:rPr lang="en-GB" sz="3600" dirty="0">
                <a:solidFill>
                  <a:srgbClr val="FF0000"/>
                </a:solidFill>
                <a:latin typeface="Tw Cen MT Condensed Extra Bold" panose="020B0803020202020204" pitchFamily="34" charset="0"/>
              </a:rPr>
              <a:t>is</a:t>
            </a:r>
            <a:r>
              <a:rPr lang="en-GB" sz="3600" dirty="0">
                <a:latin typeface="Tw Cen MT Condensed Extra Bold" panose="020B0803020202020204" pitchFamily="34" charset="0"/>
              </a:rPr>
              <a:t>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8A35DFB-1E1F-0E4D-7C38-8AFB81B1E031}"/>
              </a:ext>
            </a:extLst>
          </p:cNvPr>
          <p:cNvSpPr txBox="1"/>
          <p:nvPr/>
        </p:nvSpPr>
        <p:spPr>
          <a:xfrm>
            <a:off x="7475098" y="3322627"/>
            <a:ext cx="457387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dirty="0">
                <a:solidFill>
                  <a:srgbClr val="0070C0"/>
                </a:solidFill>
                <a:latin typeface="Tw Cen MT Condensed Extra Bold" panose="020B0803020202020204" pitchFamily="34" charset="0"/>
              </a:rPr>
              <a:t>delivery</a:t>
            </a:r>
            <a:r>
              <a:rPr lang="en-GB" sz="2800" dirty="0">
                <a:latin typeface="Tw Cen MT Condensed Extra Bold" panose="020B0803020202020204" pitchFamily="34" charset="0"/>
              </a:rPr>
              <a:t> </a:t>
            </a:r>
            <a:r>
              <a:rPr lang="en-GB" sz="2800" dirty="0">
                <a:solidFill>
                  <a:srgbClr val="FF0000"/>
                </a:solidFill>
                <a:latin typeface="Tw Cen MT Condensed Extra Bold" panose="020B0803020202020204" pitchFamily="34" charset="0"/>
              </a:rPr>
              <a:t>is</a:t>
            </a:r>
            <a:r>
              <a:rPr lang="en-GB" sz="2800" dirty="0">
                <a:latin typeface="Tw Cen MT Condensed Extra Bold" panose="020B0803020202020204" pitchFamily="34" charset="0"/>
              </a:rPr>
              <a:t> included in the price?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8700712-A487-9B97-A8B3-6E7FB22D88B4}"/>
              </a:ext>
            </a:extLst>
          </p:cNvPr>
          <p:cNvSpPr txBox="1"/>
          <p:nvPr/>
        </p:nvSpPr>
        <p:spPr>
          <a:xfrm>
            <a:off x="7503829" y="3817227"/>
            <a:ext cx="441709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3600" dirty="0">
                <a:solidFill>
                  <a:srgbClr val="0070C0"/>
                </a:solidFill>
                <a:latin typeface="Tw Cen MT Condensed Extra Bold" panose="020B0803020202020204" pitchFamily="34" charset="0"/>
              </a:rPr>
              <a:t>the storage capacity</a:t>
            </a:r>
            <a:r>
              <a:rPr lang="en-GB" sz="3600" dirty="0">
                <a:latin typeface="Tw Cen MT Condensed Extra Bold" panose="020B0803020202020204" pitchFamily="34" charset="0"/>
              </a:rPr>
              <a:t> </a:t>
            </a:r>
            <a:r>
              <a:rPr lang="en-GB" sz="3600" dirty="0">
                <a:solidFill>
                  <a:srgbClr val="FF0000"/>
                </a:solidFill>
                <a:latin typeface="Tw Cen MT Condensed Extra Bold" panose="020B0803020202020204" pitchFamily="34" charset="0"/>
              </a:rPr>
              <a:t>is</a:t>
            </a:r>
            <a:r>
              <a:rPr lang="en-GB" sz="3600" dirty="0">
                <a:latin typeface="Tw Cen MT Condensed Extra Bold" panose="020B0803020202020204" pitchFamily="34" charset="0"/>
              </a:rPr>
              <a:t>?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7C16563-8890-EFE4-A868-F4EE174671C9}"/>
              </a:ext>
            </a:extLst>
          </p:cNvPr>
          <p:cNvSpPr txBox="1"/>
          <p:nvPr/>
        </p:nvSpPr>
        <p:spPr>
          <a:xfrm>
            <a:off x="7435120" y="4311827"/>
            <a:ext cx="251834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3600" dirty="0">
                <a:solidFill>
                  <a:srgbClr val="0070C0"/>
                </a:solidFill>
                <a:latin typeface="Tw Cen MT Condensed Extra Bold" panose="020B0803020202020204" pitchFamily="34" charset="0"/>
              </a:rPr>
              <a:t>the video</a:t>
            </a:r>
            <a:r>
              <a:rPr lang="en-GB" sz="3600" dirty="0">
                <a:latin typeface="Tw Cen MT Condensed Extra Bold" panose="020B0803020202020204" pitchFamily="34" charset="0"/>
              </a:rPr>
              <a:t> </a:t>
            </a:r>
            <a:r>
              <a:rPr lang="en-GB" sz="3600" dirty="0">
                <a:solidFill>
                  <a:srgbClr val="FF0000"/>
                </a:solidFill>
                <a:latin typeface="Tw Cen MT Condensed Extra Bold" panose="020B0803020202020204" pitchFamily="34" charset="0"/>
              </a:rPr>
              <a:t>is</a:t>
            </a:r>
            <a:r>
              <a:rPr lang="en-GB" sz="3600" dirty="0">
                <a:latin typeface="Tw Cen MT Condensed Extra Bold" panose="020B0803020202020204" pitchFamily="34" charset="0"/>
              </a:rPr>
              <a:t>?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D229C26-7DD2-6CC6-7E40-8E00ECD80E1E}"/>
              </a:ext>
            </a:extLst>
          </p:cNvPr>
          <p:cNvSpPr txBox="1"/>
          <p:nvPr/>
        </p:nvSpPr>
        <p:spPr>
          <a:xfrm>
            <a:off x="7427001" y="4958158"/>
            <a:ext cx="457387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dirty="0">
                <a:solidFill>
                  <a:srgbClr val="0070C0"/>
                </a:solidFill>
                <a:latin typeface="Tw Cen MT Condensed Extra Bold" panose="020B0803020202020204" pitchFamily="34" charset="0"/>
              </a:rPr>
              <a:t>the case </a:t>
            </a:r>
            <a:r>
              <a:rPr lang="en-GB" sz="2800" dirty="0">
                <a:solidFill>
                  <a:srgbClr val="FF0000"/>
                </a:solidFill>
                <a:latin typeface="Tw Cen MT Condensed Extra Bold" panose="020B0803020202020204" pitchFamily="34" charset="0"/>
              </a:rPr>
              <a:t>is included</a:t>
            </a:r>
            <a:r>
              <a:rPr lang="en-GB" sz="2800" dirty="0">
                <a:latin typeface="Tw Cen MT Condensed Extra Bold" panose="020B0803020202020204" pitchFamily="34" charset="0"/>
              </a:rPr>
              <a:t> in the price.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43CEB8F-C0AA-0625-129E-B1989D686B0B}"/>
              </a:ext>
            </a:extLst>
          </p:cNvPr>
          <p:cNvSpPr txBox="1"/>
          <p:nvPr/>
        </p:nvSpPr>
        <p:spPr>
          <a:xfrm>
            <a:off x="7435120" y="5478061"/>
            <a:ext cx="457387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dirty="0">
                <a:latin typeface="Tw Cen MT Condensed Extra Bold" panose="020B0803020202020204" pitchFamily="34" charset="0"/>
              </a:rPr>
              <a:t>it  is possible to connect the camera with any photo printer.</a:t>
            </a:r>
          </a:p>
        </p:txBody>
      </p:sp>
    </p:spTree>
    <p:extLst>
      <p:ext uri="{BB962C8B-B14F-4D97-AF65-F5344CB8AC3E}">
        <p14:creationId xmlns:p14="http://schemas.microsoft.com/office/powerpoint/2010/main" val="5278975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B499146-E6DB-C053-E88B-05D10EF5D2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3291680-9B74-8648-9B46-823E54DA941C}"/>
              </a:ext>
            </a:extLst>
          </p:cNvPr>
          <p:cNvSpPr txBox="1"/>
          <p:nvPr/>
        </p:nvSpPr>
        <p:spPr>
          <a:xfrm>
            <a:off x="361695" y="1382286"/>
            <a:ext cx="11468610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3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 Condensed Extra Bold" panose="020B0803020202020204" pitchFamily="34" charset="0"/>
                <a:ea typeface="+mn-ea"/>
                <a:cs typeface="+mn-cs"/>
              </a:rPr>
              <a:t>Check-out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3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 Condensed Extra Bold" panose="020B0803020202020204" pitchFamily="34" charset="0"/>
                <a:ea typeface="+mn-ea"/>
                <a:cs typeface="+mn-cs"/>
              </a:rPr>
              <a:t>Thu </a:t>
            </a:r>
            <a:r>
              <a:rPr lang="en-GB" sz="13000">
                <a:solidFill>
                  <a:prstClr val="white"/>
                </a:solidFill>
                <a:latin typeface="Tw Cen MT Condensed Extra Bold" panose="020B0803020202020204" pitchFamily="34" charset="0"/>
              </a:rPr>
              <a:t>25</a:t>
            </a:r>
            <a:r>
              <a:rPr kumimoji="0" lang="en-GB" sz="13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 Condensed Extra Bold" panose="020B0803020202020204" pitchFamily="34" charset="0"/>
                <a:ea typeface="+mn-ea"/>
                <a:cs typeface="+mn-cs"/>
              </a:rPr>
              <a:t> June 2026</a:t>
            </a:r>
          </a:p>
        </p:txBody>
      </p:sp>
    </p:spTree>
    <p:extLst>
      <p:ext uri="{BB962C8B-B14F-4D97-AF65-F5344CB8AC3E}">
        <p14:creationId xmlns:p14="http://schemas.microsoft.com/office/powerpoint/2010/main" val="2874563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B94FD2A-1929-FEEE-784F-BFF8C139022B}"/>
              </a:ext>
            </a:extLst>
          </p:cNvPr>
          <p:cNvSpPr txBox="1"/>
          <p:nvPr/>
        </p:nvSpPr>
        <p:spPr>
          <a:xfrm>
            <a:off x="1427747" y="677200"/>
            <a:ext cx="9031705" cy="50278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3200"/>
              </a:lnSpc>
            </a:pPr>
            <a:r>
              <a:rPr lang="en-GB" sz="3200" dirty="0">
                <a:solidFill>
                  <a:prstClr val="black"/>
                </a:solidFill>
              </a:rPr>
              <a:t>Using </a:t>
            </a:r>
            <a:r>
              <a:rPr lang="en-GB" sz="3200" dirty="0">
                <a:hlinkClick r:id="rId2"/>
              </a:rPr>
              <a:t>Plus Int Letter of Enquiry.pptx</a:t>
            </a:r>
            <a:r>
              <a:rPr lang="en-GB" sz="3200" dirty="0">
                <a:solidFill>
                  <a:prstClr val="black"/>
                </a:solidFill>
              </a:rPr>
              <a:t>, we</a:t>
            </a:r>
          </a:p>
          <a:p>
            <a:pPr marL="457200" indent="-457200">
              <a:lnSpc>
                <a:spcPts val="3200"/>
              </a:lnSpc>
              <a:buFont typeface="Arial" panose="020B0604020202020204" pitchFamily="34" charset="0"/>
              <a:buChar char="•"/>
            </a:pPr>
            <a:r>
              <a:rPr lang="en-GB" sz="3200" dirty="0">
                <a:solidFill>
                  <a:prstClr val="black"/>
                </a:solidFill>
              </a:rPr>
              <a:t>learnt how to write a letter asking for information, and</a:t>
            </a:r>
          </a:p>
          <a:p>
            <a:pPr>
              <a:lnSpc>
                <a:spcPts val="3200"/>
              </a:lnSpc>
            </a:pPr>
            <a:r>
              <a:rPr lang="en-GB" sz="3200" dirty="0">
                <a:solidFill>
                  <a:prstClr val="black"/>
                </a:solidFill>
              </a:rPr>
              <a:t>ask indirect questions.</a:t>
            </a:r>
          </a:p>
          <a:p>
            <a:pPr>
              <a:lnSpc>
                <a:spcPts val="3200"/>
              </a:lnSpc>
            </a:pPr>
            <a:r>
              <a:rPr lang="en-GB" sz="3200" dirty="0"/>
              <a:t>Using </a:t>
            </a:r>
            <a:r>
              <a:rPr lang="en-GB" sz="3200" dirty="0">
                <a:hlinkClick r:id="rId3"/>
              </a:rPr>
              <a:t>English Grammar In Use Unit 46 Have Something Done.</a:t>
            </a:r>
            <a:r>
              <a:rPr lang="en-GB" sz="3200">
                <a:hlinkClick r:id="rId3"/>
              </a:rPr>
              <a:t>pptx</a:t>
            </a:r>
            <a:r>
              <a:rPr lang="en-GB" sz="3200"/>
              <a:t> slides 1-9</a:t>
            </a:r>
            <a:r>
              <a:rPr lang="en-GB" sz="3200">
                <a:solidFill>
                  <a:prstClr val="black"/>
                </a:solidFill>
              </a:rPr>
              <a:t>, </a:t>
            </a:r>
            <a:r>
              <a:rPr lang="en-GB" sz="3200" dirty="0">
                <a:solidFill>
                  <a:prstClr val="black"/>
                </a:solidFill>
              </a:rPr>
              <a:t>we</a:t>
            </a:r>
            <a:endParaRPr lang="en-GB" sz="3200" dirty="0"/>
          </a:p>
          <a:p>
            <a:pPr marL="457200" indent="-457200">
              <a:lnSpc>
                <a:spcPts val="3200"/>
              </a:lnSpc>
              <a:buFont typeface="Arial" panose="020B0604020202020204" pitchFamily="34" charset="0"/>
              <a:buChar char="•"/>
            </a:pPr>
            <a:r>
              <a:rPr lang="en-GB" sz="3200" dirty="0"/>
              <a:t>practiced have/get something done.</a:t>
            </a:r>
          </a:p>
          <a:p>
            <a:pPr>
              <a:lnSpc>
                <a:spcPts val="3200"/>
              </a:lnSpc>
            </a:pPr>
            <a:r>
              <a:rPr lang="en-GB" sz="3200" u="sng" dirty="0"/>
              <a:t>Homework</a:t>
            </a:r>
          </a:p>
          <a:p>
            <a:pPr>
              <a:lnSpc>
                <a:spcPts val="3200"/>
              </a:lnSpc>
            </a:pPr>
            <a:r>
              <a:rPr lang="en-GB" sz="3200" dirty="0">
                <a:hlinkClick r:id="rId4"/>
              </a:rPr>
              <a:t>indirect questions</a:t>
            </a:r>
            <a:r>
              <a:rPr lang="en-GB" sz="3200" dirty="0"/>
              <a:t> Ex 3. Write as an email rather than a letter. The email address is: </a:t>
            </a:r>
            <a:r>
              <a:rPr lang="en-GB" sz="3200" dirty="0">
                <a:hlinkClick r:id="rId5"/>
              </a:rPr>
              <a:t>weselltravelbags.co.uk</a:t>
            </a:r>
            <a:r>
              <a:rPr lang="en-GB" sz="3200" dirty="0"/>
              <a:t>.</a:t>
            </a:r>
          </a:p>
          <a:p>
            <a:pPr>
              <a:lnSpc>
                <a:spcPts val="3200"/>
              </a:lnSpc>
            </a:pPr>
            <a:r>
              <a:rPr lang="en-GB" sz="3200" dirty="0"/>
              <a:t>See the next slide.</a:t>
            </a:r>
          </a:p>
        </p:txBody>
      </p:sp>
    </p:spTree>
    <p:extLst>
      <p:ext uri="{BB962C8B-B14F-4D97-AF65-F5344CB8AC3E}">
        <p14:creationId xmlns:p14="http://schemas.microsoft.com/office/powerpoint/2010/main" val="1752872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62C59FD-BE75-585D-CE31-FB2A575F55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546" y="0"/>
            <a:ext cx="11824907" cy="5947029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076F03FE-BFEE-1EBB-E88F-1037E35A97BA}"/>
              </a:ext>
            </a:extLst>
          </p:cNvPr>
          <p:cNvSpPr/>
          <p:nvPr/>
        </p:nvSpPr>
        <p:spPr>
          <a:xfrm>
            <a:off x="4892843" y="4711787"/>
            <a:ext cx="5053262" cy="914400"/>
          </a:xfrm>
          <a:prstGeom prst="rect">
            <a:avLst/>
          </a:prstGeom>
          <a:solidFill>
            <a:srgbClr val="FECE2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3200" spc="-100" dirty="0">
                <a:solidFill>
                  <a:schemeClr val="tx1"/>
                </a:solidFill>
              </a:rPr>
              <a:t>Email: </a:t>
            </a:r>
            <a:r>
              <a:rPr lang="en-GB" sz="3200" spc="-100" dirty="0">
                <a:solidFill>
                  <a:srgbClr val="0070C0"/>
                </a:solidFill>
              </a:rPr>
              <a:t>weselltravelbags.co.uk</a:t>
            </a:r>
          </a:p>
          <a:p>
            <a:r>
              <a:rPr lang="en-GB" sz="3200" spc="-100" dirty="0">
                <a:solidFill>
                  <a:schemeClr val="tx1"/>
                </a:solidFill>
              </a:rPr>
              <a:t>For further information.</a:t>
            </a:r>
          </a:p>
        </p:txBody>
      </p:sp>
    </p:spTree>
    <p:extLst>
      <p:ext uri="{BB962C8B-B14F-4D97-AF65-F5344CB8AC3E}">
        <p14:creationId xmlns:p14="http://schemas.microsoft.com/office/powerpoint/2010/main" val="38798139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794325352E032448D621CCF83E7CDF4" ma:contentTypeVersion="7" ma:contentTypeDescription="Create a new document." ma:contentTypeScope="" ma:versionID="ba3f5d81746a1d17f477876d09e42da9">
  <xsd:schema xmlns:xsd="http://www.w3.org/2001/XMLSchema" xmlns:xs="http://www.w3.org/2001/XMLSchema" xmlns:p="http://schemas.microsoft.com/office/2006/metadata/properties" xmlns:ns2="31635c7e-3a11-4128-b6ca-f17fd774e46d" targetNamespace="http://schemas.microsoft.com/office/2006/metadata/properties" ma:root="true" ma:fieldsID="53fdc2f79366fcea6d46fcbf154b677f" ns2:_="">
    <xsd:import namespace="31635c7e-3a11-4128-b6ca-f17fd774e46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1635c7e-3a11-4128-b6ca-f17fd774e46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B01CFA3-3E8A-4D05-9818-F3F2F8F5966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A9EF695A-810C-4DF6-9092-DBCA44B70F3E}">
  <ds:schemaRefs>
    <ds:schemaRef ds:uri="http://purl.org/dc/dcmitype/"/>
    <ds:schemaRef ds:uri="http://purl.org/dc/elements/1.1/"/>
    <ds:schemaRef ds:uri="http://www.w3.org/XML/1998/namespace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31635c7e-3a11-4128-b6ca-f17fd774e46d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DE15E162-C624-45EF-9992-7A7B0F6EBD6D}">
  <ds:schemaRefs>
    <ds:schemaRef ds:uri="31635c7e-3a11-4128-b6ca-f17fd774e46d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</TotalTime>
  <Words>241</Words>
  <Application>Microsoft Office PowerPoint</Application>
  <PresentationFormat>Widescreen</PresentationFormat>
  <Paragraphs>45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Aptos</vt:lpstr>
      <vt:lpstr>Aptos Display</vt:lpstr>
      <vt:lpstr>Arial</vt:lpstr>
      <vt:lpstr>Tw Cen MT Condensed Extra Bold</vt:lpstr>
      <vt:lpstr>office theme</vt:lpstr>
      <vt:lpstr>1_office theme</vt:lpstr>
      <vt:lpstr>16) ESCC1P16 2025-2026 Thu 25 June 2026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Andrew Patterson</cp:lastModifiedBy>
  <cp:revision>1</cp:revision>
  <dcterms:created xsi:type="dcterms:W3CDTF">2026-06-24T15:38:00Z</dcterms:created>
  <dcterms:modified xsi:type="dcterms:W3CDTF">2026-06-25T19:54:23Z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0x0101006794325352E032448D621CCF83E7CDF4</vt:lpwstr>
  </property>
</Properties>
</file>