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76" r:id="rId18"/>
    <p:sldId id="277" r:id="rId19"/>
    <p:sldId id="278" r:id="rId20"/>
    <p:sldId id="269" r:id="rId21"/>
    <p:sldId id="270" r:id="rId22"/>
    <p:sldId id="271" r:id="rId23"/>
    <p:sldId id="272" r:id="rId24"/>
    <p:sldId id="273" r:id="rId25"/>
    <p:sldId id="274" r:id="rId26"/>
    <p:sldId id="275" r:id="rId27"/>
    <p:sldId id="279" r:id="rId28"/>
    <p:sldId id="280" r:id="rId29"/>
    <p:sldId id="281" r:id="rId30"/>
    <p:sldId id="282" r:id="rId31"/>
    <p:sldId id="284" r:id="rId32"/>
    <p:sldId id="285" r:id="rId33"/>
    <p:sldId id="286" r:id="rId34"/>
    <p:sldId id="287" r:id="rId35"/>
    <p:sldId id="288" r:id="rId36"/>
    <p:sldId id="289" r:id="rId37"/>
    <p:sldId id="290" r:id="rId38"/>
    <p:sldId id="291" r:id="rId39"/>
    <p:sldId id="283" r:id="rId40"/>
    <p:sldId id="292" r:id="rId41"/>
    <p:sldId id="293" r:id="rId42"/>
    <p:sldId id="294" r:id="rId43"/>
    <p:sldId id="295" r:id="rId4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4" d="100"/>
          <a:sy n="64" d="100"/>
        </p:scale>
        <p:origin x="774" y="84"/>
      </p:cViewPr>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6c8ffccf-7c1b-4173-8b93-861005bd5f70" providerId="ADAL" clId="{340A04FB-801D-4D33-9372-268FA29A2369}"/>
    <pc:docChg chg="undo custSel addSld modSld">
      <pc:chgData name="Andrew Patterson" userId="6c8ffccf-7c1b-4173-8b93-861005bd5f70" providerId="ADAL" clId="{340A04FB-801D-4D33-9372-268FA29A2369}" dt="2026-05-07T19:22:05.198" v="2048" actId="20577"/>
      <pc:docMkLst>
        <pc:docMk/>
      </pc:docMkLst>
      <pc:sldChg chg="modSp mod">
        <pc:chgData name="Andrew Patterson" userId="6c8ffccf-7c1b-4173-8b93-861005bd5f70" providerId="ADAL" clId="{340A04FB-801D-4D33-9372-268FA29A2369}" dt="2026-04-30T14:31:56.160" v="22" actId="20577"/>
        <pc:sldMkLst>
          <pc:docMk/>
          <pc:sldMk cId="109857222" sldId="256"/>
        </pc:sldMkLst>
        <pc:spChg chg="mod">
          <ac:chgData name="Andrew Patterson" userId="6c8ffccf-7c1b-4173-8b93-861005bd5f70" providerId="ADAL" clId="{340A04FB-801D-4D33-9372-268FA29A2369}" dt="2026-04-30T14:31:56.160" v="22" actId="20577"/>
          <ac:spMkLst>
            <pc:docMk/>
            <pc:sldMk cId="109857222" sldId="256"/>
            <ac:spMk id="2" creationId="{00000000-0000-0000-0000-000000000000}"/>
          </ac:spMkLst>
        </pc:spChg>
      </pc:sldChg>
      <pc:sldChg chg="addSp delSp modSp new mod">
        <pc:chgData name="Andrew Patterson" userId="6c8ffccf-7c1b-4173-8b93-861005bd5f70" providerId="ADAL" clId="{340A04FB-801D-4D33-9372-268FA29A2369}" dt="2026-04-30T14:44:59.450" v="97" actId="1076"/>
        <pc:sldMkLst>
          <pc:docMk/>
          <pc:sldMk cId="2704728833" sldId="257"/>
        </pc:sldMkLst>
        <pc:spChg chg="add mod">
          <ac:chgData name="Andrew Patterson" userId="6c8ffccf-7c1b-4173-8b93-861005bd5f70" providerId="ADAL" clId="{340A04FB-801D-4D33-9372-268FA29A2369}" dt="2026-04-30T14:44:59.450" v="97" actId="1076"/>
          <ac:spMkLst>
            <pc:docMk/>
            <pc:sldMk cId="2704728833" sldId="257"/>
            <ac:spMk id="5" creationId="{ECE85881-3902-58BB-10D0-F7D0C992B7AB}"/>
          </ac:spMkLst>
        </pc:spChg>
      </pc:sldChg>
      <pc:sldChg chg="addSp delSp modSp new mod setBg modAnim">
        <pc:chgData name="Andrew Patterson" userId="6c8ffccf-7c1b-4173-8b93-861005bd5f70" providerId="ADAL" clId="{340A04FB-801D-4D33-9372-268FA29A2369}" dt="2026-05-07T17:39:34.778" v="1938" actId="20577"/>
        <pc:sldMkLst>
          <pc:docMk/>
          <pc:sldMk cId="3017684201" sldId="258"/>
        </pc:sldMkLst>
        <pc:spChg chg="mod">
          <ac:chgData name="Andrew Patterson" userId="6c8ffccf-7c1b-4173-8b93-861005bd5f70" providerId="ADAL" clId="{340A04FB-801D-4D33-9372-268FA29A2369}" dt="2026-04-30T15:13:10.005" v="255" actId="962"/>
          <ac:spMkLst>
            <pc:docMk/>
            <pc:sldMk cId="3017684201" sldId="258"/>
            <ac:spMk id="23" creationId="{269099C8-6E65-C81C-E969-403A9251403C}"/>
          </ac:spMkLst>
        </pc:spChg>
        <pc:spChg chg="add mod">
          <ac:chgData name="Andrew Patterson" userId="6c8ffccf-7c1b-4173-8b93-861005bd5f70" providerId="ADAL" clId="{340A04FB-801D-4D33-9372-268FA29A2369}" dt="2026-05-07T17:39:34.778" v="1938" actId="20577"/>
          <ac:spMkLst>
            <pc:docMk/>
            <pc:sldMk cId="3017684201" sldId="258"/>
            <ac:spMk id="25" creationId="{5ED8CD3D-E1EA-1531-DEDD-01E3170310F5}"/>
          </ac:spMkLst>
        </pc:spChg>
        <pc:graphicFrameChg chg="add mod modGraphic">
          <ac:chgData name="Andrew Patterson" userId="6c8ffccf-7c1b-4173-8b93-861005bd5f70" providerId="ADAL" clId="{340A04FB-801D-4D33-9372-268FA29A2369}" dt="2026-04-30T15:13:30.009" v="257" actId="27116"/>
          <ac:graphicFrameMkLst>
            <pc:docMk/>
            <pc:sldMk cId="3017684201" sldId="258"/>
            <ac:graphicFrameMk id="7" creationId="{1185AAA5-EBEA-5750-F0D1-9662DEF8669A}"/>
          </ac:graphicFrameMkLst>
        </pc:graphicFrameChg>
        <pc:graphicFrameChg chg="add mod modGraphic">
          <ac:chgData name="Andrew Patterson" userId="6c8ffccf-7c1b-4173-8b93-861005bd5f70" providerId="ADAL" clId="{340A04FB-801D-4D33-9372-268FA29A2369}" dt="2026-04-30T15:13:33.106" v="258" actId="27116"/>
          <ac:graphicFrameMkLst>
            <pc:docMk/>
            <pc:sldMk cId="3017684201" sldId="258"/>
            <ac:graphicFrameMk id="9" creationId="{E6307449-C36A-FA0B-5722-293E448899BD}"/>
          </ac:graphicFrameMkLst>
        </pc:graphicFrameChg>
        <pc:graphicFrameChg chg="add mod modGraphic">
          <ac:chgData name="Andrew Patterson" userId="6c8ffccf-7c1b-4173-8b93-861005bd5f70" providerId="ADAL" clId="{340A04FB-801D-4D33-9372-268FA29A2369}" dt="2026-04-30T15:13:36.456" v="259" actId="27116"/>
          <ac:graphicFrameMkLst>
            <pc:docMk/>
            <pc:sldMk cId="3017684201" sldId="258"/>
            <ac:graphicFrameMk id="11" creationId="{FCFDEA77-E6CB-FE4A-9D86-2D3DB4B4F681}"/>
          </ac:graphicFrameMkLst>
        </pc:graphicFrameChg>
        <pc:graphicFrameChg chg="add mod modGraphic">
          <ac:chgData name="Andrew Patterson" userId="6c8ffccf-7c1b-4173-8b93-861005bd5f70" providerId="ADAL" clId="{340A04FB-801D-4D33-9372-268FA29A2369}" dt="2026-04-30T15:13:40.791" v="260" actId="27116"/>
          <ac:graphicFrameMkLst>
            <pc:docMk/>
            <pc:sldMk cId="3017684201" sldId="258"/>
            <ac:graphicFrameMk id="13" creationId="{E406FF64-74D2-462E-73B0-8EA1B0A37B22}"/>
          </ac:graphicFrameMkLst>
        </pc:graphicFrameChg>
        <pc:graphicFrameChg chg="add mod modGraphic">
          <ac:chgData name="Andrew Patterson" userId="6c8ffccf-7c1b-4173-8b93-861005bd5f70" providerId="ADAL" clId="{340A04FB-801D-4D33-9372-268FA29A2369}" dt="2026-04-30T15:13:46.839" v="261" actId="27116"/>
          <ac:graphicFrameMkLst>
            <pc:docMk/>
            <pc:sldMk cId="3017684201" sldId="258"/>
            <ac:graphicFrameMk id="15" creationId="{AB775D88-55FD-DDA3-8F5C-BA8A83E56013}"/>
          </ac:graphicFrameMkLst>
        </pc:graphicFrameChg>
        <pc:graphicFrameChg chg="add mod modGraphic">
          <ac:chgData name="Andrew Patterson" userId="6c8ffccf-7c1b-4173-8b93-861005bd5f70" providerId="ADAL" clId="{340A04FB-801D-4D33-9372-268FA29A2369}" dt="2026-04-30T15:13:50.319" v="262" actId="27116"/>
          <ac:graphicFrameMkLst>
            <pc:docMk/>
            <pc:sldMk cId="3017684201" sldId="258"/>
            <ac:graphicFrameMk id="17" creationId="{677F1A6B-33B9-E5F5-B22C-902567BA196C}"/>
          </ac:graphicFrameMkLst>
        </pc:graphicFrameChg>
        <pc:graphicFrameChg chg="add mod modGraphic">
          <ac:chgData name="Andrew Patterson" userId="6c8ffccf-7c1b-4173-8b93-861005bd5f70" providerId="ADAL" clId="{340A04FB-801D-4D33-9372-268FA29A2369}" dt="2026-04-30T15:13:53.693" v="263" actId="27116"/>
          <ac:graphicFrameMkLst>
            <pc:docMk/>
            <pc:sldMk cId="3017684201" sldId="258"/>
            <ac:graphicFrameMk id="19" creationId="{AD4C00FB-C9D4-B4F8-3F3C-3E1F80643D21}"/>
          </ac:graphicFrameMkLst>
        </pc:graphicFrameChg>
        <pc:graphicFrameChg chg="add mod modGraphic">
          <ac:chgData name="Andrew Patterson" userId="6c8ffccf-7c1b-4173-8b93-861005bd5f70" providerId="ADAL" clId="{340A04FB-801D-4D33-9372-268FA29A2369}" dt="2026-04-30T15:13:57.166" v="264" actId="27116"/>
          <ac:graphicFrameMkLst>
            <pc:docMk/>
            <pc:sldMk cId="3017684201" sldId="258"/>
            <ac:graphicFrameMk id="27" creationId="{CD60055F-8065-E810-906D-EC0BA8B46AA5}"/>
          </ac:graphicFrameMkLst>
        </pc:graphicFrameChg>
        <pc:picChg chg="add mod">
          <ac:chgData name="Andrew Patterson" userId="6c8ffccf-7c1b-4173-8b93-861005bd5f70" providerId="ADAL" clId="{340A04FB-801D-4D33-9372-268FA29A2369}" dt="2026-04-30T15:11:52.004" v="249" actId="1076"/>
          <ac:picMkLst>
            <pc:docMk/>
            <pc:sldMk cId="3017684201" sldId="258"/>
            <ac:picMk id="3" creationId="{0B70A696-52D9-1667-3012-15CF00BE3419}"/>
          </ac:picMkLst>
        </pc:picChg>
      </pc:sldChg>
      <pc:sldChg chg="addSp modSp new mod modShow">
        <pc:chgData name="Andrew Patterson" userId="6c8ffccf-7c1b-4173-8b93-861005bd5f70" providerId="ADAL" clId="{340A04FB-801D-4D33-9372-268FA29A2369}" dt="2026-04-30T15:40:59.028" v="535" actId="729"/>
        <pc:sldMkLst>
          <pc:docMk/>
          <pc:sldMk cId="3926288899" sldId="259"/>
        </pc:sldMkLst>
        <pc:picChg chg="add mod">
          <ac:chgData name="Andrew Patterson" userId="6c8ffccf-7c1b-4173-8b93-861005bd5f70" providerId="ADAL" clId="{340A04FB-801D-4D33-9372-268FA29A2369}" dt="2026-04-30T14:40:06.685" v="56" actId="14100"/>
          <ac:picMkLst>
            <pc:docMk/>
            <pc:sldMk cId="3926288899" sldId="259"/>
            <ac:picMk id="3" creationId="{8B4EAFBA-CDF9-7819-7CDD-CF9DD32CBC64}"/>
          </ac:picMkLst>
        </pc:picChg>
      </pc:sldChg>
      <pc:sldChg chg="addSp modSp new mod modShow">
        <pc:chgData name="Andrew Patterson" userId="6c8ffccf-7c1b-4173-8b93-861005bd5f70" providerId="ADAL" clId="{340A04FB-801D-4D33-9372-268FA29A2369}" dt="2026-04-30T15:40:59.028" v="535" actId="729"/>
        <pc:sldMkLst>
          <pc:docMk/>
          <pc:sldMk cId="1794335496" sldId="260"/>
        </pc:sldMkLst>
        <pc:picChg chg="add mod">
          <ac:chgData name="Andrew Patterson" userId="6c8ffccf-7c1b-4173-8b93-861005bd5f70" providerId="ADAL" clId="{340A04FB-801D-4D33-9372-268FA29A2369}" dt="2026-04-30T14:39:59.893" v="55" actId="14100"/>
          <ac:picMkLst>
            <pc:docMk/>
            <pc:sldMk cId="1794335496" sldId="260"/>
            <ac:picMk id="3" creationId="{D5FC14BC-60B8-A893-3422-C3E129271D38}"/>
          </ac:picMkLst>
        </pc:picChg>
      </pc:sldChg>
      <pc:sldChg chg="addSp modSp new mod modShow">
        <pc:chgData name="Andrew Patterson" userId="6c8ffccf-7c1b-4173-8b93-861005bd5f70" providerId="ADAL" clId="{340A04FB-801D-4D33-9372-268FA29A2369}" dt="2026-04-30T15:40:59.028" v="535" actId="729"/>
        <pc:sldMkLst>
          <pc:docMk/>
          <pc:sldMk cId="1176328338" sldId="261"/>
        </pc:sldMkLst>
        <pc:picChg chg="add mod">
          <ac:chgData name="Andrew Patterson" userId="6c8ffccf-7c1b-4173-8b93-861005bd5f70" providerId="ADAL" clId="{340A04FB-801D-4D33-9372-268FA29A2369}" dt="2026-04-30T14:40:38.732" v="62" actId="14100"/>
          <ac:picMkLst>
            <pc:docMk/>
            <pc:sldMk cId="1176328338" sldId="261"/>
            <ac:picMk id="3" creationId="{0BF214BE-0C1A-BC83-F2AF-2F85C0FD7598}"/>
          </ac:picMkLst>
        </pc:picChg>
      </pc:sldChg>
      <pc:sldChg chg="addSp modSp new mod modShow">
        <pc:chgData name="Andrew Patterson" userId="6c8ffccf-7c1b-4173-8b93-861005bd5f70" providerId="ADAL" clId="{340A04FB-801D-4D33-9372-268FA29A2369}" dt="2026-04-30T15:40:59.028" v="535" actId="729"/>
        <pc:sldMkLst>
          <pc:docMk/>
          <pc:sldMk cId="1585674337" sldId="262"/>
        </pc:sldMkLst>
        <pc:picChg chg="add mod">
          <ac:chgData name="Andrew Patterson" userId="6c8ffccf-7c1b-4173-8b93-861005bd5f70" providerId="ADAL" clId="{340A04FB-801D-4D33-9372-268FA29A2369}" dt="2026-04-30T14:41:12.048" v="67" actId="14100"/>
          <ac:picMkLst>
            <pc:docMk/>
            <pc:sldMk cId="1585674337" sldId="262"/>
            <ac:picMk id="3" creationId="{FC49914B-2AB9-50C1-98E3-63B68CCCD8D4}"/>
          </ac:picMkLst>
        </pc:picChg>
      </pc:sldChg>
      <pc:sldChg chg="addSp modSp new mod modShow">
        <pc:chgData name="Andrew Patterson" userId="6c8ffccf-7c1b-4173-8b93-861005bd5f70" providerId="ADAL" clId="{340A04FB-801D-4D33-9372-268FA29A2369}" dt="2026-04-30T15:40:59.028" v="535" actId="729"/>
        <pc:sldMkLst>
          <pc:docMk/>
          <pc:sldMk cId="980774226" sldId="263"/>
        </pc:sldMkLst>
        <pc:picChg chg="add mod">
          <ac:chgData name="Andrew Patterson" userId="6c8ffccf-7c1b-4173-8b93-861005bd5f70" providerId="ADAL" clId="{340A04FB-801D-4D33-9372-268FA29A2369}" dt="2026-04-30T14:42:38.317" v="79" actId="14100"/>
          <ac:picMkLst>
            <pc:docMk/>
            <pc:sldMk cId="980774226" sldId="263"/>
            <ac:picMk id="3" creationId="{88D84965-441B-78A6-E1CA-8DD64D618DEB}"/>
          </ac:picMkLst>
        </pc:picChg>
      </pc:sldChg>
      <pc:sldChg chg="addSp modSp new mod modShow">
        <pc:chgData name="Andrew Patterson" userId="6c8ffccf-7c1b-4173-8b93-861005bd5f70" providerId="ADAL" clId="{340A04FB-801D-4D33-9372-268FA29A2369}" dt="2026-04-30T15:40:59.028" v="535" actId="729"/>
        <pc:sldMkLst>
          <pc:docMk/>
          <pc:sldMk cId="1307583125" sldId="264"/>
        </pc:sldMkLst>
        <pc:picChg chg="add mod">
          <ac:chgData name="Andrew Patterson" userId="6c8ffccf-7c1b-4173-8b93-861005bd5f70" providerId="ADAL" clId="{340A04FB-801D-4D33-9372-268FA29A2369}" dt="2026-04-30T14:42:03.104" v="73" actId="14100"/>
          <ac:picMkLst>
            <pc:docMk/>
            <pc:sldMk cId="1307583125" sldId="264"/>
            <ac:picMk id="3" creationId="{A40BF7F6-E65E-910A-CE05-781415797CC7}"/>
          </ac:picMkLst>
        </pc:picChg>
      </pc:sldChg>
      <pc:sldChg chg="addSp modSp new mod modShow">
        <pc:chgData name="Andrew Patterson" userId="6c8ffccf-7c1b-4173-8b93-861005bd5f70" providerId="ADAL" clId="{340A04FB-801D-4D33-9372-268FA29A2369}" dt="2026-04-30T15:40:59.028" v="535" actId="729"/>
        <pc:sldMkLst>
          <pc:docMk/>
          <pc:sldMk cId="384208783" sldId="265"/>
        </pc:sldMkLst>
        <pc:picChg chg="add mod">
          <ac:chgData name="Andrew Patterson" userId="6c8ffccf-7c1b-4173-8b93-861005bd5f70" providerId="ADAL" clId="{340A04FB-801D-4D33-9372-268FA29A2369}" dt="2026-04-30T14:43:23.481" v="91" actId="14100"/>
          <ac:picMkLst>
            <pc:docMk/>
            <pc:sldMk cId="384208783" sldId="265"/>
            <ac:picMk id="3" creationId="{64B03E37-E56F-5A4C-CF12-7BD3A247C913}"/>
          </ac:picMkLst>
        </pc:picChg>
      </pc:sldChg>
      <pc:sldChg chg="addSp modSp new mod modShow">
        <pc:chgData name="Andrew Patterson" userId="6c8ffccf-7c1b-4173-8b93-861005bd5f70" providerId="ADAL" clId="{340A04FB-801D-4D33-9372-268FA29A2369}" dt="2026-04-30T15:40:59.028" v="535" actId="729"/>
        <pc:sldMkLst>
          <pc:docMk/>
          <pc:sldMk cId="657526898" sldId="266"/>
        </pc:sldMkLst>
        <pc:picChg chg="add mod">
          <ac:chgData name="Andrew Patterson" userId="6c8ffccf-7c1b-4173-8b93-861005bd5f70" providerId="ADAL" clId="{340A04FB-801D-4D33-9372-268FA29A2369}" dt="2026-04-30T15:10:52.887" v="243" actId="14100"/>
          <ac:picMkLst>
            <pc:docMk/>
            <pc:sldMk cId="657526898" sldId="266"/>
            <ac:picMk id="3" creationId="{B1121B38-62F1-A3AB-95CD-AB48287DFA8B}"/>
          </ac:picMkLst>
        </pc:picChg>
      </pc:sldChg>
      <pc:sldChg chg="addSp modSp new mod">
        <pc:chgData name="Andrew Patterson" userId="6c8ffccf-7c1b-4173-8b93-861005bd5f70" providerId="ADAL" clId="{340A04FB-801D-4D33-9372-268FA29A2369}" dt="2026-04-30T15:16:32.421" v="280" actId="1076"/>
        <pc:sldMkLst>
          <pc:docMk/>
          <pc:sldMk cId="890143236" sldId="267"/>
        </pc:sldMkLst>
        <pc:spChg chg="add mod">
          <ac:chgData name="Andrew Patterson" userId="6c8ffccf-7c1b-4173-8b93-861005bd5f70" providerId="ADAL" clId="{340A04FB-801D-4D33-9372-268FA29A2369}" dt="2026-04-30T15:16:32.421" v="280" actId="1076"/>
          <ac:spMkLst>
            <pc:docMk/>
            <pc:sldMk cId="890143236" sldId="267"/>
            <ac:spMk id="3" creationId="{F7F0D0FA-ABD4-34F2-69F8-B15D9C057E1A}"/>
          </ac:spMkLst>
        </pc:spChg>
      </pc:sldChg>
      <pc:sldChg chg="addSp modSp new mod modAnim">
        <pc:chgData name="Andrew Patterson" userId="6c8ffccf-7c1b-4173-8b93-861005bd5f70" providerId="ADAL" clId="{340A04FB-801D-4D33-9372-268FA29A2369}" dt="2026-05-01T14:03:40.025" v="1225" actId="1076"/>
        <pc:sldMkLst>
          <pc:docMk/>
          <pc:sldMk cId="691578296" sldId="268"/>
        </pc:sldMkLst>
        <pc:spChg chg="add mod">
          <ac:chgData name="Andrew Patterson" userId="6c8ffccf-7c1b-4173-8b93-861005bd5f70" providerId="ADAL" clId="{340A04FB-801D-4D33-9372-268FA29A2369}" dt="2026-05-01T14:03:40.025" v="1225" actId="1076"/>
          <ac:spMkLst>
            <pc:docMk/>
            <pc:sldMk cId="691578296" sldId="268"/>
            <ac:spMk id="2" creationId="{CD36FE9E-0E67-D261-AA1E-69038A9F7001}"/>
          </ac:spMkLst>
        </pc:spChg>
        <pc:spChg chg="add mod">
          <ac:chgData name="Andrew Patterson" userId="6c8ffccf-7c1b-4173-8b93-861005bd5f70" providerId="ADAL" clId="{340A04FB-801D-4D33-9372-268FA29A2369}" dt="2026-04-30T15:41:58.328" v="540" actId="1076"/>
          <ac:spMkLst>
            <pc:docMk/>
            <pc:sldMk cId="691578296" sldId="268"/>
            <ac:spMk id="18" creationId="{106D6949-D103-0D2E-4E48-69ED1912FD2C}"/>
          </ac:spMkLst>
        </pc:spChg>
        <pc:spChg chg="add mod">
          <ac:chgData name="Andrew Patterson" userId="6c8ffccf-7c1b-4173-8b93-861005bd5f70" providerId="ADAL" clId="{340A04FB-801D-4D33-9372-268FA29A2369}" dt="2026-04-30T15:43:33.062" v="558" actId="1038"/>
          <ac:spMkLst>
            <pc:docMk/>
            <pc:sldMk cId="691578296" sldId="268"/>
            <ac:spMk id="19" creationId="{08C38D17-7630-1D8B-2CC6-38FCDF5AD395}"/>
          </ac:spMkLst>
        </pc:spChg>
        <pc:spChg chg="add mod">
          <ac:chgData name="Andrew Patterson" userId="6c8ffccf-7c1b-4173-8b93-861005bd5f70" providerId="ADAL" clId="{340A04FB-801D-4D33-9372-268FA29A2369}" dt="2026-04-30T15:44:02.435" v="568" actId="1038"/>
          <ac:spMkLst>
            <pc:docMk/>
            <pc:sldMk cId="691578296" sldId="268"/>
            <ac:spMk id="20" creationId="{87F3F003-DD22-B7FB-FB69-6A2B17B2C157}"/>
          </ac:spMkLst>
        </pc:spChg>
        <pc:graphicFrameChg chg="add mod modGraphic">
          <ac:chgData name="Andrew Patterson" userId="6c8ffccf-7c1b-4173-8b93-861005bd5f70" providerId="ADAL" clId="{340A04FB-801D-4D33-9372-268FA29A2369}" dt="2026-04-30T15:30:46.525" v="497" actId="27116"/>
          <ac:graphicFrameMkLst>
            <pc:docMk/>
            <pc:sldMk cId="691578296" sldId="268"/>
            <ac:graphicFrameMk id="5" creationId="{7515439E-7847-4987-02A4-7C5A311F7D8B}"/>
          </ac:graphicFrameMkLst>
        </pc:graphicFrameChg>
        <pc:graphicFrameChg chg="add mod modGraphic">
          <ac:chgData name="Andrew Patterson" userId="6c8ffccf-7c1b-4173-8b93-861005bd5f70" providerId="ADAL" clId="{340A04FB-801D-4D33-9372-268FA29A2369}" dt="2026-04-30T15:30:48.716" v="498" actId="27116"/>
          <ac:graphicFrameMkLst>
            <pc:docMk/>
            <pc:sldMk cId="691578296" sldId="268"/>
            <ac:graphicFrameMk id="7" creationId="{A74618F0-8265-DBA4-CE56-C583BAE1E146}"/>
          </ac:graphicFrameMkLst>
        </pc:graphicFrameChg>
        <pc:graphicFrameChg chg="add mod modGraphic">
          <ac:chgData name="Andrew Patterson" userId="6c8ffccf-7c1b-4173-8b93-861005bd5f70" providerId="ADAL" clId="{340A04FB-801D-4D33-9372-268FA29A2369}" dt="2026-04-30T15:30:51.530" v="499" actId="27116"/>
          <ac:graphicFrameMkLst>
            <pc:docMk/>
            <pc:sldMk cId="691578296" sldId="268"/>
            <ac:graphicFrameMk id="9" creationId="{F698DFB3-AE05-999A-9857-FDD5C360ECA2}"/>
          </ac:graphicFrameMkLst>
        </pc:graphicFrameChg>
        <pc:graphicFrameChg chg="add mod modGraphic">
          <ac:chgData name="Andrew Patterson" userId="6c8ffccf-7c1b-4173-8b93-861005bd5f70" providerId="ADAL" clId="{340A04FB-801D-4D33-9372-268FA29A2369}" dt="2026-04-30T15:30:54.118" v="500" actId="27116"/>
          <ac:graphicFrameMkLst>
            <pc:docMk/>
            <pc:sldMk cId="691578296" sldId="268"/>
            <ac:graphicFrameMk id="11" creationId="{E675E07D-5EF1-D627-2492-D78D1F0279AB}"/>
          </ac:graphicFrameMkLst>
        </pc:graphicFrameChg>
        <pc:graphicFrameChg chg="add mod modGraphic">
          <ac:chgData name="Andrew Patterson" userId="6c8ffccf-7c1b-4173-8b93-861005bd5f70" providerId="ADAL" clId="{340A04FB-801D-4D33-9372-268FA29A2369}" dt="2026-04-30T15:30:57.016" v="501" actId="27116"/>
          <ac:graphicFrameMkLst>
            <pc:docMk/>
            <pc:sldMk cId="691578296" sldId="268"/>
            <ac:graphicFrameMk id="13" creationId="{23713238-4046-0F8C-8C93-EB10BAC1D3D4}"/>
          </ac:graphicFrameMkLst>
        </pc:graphicFrameChg>
        <pc:graphicFrameChg chg="add mod modGraphic">
          <ac:chgData name="Andrew Patterson" userId="6c8ffccf-7c1b-4173-8b93-861005bd5f70" providerId="ADAL" clId="{340A04FB-801D-4D33-9372-268FA29A2369}" dt="2026-04-30T15:30:59.788" v="502" actId="27116"/>
          <ac:graphicFrameMkLst>
            <pc:docMk/>
            <pc:sldMk cId="691578296" sldId="268"/>
            <ac:graphicFrameMk id="15" creationId="{D504C884-A047-9018-E49D-33ECDB5FBB54}"/>
          </ac:graphicFrameMkLst>
        </pc:graphicFrameChg>
        <pc:picChg chg="add mod">
          <ac:chgData name="Andrew Patterson" userId="6c8ffccf-7c1b-4173-8b93-861005bd5f70" providerId="ADAL" clId="{340A04FB-801D-4D33-9372-268FA29A2369}" dt="2026-04-30T15:30:38.122" v="496" actId="1076"/>
          <ac:picMkLst>
            <pc:docMk/>
            <pc:sldMk cId="691578296" sldId="268"/>
            <ac:picMk id="3" creationId="{82514C45-C61A-8D90-B184-B3C9721E919A}"/>
          </ac:picMkLst>
        </pc:picChg>
        <pc:picChg chg="add mod">
          <ac:chgData name="Andrew Patterson" userId="6c8ffccf-7c1b-4173-8b93-861005bd5f70" providerId="ADAL" clId="{340A04FB-801D-4D33-9372-268FA29A2369}" dt="2026-04-30T15:33:54.794" v="506" actId="1076"/>
          <ac:picMkLst>
            <pc:docMk/>
            <pc:sldMk cId="691578296" sldId="268"/>
            <ac:picMk id="17" creationId="{C77A9620-9E52-90F7-5205-AE562F02DC3D}"/>
          </ac:picMkLst>
        </pc:picChg>
      </pc:sldChg>
      <pc:sldChg chg="addSp modSp new mod modShow">
        <pc:chgData name="Andrew Patterson" userId="6c8ffccf-7c1b-4173-8b93-861005bd5f70" providerId="ADAL" clId="{340A04FB-801D-4D33-9372-268FA29A2369}" dt="2026-04-30T15:34:20.556" v="507" actId="729"/>
        <pc:sldMkLst>
          <pc:docMk/>
          <pc:sldMk cId="2513287870" sldId="269"/>
        </pc:sldMkLst>
        <pc:spChg chg="add mod">
          <ac:chgData name="Andrew Patterson" userId="6c8ffccf-7c1b-4173-8b93-861005bd5f70" providerId="ADAL" clId="{340A04FB-801D-4D33-9372-268FA29A2369}" dt="2026-04-30T15:19:28.653" v="315" actId="1076"/>
          <ac:spMkLst>
            <pc:docMk/>
            <pc:sldMk cId="2513287870" sldId="269"/>
            <ac:spMk id="3" creationId="{02B51F93-FEFD-7871-E430-E4B4F280E223}"/>
          </ac:spMkLst>
        </pc:spChg>
      </pc:sldChg>
      <pc:sldChg chg="addSp modSp new mod modShow">
        <pc:chgData name="Andrew Patterson" userId="6c8ffccf-7c1b-4173-8b93-861005bd5f70" providerId="ADAL" clId="{340A04FB-801D-4D33-9372-268FA29A2369}" dt="2026-05-07T17:59:33.879" v="1942" actId="13926"/>
        <pc:sldMkLst>
          <pc:docMk/>
          <pc:sldMk cId="1284936337" sldId="270"/>
        </pc:sldMkLst>
        <pc:spChg chg="add mod">
          <ac:chgData name="Andrew Patterson" userId="6c8ffccf-7c1b-4173-8b93-861005bd5f70" providerId="ADAL" clId="{340A04FB-801D-4D33-9372-268FA29A2369}" dt="2026-05-07T17:59:33.879" v="1942" actId="13926"/>
          <ac:spMkLst>
            <pc:docMk/>
            <pc:sldMk cId="1284936337" sldId="270"/>
            <ac:spMk id="3" creationId="{080CA525-2310-1594-D739-32C36792B9ED}"/>
          </ac:spMkLst>
        </pc:spChg>
      </pc:sldChg>
      <pc:sldChg chg="addSp modSp new mod modShow">
        <pc:chgData name="Andrew Patterson" userId="6c8ffccf-7c1b-4173-8b93-861005bd5f70" providerId="ADAL" clId="{340A04FB-801D-4D33-9372-268FA29A2369}" dt="2026-05-07T17:46:25.838" v="1940" actId="20577"/>
        <pc:sldMkLst>
          <pc:docMk/>
          <pc:sldMk cId="761542007" sldId="271"/>
        </pc:sldMkLst>
        <pc:spChg chg="add mod">
          <ac:chgData name="Andrew Patterson" userId="6c8ffccf-7c1b-4173-8b93-861005bd5f70" providerId="ADAL" clId="{340A04FB-801D-4D33-9372-268FA29A2369}" dt="2026-05-07T17:46:25.838" v="1940" actId="20577"/>
          <ac:spMkLst>
            <pc:docMk/>
            <pc:sldMk cId="761542007" sldId="271"/>
            <ac:spMk id="3" creationId="{627348E5-2F5D-48B1-FE40-7D12973B1132}"/>
          </ac:spMkLst>
        </pc:spChg>
      </pc:sldChg>
      <pc:sldChg chg="addSp modSp new mod modShow">
        <pc:chgData name="Andrew Patterson" userId="6c8ffccf-7c1b-4173-8b93-861005bd5f70" providerId="ADAL" clId="{340A04FB-801D-4D33-9372-268FA29A2369}" dt="2026-05-07T17:47:39.111" v="1941" actId="20577"/>
        <pc:sldMkLst>
          <pc:docMk/>
          <pc:sldMk cId="1896877154" sldId="272"/>
        </pc:sldMkLst>
        <pc:spChg chg="add mod">
          <ac:chgData name="Andrew Patterson" userId="6c8ffccf-7c1b-4173-8b93-861005bd5f70" providerId="ADAL" clId="{340A04FB-801D-4D33-9372-268FA29A2369}" dt="2026-05-07T17:47:39.111" v="1941" actId="20577"/>
          <ac:spMkLst>
            <pc:docMk/>
            <pc:sldMk cId="1896877154" sldId="272"/>
            <ac:spMk id="3" creationId="{7E52C62C-0323-B010-8BBE-B10E99DADBD4}"/>
          </ac:spMkLst>
        </pc:spChg>
      </pc:sldChg>
      <pc:sldChg chg="addSp modSp new mod modShow">
        <pc:chgData name="Andrew Patterson" userId="6c8ffccf-7c1b-4173-8b93-861005bd5f70" providerId="ADAL" clId="{340A04FB-801D-4D33-9372-268FA29A2369}" dt="2026-04-30T15:34:20.556" v="507" actId="729"/>
        <pc:sldMkLst>
          <pc:docMk/>
          <pc:sldMk cId="3777529344" sldId="273"/>
        </pc:sldMkLst>
        <pc:spChg chg="add mod">
          <ac:chgData name="Andrew Patterson" userId="6c8ffccf-7c1b-4173-8b93-861005bd5f70" providerId="ADAL" clId="{340A04FB-801D-4D33-9372-268FA29A2369}" dt="2026-04-30T15:26:23.952" v="433" actId="1076"/>
          <ac:spMkLst>
            <pc:docMk/>
            <pc:sldMk cId="3777529344" sldId="273"/>
            <ac:spMk id="3" creationId="{ABD030A2-4A81-BCA6-C499-8C28CAD04E96}"/>
          </ac:spMkLst>
        </pc:spChg>
      </pc:sldChg>
      <pc:sldChg chg="addSp modSp new mod modShow">
        <pc:chgData name="Andrew Patterson" userId="6c8ffccf-7c1b-4173-8b93-861005bd5f70" providerId="ADAL" clId="{340A04FB-801D-4D33-9372-268FA29A2369}" dt="2026-04-30T15:34:20.556" v="507" actId="729"/>
        <pc:sldMkLst>
          <pc:docMk/>
          <pc:sldMk cId="3025174401" sldId="274"/>
        </pc:sldMkLst>
        <pc:spChg chg="add mod">
          <ac:chgData name="Andrew Patterson" userId="6c8ffccf-7c1b-4173-8b93-861005bd5f70" providerId="ADAL" clId="{340A04FB-801D-4D33-9372-268FA29A2369}" dt="2026-04-30T15:28:28.616" v="472" actId="1076"/>
          <ac:spMkLst>
            <pc:docMk/>
            <pc:sldMk cId="3025174401" sldId="274"/>
            <ac:spMk id="3" creationId="{75217FDD-851C-F199-853D-7730E87FE45E}"/>
          </ac:spMkLst>
        </pc:spChg>
      </pc:sldChg>
      <pc:sldChg chg="addSp delSp modSp new mod setBg modAnim">
        <pc:chgData name="Andrew Patterson" userId="6c8ffccf-7c1b-4173-8b93-861005bd5f70" providerId="ADAL" clId="{340A04FB-801D-4D33-9372-268FA29A2369}" dt="2026-05-07T15:34:34.883" v="1929" actId="1076"/>
        <pc:sldMkLst>
          <pc:docMk/>
          <pc:sldMk cId="3257774003" sldId="275"/>
        </pc:sldMkLst>
        <pc:spChg chg="add mod">
          <ac:chgData name="Andrew Patterson" userId="6c8ffccf-7c1b-4173-8b93-861005bd5f70" providerId="ADAL" clId="{340A04FB-801D-4D33-9372-268FA29A2369}" dt="2026-05-01T14:01:25.949" v="1193" actId="1076"/>
          <ac:spMkLst>
            <pc:docMk/>
            <pc:sldMk cId="3257774003" sldId="275"/>
            <ac:spMk id="12" creationId="{3B22F17F-005B-02D4-9A88-8B0FD6E8A5FC}"/>
          </ac:spMkLst>
        </pc:spChg>
        <pc:spChg chg="add mod">
          <ac:chgData name="Andrew Patterson" userId="6c8ffccf-7c1b-4173-8b93-861005bd5f70" providerId="ADAL" clId="{340A04FB-801D-4D33-9372-268FA29A2369}" dt="2026-05-01T14:01:34.411" v="1195" actId="1076"/>
          <ac:spMkLst>
            <pc:docMk/>
            <pc:sldMk cId="3257774003" sldId="275"/>
            <ac:spMk id="13" creationId="{EDF1922D-662C-3627-E6A8-C2597F799719}"/>
          </ac:spMkLst>
        </pc:spChg>
        <pc:spChg chg="add mod">
          <ac:chgData name="Andrew Patterson" userId="6c8ffccf-7c1b-4173-8b93-861005bd5f70" providerId="ADAL" clId="{340A04FB-801D-4D33-9372-268FA29A2369}" dt="2026-05-07T15:34:34.883" v="1929" actId="1076"/>
          <ac:spMkLst>
            <pc:docMk/>
            <pc:sldMk cId="3257774003" sldId="275"/>
            <ac:spMk id="14" creationId="{CE5DB5CC-3763-992E-BECB-9E9237249F37}"/>
          </ac:spMkLst>
        </pc:spChg>
        <pc:graphicFrameChg chg="add mod modGraphic">
          <ac:chgData name="Andrew Patterson" userId="6c8ffccf-7c1b-4173-8b93-861005bd5f70" providerId="ADAL" clId="{340A04FB-801D-4D33-9372-268FA29A2369}" dt="2026-05-01T13:53:12.642" v="1076" actId="27116"/>
          <ac:graphicFrameMkLst>
            <pc:docMk/>
            <pc:sldMk cId="3257774003" sldId="275"/>
            <ac:graphicFrameMk id="4" creationId="{82A0E62F-142D-9D78-9D22-29F2F98DB266}"/>
          </ac:graphicFrameMkLst>
        </pc:graphicFrameChg>
        <pc:graphicFrameChg chg="add mod modGraphic">
          <ac:chgData name="Andrew Patterson" userId="6c8ffccf-7c1b-4173-8b93-861005bd5f70" providerId="ADAL" clId="{340A04FB-801D-4D33-9372-268FA29A2369}" dt="2026-05-01T14:01:00.168" v="1188" actId="1076"/>
          <ac:graphicFrameMkLst>
            <pc:docMk/>
            <pc:sldMk cId="3257774003" sldId="275"/>
            <ac:graphicFrameMk id="5" creationId="{18A592BC-0EDA-9BB5-F8B9-7FD378948FC4}"/>
          </ac:graphicFrameMkLst>
        </pc:graphicFrameChg>
        <pc:graphicFrameChg chg="add mod modGraphic">
          <ac:chgData name="Andrew Patterson" userId="6c8ffccf-7c1b-4173-8b93-861005bd5f70" providerId="ADAL" clId="{340A04FB-801D-4D33-9372-268FA29A2369}" dt="2026-05-01T14:01:04.357" v="1189" actId="1076"/>
          <ac:graphicFrameMkLst>
            <pc:docMk/>
            <pc:sldMk cId="3257774003" sldId="275"/>
            <ac:graphicFrameMk id="7" creationId="{9B64763E-5A2B-9053-25A6-E4F4DEF3FCCD}"/>
          </ac:graphicFrameMkLst>
        </pc:graphicFrameChg>
        <pc:graphicFrameChg chg="add mod modGraphic">
          <ac:chgData name="Andrew Patterson" userId="6c8ffccf-7c1b-4173-8b93-861005bd5f70" providerId="ADAL" clId="{340A04FB-801D-4D33-9372-268FA29A2369}" dt="2026-05-01T13:53:15.361" v="1077" actId="27116"/>
          <ac:graphicFrameMkLst>
            <pc:docMk/>
            <pc:sldMk cId="3257774003" sldId="275"/>
            <ac:graphicFrameMk id="8" creationId="{35C2E1C1-CBDF-C18D-5246-96C0B0424B7E}"/>
          </ac:graphicFrameMkLst>
        </pc:graphicFrameChg>
        <pc:graphicFrameChg chg="add mod modGraphic">
          <ac:chgData name="Andrew Patterson" userId="6c8ffccf-7c1b-4173-8b93-861005bd5f70" providerId="ADAL" clId="{340A04FB-801D-4D33-9372-268FA29A2369}" dt="2026-05-01T14:01:07.149" v="1190" actId="1076"/>
          <ac:graphicFrameMkLst>
            <pc:docMk/>
            <pc:sldMk cId="3257774003" sldId="275"/>
            <ac:graphicFrameMk id="9" creationId="{AD92108D-BFDD-B054-77AC-F3D0234BC90D}"/>
          </ac:graphicFrameMkLst>
        </pc:graphicFrameChg>
        <pc:graphicFrameChg chg="add mod modGraphic">
          <ac:chgData name="Andrew Patterson" userId="6c8ffccf-7c1b-4173-8b93-861005bd5f70" providerId="ADAL" clId="{340A04FB-801D-4D33-9372-268FA29A2369}" dt="2026-05-01T13:53:19.612" v="1078" actId="27116"/>
          <ac:graphicFrameMkLst>
            <pc:docMk/>
            <pc:sldMk cId="3257774003" sldId="275"/>
            <ac:graphicFrameMk id="11" creationId="{4A15723C-662A-D7CA-4A77-0CE4BC0E0843}"/>
          </ac:graphicFrameMkLst>
        </pc:graphicFrameChg>
      </pc:sldChg>
      <pc:sldChg chg="addSp delSp modSp add mod modAnim">
        <pc:chgData name="Andrew Patterson" userId="6c8ffccf-7c1b-4173-8b93-861005bd5f70" providerId="ADAL" clId="{340A04FB-801D-4D33-9372-268FA29A2369}" dt="2026-05-01T14:03:49.168" v="1226"/>
        <pc:sldMkLst>
          <pc:docMk/>
          <pc:sldMk cId="887662885" sldId="276"/>
        </pc:sldMkLst>
        <pc:spChg chg="add mod">
          <ac:chgData name="Andrew Patterson" userId="6c8ffccf-7c1b-4173-8b93-861005bd5f70" providerId="ADAL" clId="{340A04FB-801D-4D33-9372-268FA29A2369}" dt="2026-05-01T14:03:49.168" v="1226"/>
          <ac:spMkLst>
            <pc:docMk/>
            <pc:sldMk cId="887662885" sldId="276"/>
            <ac:spMk id="2" creationId="{EEA567C0-2AA3-8DE7-9EDE-59F8A3AC4176}"/>
          </ac:spMkLst>
        </pc:spChg>
        <pc:spChg chg="add mod">
          <ac:chgData name="Andrew Patterson" userId="6c8ffccf-7c1b-4173-8b93-861005bd5f70" providerId="ADAL" clId="{340A04FB-801D-4D33-9372-268FA29A2369}" dt="2026-04-30T15:45:08.120" v="593" actId="1076"/>
          <ac:spMkLst>
            <pc:docMk/>
            <pc:sldMk cId="887662885" sldId="276"/>
            <ac:spMk id="8" creationId="{999AEE4E-39E6-F001-A4E3-B7BEAEAC629F}"/>
          </ac:spMkLst>
        </pc:spChg>
        <pc:spChg chg="add mod">
          <ac:chgData name="Andrew Patterson" userId="6c8ffccf-7c1b-4173-8b93-861005bd5f70" providerId="ADAL" clId="{340A04FB-801D-4D33-9372-268FA29A2369}" dt="2026-04-30T15:45:02.494" v="592" actId="1037"/>
          <ac:spMkLst>
            <pc:docMk/>
            <pc:sldMk cId="887662885" sldId="276"/>
            <ac:spMk id="10" creationId="{00AD432B-5DEA-8861-A523-96183AB686C5}"/>
          </ac:spMkLst>
        </pc:spChg>
        <pc:spChg chg="add mod">
          <ac:chgData name="Andrew Patterson" userId="6c8ffccf-7c1b-4173-8b93-861005bd5f70" providerId="ADAL" clId="{340A04FB-801D-4D33-9372-268FA29A2369}" dt="2026-04-30T15:45:02.494" v="592" actId="1037"/>
          <ac:spMkLst>
            <pc:docMk/>
            <pc:sldMk cId="887662885" sldId="276"/>
            <ac:spMk id="12" creationId="{239EC873-A885-F886-7DC5-23828B5BE207}"/>
          </ac:spMkLst>
        </pc:spChg>
        <pc:picChg chg="add mod">
          <ac:chgData name="Andrew Patterson" userId="6c8ffccf-7c1b-4173-8b93-861005bd5f70" providerId="ADAL" clId="{340A04FB-801D-4D33-9372-268FA29A2369}" dt="2026-04-30T15:35:33.451" v="513" actId="14100"/>
          <ac:picMkLst>
            <pc:docMk/>
            <pc:sldMk cId="887662885" sldId="276"/>
            <ac:picMk id="4" creationId="{131589C0-C05C-331D-E7A5-027AFED52F59}"/>
          </ac:picMkLst>
        </pc:picChg>
      </pc:sldChg>
      <pc:sldChg chg="addSp delSp modSp add mod modAnim">
        <pc:chgData name="Andrew Patterson" userId="6c8ffccf-7c1b-4173-8b93-861005bd5f70" providerId="ADAL" clId="{340A04FB-801D-4D33-9372-268FA29A2369}" dt="2026-05-07T18:32:14.594" v="2023" actId="1036"/>
        <pc:sldMkLst>
          <pc:docMk/>
          <pc:sldMk cId="2088843307" sldId="277"/>
        </pc:sldMkLst>
        <pc:spChg chg="add mod">
          <ac:chgData name="Andrew Patterson" userId="6c8ffccf-7c1b-4173-8b93-861005bd5f70" providerId="ADAL" clId="{340A04FB-801D-4D33-9372-268FA29A2369}" dt="2026-05-01T14:04:03.788" v="1229" actId="1076"/>
          <ac:spMkLst>
            <pc:docMk/>
            <pc:sldMk cId="2088843307" sldId="277"/>
            <ac:spMk id="2" creationId="{0B396701-0A02-554F-FBA0-24AA2B71BD99}"/>
          </ac:spMkLst>
        </pc:spChg>
        <pc:spChg chg="add mod">
          <ac:chgData name="Andrew Patterson" userId="6c8ffccf-7c1b-4173-8b93-861005bd5f70" providerId="ADAL" clId="{340A04FB-801D-4D33-9372-268FA29A2369}" dt="2026-04-30T15:45:47.952" v="654" actId="1076"/>
          <ac:spMkLst>
            <pc:docMk/>
            <pc:sldMk cId="2088843307" sldId="277"/>
            <ac:spMk id="14" creationId="{EFBE81C7-95CD-208F-B68A-1D1DC4B4AE4D}"/>
          </ac:spMkLst>
        </pc:spChg>
        <pc:spChg chg="add mod">
          <ac:chgData name="Andrew Patterson" userId="6c8ffccf-7c1b-4173-8b93-861005bd5f70" providerId="ADAL" clId="{340A04FB-801D-4D33-9372-268FA29A2369}" dt="2026-05-07T18:31:57.176" v="1981" actId="1035"/>
          <ac:spMkLst>
            <pc:docMk/>
            <pc:sldMk cId="2088843307" sldId="277"/>
            <ac:spMk id="16" creationId="{9C77946A-6CDB-EB87-3166-EE81FC368DD9}"/>
          </ac:spMkLst>
        </pc:spChg>
        <pc:spChg chg="add mod">
          <ac:chgData name="Andrew Patterson" userId="6c8ffccf-7c1b-4173-8b93-861005bd5f70" providerId="ADAL" clId="{340A04FB-801D-4D33-9372-268FA29A2369}" dt="2026-05-07T18:32:14.594" v="2023" actId="1036"/>
          <ac:spMkLst>
            <pc:docMk/>
            <pc:sldMk cId="2088843307" sldId="277"/>
            <ac:spMk id="17" creationId="{1980964F-5194-8F34-6961-56AC86CB8E7A}"/>
          </ac:spMkLst>
        </pc:spChg>
        <pc:picChg chg="mod">
          <ac:chgData name="Andrew Patterson" userId="6c8ffccf-7c1b-4173-8b93-861005bd5f70" providerId="ADAL" clId="{340A04FB-801D-4D33-9372-268FA29A2369}" dt="2026-04-30T15:38:17.856" v="522" actId="14100"/>
          <ac:picMkLst>
            <pc:docMk/>
            <pc:sldMk cId="2088843307" sldId="277"/>
            <ac:picMk id="3" creationId="{DAE9183F-9CC4-5856-6EA1-EAA13999DC44}"/>
          </ac:picMkLst>
        </pc:picChg>
        <pc:picChg chg="add mod">
          <ac:chgData name="Andrew Patterson" userId="6c8ffccf-7c1b-4173-8b93-861005bd5f70" providerId="ADAL" clId="{340A04FB-801D-4D33-9372-268FA29A2369}" dt="2026-04-30T15:39:19.560" v="529" actId="14100"/>
          <ac:picMkLst>
            <pc:docMk/>
            <pc:sldMk cId="2088843307" sldId="277"/>
            <ac:picMk id="10" creationId="{D455DA54-FE24-7BFE-8F66-7F503B42018C}"/>
          </ac:picMkLst>
        </pc:picChg>
      </pc:sldChg>
      <pc:sldChg chg="addSp delSp modSp add mod delAnim modAnim">
        <pc:chgData name="Andrew Patterson" userId="6c8ffccf-7c1b-4173-8b93-861005bd5f70" providerId="ADAL" clId="{340A04FB-801D-4D33-9372-268FA29A2369}" dt="2026-05-01T13:54:54.003" v="1088" actId="14100"/>
        <pc:sldMkLst>
          <pc:docMk/>
          <pc:sldMk cId="3018987712" sldId="278"/>
        </pc:sldMkLst>
        <pc:spChg chg="add mod">
          <ac:chgData name="Andrew Patterson" userId="6c8ffccf-7c1b-4173-8b93-861005bd5f70" providerId="ADAL" clId="{340A04FB-801D-4D33-9372-268FA29A2369}" dt="2026-05-01T13:54:54.003" v="1088" actId="14100"/>
          <ac:spMkLst>
            <pc:docMk/>
            <pc:sldMk cId="3018987712" sldId="278"/>
            <ac:spMk id="8" creationId="{7A478266-2CCE-4949-0B2A-8FFE4EC10F9A}"/>
          </ac:spMkLst>
        </pc:spChg>
        <pc:spChg chg="add mod">
          <ac:chgData name="Andrew Patterson" userId="6c8ffccf-7c1b-4173-8b93-861005bd5f70" providerId="ADAL" clId="{340A04FB-801D-4D33-9372-268FA29A2369}" dt="2026-04-30T15:46:41.049" v="685" actId="1037"/>
          <ac:spMkLst>
            <pc:docMk/>
            <pc:sldMk cId="3018987712" sldId="278"/>
            <ac:spMk id="10" creationId="{94BF6FFF-1A27-8403-52B5-ED2BD1CE814C}"/>
          </ac:spMkLst>
        </pc:spChg>
        <pc:picChg chg="add mod">
          <ac:chgData name="Andrew Patterson" userId="6c8ffccf-7c1b-4173-8b93-861005bd5f70" providerId="ADAL" clId="{340A04FB-801D-4D33-9372-268FA29A2369}" dt="2026-04-30T15:40:04.561" v="534" actId="14100"/>
          <ac:picMkLst>
            <pc:docMk/>
            <pc:sldMk cId="3018987712" sldId="278"/>
            <ac:picMk id="4" creationId="{07D72BCB-595B-153D-BA73-8B0CCF96844D}"/>
          </ac:picMkLst>
        </pc:picChg>
      </pc:sldChg>
      <pc:sldChg chg="addSp modSp new mod modShow">
        <pc:chgData name="Andrew Patterson" userId="6c8ffccf-7c1b-4173-8b93-861005bd5f70" providerId="ADAL" clId="{340A04FB-801D-4D33-9372-268FA29A2369}" dt="2026-05-07T19:11:56.867" v="2046" actId="20577"/>
        <pc:sldMkLst>
          <pc:docMk/>
          <pc:sldMk cId="2998835607" sldId="279"/>
        </pc:sldMkLst>
        <pc:spChg chg="add mod">
          <ac:chgData name="Andrew Patterson" userId="6c8ffccf-7c1b-4173-8b93-861005bd5f70" providerId="ADAL" clId="{340A04FB-801D-4D33-9372-268FA29A2369}" dt="2026-05-07T19:11:56.867" v="2046" actId="20577"/>
          <ac:spMkLst>
            <pc:docMk/>
            <pc:sldMk cId="2998835607" sldId="279"/>
            <ac:spMk id="3" creationId="{042895BC-F10F-B9D2-82B3-741A19081B48}"/>
          </ac:spMkLst>
        </pc:spChg>
      </pc:sldChg>
      <pc:sldChg chg="addSp modSp new mod modShow">
        <pc:chgData name="Andrew Patterson" userId="6c8ffccf-7c1b-4173-8b93-861005bd5f70" providerId="ADAL" clId="{340A04FB-801D-4D33-9372-268FA29A2369}" dt="2026-05-07T19:03:54.897" v="2033" actId="20577"/>
        <pc:sldMkLst>
          <pc:docMk/>
          <pc:sldMk cId="3690866516" sldId="280"/>
        </pc:sldMkLst>
        <pc:spChg chg="add mod">
          <ac:chgData name="Andrew Patterson" userId="6c8ffccf-7c1b-4173-8b93-861005bd5f70" providerId="ADAL" clId="{340A04FB-801D-4D33-9372-268FA29A2369}" dt="2026-05-07T19:03:54.897" v="2033" actId="20577"/>
          <ac:spMkLst>
            <pc:docMk/>
            <pc:sldMk cId="3690866516" sldId="280"/>
            <ac:spMk id="3" creationId="{CE9CD98A-A7EB-0C4B-BF40-A78ACDE7A9D5}"/>
          </ac:spMkLst>
        </pc:spChg>
      </pc:sldChg>
      <pc:sldChg chg="addSp modSp new mod modShow">
        <pc:chgData name="Andrew Patterson" userId="6c8ffccf-7c1b-4173-8b93-861005bd5f70" providerId="ADAL" clId="{340A04FB-801D-4D33-9372-268FA29A2369}" dt="2026-05-07T19:22:05.198" v="2048" actId="20577"/>
        <pc:sldMkLst>
          <pc:docMk/>
          <pc:sldMk cId="3429873346" sldId="281"/>
        </pc:sldMkLst>
        <pc:spChg chg="add mod">
          <ac:chgData name="Andrew Patterson" userId="6c8ffccf-7c1b-4173-8b93-861005bd5f70" providerId="ADAL" clId="{340A04FB-801D-4D33-9372-268FA29A2369}" dt="2026-05-07T19:22:05.198" v="2048" actId="20577"/>
          <ac:spMkLst>
            <pc:docMk/>
            <pc:sldMk cId="3429873346" sldId="281"/>
            <ac:spMk id="3" creationId="{FD96216E-E803-3C6B-EAA3-DF3816DE278C}"/>
          </ac:spMkLst>
        </pc:spChg>
      </pc:sldChg>
      <pc:sldChg chg="addSp delSp modSp new mod modShow">
        <pc:chgData name="Andrew Patterson" userId="6c8ffccf-7c1b-4173-8b93-861005bd5f70" providerId="ADAL" clId="{340A04FB-801D-4D33-9372-268FA29A2369}" dt="2026-05-07T15:35:06.451" v="1930" actId="729"/>
        <pc:sldMkLst>
          <pc:docMk/>
          <pc:sldMk cId="3465711214" sldId="282"/>
        </pc:sldMkLst>
        <pc:spChg chg="add mod">
          <ac:chgData name="Andrew Patterson" userId="6c8ffccf-7c1b-4173-8b93-861005bd5f70" providerId="ADAL" clId="{340A04FB-801D-4D33-9372-268FA29A2369}" dt="2026-04-30T16:37:43.082" v="973" actId="1076"/>
          <ac:spMkLst>
            <pc:docMk/>
            <pc:sldMk cId="3465711214" sldId="282"/>
            <ac:spMk id="5" creationId="{7F34963E-CE66-AD91-EE4C-AE50E0981B95}"/>
          </ac:spMkLst>
        </pc:spChg>
      </pc:sldChg>
      <pc:sldChg chg="addSp modSp new mod modShow">
        <pc:chgData name="Andrew Patterson" userId="6c8ffccf-7c1b-4173-8b93-861005bd5f70" providerId="ADAL" clId="{340A04FB-801D-4D33-9372-268FA29A2369}" dt="2026-05-07T15:36:30.512" v="1932" actId="729"/>
        <pc:sldMkLst>
          <pc:docMk/>
          <pc:sldMk cId="345003822" sldId="283"/>
        </pc:sldMkLst>
        <pc:spChg chg="add mod">
          <ac:chgData name="Andrew Patterson" userId="6c8ffccf-7c1b-4173-8b93-861005bd5f70" providerId="ADAL" clId="{340A04FB-801D-4D33-9372-268FA29A2369}" dt="2026-05-01T14:23:45.249" v="1471" actId="113"/>
          <ac:spMkLst>
            <pc:docMk/>
            <pc:sldMk cId="345003822" sldId="283"/>
            <ac:spMk id="3" creationId="{E30373C0-A891-AD79-F714-9FF148831F54}"/>
          </ac:spMkLst>
        </pc:spChg>
      </pc:sldChg>
      <pc:sldChg chg="addSp modSp new mod modShow">
        <pc:chgData name="Andrew Patterson" userId="6c8ffccf-7c1b-4173-8b93-861005bd5f70" providerId="ADAL" clId="{340A04FB-801D-4D33-9372-268FA29A2369}" dt="2026-05-07T19:06:02.942" v="2042" actId="1037"/>
        <pc:sldMkLst>
          <pc:docMk/>
          <pc:sldMk cId="872364624" sldId="284"/>
        </pc:sldMkLst>
        <pc:spChg chg="add mod">
          <ac:chgData name="Andrew Patterson" userId="6c8ffccf-7c1b-4173-8b93-861005bd5f70" providerId="ADAL" clId="{340A04FB-801D-4D33-9372-268FA29A2369}" dt="2026-05-07T19:06:02.942" v="2042" actId="1037"/>
          <ac:spMkLst>
            <pc:docMk/>
            <pc:sldMk cId="872364624" sldId="284"/>
            <ac:spMk id="3" creationId="{D617EC27-BE37-1BAF-F102-63E949A2E7BE}"/>
          </ac:spMkLst>
        </pc:spChg>
      </pc:sldChg>
      <pc:sldChg chg="addSp modSp new mod modShow">
        <pc:chgData name="Andrew Patterson" userId="6c8ffccf-7c1b-4173-8b93-861005bd5f70" providerId="ADAL" clId="{340A04FB-801D-4D33-9372-268FA29A2369}" dt="2026-05-07T15:35:06.451" v="1930" actId="729"/>
        <pc:sldMkLst>
          <pc:docMk/>
          <pc:sldMk cId="212291259" sldId="285"/>
        </pc:sldMkLst>
        <pc:spChg chg="add mod">
          <ac:chgData name="Andrew Patterson" userId="6c8ffccf-7c1b-4173-8b93-861005bd5f70" providerId="ADAL" clId="{340A04FB-801D-4D33-9372-268FA29A2369}" dt="2026-04-30T16:43:25.504" v="1045" actId="6549"/>
          <ac:spMkLst>
            <pc:docMk/>
            <pc:sldMk cId="212291259" sldId="285"/>
            <ac:spMk id="3" creationId="{11046864-30AD-8238-42EE-26E017A002A1}"/>
          </ac:spMkLst>
        </pc:spChg>
      </pc:sldChg>
      <pc:sldChg chg="addSp modSp new mod">
        <pc:chgData name="Andrew Patterson" userId="6c8ffccf-7c1b-4173-8b93-861005bd5f70" providerId="ADAL" clId="{340A04FB-801D-4D33-9372-268FA29A2369}" dt="2026-05-01T14:07:37.655" v="1240" actId="113"/>
        <pc:sldMkLst>
          <pc:docMk/>
          <pc:sldMk cId="1994268137" sldId="286"/>
        </pc:sldMkLst>
        <pc:spChg chg="add mod">
          <ac:chgData name="Andrew Patterson" userId="6c8ffccf-7c1b-4173-8b93-861005bd5f70" providerId="ADAL" clId="{340A04FB-801D-4D33-9372-268FA29A2369}" dt="2026-05-01T14:07:37.655" v="1240" actId="113"/>
          <ac:spMkLst>
            <pc:docMk/>
            <pc:sldMk cId="1994268137" sldId="286"/>
            <ac:spMk id="3" creationId="{2D9F7049-4752-CA3E-9536-14620220F3E4}"/>
          </ac:spMkLst>
        </pc:spChg>
      </pc:sldChg>
      <pc:sldChg chg="addSp modSp new mod setBg modAnim">
        <pc:chgData name="Andrew Patterson" userId="6c8ffccf-7c1b-4173-8b93-861005bd5f70" providerId="ADAL" clId="{340A04FB-801D-4D33-9372-268FA29A2369}" dt="2026-05-01T15:23:53.488" v="1908" actId="20577"/>
        <pc:sldMkLst>
          <pc:docMk/>
          <pc:sldMk cId="100267759" sldId="287"/>
        </pc:sldMkLst>
        <pc:spChg chg="add mod">
          <ac:chgData name="Andrew Patterson" userId="6c8ffccf-7c1b-4173-8b93-861005bd5f70" providerId="ADAL" clId="{340A04FB-801D-4D33-9372-268FA29A2369}" dt="2026-05-01T15:23:53.488" v="1908" actId="20577"/>
          <ac:spMkLst>
            <pc:docMk/>
            <pc:sldMk cId="100267759" sldId="287"/>
            <ac:spMk id="20" creationId="{0C4E55F8-6387-3A03-98A8-999312209FAF}"/>
          </ac:spMkLst>
        </pc:spChg>
        <pc:spChg chg="add mod">
          <ac:chgData name="Andrew Patterson" userId="6c8ffccf-7c1b-4173-8b93-861005bd5f70" providerId="ADAL" clId="{340A04FB-801D-4D33-9372-268FA29A2369}" dt="2026-05-01T14:58:59.729" v="1847" actId="14100"/>
          <ac:spMkLst>
            <pc:docMk/>
            <pc:sldMk cId="100267759" sldId="287"/>
            <ac:spMk id="21" creationId="{8791EF79-FEF5-6B9C-E207-706EBC219F2F}"/>
          </ac:spMkLst>
        </pc:spChg>
        <pc:graphicFrameChg chg="add mod modGraphic">
          <ac:chgData name="Andrew Patterson" userId="6c8ffccf-7c1b-4173-8b93-861005bd5f70" providerId="ADAL" clId="{340A04FB-801D-4D33-9372-268FA29A2369}" dt="2026-05-01T14:56:38.825" v="1810" actId="27116"/>
          <ac:graphicFrameMkLst>
            <pc:docMk/>
            <pc:sldMk cId="100267759" sldId="287"/>
            <ac:graphicFrameMk id="3" creationId="{109AB208-C2F3-0E13-E201-2525144D5B50}"/>
          </ac:graphicFrameMkLst>
        </pc:graphicFrameChg>
        <pc:graphicFrameChg chg="add mod modGraphic">
          <ac:chgData name="Andrew Patterson" userId="6c8ffccf-7c1b-4173-8b93-861005bd5f70" providerId="ADAL" clId="{340A04FB-801D-4D33-9372-268FA29A2369}" dt="2026-05-01T14:56:42.483" v="1811" actId="27116"/>
          <ac:graphicFrameMkLst>
            <pc:docMk/>
            <pc:sldMk cId="100267759" sldId="287"/>
            <ac:graphicFrameMk id="5" creationId="{02CCC2DA-2857-2734-FDA9-5976BCFD35D0}"/>
          </ac:graphicFrameMkLst>
        </pc:graphicFrameChg>
        <pc:graphicFrameChg chg="add mod modGraphic">
          <ac:chgData name="Andrew Patterson" userId="6c8ffccf-7c1b-4173-8b93-861005bd5f70" providerId="ADAL" clId="{340A04FB-801D-4D33-9372-268FA29A2369}" dt="2026-05-01T14:56:45.564" v="1812" actId="27116"/>
          <ac:graphicFrameMkLst>
            <pc:docMk/>
            <pc:sldMk cId="100267759" sldId="287"/>
            <ac:graphicFrameMk id="7" creationId="{5B88B41F-576A-5422-A743-2988769950E9}"/>
          </ac:graphicFrameMkLst>
        </pc:graphicFrameChg>
        <pc:graphicFrameChg chg="add mod modGraphic">
          <ac:chgData name="Andrew Patterson" userId="6c8ffccf-7c1b-4173-8b93-861005bd5f70" providerId="ADAL" clId="{340A04FB-801D-4D33-9372-268FA29A2369}" dt="2026-05-01T14:56:48.419" v="1813" actId="27116"/>
          <ac:graphicFrameMkLst>
            <pc:docMk/>
            <pc:sldMk cId="100267759" sldId="287"/>
            <ac:graphicFrameMk id="9" creationId="{936179D7-A51E-DC7C-A77F-CAEEB07657C9}"/>
          </ac:graphicFrameMkLst>
        </pc:graphicFrameChg>
        <pc:graphicFrameChg chg="add mod modGraphic">
          <ac:chgData name="Andrew Patterson" userId="6c8ffccf-7c1b-4173-8b93-861005bd5f70" providerId="ADAL" clId="{340A04FB-801D-4D33-9372-268FA29A2369}" dt="2026-05-01T14:56:50.690" v="1814" actId="27116"/>
          <ac:graphicFrameMkLst>
            <pc:docMk/>
            <pc:sldMk cId="100267759" sldId="287"/>
            <ac:graphicFrameMk id="11" creationId="{AA376214-6F61-CCC7-7B5D-F4747478404D}"/>
          </ac:graphicFrameMkLst>
        </pc:graphicFrameChg>
        <pc:graphicFrameChg chg="add mod modGraphic">
          <ac:chgData name="Andrew Patterson" userId="6c8ffccf-7c1b-4173-8b93-861005bd5f70" providerId="ADAL" clId="{340A04FB-801D-4D33-9372-268FA29A2369}" dt="2026-05-01T14:56:53.674" v="1815" actId="27116"/>
          <ac:graphicFrameMkLst>
            <pc:docMk/>
            <pc:sldMk cId="100267759" sldId="287"/>
            <ac:graphicFrameMk id="13" creationId="{11BE9609-4B4F-1EB6-68C4-C9A9643171C3}"/>
          </ac:graphicFrameMkLst>
        </pc:graphicFrameChg>
        <pc:graphicFrameChg chg="add mod modGraphic">
          <ac:chgData name="Andrew Patterson" userId="6c8ffccf-7c1b-4173-8b93-861005bd5f70" providerId="ADAL" clId="{340A04FB-801D-4D33-9372-268FA29A2369}" dt="2026-05-01T14:56:56.453" v="1816" actId="27116"/>
          <ac:graphicFrameMkLst>
            <pc:docMk/>
            <pc:sldMk cId="100267759" sldId="287"/>
            <ac:graphicFrameMk id="15" creationId="{30D5EAC1-644C-D694-E5B9-4C2079465BF2}"/>
          </ac:graphicFrameMkLst>
        </pc:graphicFrameChg>
        <pc:graphicFrameChg chg="add mod modGraphic">
          <ac:chgData name="Andrew Patterson" userId="6c8ffccf-7c1b-4173-8b93-861005bd5f70" providerId="ADAL" clId="{340A04FB-801D-4D33-9372-268FA29A2369}" dt="2026-05-01T14:56:59.308" v="1817" actId="27116"/>
          <ac:graphicFrameMkLst>
            <pc:docMk/>
            <pc:sldMk cId="100267759" sldId="287"/>
            <ac:graphicFrameMk id="17" creationId="{657DC5C1-33A4-A141-4132-3608DF67C472}"/>
          </ac:graphicFrameMkLst>
        </pc:graphicFrameChg>
        <pc:graphicFrameChg chg="add mod modGraphic">
          <ac:chgData name="Andrew Patterson" userId="6c8ffccf-7c1b-4173-8b93-861005bd5f70" providerId="ADAL" clId="{340A04FB-801D-4D33-9372-268FA29A2369}" dt="2026-05-01T14:57:03.216" v="1818" actId="27116"/>
          <ac:graphicFrameMkLst>
            <pc:docMk/>
            <pc:sldMk cId="100267759" sldId="287"/>
            <ac:graphicFrameMk id="19" creationId="{120483A6-D44C-4DF8-A1CA-88082B11A658}"/>
          </ac:graphicFrameMkLst>
        </pc:graphicFrameChg>
      </pc:sldChg>
      <pc:sldChg chg="addSp delSp modSp new mod modShow">
        <pc:chgData name="Andrew Patterson" userId="6c8ffccf-7c1b-4173-8b93-861005bd5f70" providerId="ADAL" clId="{340A04FB-801D-4D33-9372-268FA29A2369}" dt="2026-05-07T15:36:12.557" v="1931" actId="729"/>
        <pc:sldMkLst>
          <pc:docMk/>
          <pc:sldMk cId="1350024555" sldId="288"/>
        </pc:sldMkLst>
        <pc:spChg chg="add mod">
          <ac:chgData name="Andrew Patterson" userId="6c8ffccf-7c1b-4173-8b93-861005bd5f70" providerId="ADAL" clId="{340A04FB-801D-4D33-9372-268FA29A2369}" dt="2026-05-01T14:11:18.779" v="1292" actId="14100"/>
          <ac:spMkLst>
            <pc:docMk/>
            <pc:sldMk cId="1350024555" sldId="288"/>
            <ac:spMk id="6" creationId="{B1E017FC-337C-B702-6791-B5BFA2F82309}"/>
          </ac:spMkLst>
        </pc:spChg>
        <pc:picChg chg="add mod">
          <ac:chgData name="Andrew Patterson" userId="6c8ffccf-7c1b-4173-8b93-861005bd5f70" providerId="ADAL" clId="{340A04FB-801D-4D33-9372-268FA29A2369}" dt="2026-05-01T14:11:05.036" v="1290" actId="1076"/>
          <ac:picMkLst>
            <pc:docMk/>
            <pc:sldMk cId="1350024555" sldId="288"/>
            <ac:picMk id="3" creationId="{C03E7E97-680A-0547-1E3C-D4FDF7EED4A3}"/>
          </ac:picMkLst>
        </pc:picChg>
      </pc:sldChg>
      <pc:sldChg chg="addSp modSp new mod modShow">
        <pc:chgData name="Andrew Patterson" userId="6c8ffccf-7c1b-4173-8b93-861005bd5f70" providerId="ADAL" clId="{340A04FB-801D-4D33-9372-268FA29A2369}" dt="2026-05-07T15:36:12.557" v="1931" actId="729"/>
        <pc:sldMkLst>
          <pc:docMk/>
          <pc:sldMk cId="4030988639" sldId="289"/>
        </pc:sldMkLst>
        <pc:spChg chg="add mod">
          <ac:chgData name="Andrew Patterson" userId="6c8ffccf-7c1b-4173-8b93-861005bd5f70" providerId="ADAL" clId="{340A04FB-801D-4D33-9372-268FA29A2369}" dt="2026-05-01T14:13:32.203" v="1331" actId="1037"/>
          <ac:spMkLst>
            <pc:docMk/>
            <pc:sldMk cId="4030988639" sldId="289"/>
            <ac:spMk id="4" creationId="{FFFBDFFA-0B7D-E7D9-69B7-51806D4D5FA5}"/>
          </ac:spMkLst>
        </pc:spChg>
        <pc:picChg chg="add mod">
          <ac:chgData name="Andrew Patterson" userId="6c8ffccf-7c1b-4173-8b93-861005bd5f70" providerId="ADAL" clId="{340A04FB-801D-4D33-9372-268FA29A2369}" dt="2026-05-01T14:12:30.664" v="1303" actId="14100"/>
          <ac:picMkLst>
            <pc:docMk/>
            <pc:sldMk cId="4030988639" sldId="289"/>
            <ac:picMk id="3" creationId="{517C4A35-B210-A96D-4800-668211BF6CAF}"/>
          </ac:picMkLst>
        </pc:picChg>
      </pc:sldChg>
      <pc:sldChg chg="addSp modSp new mod modShow">
        <pc:chgData name="Andrew Patterson" userId="6c8ffccf-7c1b-4173-8b93-861005bd5f70" providerId="ADAL" clId="{340A04FB-801D-4D33-9372-268FA29A2369}" dt="2026-05-07T15:36:30.512" v="1932" actId="729"/>
        <pc:sldMkLst>
          <pc:docMk/>
          <pc:sldMk cId="1688316491" sldId="290"/>
        </pc:sldMkLst>
        <pc:spChg chg="add mod">
          <ac:chgData name="Andrew Patterson" userId="6c8ffccf-7c1b-4173-8b93-861005bd5f70" providerId="ADAL" clId="{340A04FB-801D-4D33-9372-268FA29A2369}" dt="2026-05-01T14:22:01.456" v="1440" actId="1076"/>
          <ac:spMkLst>
            <pc:docMk/>
            <pc:sldMk cId="1688316491" sldId="290"/>
            <ac:spMk id="3" creationId="{3FAD4714-D8AC-5704-4F30-F3AF89460654}"/>
          </ac:spMkLst>
        </pc:spChg>
      </pc:sldChg>
      <pc:sldChg chg="addSp modSp new mod modShow">
        <pc:chgData name="Andrew Patterson" userId="6c8ffccf-7c1b-4173-8b93-861005bd5f70" providerId="ADAL" clId="{340A04FB-801D-4D33-9372-268FA29A2369}" dt="2026-05-07T15:36:30.512" v="1932" actId="729"/>
        <pc:sldMkLst>
          <pc:docMk/>
          <pc:sldMk cId="4175173247" sldId="291"/>
        </pc:sldMkLst>
        <pc:spChg chg="add mod">
          <ac:chgData name="Andrew Patterson" userId="6c8ffccf-7c1b-4173-8b93-861005bd5f70" providerId="ADAL" clId="{340A04FB-801D-4D33-9372-268FA29A2369}" dt="2026-05-01T14:20:59.651" v="1436" actId="1076"/>
          <ac:spMkLst>
            <pc:docMk/>
            <pc:sldMk cId="4175173247" sldId="291"/>
            <ac:spMk id="3" creationId="{4D161FE0-21D5-A05E-272F-B1B869F21679}"/>
          </ac:spMkLst>
        </pc:spChg>
      </pc:sldChg>
      <pc:sldChg chg="addSp modSp new mod modShow">
        <pc:chgData name="Andrew Patterson" userId="6c8ffccf-7c1b-4173-8b93-861005bd5f70" providerId="ADAL" clId="{340A04FB-801D-4D33-9372-268FA29A2369}" dt="2026-05-07T15:36:30.512" v="1932" actId="729"/>
        <pc:sldMkLst>
          <pc:docMk/>
          <pc:sldMk cId="1605740968" sldId="292"/>
        </pc:sldMkLst>
        <pc:spChg chg="add mod">
          <ac:chgData name="Andrew Patterson" userId="6c8ffccf-7c1b-4173-8b93-861005bd5f70" providerId="ADAL" clId="{340A04FB-801D-4D33-9372-268FA29A2369}" dt="2026-05-01T14:26:49.450" v="1511" actId="123"/>
          <ac:spMkLst>
            <pc:docMk/>
            <pc:sldMk cId="1605740968" sldId="292"/>
            <ac:spMk id="3" creationId="{8BBD9CC5-CBF9-AA7A-E2D2-C613A9A07C81}"/>
          </ac:spMkLst>
        </pc:spChg>
      </pc:sldChg>
      <pc:sldChg chg="addSp modSp new mod modShow">
        <pc:chgData name="Andrew Patterson" userId="6c8ffccf-7c1b-4173-8b93-861005bd5f70" providerId="ADAL" clId="{340A04FB-801D-4D33-9372-268FA29A2369}" dt="2026-05-07T15:36:30.512" v="1932" actId="729"/>
        <pc:sldMkLst>
          <pc:docMk/>
          <pc:sldMk cId="2185661750" sldId="293"/>
        </pc:sldMkLst>
        <pc:spChg chg="add mod">
          <ac:chgData name="Andrew Patterson" userId="6c8ffccf-7c1b-4173-8b93-861005bd5f70" providerId="ADAL" clId="{340A04FB-801D-4D33-9372-268FA29A2369}" dt="2026-05-01T14:36:11.570" v="1620" actId="1076"/>
          <ac:spMkLst>
            <pc:docMk/>
            <pc:sldMk cId="2185661750" sldId="293"/>
            <ac:spMk id="3" creationId="{063DDC94-35DB-636D-64F7-1419D336376C}"/>
          </ac:spMkLst>
        </pc:spChg>
      </pc:sldChg>
      <pc:sldChg chg="addSp modSp new mod modShow">
        <pc:chgData name="Andrew Patterson" userId="6c8ffccf-7c1b-4173-8b93-861005bd5f70" providerId="ADAL" clId="{340A04FB-801D-4D33-9372-268FA29A2369}" dt="2026-05-07T15:36:30.512" v="1932" actId="729"/>
        <pc:sldMkLst>
          <pc:docMk/>
          <pc:sldMk cId="1391305535" sldId="294"/>
        </pc:sldMkLst>
        <pc:spChg chg="add mod">
          <ac:chgData name="Andrew Patterson" userId="6c8ffccf-7c1b-4173-8b93-861005bd5f70" providerId="ADAL" clId="{340A04FB-801D-4D33-9372-268FA29A2369}" dt="2026-05-01T14:36:57.797" v="1626" actId="1076"/>
          <ac:spMkLst>
            <pc:docMk/>
            <pc:sldMk cId="1391305535" sldId="294"/>
            <ac:spMk id="3" creationId="{439CAFDE-3CF5-326E-4B55-BB57C5F4BBB0}"/>
          </ac:spMkLst>
        </pc:spChg>
      </pc:sldChg>
      <pc:sldChg chg="addSp modSp new mod modShow">
        <pc:chgData name="Andrew Patterson" userId="6c8ffccf-7c1b-4173-8b93-861005bd5f70" providerId="ADAL" clId="{340A04FB-801D-4D33-9372-268FA29A2369}" dt="2026-05-07T15:36:30.512" v="1932" actId="729"/>
        <pc:sldMkLst>
          <pc:docMk/>
          <pc:sldMk cId="323502940" sldId="295"/>
        </pc:sldMkLst>
        <pc:spChg chg="add mod">
          <ac:chgData name="Andrew Patterson" userId="6c8ffccf-7c1b-4173-8b93-861005bd5f70" providerId="ADAL" clId="{340A04FB-801D-4D33-9372-268FA29A2369}" dt="2026-05-01T14:39:34.919" v="1628" actId="1076"/>
          <ac:spMkLst>
            <pc:docMk/>
            <pc:sldMk cId="323502940" sldId="295"/>
            <ac:spMk id="3" creationId="{61D09EDA-46AF-0840-5512-A9DA7F32726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07/05/2026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07/05/2026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07/05/2026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07/05/2026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07/05/2026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07/05/2026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07/05/2026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07/05/2026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07/05/2026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07/05/2026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07/05/2026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07/05/2026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7.png"/><Relationship Id="rId18" Type="http://schemas.openxmlformats.org/officeDocument/2006/relationships/image" Target="../media/image9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60.png"/><Relationship Id="rId17" Type="http://schemas.openxmlformats.org/officeDocument/2006/relationships/image" Target="../media/image9.png"/><Relationship Id="rId2" Type="http://schemas.openxmlformats.org/officeDocument/2006/relationships/image" Target="../media/image1.png"/><Relationship Id="rId16"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310.png"/><Relationship Id="rId11" Type="http://schemas.openxmlformats.org/officeDocument/2006/relationships/image" Target="../media/image6.png"/><Relationship Id="rId5" Type="http://schemas.openxmlformats.org/officeDocument/2006/relationships/image" Target="../media/image3.png"/><Relationship Id="rId15" Type="http://schemas.openxmlformats.org/officeDocument/2006/relationships/image" Target="../media/image8.png"/><Relationship Id="rId10" Type="http://schemas.openxmlformats.org/officeDocument/2006/relationships/image" Target="../media/image50.png"/><Relationship Id="rId4" Type="http://schemas.openxmlformats.org/officeDocument/2006/relationships/image" Target="../media/image210.png"/><Relationship Id="rId9" Type="http://schemas.openxmlformats.org/officeDocument/2006/relationships/image" Target="../media/image5.png"/><Relationship Id="rId14" Type="http://schemas.openxmlformats.org/officeDocument/2006/relationships/image" Target="../media/image70.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11.png"/><Relationship Id="rId13"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1.png"/><Relationship Id="rId12" Type="http://schemas.openxmlformats.org/officeDocument/2006/relationships/image" Target="../media/image230.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0.png"/><Relationship Id="rId11" Type="http://schemas.openxmlformats.org/officeDocument/2006/relationships/image" Target="../media/image23.png"/><Relationship Id="rId5" Type="http://schemas.openxmlformats.org/officeDocument/2006/relationships/image" Target="../media/image20.png"/><Relationship Id="rId15" Type="http://schemas.openxmlformats.org/officeDocument/2006/relationships/image" Target="../media/image25.png"/><Relationship Id="rId10" Type="http://schemas.openxmlformats.org/officeDocument/2006/relationships/image" Target="../media/image220.png"/><Relationship Id="rId4" Type="http://schemas.openxmlformats.org/officeDocument/2006/relationships/image" Target="../media/image190.png"/><Relationship Id="rId9" Type="http://schemas.openxmlformats.org/officeDocument/2006/relationships/image" Target="../media/image22.png"/><Relationship Id="rId14" Type="http://schemas.openxmlformats.org/officeDocument/2006/relationships/image" Target="../media/image240.png"/></Relationships>
</file>

<file path=ppt/slides/_rels/slide14.xml.rels><?xml version="1.0" encoding="UTF-8" standalone="yes"?>
<Relationships xmlns="http://schemas.openxmlformats.org/package/2006/relationships"><Relationship Id="rId8" Type="http://schemas.openxmlformats.org/officeDocument/2006/relationships/image" Target="../media/image211.png"/><Relationship Id="rId13"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1.png"/><Relationship Id="rId12" Type="http://schemas.openxmlformats.org/officeDocument/2006/relationships/image" Target="../media/image230.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0.png"/><Relationship Id="rId11" Type="http://schemas.openxmlformats.org/officeDocument/2006/relationships/image" Target="../media/image23.png"/><Relationship Id="rId5" Type="http://schemas.openxmlformats.org/officeDocument/2006/relationships/image" Target="../media/image20.png"/><Relationship Id="rId15" Type="http://schemas.openxmlformats.org/officeDocument/2006/relationships/image" Target="../media/image26.png"/><Relationship Id="rId10" Type="http://schemas.openxmlformats.org/officeDocument/2006/relationships/image" Target="../media/image220.png"/><Relationship Id="rId4" Type="http://schemas.openxmlformats.org/officeDocument/2006/relationships/image" Target="../media/image190.png"/><Relationship Id="rId9" Type="http://schemas.openxmlformats.org/officeDocument/2006/relationships/image" Target="../media/image22.png"/><Relationship Id="rId14" Type="http://schemas.openxmlformats.org/officeDocument/2006/relationships/image" Target="../media/image240.png"/></Relationships>
</file>

<file path=ppt/slides/_rels/slide15.xml.rels><?xml version="1.0" encoding="UTF-8" standalone="yes"?>
<Relationships xmlns="http://schemas.openxmlformats.org/package/2006/relationships"><Relationship Id="rId8" Type="http://schemas.openxmlformats.org/officeDocument/2006/relationships/image" Target="../media/image211.png"/><Relationship Id="rId13"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1.png"/><Relationship Id="rId12" Type="http://schemas.openxmlformats.org/officeDocument/2006/relationships/image" Target="../media/image230.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0.png"/><Relationship Id="rId11" Type="http://schemas.openxmlformats.org/officeDocument/2006/relationships/image" Target="../media/image23.png"/><Relationship Id="rId5" Type="http://schemas.openxmlformats.org/officeDocument/2006/relationships/image" Target="../media/image20.png"/><Relationship Id="rId15" Type="http://schemas.openxmlformats.org/officeDocument/2006/relationships/image" Target="../media/image27.png"/><Relationship Id="rId10" Type="http://schemas.openxmlformats.org/officeDocument/2006/relationships/image" Target="../media/image220.png"/><Relationship Id="rId4" Type="http://schemas.openxmlformats.org/officeDocument/2006/relationships/image" Target="../media/image190.png"/><Relationship Id="rId9" Type="http://schemas.openxmlformats.org/officeDocument/2006/relationships/image" Target="../media/image22.png"/><Relationship Id="rId14" Type="http://schemas.openxmlformats.org/officeDocument/2006/relationships/image" Target="../media/image240.png"/></Relationships>
</file>

<file path=ppt/slides/_rels/slide16.xml.rels><?xml version="1.0" encoding="UTF-8" standalone="yes"?>
<Relationships xmlns="http://schemas.openxmlformats.org/package/2006/relationships"><Relationship Id="rId8" Type="http://schemas.openxmlformats.org/officeDocument/2006/relationships/image" Target="../media/image211.png"/><Relationship Id="rId13"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1.png"/><Relationship Id="rId12" Type="http://schemas.openxmlformats.org/officeDocument/2006/relationships/image" Target="../media/image230.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0.png"/><Relationship Id="rId11" Type="http://schemas.openxmlformats.org/officeDocument/2006/relationships/image" Target="../media/image23.png"/><Relationship Id="rId5" Type="http://schemas.openxmlformats.org/officeDocument/2006/relationships/image" Target="../media/image20.png"/><Relationship Id="rId15" Type="http://schemas.openxmlformats.org/officeDocument/2006/relationships/image" Target="../media/image28.png"/><Relationship Id="rId10" Type="http://schemas.openxmlformats.org/officeDocument/2006/relationships/image" Target="../media/image220.png"/><Relationship Id="rId4" Type="http://schemas.openxmlformats.org/officeDocument/2006/relationships/image" Target="../media/image190.png"/><Relationship Id="rId9" Type="http://schemas.openxmlformats.org/officeDocument/2006/relationships/image" Target="../media/image22.png"/><Relationship Id="rId14" Type="http://schemas.openxmlformats.org/officeDocument/2006/relationships/image" Target="../media/image2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40.png"/><Relationship Id="rId3" Type="http://schemas.openxmlformats.org/officeDocument/2006/relationships/image" Target="../media/image290.png"/><Relationship Id="rId7" Type="http://schemas.openxmlformats.org/officeDocument/2006/relationships/image" Target="../media/image311.png"/><Relationship Id="rId12"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30.png"/><Relationship Id="rId5" Type="http://schemas.openxmlformats.org/officeDocument/2006/relationships/image" Target="../media/image300.png"/><Relationship Id="rId10" Type="http://schemas.openxmlformats.org/officeDocument/2006/relationships/image" Target="../media/image33.png"/><Relationship Id="rId4" Type="http://schemas.openxmlformats.org/officeDocument/2006/relationships/image" Target="../media/image30.png"/><Relationship Id="rId9" Type="http://schemas.openxmlformats.org/officeDocument/2006/relationships/image" Target="../media/image3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00.png"/><Relationship Id="rId18" Type="http://schemas.openxmlformats.org/officeDocument/2006/relationships/image" Target="../media/image43.png"/><Relationship Id="rId3" Type="http://schemas.openxmlformats.org/officeDocument/2006/relationships/image" Target="../media/image350.png"/><Relationship Id="rId7" Type="http://schemas.openxmlformats.org/officeDocument/2006/relationships/image" Target="../media/image370.png"/><Relationship Id="rId12" Type="http://schemas.openxmlformats.org/officeDocument/2006/relationships/image" Target="../media/image40.png"/><Relationship Id="rId17" Type="http://schemas.openxmlformats.org/officeDocument/2006/relationships/image" Target="../media/image420.png"/><Relationship Id="rId2" Type="http://schemas.openxmlformats.org/officeDocument/2006/relationships/image" Target="../media/image35.png"/><Relationship Id="rId16"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390.png"/><Relationship Id="rId5" Type="http://schemas.openxmlformats.org/officeDocument/2006/relationships/image" Target="../media/image360.png"/><Relationship Id="rId15" Type="http://schemas.openxmlformats.org/officeDocument/2006/relationships/image" Target="../media/image410.png"/><Relationship Id="rId10" Type="http://schemas.openxmlformats.org/officeDocument/2006/relationships/image" Target="../media/image39.png"/><Relationship Id="rId19" Type="http://schemas.openxmlformats.org/officeDocument/2006/relationships/image" Target="../media/image430.png"/><Relationship Id="rId4" Type="http://schemas.openxmlformats.org/officeDocument/2006/relationships/image" Target="../media/image36.png"/><Relationship Id="rId9" Type="http://schemas.openxmlformats.org/officeDocument/2006/relationships/image" Target="../media/image380.png"/><Relationship Id="rId14" Type="http://schemas.openxmlformats.org/officeDocument/2006/relationships/image" Target="../media/image41.png"/></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FEC Booklet FCE Reading</a:t>
            </a:r>
          </a:p>
        </p:txBody>
      </p:sp>
      <p:sp>
        <p:nvSpPr>
          <p:cNvPr id="3" name="Subtitle 2"/>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E85881-3902-58BB-10D0-F7D0C992B7AB}"/>
              </a:ext>
            </a:extLst>
          </p:cNvPr>
          <p:cNvSpPr txBox="1"/>
          <p:nvPr/>
        </p:nvSpPr>
        <p:spPr>
          <a:xfrm>
            <a:off x="421039" y="305068"/>
            <a:ext cx="11349921" cy="6247864"/>
          </a:xfrm>
          <a:prstGeom prst="rect">
            <a:avLst/>
          </a:prstGeom>
          <a:noFill/>
        </p:spPr>
        <p:txBody>
          <a:bodyPr wrap="square">
            <a:spAutoFit/>
          </a:bodyPr>
          <a:lstStyle/>
          <a:p>
            <a:r>
              <a:rPr lang="en-GB" sz="4000" dirty="0"/>
              <a:t>2</a:t>
            </a:r>
          </a:p>
          <a:p>
            <a:r>
              <a:rPr lang="en-GB" sz="4000" dirty="0"/>
              <a:t>Part 1</a:t>
            </a:r>
          </a:p>
          <a:p>
            <a:r>
              <a:rPr lang="en-GB" sz="4000" dirty="0"/>
              <a:t>You are going to read a newspaper article about sailing in single-handed boats known as ‘Oppies’.</a:t>
            </a:r>
          </a:p>
          <a:p>
            <a:r>
              <a:rPr lang="en-GB" sz="4000" dirty="0"/>
              <a:t>Choose from the list A-I the sentence which best summarises each part (1-7) of the article. There is</a:t>
            </a:r>
          </a:p>
          <a:p>
            <a:r>
              <a:rPr lang="en-GB" sz="4000" dirty="0"/>
              <a:t>one extra sentence which you do not need to use. There is an example at the beginning (0).</a:t>
            </a:r>
          </a:p>
          <a:p>
            <a:endParaRPr lang="en-GB" sz="4000" dirty="0"/>
          </a:p>
          <a:p>
            <a:r>
              <a:rPr lang="en-GB" sz="4000" dirty="0"/>
              <a:t>Mark your answers on the separate answer sheet.</a:t>
            </a:r>
          </a:p>
        </p:txBody>
      </p:sp>
    </p:spTree>
    <p:extLst>
      <p:ext uri="{BB962C8B-B14F-4D97-AF65-F5344CB8AC3E}">
        <p14:creationId xmlns:p14="http://schemas.microsoft.com/office/powerpoint/2010/main" val="2704728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70A696-52D9-1667-3012-15CF00BE3419}"/>
              </a:ext>
            </a:extLst>
          </p:cNvPr>
          <p:cNvPicPr>
            <a:picLocks noChangeAspect="1"/>
          </p:cNvPicPr>
          <p:nvPr/>
        </p:nvPicPr>
        <p:blipFill>
          <a:blip r:embed="rId2"/>
          <a:stretch>
            <a:fillRect/>
          </a:stretch>
        </p:blipFill>
        <p:spPr>
          <a:xfrm>
            <a:off x="46570" y="26204"/>
            <a:ext cx="5021706" cy="6857999"/>
          </a:xfrm>
          <a:prstGeom prst="rect">
            <a:avLst/>
          </a:prstGeom>
        </p:spPr>
      </p:pic>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1185AAA5-EBEA-5750-F0D1-9662DEF8669A}"/>
                  </a:ext>
                </a:extLst>
              </p:cNvPr>
              <p:cNvGraphicFramePr>
                <a:graphicFrameLocks noChangeAspect="1"/>
              </p:cNvGraphicFramePr>
              <p:nvPr>
                <p:extLst>
                  <p:ext uri="{D42A27DB-BD31-4B8C-83A1-F6EECF244321}">
                    <p14:modId xmlns:p14="http://schemas.microsoft.com/office/powerpoint/2010/main" val="3513182664"/>
                  </p:ext>
                </p:extLst>
              </p:nvPr>
            </p:nvGraphicFramePr>
            <p:xfrm>
              <a:off x="5812273" y="-18717"/>
              <a:ext cx="3048000" cy="1714500"/>
            </p:xfrm>
            <a:graphic>
              <a:graphicData uri="http://schemas.microsoft.com/office/powerpoint/2016/slidezoom">
                <pslz:sldZm>
                  <pslz:sldZmObj sldId="259" cId="3926288899">
                    <pslz:zmPr id="{63F2A5D1-064C-4048-9734-0293437C015C}"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1185AAA5-EBEA-5750-F0D1-9662DEF8669A}"/>
                  </a:ext>
                </a:extLst>
              </p:cNvPr>
              <p:cNvPicPr>
                <a:picLocks noGrp="1" noRot="1" noChangeAspect="1" noMove="1" noResize="1" noEditPoints="1" noAdjustHandles="1" noChangeArrowheads="1" noChangeShapeType="1"/>
              </p:cNvPicPr>
              <p:nvPr/>
            </p:nvPicPr>
            <p:blipFill>
              <a:blip r:embed="rId4"/>
              <a:stretch>
                <a:fillRect/>
              </a:stretch>
            </p:blipFill>
            <p:spPr>
              <a:xfrm>
                <a:off x="5812273" y="-18717"/>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E6307449-C36A-FA0B-5722-293E448899BD}"/>
                  </a:ext>
                </a:extLst>
              </p:cNvPr>
              <p:cNvGraphicFramePr>
                <a:graphicFrameLocks noChangeAspect="1"/>
              </p:cNvGraphicFramePr>
              <p:nvPr>
                <p:extLst>
                  <p:ext uri="{D42A27DB-BD31-4B8C-83A1-F6EECF244321}">
                    <p14:modId xmlns:p14="http://schemas.microsoft.com/office/powerpoint/2010/main" val="3172813067"/>
                  </p:ext>
                </p:extLst>
              </p:nvPr>
            </p:nvGraphicFramePr>
            <p:xfrm>
              <a:off x="5812273" y="1688296"/>
              <a:ext cx="3048000" cy="1714500"/>
            </p:xfrm>
            <a:graphic>
              <a:graphicData uri="http://schemas.microsoft.com/office/powerpoint/2016/slidezoom">
                <pslz:sldZm>
                  <pslz:sldZmObj sldId="260" cId="1794335496">
                    <pslz:zmPr id="{F19FE0E9-0BBC-42E7-A4F4-319FD19087A8}"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E6307449-C36A-FA0B-5722-293E448899BD}"/>
                  </a:ext>
                </a:extLst>
              </p:cNvPr>
              <p:cNvPicPr>
                <a:picLocks noGrp="1" noRot="1" noChangeAspect="1" noMove="1" noResize="1" noEditPoints="1" noAdjustHandles="1" noChangeArrowheads="1" noChangeShapeType="1"/>
              </p:cNvPicPr>
              <p:nvPr/>
            </p:nvPicPr>
            <p:blipFill>
              <a:blip r:embed="rId6"/>
              <a:stretch>
                <a:fillRect/>
              </a:stretch>
            </p:blipFill>
            <p:spPr>
              <a:xfrm>
                <a:off x="5812273" y="168829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FCFDEA77-E6CB-FE4A-9D86-2D3DB4B4F681}"/>
                  </a:ext>
                </a:extLst>
              </p:cNvPr>
              <p:cNvGraphicFramePr>
                <a:graphicFrameLocks noChangeAspect="1"/>
              </p:cNvGraphicFramePr>
              <p:nvPr>
                <p:extLst>
                  <p:ext uri="{D42A27DB-BD31-4B8C-83A1-F6EECF244321}">
                    <p14:modId xmlns:p14="http://schemas.microsoft.com/office/powerpoint/2010/main" val="1839350556"/>
                  </p:ext>
                </p:extLst>
              </p:nvPr>
            </p:nvGraphicFramePr>
            <p:xfrm>
              <a:off x="5812273" y="3455204"/>
              <a:ext cx="3048000" cy="1714500"/>
            </p:xfrm>
            <a:graphic>
              <a:graphicData uri="http://schemas.microsoft.com/office/powerpoint/2016/slidezoom">
                <pslz:sldZm>
                  <pslz:sldZmObj sldId="261" cId="1176328338">
                    <pslz:zmPr id="{2694D429-2508-4A63-9268-5584A7E75786}" transitionDur="100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FCFDEA77-E6CB-FE4A-9D86-2D3DB4B4F681}"/>
                  </a:ext>
                </a:extLst>
              </p:cNvPr>
              <p:cNvPicPr>
                <a:picLocks noGrp="1" noRot="1" noChangeAspect="1" noMove="1" noResize="1" noEditPoints="1" noAdjustHandles="1" noChangeArrowheads="1" noChangeShapeType="1"/>
              </p:cNvPicPr>
              <p:nvPr/>
            </p:nvPicPr>
            <p:blipFill>
              <a:blip r:embed="rId8"/>
              <a:stretch>
                <a:fillRect/>
              </a:stretch>
            </p:blipFill>
            <p:spPr>
              <a:xfrm>
                <a:off x="5812273" y="3455204"/>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E406FF64-74D2-462E-73B0-8EA1B0A37B22}"/>
                  </a:ext>
                </a:extLst>
              </p:cNvPr>
              <p:cNvGraphicFramePr>
                <a:graphicFrameLocks noChangeAspect="1"/>
              </p:cNvGraphicFramePr>
              <p:nvPr>
                <p:extLst>
                  <p:ext uri="{D42A27DB-BD31-4B8C-83A1-F6EECF244321}">
                    <p14:modId xmlns:p14="http://schemas.microsoft.com/office/powerpoint/2010/main" val="1848060986"/>
                  </p:ext>
                </p:extLst>
              </p:nvPr>
            </p:nvGraphicFramePr>
            <p:xfrm>
              <a:off x="5812273" y="5109809"/>
              <a:ext cx="3048000" cy="1714500"/>
            </p:xfrm>
            <a:graphic>
              <a:graphicData uri="http://schemas.microsoft.com/office/powerpoint/2016/slidezoom">
                <pslz:sldZm>
                  <pslz:sldZmObj sldId="262" cId="1585674337">
                    <pslz:zmPr id="{5F0C1684-1E36-4429-82F6-926A9D7E7513}"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E406FF64-74D2-462E-73B0-8EA1B0A37B22}"/>
                  </a:ext>
                </a:extLst>
              </p:cNvPr>
              <p:cNvPicPr>
                <a:picLocks noGrp="1" noRot="1" noChangeAspect="1" noMove="1" noResize="1" noEditPoints="1" noAdjustHandles="1" noChangeArrowheads="1" noChangeShapeType="1"/>
              </p:cNvPicPr>
              <p:nvPr/>
            </p:nvPicPr>
            <p:blipFill>
              <a:blip r:embed="rId10"/>
              <a:stretch>
                <a:fillRect/>
              </a:stretch>
            </p:blipFill>
            <p:spPr>
              <a:xfrm>
                <a:off x="5812273" y="5109809"/>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AB775D88-55FD-DDA3-8F5C-BA8A83E56013}"/>
                  </a:ext>
                </a:extLst>
              </p:cNvPr>
              <p:cNvGraphicFramePr>
                <a:graphicFrameLocks noChangeAspect="1"/>
              </p:cNvGraphicFramePr>
              <p:nvPr>
                <p:extLst>
                  <p:ext uri="{D42A27DB-BD31-4B8C-83A1-F6EECF244321}">
                    <p14:modId xmlns:p14="http://schemas.microsoft.com/office/powerpoint/2010/main" val="1671302370"/>
                  </p:ext>
                </p:extLst>
              </p:nvPr>
            </p:nvGraphicFramePr>
            <p:xfrm>
              <a:off x="9144000" y="0"/>
              <a:ext cx="3048000" cy="1714500"/>
            </p:xfrm>
            <a:graphic>
              <a:graphicData uri="http://schemas.microsoft.com/office/powerpoint/2016/slidezoom">
                <pslz:sldZm>
                  <pslz:sldZmObj sldId="263" cId="980774226">
                    <pslz:zmPr id="{263A4A07-111E-4887-87CF-1DCE5A0312C9}" transitionDur="1000">
                      <p166:blipFill xmlns:p166="http://schemas.microsoft.com/office/powerpoint/2016/6/main">
                        <a:blip r:embed="rId11"/>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5" name="Slide Zoom 14">
                <a:extLst>
                  <a:ext uri="{FF2B5EF4-FFF2-40B4-BE49-F238E27FC236}">
                    <a16:creationId xmlns:a16="http://schemas.microsoft.com/office/drawing/2014/main" id="{AB775D88-55FD-DDA3-8F5C-BA8A83E56013}"/>
                  </a:ext>
                </a:extLst>
              </p:cNvPr>
              <p:cNvPicPr>
                <a:picLocks noGrp="1" noRot="1" noChangeAspect="1" noMove="1" noResize="1" noEditPoints="1" noAdjustHandles="1" noChangeArrowheads="1" noChangeShapeType="1"/>
              </p:cNvPicPr>
              <p:nvPr/>
            </p:nvPicPr>
            <p:blipFill>
              <a:blip r:embed="rId12"/>
              <a:stretch>
                <a:fillRect/>
              </a:stretch>
            </p:blipFill>
            <p:spPr>
              <a:xfrm>
                <a:off x="9144000" y="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7" name="Slide Zoom 16">
                <a:extLst>
                  <a:ext uri="{FF2B5EF4-FFF2-40B4-BE49-F238E27FC236}">
                    <a16:creationId xmlns:a16="http://schemas.microsoft.com/office/drawing/2014/main" id="{677F1A6B-33B9-E5F5-B22C-902567BA196C}"/>
                  </a:ext>
                </a:extLst>
              </p:cNvPr>
              <p:cNvGraphicFramePr>
                <a:graphicFrameLocks noChangeAspect="1"/>
              </p:cNvGraphicFramePr>
              <p:nvPr>
                <p:extLst>
                  <p:ext uri="{D42A27DB-BD31-4B8C-83A1-F6EECF244321}">
                    <p14:modId xmlns:p14="http://schemas.microsoft.com/office/powerpoint/2010/main" val="2208321946"/>
                  </p:ext>
                </p:extLst>
              </p:nvPr>
            </p:nvGraphicFramePr>
            <p:xfrm>
              <a:off x="9144000" y="1688296"/>
              <a:ext cx="3048000" cy="1714500"/>
            </p:xfrm>
            <a:graphic>
              <a:graphicData uri="http://schemas.microsoft.com/office/powerpoint/2016/slidezoom">
                <pslz:sldZm>
                  <pslz:sldZmObj sldId="264" cId="1307583125">
                    <pslz:zmPr id="{C48A4AA5-52A5-4D7A-985C-EBD4EBEEAC74}" transitionDur="1000">
                      <p166:blipFill xmlns:p166="http://schemas.microsoft.com/office/powerpoint/2016/6/main">
                        <a:blip r:embed="rId1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7" name="Slide Zoom 16">
                <a:extLst>
                  <a:ext uri="{FF2B5EF4-FFF2-40B4-BE49-F238E27FC236}">
                    <a16:creationId xmlns:a16="http://schemas.microsoft.com/office/drawing/2014/main" id="{677F1A6B-33B9-E5F5-B22C-902567BA196C}"/>
                  </a:ext>
                </a:extLst>
              </p:cNvPr>
              <p:cNvPicPr>
                <a:picLocks noGrp="1" noRot="1" noChangeAspect="1" noMove="1" noResize="1" noEditPoints="1" noAdjustHandles="1" noChangeArrowheads="1" noChangeShapeType="1"/>
              </p:cNvPicPr>
              <p:nvPr/>
            </p:nvPicPr>
            <p:blipFill>
              <a:blip r:embed="rId14"/>
              <a:stretch>
                <a:fillRect/>
              </a:stretch>
            </p:blipFill>
            <p:spPr>
              <a:xfrm>
                <a:off x="9144000" y="168829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AD4C00FB-C9D4-B4F8-3F3C-3E1F80643D21}"/>
                  </a:ext>
                </a:extLst>
              </p:cNvPr>
              <p:cNvGraphicFramePr>
                <a:graphicFrameLocks noChangeAspect="1"/>
              </p:cNvGraphicFramePr>
              <p:nvPr>
                <p:extLst>
                  <p:ext uri="{D42A27DB-BD31-4B8C-83A1-F6EECF244321}">
                    <p14:modId xmlns:p14="http://schemas.microsoft.com/office/powerpoint/2010/main" val="3073922786"/>
                  </p:ext>
                </p:extLst>
              </p:nvPr>
            </p:nvGraphicFramePr>
            <p:xfrm>
              <a:off x="9144000" y="3455204"/>
              <a:ext cx="3048000" cy="1714500"/>
            </p:xfrm>
            <a:graphic>
              <a:graphicData uri="http://schemas.microsoft.com/office/powerpoint/2016/slidezoom">
                <pslz:sldZm>
                  <pslz:sldZmObj sldId="265" cId="384208783">
                    <pslz:zmPr id="{F4881760-01D9-4C17-8EA4-A6241BDAD74B}" transitionDur="1000">
                      <p166:blipFill xmlns:p166="http://schemas.microsoft.com/office/powerpoint/2016/6/main">
                        <a:blip r:embed="rId1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9" name="Slide Zoom 18">
                <a:extLst>
                  <a:ext uri="{FF2B5EF4-FFF2-40B4-BE49-F238E27FC236}">
                    <a16:creationId xmlns:a16="http://schemas.microsoft.com/office/drawing/2014/main" id="{AD4C00FB-C9D4-B4F8-3F3C-3E1F80643D21}"/>
                  </a:ext>
                </a:extLst>
              </p:cNvPr>
              <p:cNvPicPr>
                <a:picLocks noGrp="1" noRot="1" noChangeAspect="1" noMove="1" noResize="1" noEditPoints="1" noAdjustHandles="1" noChangeArrowheads="1" noChangeShapeType="1"/>
              </p:cNvPicPr>
              <p:nvPr/>
            </p:nvPicPr>
            <p:blipFill>
              <a:blip r:embed="rId16"/>
              <a:stretch>
                <a:fillRect/>
              </a:stretch>
            </p:blipFill>
            <p:spPr>
              <a:xfrm>
                <a:off x="9144000" y="3455204"/>
                <a:ext cx="3048000" cy="1714500"/>
              </a:xfrm>
              <a:prstGeom prst="rect">
                <a:avLst/>
              </a:prstGeom>
              <a:ln w="3175">
                <a:solidFill>
                  <a:prstClr val="ltGray"/>
                </a:solidFill>
              </a:ln>
            </p:spPr>
          </p:pic>
        </mc:Fallback>
      </mc:AlternateContent>
      <p:sp>
        <p:nvSpPr>
          <p:cNvPr id="23" name="Show/Hide">
            <a:extLst>
              <a:ext uri="{FF2B5EF4-FFF2-40B4-BE49-F238E27FC236}">
                <a16:creationId xmlns:a16="http://schemas.microsoft.com/office/drawing/2014/main" id="{269099C8-6E65-C81C-E969-403A9251403C}"/>
              </a:ext>
            </a:extLst>
          </p:cNvPr>
          <p:cNvSpPr/>
          <p:nvPr/>
        </p:nvSpPr>
        <p:spPr>
          <a:xfrm>
            <a:off x="4157703" y="2157440"/>
            <a:ext cx="776207" cy="776211"/>
          </a:xfrm>
          <a:custGeom>
            <a:avLst/>
            <a:gdLst>
              <a:gd name="csX0" fmla="*/ 219075 w 438149"/>
              <a:gd name="csY0" fmla="*/ 0 h 438150"/>
              <a:gd name="csX1" fmla="*/ 0 w 438149"/>
              <a:gd name="csY1" fmla="*/ 219075 h 438150"/>
              <a:gd name="csX2" fmla="*/ 219075 w 438149"/>
              <a:gd name="csY2" fmla="*/ 438150 h 438150"/>
              <a:gd name="csX3" fmla="*/ 438150 w 438149"/>
              <a:gd name="csY3" fmla="*/ 219075 h 438150"/>
              <a:gd name="csX4" fmla="*/ 219075 w 438149"/>
              <a:gd name="csY4" fmla="*/ 0 h 438150"/>
              <a:gd name="csX5" fmla="*/ 187928 w 438149"/>
              <a:gd name="csY5" fmla="*/ 308267 h 438150"/>
              <a:gd name="csX6" fmla="*/ 92459 w 438149"/>
              <a:gd name="csY6" fmla="*/ 212789 h 438150"/>
              <a:gd name="csX7" fmla="*/ 124901 w 438149"/>
              <a:gd name="csY7" fmla="*/ 180346 h 438150"/>
              <a:gd name="csX8" fmla="*/ 187928 w 438149"/>
              <a:gd name="csY8" fmla="*/ 243373 h 438150"/>
              <a:gd name="csX9" fmla="*/ 317011 w 438149"/>
              <a:gd name="csY9" fmla="*/ 114300 h 438150"/>
              <a:gd name="csX10" fmla="*/ 349453 w 438149"/>
              <a:gd name="csY10" fmla="*/ 146742 h 438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B050"/>
          </a:solidFill>
          <a:ln w="9525" cap="flat">
            <a:noFill/>
            <a:prstDash val="solid"/>
            <a:miter/>
          </a:ln>
          <a:scene3d>
            <a:camera prst="orthographicFront"/>
            <a:lightRig rig="threePt" dir="t"/>
          </a:scene3d>
          <a:sp3d>
            <a:bevelT/>
          </a:sp3d>
        </p:spPr>
        <p:txBody>
          <a:bodyPr/>
          <a:lstStyle/>
          <a:p>
            <a:endParaRPr lang="en-GB"/>
          </a:p>
        </p:txBody>
      </p:sp>
      <p:sp>
        <p:nvSpPr>
          <p:cNvPr id="25" name="TextBox 24">
            <a:extLst>
              <a:ext uri="{FF2B5EF4-FFF2-40B4-BE49-F238E27FC236}">
                <a16:creationId xmlns:a16="http://schemas.microsoft.com/office/drawing/2014/main" id="{5ED8CD3D-E1EA-1531-DEDD-01E3170310F5}"/>
              </a:ext>
            </a:extLst>
          </p:cNvPr>
          <p:cNvSpPr txBox="1"/>
          <p:nvPr/>
        </p:nvSpPr>
        <p:spPr>
          <a:xfrm>
            <a:off x="5068276" y="205839"/>
            <a:ext cx="766490" cy="3375283"/>
          </a:xfrm>
          <a:prstGeom prst="rect">
            <a:avLst/>
          </a:prstGeom>
          <a:noFill/>
        </p:spPr>
        <p:txBody>
          <a:bodyPr wrap="square" rtlCol="0">
            <a:spAutoFit/>
          </a:bodyPr>
          <a:lstStyle/>
          <a:p>
            <a:pPr>
              <a:lnSpc>
                <a:spcPts val="3200"/>
              </a:lnSpc>
            </a:pPr>
            <a:r>
              <a:rPr lang="en-GB" sz="3200" dirty="0">
                <a:latin typeface="Tw Cen MT Condensed Extra Bold" panose="020B0803020202020204" pitchFamily="34" charset="0"/>
              </a:rPr>
              <a:t>0I</a:t>
            </a:r>
          </a:p>
          <a:p>
            <a:pPr>
              <a:lnSpc>
                <a:spcPts val="3200"/>
              </a:lnSpc>
            </a:pPr>
            <a:r>
              <a:rPr lang="en-GB" sz="3200" dirty="0">
                <a:latin typeface="Tw Cen MT Condensed Extra Bold" panose="020B0803020202020204" pitchFamily="34" charset="0"/>
              </a:rPr>
              <a:t>1G</a:t>
            </a:r>
          </a:p>
          <a:p>
            <a:pPr>
              <a:lnSpc>
                <a:spcPts val="3200"/>
              </a:lnSpc>
            </a:pPr>
            <a:r>
              <a:rPr lang="en-GB" sz="3200" dirty="0">
                <a:latin typeface="Tw Cen MT Condensed Extra Bold" panose="020B0803020202020204" pitchFamily="34" charset="0"/>
              </a:rPr>
              <a:t>2C</a:t>
            </a:r>
          </a:p>
          <a:p>
            <a:pPr>
              <a:lnSpc>
                <a:spcPts val="3200"/>
              </a:lnSpc>
            </a:pPr>
            <a:r>
              <a:rPr lang="en-GB" sz="3200" dirty="0">
                <a:latin typeface="Tw Cen MT Condensed Extra Bold" panose="020B0803020202020204" pitchFamily="34" charset="0"/>
              </a:rPr>
              <a:t>3A</a:t>
            </a:r>
          </a:p>
          <a:p>
            <a:pPr>
              <a:lnSpc>
                <a:spcPts val="3200"/>
              </a:lnSpc>
            </a:pPr>
            <a:r>
              <a:rPr lang="en-GB" sz="3200" dirty="0">
                <a:latin typeface="Tw Cen MT Condensed Extra Bold" panose="020B0803020202020204" pitchFamily="34" charset="0"/>
              </a:rPr>
              <a:t>4F</a:t>
            </a:r>
          </a:p>
          <a:p>
            <a:pPr>
              <a:lnSpc>
                <a:spcPts val="3200"/>
              </a:lnSpc>
            </a:pPr>
            <a:r>
              <a:rPr lang="en-GB" sz="3200" dirty="0">
                <a:latin typeface="Tw Cen MT Condensed Extra Bold" panose="020B0803020202020204" pitchFamily="34" charset="0"/>
              </a:rPr>
              <a:t>5B</a:t>
            </a:r>
          </a:p>
          <a:p>
            <a:pPr>
              <a:lnSpc>
                <a:spcPts val="3200"/>
              </a:lnSpc>
            </a:pPr>
            <a:r>
              <a:rPr lang="en-GB" sz="3200" dirty="0">
                <a:latin typeface="Tw Cen MT Condensed Extra Bold" panose="020B0803020202020204" pitchFamily="34" charset="0"/>
              </a:rPr>
              <a:t>6H</a:t>
            </a:r>
          </a:p>
          <a:p>
            <a:pPr>
              <a:lnSpc>
                <a:spcPts val="3200"/>
              </a:lnSpc>
            </a:pPr>
            <a:r>
              <a:rPr lang="en-GB" sz="3200" dirty="0">
                <a:latin typeface="Tw Cen MT Condensed Extra Bold" panose="020B0803020202020204" pitchFamily="34" charset="0"/>
              </a:rPr>
              <a:t>7E</a:t>
            </a:r>
          </a:p>
        </p:txBody>
      </p:sp>
      <mc:AlternateContent xmlns:mc="http://schemas.openxmlformats.org/markup-compatibility/2006" xmlns:pslz="http://schemas.microsoft.com/office/powerpoint/2016/slidezoom">
        <mc:Choice Requires="pslz">
          <p:graphicFrame>
            <p:nvGraphicFramePr>
              <p:cNvPr id="27" name="Slide Zoom 26">
                <a:extLst>
                  <a:ext uri="{FF2B5EF4-FFF2-40B4-BE49-F238E27FC236}">
                    <a16:creationId xmlns:a16="http://schemas.microsoft.com/office/drawing/2014/main" id="{CD60055F-8065-E810-906D-EC0BA8B46AA5}"/>
                  </a:ext>
                </a:extLst>
              </p:cNvPr>
              <p:cNvGraphicFramePr>
                <a:graphicFrameLocks noChangeAspect="1"/>
              </p:cNvGraphicFramePr>
              <p:nvPr>
                <p:extLst>
                  <p:ext uri="{D42A27DB-BD31-4B8C-83A1-F6EECF244321}">
                    <p14:modId xmlns:p14="http://schemas.microsoft.com/office/powerpoint/2010/main" val="3070071068"/>
                  </p:ext>
                </p:extLst>
              </p:nvPr>
            </p:nvGraphicFramePr>
            <p:xfrm>
              <a:off x="9144000" y="5109809"/>
              <a:ext cx="3048000" cy="1714500"/>
            </p:xfrm>
            <a:graphic>
              <a:graphicData uri="http://schemas.microsoft.com/office/powerpoint/2016/slidezoom">
                <pslz:sldZm>
                  <pslz:sldZmObj sldId="266" cId="657526898">
                    <pslz:zmPr id="{9D614513-3B4D-4EE3-BB68-A61318647FF7}" transitionDur="1000">
                      <p166:blipFill xmlns:p166="http://schemas.microsoft.com/office/powerpoint/2016/6/main">
                        <a:blip r:embed="rId1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27" name="Slide Zoom 26">
                <a:extLst>
                  <a:ext uri="{FF2B5EF4-FFF2-40B4-BE49-F238E27FC236}">
                    <a16:creationId xmlns:a16="http://schemas.microsoft.com/office/drawing/2014/main" id="{CD60055F-8065-E810-906D-EC0BA8B46AA5}"/>
                  </a:ext>
                </a:extLst>
              </p:cNvPr>
              <p:cNvPicPr>
                <a:picLocks noGrp="1" noRot="1" noChangeAspect="1" noMove="1" noResize="1" noEditPoints="1" noAdjustHandles="1" noChangeArrowheads="1" noChangeShapeType="1"/>
              </p:cNvPicPr>
              <p:nvPr/>
            </p:nvPicPr>
            <p:blipFill>
              <a:blip r:embed="rId18"/>
              <a:stretch>
                <a:fillRect/>
              </a:stretch>
            </p:blipFill>
            <p:spPr>
              <a:xfrm>
                <a:off x="9144000" y="5109809"/>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30176842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25" grpId="0"/>
      <p:bldP spid="25" grpId="1"/>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4EAFBA-CDF9-7819-7CDD-CF9DD32CBC64}"/>
              </a:ext>
            </a:extLst>
          </p:cNvPr>
          <p:cNvPicPr>
            <a:picLocks noChangeAspect="1"/>
          </p:cNvPicPr>
          <p:nvPr/>
        </p:nvPicPr>
        <p:blipFill>
          <a:blip r:embed="rId2"/>
          <a:stretch>
            <a:fillRect/>
          </a:stretch>
        </p:blipFill>
        <p:spPr>
          <a:xfrm>
            <a:off x="181563" y="751777"/>
            <a:ext cx="11828874" cy="5354445"/>
          </a:xfrm>
          <a:prstGeom prst="rect">
            <a:avLst/>
          </a:prstGeom>
        </p:spPr>
      </p:pic>
    </p:spTree>
    <p:extLst>
      <p:ext uri="{BB962C8B-B14F-4D97-AF65-F5344CB8AC3E}">
        <p14:creationId xmlns:p14="http://schemas.microsoft.com/office/powerpoint/2010/main" val="3926288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FC14BC-60B8-A893-3422-C3E129271D38}"/>
              </a:ext>
            </a:extLst>
          </p:cNvPr>
          <p:cNvPicPr>
            <a:picLocks noChangeAspect="1"/>
          </p:cNvPicPr>
          <p:nvPr/>
        </p:nvPicPr>
        <p:blipFill>
          <a:blip r:embed="rId2"/>
          <a:stretch>
            <a:fillRect/>
          </a:stretch>
        </p:blipFill>
        <p:spPr>
          <a:xfrm>
            <a:off x="120193" y="291508"/>
            <a:ext cx="11951612" cy="6274982"/>
          </a:xfrm>
          <a:prstGeom prst="rect">
            <a:avLst/>
          </a:prstGeom>
        </p:spPr>
      </p:pic>
    </p:spTree>
    <p:extLst>
      <p:ext uri="{BB962C8B-B14F-4D97-AF65-F5344CB8AC3E}">
        <p14:creationId xmlns:p14="http://schemas.microsoft.com/office/powerpoint/2010/main" val="1794335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F214BE-0C1A-BC83-F2AF-2F85C0FD7598}"/>
              </a:ext>
            </a:extLst>
          </p:cNvPr>
          <p:cNvPicPr>
            <a:picLocks noChangeAspect="1"/>
          </p:cNvPicPr>
          <p:nvPr/>
        </p:nvPicPr>
        <p:blipFill>
          <a:blip r:embed="rId2"/>
          <a:stretch>
            <a:fillRect/>
          </a:stretch>
        </p:blipFill>
        <p:spPr>
          <a:xfrm>
            <a:off x="51154" y="276168"/>
            <a:ext cx="12089693" cy="6305663"/>
          </a:xfrm>
          <a:prstGeom prst="rect">
            <a:avLst/>
          </a:prstGeom>
        </p:spPr>
      </p:pic>
    </p:spTree>
    <p:extLst>
      <p:ext uri="{BB962C8B-B14F-4D97-AF65-F5344CB8AC3E}">
        <p14:creationId xmlns:p14="http://schemas.microsoft.com/office/powerpoint/2010/main" val="1176328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49914B-2AB9-50C1-98E3-63B68CCCD8D4}"/>
              </a:ext>
            </a:extLst>
          </p:cNvPr>
          <p:cNvPicPr>
            <a:picLocks noChangeAspect="1"/>
          </p:cNvPicPr>
          <p:nvPr/>
        </p:nvPicPr>
        <p:blipFill>
          <a:blip r:embed="rId2"/>
          <a:stretch>
            <a:fillRect/>
          </a:stretch>
        </p:blipFill>
        <p:spPr>
          <a:xfrm>
            <a:off x="698317" y="25809"/>
            <a:ext cx="10795365" cy="6806380"/>
          </a:xfrm>
          <a:prstGeom prst="rect">
            <a:avLst/>
          </a:prstGeom>
        </p:spPr>
      </p:pic>
    </p:spTree>
    <p:extLst>
      <p:ext uri="{BB962C8B-B14F-4D97-AF65-F5344CB8AC3E}">
        <p14:creationId xmlns:p14="http://schemas.microsoft.com/office/powerpoint/2010/main" val="1585674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D84965-441B-78A6-E1CA-8DD64D618DEB}"/>
              </a:ext>
            </a:extLst>
          </p:cNvPr>
          <p:cNvPicPr>
            <a:picLocks noChangeAspect="1"/>
          </p:cNvPicPr>
          <p:nvPr/>
        </p:nvPicPr>
        <p:blipFill>
          <a:blip r:embed="rId2"/>
          <a:stretch>
            <a:fillRect/>
          </a:stretch>
        </p:blipFill>
        <p:spPr>
          <a:xfrm>
            <a:off x="212246" y="6"/>
            <a:ext cx="11767506" cy="6857986"/>
          </a:xfrm>
          <a:prstGeom prst="rect">
            <a:avLst/>
          </a:prstGeom>
        </p:spPr>
      </p:pic>
    </p:spTree>
    <p:extLst>
      <p:ext uri="{BB962C8B-B14F-4D97-AF65-F5344CB8AC3E}">
        <p14:creationId xmlns:p14="http://schemas.microsoft.com/office/powerpoint/2010/main" val="980774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0BF7F6-E65E-910A-CE05-781415797CC7}"/>
              </a:ext>
            </a:extLst>
          </p:cNvPr>
          <p:cNvPicPr>
            <a:picLocks noChangeAspect="1"/>
          </p:cNvPicPr>
          <p:nvPr/>
        </p:nvPicPr>
        <p:blipFill>
          <a:blip r:embed="rId2"/>
          <a:stretch>
            <a:fillRect/>
          </a:stretch>
        </p:blipFill>
        <p:spPr>
          <a:xfrm>
            <a:off x="135536" y="368220"/>
            <a:ext cx="11920928" cy="6121558"/>
          </a:xfrm>
          <a:prstGeom prst="rect">
            <a:avLst/>
          </a:prstGeom>
        </p:spPr>
      </p:pic>
    </p:spTree>
    <p:extLst>
      <p:ext uri="{BB962C8B-B14F-4D97-AF65-F5344CB8AC3E}">
        <p14:creationId xmlns:p14="http://schemas.microsoft.com/office/powerpoint/2010/main" val="1307583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B03E37-E56F-5A4C-CF12-7BD3A247C913}"/>
              </a:ext>
            </a:extLst>
          </p:cNvPr>
          <p:cNvPicPr>
            <a:picLocks noChangeAspect="1"/>
          </p:cNvPicPr>
          <p:nvPr/>
        </p:nvPicPr>
        <p:blipFill>
          <a:blip r:embed="rId2"/>
          <a:stretch>
            <a:fillRect/>
          </a:stretch>
        </p:blipFill>
        <p:spPr>
          <a:xfrm>
            <a:off x="189235" y="360550"/>
            <a:ext cx="11813531" cy="6136900"/>
          </a:xfrm>
          <a:prstGeom prst="rect">
            <a:avLst/>
          </a:prstGeom>
        </p:spPr>
      </p:pic>
    </p:spTree>
    <p:extLst>
      <p:ext uri="{BB962C8B-B14F-4D97-AF65-F5344CB8AC3E}">
        <p14:creationId xmlns:p14="http://schemas.microsoft.com/office/powerpoint/2010/main" val="384208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121B38-62F1-A3AB-95CD-AB48287DFA8B}"/>
              </a:ext>
            </a:extLst>
          </p:cNvPr>
          <p:cNvPicPr>
            <a:picLocks noChangeAspect="1"/>
          </p:cNvPicPr>
          <p:nvPr/>
        </p:nvPicPr>
        <p:blipFill>
          <a:blip r:embed="rId2"/>
          <a:stretch>
            <a:fillRect/>
          </a:stretch>
        </p:blipFill>
        <p:spPr>
          <a:xfrm>
            <a:off x="196905" y="659722"/>
            <a:ext cx="11798189" cy="5538554"/>
          </a:xfrm>
          <a:prstGeom prst="rect">
            <a:avLst/>
          </a:prstGeom>
        </p:spPr>
      </p:pic>
    </p:spTree>
    <p:extLst>
      <p:ext uri="{BB962C8B-B14F-4D97-AF65-F5344CB8AC3E}">
        <p14:creationId xmlns:p14="http://schemas.microsoft.com/office/powerpoint/2010/main" val="657526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F0D0FA-ABD4-34F2-69F8-B15D9C057E1A}"/>
              </a:ext>
            </a:extLst>
          </p:cNvPr>
          <p:cNvSpPr txBox="1"/>
          <p:nvPr/>
        </p:nvSpPr>
        <p:spPr>
          <a:xfrm>
            <a:off x="783860" y="1228397"/>
            <a:ext cx="10624279" cy="4401205"/>
          </a:xfrm>
          <a:prstGeom prst="rect">
            <a:avLst/>
          </a:prstGeom>
          <a:noFill/>
        </p:spPr>
        <p:txBody>
          <a:bodyPr wrap="square">
            <a:spAutoFit/>
          </a:bodyPr>
          <a:lstStyle/>
          <a:p>
            <a:r>
              <a:rPr lang="en-GB" sz="4000" dirty="0">
                <a:latin typeface="GlyphLessFont"/>
              </a:rPr>
              <a:t>Part 2</a:t>
            </a:r>
          </a:p>
          <a:p>
            <a:pPr algn="l"/>
            <a:r>
              <a:rPr lang="en-GB" sz="4000" b="0" i="0" u="none" strike="noStrike" baseline="0" dirty="0">
                <a:latin typeface="GlyphLessFont"/>
              </a:rPr>
              <a:t>You are going to read a magazine article about a radio presenter. For questions 8-14, choose the answer (A, B, C or D) which you think fits best according to the text.</a:t>
            </a:r>
          </a:p>
          <a:p>
            <a:pPr algn="l"/>
            <a:endParaRPr lang="en-GB" sz="4000" b="0" i="0" u="none" strike="noStrike" baseline="0" dirty="0">
              <a:latin typeface="GlyphLessFont"/>
            </a:endParaRPr>
          </a:p>
          <a:p>
            <a:pPr algn="l"/>
            <a:r>
              <a:rPr lang="en-GB" sz="4000" b="0" i="0" u="none" strike="noStrike" baseline="0" dirty="0">
                <a:latin typeface="GlyphLessFont"/>
              </a:rPr>
              <a:t>Mark your answers on the separate answer sheet.</a:t>
            </a:r>
            <a:endParaRPr lang="en-GB" sz="4000" dirty="0"/>
          </a:p>
        </p:txBody>
      </p:sp>
    </p:spTree>
    <p:extLst>
      <p:ext uri="{BB962C8B-B14F-4D97-AF65-F5344CB8AC3E}">
        <p14:creationId xmlns:p14="http://schemas.microsoft.com/office/powerpoint/2010/main" val="890143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514C45-C61A-8D90-B184-B3C9721E919A}"/>
              </a:ext>
            </a:extLst>
          </p:cNvPr>
          <p:cNvPicPr>
            <a:picLocks noChangeAspect="1"/>
          </p:cNvPicPr>
          <p:nvPr/>
        </p:nvPicPr>
        <p:blipFill>
          <a:blip r:embed="rId2"/>
          <a:stretch>
            <a:fillRect/>
          </a:stretch>
        </p:blipFill>
        <p:spPr>
          <a:xfrm>
            <a:off x="598772" y="20524"/>
            <a:ext cx="10604710" cy="1330828"/>
          </a:xfrm>
          <a:prstGeom prst="rect">
            <a:avLst/>
          </a:prstGeom>
        </p:spPr>
      </p:pic>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7515439E-7847-4987-02A4-7C5A311F7D8B}"/>
                  </a:ext>
                </a:extLst>
              </p:cNvPr>
              <p:cNvGraphicFramePr>
                <a:graphicFrameLocks noChangeAspect="1"/>
              </p:cNvGraphicFramePr>
              <p:nvPr>
                <p:extLst>
                  <p:ext uri="{D42A27DB-BD31-4B8C-83A1-F6EECF244321}">
                    <p14:modId xmlns:p14="http://schemas.microsoft.com/office/powerpoint/2010/main" val="1687229240"/>
                  </p:ext>
                </p:extLst>
              </p:nvPr>
            </p:nvGraphicFramePr>
            <p:xfrm>
              <a:off x="0" y="1456895"/>
              <a:ext cx="3048000" cy="1714500"/>
            </p:xfrm>
            <a:graphic>
              <a:graphicData uri="http://schemas.microsoft.com/office/powerpoint/2016/slidezoom">
                <pslz:sldZm>
                  <pslz:sldZmObj sldId="269" cId="2513287870">
                    <pslz:zmPr id="{658316B6-2F63-403E-B3C7-0CAD17BD5BBA}"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7515439E-7847-4987-02A4-7C5A311F7D8B}"/>
                  </a:ext>
                </a:extLst>
              </p:cNvPr>
              <p:cNvPicPr>
                <a:picLocks noGrp="1" noRot="1" noChangeAspect="1" noMove="1" noResize="1" noEditPoints="1" noAdjustHandles="1" noChangeArrowheads="1" noChangeShapeType="1"/>
              </p:cNvPicPr>
              <p:nvPr/>
            </p:nvPicPr>
            <p:blipFill>
              <a:blip r:embed="rId4"/>
              <a:stretch>
                <a:fillRect/>
              </a:stretch>
            </p:blipFill>
            <p:spPr>
              <a:xfrm>
                <a:off x="0" y="1456895"/>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A74618F0-8265-DBA4-CE56-C583BAE1E146}"/>
                  </a:ext>
                </a:extLst>
              </p:cNvPr>
              <p:cNvGraphicFramePr>
                <a:graphicFrameLocks noChangeAspect="1"/>
              </p:cNvGraphicFramePr>
              <p:nvPr>
                <p:extLst>
                  <p:ext uri="{D42A27DB-BD31-4B8C-83A1-F6EECF244321}">
                    <p14:modId xmlns:p14="http://schemas.microsoft.com/office/powerpoint/2010/main" val="1874393362"/>
                  </p:ext>
                </p:extLst>
              </p:nvPr>
            </p:nvGraphicFramePr>
            <p:xfrm>
              <a:off x="0" y="3276938"/>
              <a:ext cx="3048000" cy="1714500"/>
            </p:xfrm>
            <a:graphic>
              <a:graphicData uri="http://schemas.microsoft.com/office/powerpoint/2016/slidezoom">
                <pslz:sldZm>
                  <pslz:sldZmObj sldId="270" cId="1284936337">
                    <pslz:zmPr id="{83FBEE33-8021-4195-9AEE-417826940678}"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A74618F0-8265-DBA4-CE56-C583BAE1E146}"/>
                  </a:ext>
                </a:extLst>
              </p:cNvPr>
              <p:cNvPicPr>
                <a:picLocks noGrp="1" noRot="1" noChangeAspect="1" noMove="1" noResize="1" noEditPoints="1" noAdjustHandles="1" noChangeArrowheads="1" noChangeShapeType="1"/>
              </p:cNvPicPr>
              <p:nvPr/>
            </p:nvPicPr>
            <p:blipFill>
              <a:blip r:embed="rId6"/>
              <a:stretch>
                <a:fillRect/>
              </a:stretch>
            </p:blipFill>
            <p:spPr>
              <a:xfrm>
                <a:off x="0" y="3276938"/>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F698DFB3-AE05-999A-9857-FDD5C360ECA2}"/>
                  </a:ext>
                </a:extLst>
              </p:cNvPr>
              <p:cNvGraphicFramePr>
                <a:graphicFrameLocks noChangeAspect="1"/>
              </p:cNvGraphicFramePr>
              <p:nvPr>
                <p:extLst>
                  <p:ext uri="{D42A27DB-BD31-4B8C-83A1-F6EECF244321}">
                    <p14:modId xmlns:p14="http://schemas.microsoft.com/office/powerpoint/2010/main" val="2980323424"/>
                  </p:ext>
                </p:extLst>
              </p:nvPr>
            </p:nvGraphicFramePr>
            <p:xfrm>
              <a:off x="0" y="5143500"/>
              <a:ext cx="3048000" cy="1714500"/>
            </p:xfrm>
            <a:graphic>
              <a:graphicData uri="http://schemas.microsoft.com/office/powerpoint/2016/slidezoom">
                <pslz:sldZm>
                  <pslz:sldZmObj sldId="271" cId="761542007">
                    <pslz:zmPr id="{D73AC751-2807-4314-9FA4-7E0B7E6E70E9}" transitionDur="100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F698DFB3-AE05-999A-9857-FDD5C360ECA2}"/>
                  </a:ext>
                </a:extLst>
              </p:cNvPr>
              <p:cNvPicPr>
                <a:picLocks noGrp="1" noRot="1" noChangeAspect="1" noMove="1" noResize="1" noEditPoints="1" noAdjustHandles="1" noChangeArrowheads="1" noChangeShapeType="1"/>
              </p:cNvPicPr>
              <p:nvPr/>
            </p:nvPicPr>
            <p:blipFill>
              <a:blip r:embed="rId8"/>
              <a:stretch>
                <a:fillRect/>
              </a:stretch>
            </p:blipFill>
            <p:spPr>
              <a:xfrm>
                <a:off x="0" y="514350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E675E07D-5EF1-D627-2492-D78D1F0279AB}"/>
                  </a:ext>
                </a:extLst>
              </p:cNvPr>
              <p:cNvGraphicFramePr>
                <a:graphicFrameLocks noChangeAspect="1"/>
              </p:cNvGraphicFramePr>
              <p:nvPr>
                <p:extLst>
                  <p:ext uri="{D42A27DB-BD31-4B8C-83A1-F6EECF244321}">
                    <p14:modId xmlns:p14="http://schemas.microsoft.com/office/powerpoint/2010/main" val="1877787555"/>
                  </p:ext>
                </p:extLst>
              </p:nvPr>
            </p:nvGraphicFramePr>
            <p:xfrm>
              <a:off x="3048000" y="1529036"/>
              <a:ext cx="3048000" cy="1714500"/>
            </p:xfrm>
            <a:graphic>
              <a:graphicData uri="http://schemas.microsoft.com/office/powerpoint/2016/slidezoom">
                <pslz:sldZm>
                  <pslz:sldZmObj sldId="272" cId="1896877154">
                    <pslz:zmPr id="{548180B1-EB74-4CAB-9A2A-D500ADBA582F}"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E675E07D-5EF1-D627-2492-D78D1F0279AB}"/>
                  </a:ext>
                </a:extLst>
              </p:cNvPr>
              <p:cNvPicPr>
                <a:picLocks noGrp="1" noRot="1" noChangeAspect="1" noMove="1" noResize="1" noEditPoints="1" noAdjustHandles="1" noChangeArrowheads="1" noChangeShapeType="1"/>
              </p:cNvPicPr>
              <p:nvPr/>
            </p:nvPicPr>
            <p:blipFill>
              <a:blip r:embed="rId10"/>
              <a:stretch>
                <a:fillRect/>
              </a:stretch>
            </p:blipFill>
            <p:spPr>
              <a:xfrm>
                <a:off x="3048000" y="152903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23713238-4046-0F8C-8C93-EB10BAC1D3D4}"/>
                  </a:ext>
                </a:extLst>
              </p:cNvPr>
              <p:cNvGraphicFramePr>
                <a:graphicFrameLocks noChangeAspect="1"/>
              </p:cNvGraphicFramePr>
              <p:nvPr>
                <p:extLst>
                  <p:ext uri="{D42A27DB-BD31-4B8C-83A1-F6EECF244321}">
                    <p14:modId xmlns:p14="http://schemas.microsoft.com/office/powerpoint/2010/main" val="2485433892"/>
                  </p:ext>
                </p:extLst>
              </p:nvPr>
            </p:nvGraphicFramePr>
            <p:xfrm>
              <a:off x="3048000" y="3343743"/>
              <a:ext cx="3048000" cy="1714500"/>
            </p:xfrm>
            <a:graphic>
              <a:graphicData uri="http://schemas.microsoft.com/office/powerpoint/2016/slidezoom">
                <pslz:sldZm>
                  <pslz:sldZmObj sldId="273" cId="3777529344">
                    <pslz:zmPr id="{15D0FCF6-FF8F-4AD9-ADE9-A01110DF3D36}" transitionDur="1000">
                      <p166:blipFill xmlns:p166="http://schemas.microsoft.com/office/powerpoint/2016/6/main">
                        <a:blip r:embed="rId11"/>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23713238-4046-0F8C-8C93-EB10BAC1D3D4}"/>
                  </a:ext>
                </a:extLst>
              </p:cNvPr>
              <p:cNvPicPr>
                <a:picLocks noGrp="1" noRot="1" noChangeAspect="1" noMove="1" noResize="1" noEditPoints="1" noAdjustHandles="1" noChangeArrowheads="1" noChangeShapeType="1"/>
              </p:cNvPicPr>
              <p:nvPr/>
            </p:nvPicPr>
            <p:blipFill>
              <a:blip r:embed="rId12"/>
              <a:stretch>
                <a:fillRect/>
              </a:stretch>
            </p:blipFill>
            <p:spPr>
              <a:xfrm>
                <a:off x="3048000" y="3343743"/>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D504C884-A047-9018-E49D-33ECDB5FBB54}"/>
                  </a:ext>
                </a:extLst>
              </p:cNvPr>
              <p:cNvGraphicFramePr>
                <a:graphicFrameLocks noChangeAspect="1"/>
              </p:cNvGraphicFramePr>
              <p:nvPr>
                <p:extLst>
                  <p:ext uri="{D42A27DB-BD31-4B8C-83A1-F6EECF244321}">
                    <p14:modId xmlns:p14="http://schemas.microsoft.com/office/powerpoint/2010/main" val="2871959551"/>
                  </p:ext>
                </p:extLst>
              </p:nvPr>
            </p:nvGraphicFramePr>
            <p:xfrm>
              <a:off x="3048000" y="5058243"/>
              <a:ext cx="3048000" cy="1714500"/>
            </p:xfrm>
            <a:graphic>
              <a:graphicData uri="http://schemas.microsoft.com/office/powerpoint/2016/slidezoom">
                <pslz:sldZm>
                  <pslz:sldZmObj sldId="274" cId="3025174401">
                    <pslz:zmPr id="{AD5F02EC-D42C-46BA-90BA-A6DBCC979F88}" transitionDur="1000">
                      <p166:blipFill xmlns:p166="http://schemas.microsoft.com/office/powerpoint/2016/6/main">
                        <a:blip r:embed="rId1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5" name="Slide Zoom 14">
                <a:extLst>
                  <a:ext uri="{FF2B5EF4-FFF2-40B4-BE49-F238E27FC236}">
                    <a16:creationId xmlns:a16="http://schemas.microsoft.com/office/drawing/2014/main" id="{D504C884-A047-9018-E49D-33ECDB5FBB54}"/>
                  </a:ext>
                </a:extLst>
              </p:cNvPr>
              <p:cNvPicPr>
                <a:picLocks noGrp="1" noRot="1" noChangeAspect="1" noMove="1" noResize="1" noEditPoints="1" noAdjustHandles="1" noChangeArrowheads="1" noChangeShapeType="1"/>
              </p:cNvPicPr>
              <p:nvPr/>
            </p:nvPicPr>
            <p:blipFill>
              <a:blip r:embed="rId14"/>
              <a:stretch>
                <a:fillRect/>
              </a:stretch>
            </p:blipFill>
            <p:spPr>
              <a:xfrm>
                <a:off x="3048000" y="5058243"/>
                <a:ext cx="3048000" cy="1714500"/>
              </a:xfrm>
              <a:prstGeom prst="rect">
                <a:avLst/>
              </a:prstGeom>
              <a:ln w="3175">
                <a:solidFill>
                  <a:prstClr val="ltGray"/>
                </a:solidFill>
              </a:ln>
            </p:spPr>
          </p:pic>
        </mc:Fallback>
      </mc:AlternateContent>
      <p:pic>
        <p:nvPicPr>
          <p:cNvPr id="17" name="Picture 16">
            <a:extLst>
              <a:ext uri="{FF2B5EF4-FFF2-40B4-BE49-F238E27FC236}">
                <a16:creationId xmlns:a16="http://schemas.microsoft.com/office/drawing/2014/main" id="{C77A9620-9E52-90F7-5205-AE562F02DC3D}"/>
              </a:ext>
            </a:extLst>
          </p:cNvPr>
          <p:cNvPicPr>
            <a:picLocks noChangeAspect="1"/>
          </p:cNvPicPr>
          <p:nvPr/>
        </p:nvPicPr>
        <p:blipFill>
          <a:blip r:embed="rId15"/>
          <a:stretch>
            <a:fillRect/>
          </a:stretch>
        </p:blipFill>
        <p:spPr>
          <a:xfrm>
            <a:off x="6301052" y="1529036"/>
            <a:ext cx="5685895" cy="4267796"/>
          </a:xfrm>
          <a:prstGeom prst="rect">
            <a:avLst/>
          </a:prstGeom>
        </p:spPr>
      </p:pic>
      <p:sp>
        <p:nvSpPr>
          <p:cNvPr id="18" name="Show/Hide">
            <a:extLst>
              <a:ext uri="{FF2B5EF4-FFF2-40B4-BE49-F238E27FC236}">
                <a16:creationId xmlns:a16="http://schemas.microsoft.com/office/drawing/2014/main" id="{106D6949-D103-0D2E-4E48-69ED1912FD2C}"/>
              </a:ext>
            </a:extLst>
          </p:cNvPr>
          <p:cNvSpPr/>
          <p:nvPr/>
        </p:nvSpPr>
        <p:spPr>
          <a:xfrm>
            <a:off x="11038187" y="239807"/>
            <a:ext cx="776207" cy="776211"/>
          </a:xfrm>
          <a:custGeom>
            <a:avLst/>
            <a:gdLst>
              <a:gd name="csX0" fmla="*/ 219075 w 438149"/>
              <a:gd name="csY0" fmla="*/ 0 h 438150"/>
              <a:gd name="csX1" fmla="*/ 0 w 438149"/>
              <a:gd name="csY1" fmla="*/ 219075 h 438150"/>
              <a:gd name="csX2" fmla="*/ 219075 w 438149"/>
              <a:gd name="csY2" fmla="*/ 438150 h 438150"/>
              <a:gd name="csX3" fmla="*/ 438150 w 438149"/>
              <a:gd name="csY3" fmla="*/ 219075 h 438150"/>
              <a:gd name="csX4" fmla="*/ 219075 w 438149"/>
              <a:gd name="csY4" fmla="*/ 0 h 438150"/>
              <a:gd name="csX5" fmla="*/ 187928 w 438149"/>
              <a:gd name="csY5" fmla="*/ 308267 h 438150"/>
              <a:gd name="csX6" fmla="*/ 92459 w 438149"/>
              <a:gd name="csY6" fmla="*/ 212789 h 438150"/>
              <a:gd name="csX7" fmla="*/ 124901 w 438149"/>
              <a:gd name="csY7" fmla="*/ 180346 h 438150"/>
              <a:gd name="csX8" fmla="*/ 187928 w 438149"/>
              <a:gd name="csY8" fmla="*/ 243373 h 438150"/>
              <a:gd name="csX9" fmla="*/ 317011 w 438149"/>
              <a:gd name="csY9" fmla="*/ 114300 h 438150"/>
              <a:gd name="csX10" fmla="*/ 349453 w 438149"/>
              <a:gd name="csY10" fmla="*/ 146742 h 438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B050"/>
          </a:solidFill>
          <a:ln w="9525" cap="flat">
            <a:noFill/>
            <a:prstDash val="solid"/>
            <a:miter/>
          </a:ln>
          <a:scene3d>
            <a:camera prst="orthographicFront"/>
            <a:lightRig rig="threePt" dir="t"/>
          </a:scene3d>
          <a:sp3d>
            <a:bevelT/>
          </a:sp3d>
        </p:spPr>
        <p:txBody>
          <a:bodyPr/>
          <a:lstStyle/>
          <a:p>
            <a:endParaRPr lang="en-GB"/>
          </a:p>
        </p:txBody>
      </p:sp>
      <p:sp>
        <p:nvSpPr>
          <p:cNvPr id="19" name="Oval 18">
            <a:extLst>
              <a:ext uri="{FF2B5EF4-FFF2-40B4-BE49-F238E27FC236}">
                <a16:creationId xmlns:a16="http://schemas.microsoft.com/office/drawing/2014/main" id="{08C38D17-7630-1D8B-2CC6-38FCDF5AD395}"/>
              </a:ext>
            </a:extLst>
          </p:cNvPr>
          <p:cNvSpPr/>
          <p:nvPr/>
        </p:nvSpPr>
        <p:spPr>
          <a:xfrm>
            <a:off x="6678365" y="2773224"/>
            <a:ext cx="359268" cy="32317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87F3F003-DD22-B7FB-FB69-6A2B17B2C157}"/>
              </a:ext>
            </a:extLst>
          </p:cNvPr>
          <p:cNvSpPr/>
          <p:nvPr/>
        </p:nvSpPr>
        <p:spPr>
          <a:xfrm>
            <a:off x="6693355" y="5138854"/>
            <a:ext cx="359268" cy="32317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CD36FE9E-0E67-D261-AA1E-69038A9F7001}"/>
              </a:ext>
            </a:extLst>
          </p:cNvPr>
          <p:cNvSpPr txBox="1"/>
          <p:nvPr/>
        </p:nvSpPr>
        <p:spPr>
          <a:xfrm>
            <a:off x="598772" y="-151626"/>
            <a:ext cx="2114738" cy="923330"/>
          </a:xfrm>
          <a:prstGeom prst="rect">
            <a:avLst/>
          </a:prstGeom>
          <a:noFill/>
        </p:spPr>
        <p:txBody>
          <a:bodyPr wrap="square" rtlCol="0">
            <a:spAutoFit/>
          </a:bodyPr>
          <a:lstStyle/>
          <a:p>
            <a:r>
              <a:rPr lang="en-GB" sz="5400" dirty="0">
                <a:latin typeface="Tw Cen MT Condensed Extra Bold" panose="020B0803020202020204" pitchFamily="34" charset="0"/>
              </a:rPr>
              <a:t>Part 2:</a:t>
            </a:r>
          </a:p>
        </p:txBody>
      </p:sp>
    </p:spTree>
    <p:extLst>
      <p:ext uri="{BB962C8B-B14F-4D97-AF65-F5344CB8AC3E}">
        <p14:creationId xmlns:p14="http://schemas.microsoft.com/office/powerpoint/2010/main" val="69157829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9"/>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19" grpId="0" animBg="1"/>
      <p:bldP spid="19" grpId="1" animBg="1"/>
      <p:bldP spid="20" grpId="0" animBg="1"/>
      <p:bldP spid="20"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03BD2-4E58-C034-34EA-B46EFD9CFEC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F76D036-78F6-A010-54B7-AA416B3F6BE3}"/>
              </a:ext>
            </a:extLst>
          </p:cNvPr>
          <p:cNvPicPr>
            <a:picLocks noChangeAspect="1"/>
          </p:cNvPicPr>
          <p:nvPr/>
        </p:nvPicPr>
        <p:blipFill>
          <a:blip r:embed="rId2"/>
          <a:stretch>
            <a:fillRect/>
          </a:stretch>
        </p:blipFill>
        <p:spPr>
          <a:xfrm>
            <a:off x="598772" y="20524"/>
            <a:ext cx="10604710" cy="1330828"/>
          </a:xfrm>
          <a:prstGeom prst="rect">
            <a:avLst/>
          </a:prstGeom>
        </p:spPr>
      </p:pic>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FE6E075F-8AFF-A4BD-FC6C-8E956DFA38F6}"/>
                  </a:ext>
                </a:extLst>
              </p:cNvPr>
              <p:cNvGraphicFramePr>
                <a:graphicFrameLocks noChangeAspect="1"/>
              </p:cNvGraphicFramePr>
              <p:nvPr/>
            </p:nvGraphicFramePr>
            <p:xfrm>
              <a:off x="0" y="1456895"/>
              <a:ext cx="3048000" cy="1714500"/>
            </p:xfrm>
            <a:graphic>
              <a:graphicData uri="http://schemas.microsoft.com/office/powerpoint/2016/slidezoom">
                <pslz:sldZm>
                  <pslz:sldZmObj sldId="269" cId="2513287870">
                    <pslz:zmPr id="{658316B6-2F63-403E-B3C7-0CAD17BD5BBA}"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FE6E075F-8AFF-A4BD-FC6C-8E956DFA38F6}"/>
                  </a:ext>
                </a:extLst>
              </p:cNvPr>
              <p:cNvPicPr>
                <a:picLocks noGrp="1" noRot="1" noChangeAspect="1" noMove="1" noResize="1" noEditPoints="1" noAdjustHandles="1" noChangeArrowheads="1" noChangeShapeType="1"/>
              </p:cNvPicPr>
              <p:nvPr/>
            </p:nvPicPr>
            <p:blipFill>
              <a:blip r:embed="rId4"/>
              <a:stretch>
                <a:fillRect/>
              </a:stretch>
            </p:blipFill>
            <p:spPr>
              <a:xfrm>
                <a:off x="0" y="1456895"/>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18B5AE64-27DF-E04D-6BCF-30AFCE856719}"/>
                  </a:ext>
                </a:extLst>
              </p:cNvPr>
              <p:cNvGraphicFramePr>
                <a:graphicFrameLocks noChangeAspect="1"/>
              </p:cNvGraphicFramePr>
              <p:nvPr/>
            </p:nvGraphicFramePr>
            <p:xfrm>
              <a:off x="0" y="3276938"/>
              <a:ext cx="3048000" cy="1714500"/>
            </p:xfrm>
            <a:graphic>
              <a:graphicData uri="http://schemas.microsoft.com/office/powerpoint/2016/slidezoom">
                <pslz:sldZm>
                  <pslz:sldZmObj sldId="270" cId="1284936337">
                    <pslz:zmPr id="{83FBEE33-8021-4195-9AEE-417826940678}"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18B5AE64-27DF-E04D-6BCF-30AFCE856719}"/>
                  </a:ext>
                </a:extLst>
              </p:cNvPr>
              <p:cNvPicPr>
                <a:picLocks noGrp="1" noRot="1" noChangeAspect="1" noMove="1" noResize="1" noEditPoints="1" noAdjustHandles="1" noChangeArrowheads="1" noChangeShapeType="1"/>
              </p:cNvPicPr>
              <p:nvPr/>
            </p:nvPicPr>
            <p:blipFill>
              <a:blip r:embed="rId6"/>
              <a:stretch>
                <a:fillRect/>
              </a:stretch>
            </p:blipFill>
            <p:spPr>
              <a:xfrm>
                <a:off x="0" y="3276938"/>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6D3DE968-0E22-1EDA-5296-06BFB2588EA7}"/>
                  </a:ext>
                </a:extLst>
              </p:cNvPr>
              <p:cNvGraphicFramePr>
                <a:graphicFrameLocks noChangeAspect="1"/>
              </p:cNvGraphicFramePr>
              <p:nvPr/>
            </p:nvGraphicFramePr>
            <p:xfrm>
              <a:off x="0" y="5143500"/>
              <a:ext cx="3048000" cy="1714500"/>
            </p:xfrm>
            <a:graphic>
              <a:graphicData uri="http://schemas.microsoft.com/office/powerpoint/2016/slidezoom">
                <pslz:sldZm>
                  <pslz:sldZmObj sldId="271" cId="761542007">
                    <pslz:zmPr id="{D73AC751-2807-4314-9FA4-7E0B7E6E70E9}" transitionDur="100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6D3DE968-0E22-1EDA-5296-06BFB2588EA7}"/>
                  </a:ext>
                </a:extLst>
              </p:cNvPr>
              <p:cNvPicPr>
                <a:picLocks noGrp="1" noRot="1" noChangeAspect="1" noMove="1" noResize="1" noEditPoints="1" noAdjustHandles="1" noChangeArrowheads="1" noChangeShapeType="1"/>
              </p:cNvPicPr>
              <p:nvPr/>
            </p:nvPicPr>
            <p:blipFill>
              <a:blip r:embed="rId8"/>
              <a:stretch>
                <a:fillRect/>
              </a:stretch>
            </p:blipFill>
            <p:spPr>
              <a:xfrm>
                <a:off x="0" y="514350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7626CAD5-FF6C-A4EC-8914-FA64FF773780}"/>
                  </a:ext>
                </a:extLst>
              </p:cNvPr>
              <p:cNvGraphicFramePr>
                <a:graphicFrameLocks noChangeAspect="1"/>
              </p:cNvGraphicFramePr>
              <p:nvPr/>
            </p:nvGraphicFramePr>
            <p:xfrm>
              <a:off x="3048000" y="1529036"/>
              <a:ext cx="3048000" cy="1714500"/>
            </p:xfrm>
            <a:graphic>
              <a:graphicData uri="http://schemas.microsoft.com/office/powerpoint/2016/slidezoom">
                <pslz:sldZm>
                  <pslz:sldZmObj sldId="272" cId="1896877154">
                    <pslz:zmPr id="{548180B1-EB74-4CAB-9A2A-D500ADBA582F}"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7626CAD5-FF6C-A4EC-8914-FA64FF773780}"/>
                  </a:ext>
                </a:extLst>
              </p:cNvPr>
              <p:cNvPicPr>
                <a:picLocks noGrp="1" noRot="1" noChangeAspect="1" noMove="1" noResize="1" noEditPoints="1" noAdjustHandles="1" noChangeArrowheads="1" noChangeShapeType="1"/>
              </p:cNvPicPr>
              <p:nvPr/>
            </p:nvPicPr>
            <p:blipFill>
              <a:blip r:embed="rId10"/>
              <a:stretch>
                <a:fillRect/>
              </a:stretch>
            </p:blipFill>
            <p:spPr>
              <a:xfrm>
                <a:off x="3048000" y="152903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0DDF2E48-8B8E-95E7-21D3-5FE5D3F4AB11}"/>
                  </a:ext>
                </a:extLst>
              </p:cNvPr>
              <p:cNvGraphicFramePr>
                <a:graphicFrameLocks noChangeAspect="1"/>
              </p:cNvGraphicFramePr>
              <p:nvPr/>
            </p:nvGraphicFramePr>
            <p:xfrm>
              <a:off x="3048000" y="3343743"/>
              <a:ext cx="3048000" cy="1714500"/>
            </p:xfrm>
            <a:graphic>
              <a:graphicData uri="http://schemas.microsoft.com/office/powerpoint/2016/slidezoom">
                <pslz:sldZm>
                  <pslz:sldZmObj sldId="273" cId="3777529344">
                    <pslz:zmPr id="{15D0FCF6-FF8F-4AD9-ADE9-A01110DF3D36}" transitionDur="1000">
                      <p166:blipFill xmlns:p166="http://schemas.microsoft.com/office/powerpoint/2016/6/main">
                        <a:blip r:embed="rId11"/>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0DDF2E48-8B8E-95E7-21D3-5FE5D3F4AB11}"/>
                  </a:ext>
                </a:extLst>
              </p:cNvPr>
              <p:cNvPicPr>
                <a:picLocks noGrp="1" noRot="1" noChangeAspect="1" noMove="1" noResize="1" noEditPoints="1" noAdjustHandles="1" noChangeArrowheads="1" noChangeShapeType="1"/>
              </p:cNvPicPr>
              <p:nvPr/>
            </p:nvPicPr>
            <p:blipFill>
              <a:blip r:embed="rId12"/>
              <a:stretch>
                <a:fillRect/>
              </a:stretch>
            </p:blipFill>
            <p:spPr>
              <a:xfrm>
                <a:off x="3048000" y="3343743"/>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BD1497D2-84BC-583E-821F-B595BC7B80E8}"/>
                  </a:ext>
                </a:extLst>
              </p:cNvPr>
              <p:cNvGraphicFramePr>
                <a:graphicFrameLocks noChangeAspect="1"/>
              </p:cNvGraphicFramePr>
              <p:nvPr/>
            </p:nvGraphicFramePr>
            <p:xfrm>
              <a:off x="3048000" y="5058243"/>
              <a:ext cx="3048000" cy="1714500"/>
            </p:xfrm>
            <a:graphic>
              <a:graphicData uri="http://schemas.microsoft.com/office/powerpoint/2016/slidezoom">
                <pslz:sldZm>
                  <pslz:sldZmObj sldId="274" cId="3025174401">
                    <pslz:zmPr id="{AD5F02EC-D42C-46BA-90BA-A6DBCC979F88}" transitionDur="1000">
                      <p166:blipFill xmlns:p166="http://schemas.microsoft.com/office/powerpoint/2016/6/main">
                        <a:blip r:embed="rId1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5" name="Slide Zoom 14">
                <a:extLst>
                  <a:ext uri="{FF2B5EF4-FFF2-40B4-BE49-F238E27FC236}">
                    <a16:creationId xmlns:a16="http://schemas.microsoft.com/office/drawing/2014/main" id="{BD1497D2-84BC-583E-821F-B595BC7B80E8}"/>
                  </a:ext>
                </a:extLst>
              </p:cNvPr>
              <p:cNvPicPr>
                <a:picLocks noGrp="1" noRot="1" noChangeAspect="1" noMove="1" noResize="1" noEditPoints="1" noAdjustHandles="1" noChangeArrowheads="1" noChangeShapeType="1"/>
              </p:cNvPicPr>
              <p:nvPr/>
            </p:nvPicPr>
            <p:blipFill>
              <a:blip r:embed="rId14"/>
              <a:stretch>
                <a:fillRect/>
              </a:stretch>
            </p:blipFill>
            <p:spPr>
              <a:xfrm>
                <a:off x="3048000" y="5058243"/>
                <a:ext cx="3048000" cy="1714500"/>
              </a:xfrm>
              <a:prstGeom prst="rect">
                <a:avLst/>
              </a:prstGeom>
              <a:ln w="3175">
                <a:solidFill>
                  <a:prstClr val="ltGray"/>
                </a:solidFill>
              </a:ln>
            </p:spPr>
          </p:pic>
        </mc:Fallback>
      </mc:AlternateContent>
      <p:pic>
        <p:nvPicPr>
          <p:cNvPr id="4" name="Picture 3">
            <a:extLst>
              <a:ext uri="{FF2B5EF4-FFF2-40B4-BE49-F238E27FC236}">
                <a16:creationId xmlns:a16="http://schemas.microsoft.com/office/drawing/2014/main" id="{131589C0-C05C-331D-E7A5-027AFED52F59}"/>
              </a:ext>
            </a:extLst>
          </p:cNvPr>
          <p:cNvPicPr>
            <a:picLocks noChangeAspect="1"/>
          </p:cNvPicPr>
          <p:nvPr/>
        </p:nvPicPr>
        <p:blipFill>
          <a:blip r:embed="rId15"/>
          <a:stretch>
            <a:fillRect/>
          </a:stretch>
        </p:blipFill>
        <p:spPr>
          <a:xfrm>
            <a:off x="6096000" y="1418157"/>
            <a:ext cx="6096000" cy="4344006"/>
          </a:xfrm>
          <a:prstGeom prst="rect">
            <a:avLst/>
          </a:prstGeom>
        </p:spPr>
      </p:pic>
      <p:sp>
        <p:nvSpPr>
          <p:cNvPr id="8" name="Show/Hide">
            <a:extLst>
              <a:ext uri="{FF2B5EF4-FFF2-40B4-BE49-F238E27FC236}">
                <a16:creationId xmlns:a16="http://schemas.microsoft.com/office/drawing/2014/main" id="{999AEE4E-39E6-F001-A4E3-B7BEAEAC629F}"/>
              </a:ext>
            </a:extLst>
          </p:cNvPr>
          <p:cNvSpPr/>
          <p:nvPr/>
        </p:nvSpPr>
        <p:spPr>
          <a:xfrm>
            <a:off x="11203482" y="319626"/>
            <a:ext cx="776207" cy="776211"/>
          </a:xfrm>
          <a:custGeom>
            <a:avLst/>
            <a:gdLst>
              <a:gd name="csX0" fmla="*/ 219075 w 438149"/>
              <a:gd name="csY0" fmla="*/ 0 h 438150"/>
              <a:gd name="csX1" fmla="*/ 0 w 438149"/>
              <a:gd name="csY1" fmla="*/ 219075 h 438150"/>
              <a:gd name="csX2" fmla="*/ 219075 w 438149"/>
              <a:gd name="csY2" fmla="*/ 438150 h 438150"/>
              <a:gd name="csX3" fmla="*/ 438150 w 438149"/>
              <a:gd name="csY3" fmla="*/ 219075 h 438150"/>
              <a:gd name="csX4" fmla="*/ 219075 w 438149"/>
              <a:gd name="csY4" fmla="*/ 0 h 438150"/>
              <a:gd name="csX5" fmla="*/ 187928 w 438149"/>
              <a:gd name="csY5" fmla="*/ 308267 h 438150"/>
              <a:gd name="csX6" fmla="*/ 92459 w 438149"/>
              <a:gd name="csY6" fmla="*/ 212789 h 438150"/>
              <a:gd name="csX7" fmla="*/ 124901 w 438149"/>
              <a:gd name="csY7" fmla="*/ 180346 h 438150"/>
              <a:gd name="csX8" fmla="*/ 187928 w 438149"/>
              <a:gd name="csY8" fmla="*/ 243373 h 438150"/>
              <a:gd name="csX9" fmla="*/ 317011 w 438149"/>
              <a:gd name="csY9" fmla="*/ 114300 h 438150"/>
              <a:gd name="csX10" fmla="*/ 349453 w 438149"/>
              <a:gd name="csY10" fmla="*/ 146742 h 438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B050"/>
          </a:solidFill>
          <a:ln w="9525" cap="flat">
            <a:noFill/>
            <a:prstDash val="solid"/>
            <a:miter/>
          </a:ln>
          <a:scene3d>
            <a:camera prst="orthographicFront"/>
            <a:lightRig rig="threePt" dir="t"/>
          </a:scene3d>
          <a:sp3d>
            <a:bevelT/>
          </a:sp3d>
        </p:spPr>
        <p:txBody>
          <a:bodyPr/>
          <a:lstStyle/>
          <a:p>
            <a:endParaRPr lang="en-GB"/>
          </a:p>
        </p:txBody>
      </p:sp>
      <p:sp>
        <p:nvSpPr>
          <p:cNvPr id="10" name="Oval 9">
            <a:extLst>
              <a:ext uri="{FF2B5EF4-FFF2-40B4-BE49-F238E27FC236}">
                <a16:creationId xmlns:a16="http://schemas.microsoft.com/office/drawing/2014/main" id="{00AD432B-5DEA-8861-A523-96183AB686C5}"/>
              </a:ext>
            </a:extLst>
          </p:cNvPr>
          <p:cNvSpPr/>
          <p:nvPr/>
        </p:nvSpPr>
        <p:spPr>
          <a:xfrm>
            <a:off x="6528465" y="2983084"/>
            <a:ext cx="359268" cy="32317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239EC873-A885-F886-7DC5-23828B5BE207}"/>
              </a:ext>
            </a:extLst>
          </p:cNvPr>
          <p:cNvSpPr/>
          <p:nvPr/>
        </p:nvSpPr>
        <p:spPr>
          <a:xfrm>
            <a:off x="6543455" y="5348714"/>
            <a:ext cx="359268" cy="32317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EEA567C0-2AA3-8DE7-9EDE-59F8A3AC4176}"/>
              </a:ext>
            </a:extLst>
          </p:cNvPr>
          <p:cNvSpPr txBox="1"/>
          <p:nvPr/>
        </p:nvSpPr>
        <p:spPr>
          <a:xfrm>
            <a:off x="598772" y="-151626"/>
            <a:ext cx="2114738" cy="923330"/>
          </a:xfrm>
          <a:prstGeom prst="rect">
            <a:avLst/>
          </a:prstGeom>
          <a:noFill/>
        </p:spPr>
        <p:txBody>
          <a:bodyPr wrap="square" rtlCol="0">
            <a:spAutoFit/>
          </a:bodyPr>
          <a:lstStyle/>
          <a:p>
            <a:r>
              <a:rPr lang="en-GB" sz="5400" dirty="0">
                <a:latin typeface="Tw Cen MT Condensed Extra Bold" panose="020B0803020202020204" pitchFamily="34" charset="0"/>
              </a:rPr>
              <a:t>Part 2:</a:t>
            </a:r>
          </a:p>
        </p:txBody>
      </p:sp>
    </p:spTree>
    <p:extLst>
      <p:ext uri="{BB962C8B-B14F-4D97-AF65-F5344CB8AC3E}">
        <p14:creationId xmlns:p14="http://schemas.microsoft.com/office/powerpoint/2010/main" val="88766288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10" grpId="0" animBg="1"/>
      <p:bldP spid="10" grpId="1" animBg="1"/>
      <p:bldP spid="12" grpId="0" animBg="1"/>
      <p:bldP spid="12"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6BAAB-062C-CB44-F73D-1FE7597ABD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AE9183F-9CC4-5856-6EA1-EAA13999DC44}"/>
              </a:ext>
            </a:extLst>
          </p:cNvPr>
          <p:cNvPicPr>
            <a:picLocks noChangeAspect="1"/>
          </p:cNvPicPr>
          <p:nvPr/>
        </p:nvPicPr>
        <p:blipFill>
          <a:blip r:embed="rId2"/>
          <a:stretch>
            <a:fillRect/>
          </a:stretch>
        </p:blipFill>
        <p:spPr>
          <a:xfrm>
            <a:off x="598772" y="20524"/>
            <a:ext cx="10604710" cy="1330828"/>
          </a:xfrm>
          <a:prstGeom prst="rect">
            <a:avLst/>
          </a:prstGeom>
        </p:spPr>
      </p:pic>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D3C6C428-3D9C-17E1-11C6-37A4041F88CA}"/>
                  </a:ext>
                </a:extLst>
              </p:cNvPr>
              <p:cNvGraphicFramePr>
                <a:graphicFrameLocks noChangeAspect="1"/>
              </p:cNvGraphicFramePr>
              <p:nvPr/>
            </p:nvGraphicFramePr>
            <p:xfrm>
              <a:off x="0" y="1456895"/>
              <a:ext cx="3048000" cy="1714500"/>
            </p:xfrm>
            <a:graphic>
              <a:graphicData uri="http://schemas.microsoft.com/office/powerpoint/2016/slidezoom">
                <pslz:sldZm>
                  <pslz:sldZmObj sldId="269" cId="2513287870">
                    <pslz:zmPr id="{658316B6-2F63-403E-B3C7-0CAD17BD5BBA}"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D3C6C428-3D9C-17E1-11C6-37A4041F88CA}"/>
                  </a:ext>
                </a:extLst>
              </p:cNvPr>
              <p:cNvPicPr>
                <a:picLocks noGrp="1" noRot="1" noChangeAspect="1" noMove="1" noResize="1" noEditPoints="1" noAdjustHandles="1" noChangeArrowheads="1" noChangeShapeType="1"/>
              </p:cNvPicPr>
              <p:nvPr/>
            </p:nvPicPr>
            <p:blipFill>
              <a:blip r:embed="rId4"/>
              <a:stretch>
                <a:fillRect/>
              </a:stretch>
            </p:blipFill>
            <p:spPr>
              <a:xfrm>
                <a:off x="0" y="1456895"/>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EFEAA1EB-75C2-426D-9D73-2DA3A98B83A6}"/>
                  </a:ext>
                </a:extLst>
              </p:cNvPr>
              <p:cNvGraphicFramePr>
                <a:graphicFrameLocks noChangeAspect="1"/>
              </p:cNvGraphicFramePr>
              <p:nvPr/>
            </p:nvGraphicFramePr>
            <p:xfrm>
              <a:off x="0" y="3276938"/>
              <a:ext cx="3048000" cy="1714500"/>
            </p:xfrm>
            <a:graphic>
              <a:graphicData uri="http://schemas.microsoft.com/office/powerpoint/2016/slidezoom">
                <pslz:sldZm>
                  <pslz:sldZmObj sldId="270" cId="1284936337">
                    <pslz:zmPr id="{83FBEE33-8021-4195-9AEE-417826940678}"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EFEAA1EB-75C2-426D-9D73-2DA3A98B83A6}"/>
                  </a:ext>
                </a:extLst>
              </p:cNvPr>
              <p:cNvPicPr>
                <a:picLocks noGrp="1" noRot="1" noChangeAspect="1" noMove="1" noResize="1" noEditPoints="1" noAdjustHandles="1" noChangeArrowheads="1" noChangeShapeType="1"/>
              </p:cNvPicPr>
              <p:nvPr/>
            </p:nvPicPr>
            <p:blipFill>
              <a:blip r:embed="rId6"/>
              <a:stretch>
                <a:fillRect/>
              </a:stretch>
            </p:blipFill>
            <p:spPr>
              <a:xfrm>
                <a:off x="0" y="3276938"/>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F5397783-033A-96FD-1400-B0BA5EACD545}"/>
                  </a:ext>
                </a:extLst>
              </p:cNvPr>
              <p:cNvGraphicFramePr>
                <a:graphicFrameLocks noChangeAspect="1"/>
              </p:cNvGraphicFramePr>
              <p:nvPr/>
            </p:nvGraphicFramePr>
            <p:xfrm>
              <a:off x="0" y="5143500"/>
              <a:ext cx="3048000" cy="1714500"/>
            </p:xfrm>
            <a:graphic>
              <a:graphicData uri="http://schemas.microsoft.com/office/powerpoint/2016/slidezoom">
                <pslz:sldZm>
                  <pslz:sldZmObj sldId="271" cId="761542007">
                    <pslz:zmPr id="{D73AC751-2807-4314-9FA4-7E0B7E6E70E9}" transitionDur="100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F5397783-033A-96FD-1400-B0BA5EACD545}"/>
                  </a:ext>
                </a:extLst>
              </p:cNvPr>
              <p:cNvPicPr>
                <a:picLocks noGrp="1" noRot="1" noChangeAspect="1" noMove="1" noResize="1" noEditPoints="1" noAdjustHandles="1" noChangeArrowheads="1" noChangeShapeType="1"/>
              </p:cNvPicPr>
              <p:nvPr/>
            </p:nvPicPr>
            <p:blipFill>
              <a:blip r:embed="rId8"/>
              <a:stretch>
                <a:fillRect/>
              </a:stretch>
            </p:blipFill>
            <p:spPr>
              <a:xfrm>
                <a:off x="0" y="514350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1D9A8814-FF75-BB29-2826-8F936CF4A5D1}"/>
                  </a:ext>
                </a:extLst>
              </p:cNvPr>
              <p:cNvGraphicFramePr>
                <a:graphicFrameLocks noChangeAspect="1"/>
              </p:cNvGraphicFramePr>
              <p:nvPr/>
            </p:nvGraphicFramePr>
            <p:xfrm>
              <a:off x="3048000" y="1529036"/>
              <a:ext cx="3048000" cy="1714500"/>
            </p:xfrm>
            <a:graphic>
              <a:graphicData uri="http://schemas.microsoft.com/office/powerpoint/2016/slidezoom">
                <pslz:sldZm>
                  <pslz:sldZmObj sldId="272" cId="1896877154">
                    <pslz:zmPr id="{548180B1-EB74-4CAB-9A2A-D500ADBA582F}"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1D9A8814-FF75-BB29-2826-8F936CF4A5D1}"/>
                  </a:ext>
                </a:extLst>
              </p:cNvPr>
              <p:cNvPicPr>
                <a:picLocks noGrp="1" noRot="1" noChangeAspect="1" noMove="1" noResize="1" noEditPoints="1" noAdjustHandles="1" noChangeArrowheads="1" noChangeShapeType="1"/>
              </p:cNvPicPr>
              <p:nvPr/>
            </p:nvPicPr>
            <p:blipFill>
              <a:blip r:embed="rId10"/>
              <a:stretch>
                <a:fillRect/>
              </a:stretch>
            </p:blipFill>
            <p:spPr>
              <a:xfrm>
                <a:off x="3048000" y="152903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D9FB9B19-494D-6698-FEED-0F6EE0CE5B4D}"/>
                  </a:ext>
                </a:extLst>
              </p:cNvPr>
              <p:cNvGraphicFramePr>
                <a:graphicFrameLocks noChangeAspect="1"/>
              </p:cNvGraphicFramePr>
              <p:nvPr/>
            </p:nvGraphicFramePr>
            <p:xfrm>
              <a:off x="3048000" y="3343743"/>
              <a:ext cx="3048000" cy="1714500"/>
            </p:xfrm>
            <a:graphic>
              <a:graphicData uri="http://schemas.microsoft.com/office/powerpoint/2016/slidezoom">
                <pslz:sldZm>
                  <pslz:sldZmObj sldId="273" cId="3777529344">
                    <pslz:zmPr id="{15D0FCF6-FF8F-4AD9-ADE9-A01110DF3D36}" transitionDur="1000">
                      <p166:blipFill xmlns:p166="http://schemas.microsoft.com/office/powerpoint/2016/6/main">
                        <a:blip r:embed="rId11"/>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D9FB9B19-494D-6698-FEED-0F6EE0CE5B4D}"/>
                  </a:ext>
                </a:extLst>
              </p:cNvPr>
              <p:cNvPicPr>
                <a:picLocks noGrp="1" noRot="1" noChangeAspect="1" noMove="1" noResize="1" noEditPoints="1" noAdjustHandles="1" noChangeArrowheads="1" noChangeShapeType="1"/>
              </p:cNvPicPr>
              <p:nvPr/>
            </p:nvPicPr>
            <p:blipFill>
              <a:blip r:embed="rId12"/>
              <a:stretch>
                <a:fillRect/>
              </a:stretch>
            </p:blipFill>
            <p:spPr>
              <a:xfrm>
                <a:off x="3048000" y="3343743"/>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1F73BD15-C161-5C94-DCB9-B09F86C3F1BE}"/>
                  </a:ext>
                </a:extLst>
              </p:cNvPr>
              <p:cNvGraphicFramePr>
                <a:graphicFrameLocks noChangeAspect="1"/>
              </p:cNvGraphicFramePr>
              <p:nvPr/>
            </p:nvGraphicFramePr>
            <p:xfrm>
              <a:off x="3048000" y="5058243"/>
              <a:ext cx="3048000" cy="1714500"/>
            </p:xfrm>
            <a:graphic>
              <a:graphicData uri="http://schemas.microsoft.com/office/powerpoint/2016/slidezoom">
                <pslz:sldZm>
                  <pslz:sldZmObj sldId="274" cId="3025174401">
                    <pslz:zmPr id="{AD5F02EC-D42C-46BA-90BA-A6DBCC979F88}" transitionDur="1000">
                      <p166:blipFill xmlns:p166="http://schemas.microsoft.com/office/powerpoint/2016/6/main">
                        <a:blip r:embed="rId1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5" name="Slide Zoom 14">
                <a:extLst>
                  <a:ext uri="{FF2B5EF4-FFF2-40B4-BE49-F238E27FC236}">
                    <a16:creationId xmlns:a16="http://schemas.microsoft.com/office/drawing/2014/main" id="{1F73BD15-C161-5C94-DCB9-B09F86C3F1BE}"/>
                  </a:ext>
                </a:extLst>
              </p:cNvPr>
              <p:cNvPicPr>
                <a:picLocks noGrp="1" noRot="1" noChangeAspect="1" noMove="1" noResize="1" noEditPoints="1" noAdjustHandles="1" noChangeArrowheads="1" noChangeShapeType="1"/>
              </p:cNvPicPr>
              <p:nvPr/>
            </p:nvPicPr>
            <p:blipFill>
              <a:blip r:embed="rId14"/>
              <a:stretch>
                <a:fillRect/>
              </a:stretch>
            </p:blipFill>
            <p:spPr>
              <a:xfrm>
                <a:off x="3048000" y="5058243"/>
                <a:ext cx="3048000" cy="1714500"/>
              </a:xfrm>
              <a:prstGeom prst="rect">
                <a:avLst/>
              </a:prstGeom>
              <a:ln w="3175">
                <a:solidFill>
                  <a:prstClr val="ltGray"/>
                </a:solidFill>
              </a:ln>
            </p:spPr>
          </p:pic>
        </mc:Fallback>
      </mc:AlternateContent>
      <p:pic>
        <p:nvPicPr>
          <p:cNvPr id="10" name="Picture 9">
            <a:extLst>
              <a:ext uri="{FF2B5EF4-FFF2-40B4-BE49-F238E27FC236}">
                <a16:creationId xmlns:a16="http://schemas.microsoft.com/office/drawing/2014/main" id="{D455DA54-FE24-7BFE-8F66-7F503B42018C}"/>
              </a:ext>
            </a:extLst>
          </p:cNvPr>
          <p:cNvPicPr>
            <a:picLocks noChangeAspect="1"/>
          </p:cNvPicPr>
          <p:nvPr/>
        </p:nvPicPr>
        <p:blipFill>
          <a:blip r:embed="rId15"/>
          <a:stretch>
            <a:fillRect/>
          </a:stretch>
        </p:blipFill>
        <p:spPr>
          <a:xfrm>
            <a:off x="6096000" y="1529036"/>
            <a:ext cx="5970092" cy="4676892"/>
          </a:xfrm>
          <a:prstGeom prst="rect">
            <a:avLst/>
          </a:prstGeom>
        </p:spPr>
      </p:pic>
      <p:sp>
        <p:nvSpPr>
          <p:cNvPr id="14" name="Show/Hide">
            <a:extLst>
              <a:ext uri="{FF2B5EF4-FFF2-40B4-BE49-F238E27FC236}">
                <a16:creationId xmlns:a16="http://schemas.microsoft.com/office/drawing/2014/main" id="{EFBE81C7-95CD-208F-B68A-1D1DC4B4AE4D}"/>
              </a:ext>
            </a:extLst>
          </p:cNvPr>
          <p:cNvSpPr/>
          <p:nvPr/>
        </p:nvSpPr>
        <p:spPr>
          <a:xfrm>
            <a:off x="11119371" y="297832"/>
            <a:ext cx="776207" cy="776211"/>
          </a:xfrm>
          <a:custGeom>
            <a:avLst/>
            <a:gdLst>
              <a:gd name="csX0" fmla="*/ 219075 w 438149"/>
              <a:gd name="csY0" fmla="*/ 0 h 438150"/>
              <a:gd name="csX1" fmla="*/ 0 w 438149"/>
              <a:gd name="csY1" fmla="*/ 219075 h 438150"/>
              <a:gd name="csX2" fmla="*/ 219075 w 438149"/>
              <a:gd name="csY2" fmla="*/ 438150 h 438150"/>
              <a:gd name="csX3" fmla="*/ 438150 w 438149"/>
              <a:gd name="csY3" fmla="*/ 219075 h 438150"/>
              <a:gd name="csX4" fmla="*/ 219075 w 438149"/>
              <a:gd name="csY4" fmla="*/ 0 h 438150"/>
              <a:gd name="csX5" fmla="*/ 187928 w 438149"/>
              <a:gd name="csY5" fmla="*/ 308267 h 438150"/>
              <a:gd name="csX6" fmla="*/ 92459 w 438149"/>
              <a:gd name="csY6" fmla="*/ 212789 h 438150"/>
              <a:gd name="csX7" fmla="*/ 124901 w 438149"/>
              <a:gd name="csY7" fmla="*/ 180346 h 438150"/>
              <a:gd name="csX8" fmla="*/ 187928 w 438149"/>
              <a:gd name="csY8" fmla="*/ 243373 h 438150"/>
              <a:gd name="csX9" fmla="*/ 317011 w 438149"/>
              <a:gd name="csY9" fmla="*/ 114300 h 438150"/>
              <a:gd name="csX10" fmla="*/ 349453 w 438149"/>
              <a:gd name="csY10" fmla="*/ 146742 h 438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B050"/>
          </a:solidFill>
          <a:ln w="9525" cap="flat">
            <a:noFill/>
            <a:prstDash val="solid"/>
            <a:miter/>
          </a:ln>
          <a:scene3d>
            <a:camera prst="orthographicFront"/>
            <a:lightRig rig="threePt" dir="t"/>
          </a:scene3d>
          <a:sp3d>
            <a:bevelT/>
          </a:sp3d>
        </p:spPr>
        <p:txBody>
          <a:bodyPr/>
          <a:lstStyle/>
          <a:p>
            <a:endParaRPr lang="en-GB"/>
          </a:p>
        </p:txBody>
      </p:sp>
      <p:sp>
        <p:nvSpPr>
          <p:cNvPr id="16" name="Oval 15">
            <a:extLst>
              <a:ext uri="{FF2B5EF4-FFF2-40B4-BE49-F238E27FC236}">
                <a16:creationId xmlns:a16="http://schemas.microsoft.com/office/drawing/2014/main" id="{9C77946A-6CDB-EB87-3166-EE81FC368DD9}"/>
              </a:ext>
            </a:extLst>
          </p:cNvPr>
          <p:cNvSpPr/>
          <p:nvPr/>
        </p:nvSpPr>
        <p:spPr>
          <a:xfrm>
            <a:off x="6423535" y="2263556"/>
            <a:ext cx="359268" cy="32317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1980964F-5194-8F34-6961-56AC86CB8E7A}"/>
              </a:ext>
            </a:extLst>
          </p:cNvPr>
          <p:cNvSpPr/>
          <p:nvPr/>
        </p:nvSpPr>
        <p:spPr>
          <a:xfrm>
            <a:off x="6408545" y="5798417"/>
            <a:ext cx="359268" cy="32317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B396701-0A02-554F-FBA0-24AA2B71BD99}"/>
              </a:ext>
            </a:extLst>
          </p:cNvPr>
          <p:cNvSpPr txBox="1"/>
          <p:nvPr/>
        </p:nvSpPr>
        <p:spPr>
          <a:xfrm>
            <a:off x="466631" y="-131538"/>
            <a:ext cx="2114738" cy="923330"/>
          </a:xfrm>
          <a:prstGeom prst="rect">
            <a:avLst/>
          </a:prstGeom>
          <a:noFill/>
        </p:spPr>
        <p:txBody>
          <a:bodyPr wrap="square" rtlCol="0">
            <a:spAutoFit/>
          </a:bodyPr>
          <a:lstStyle/>
          <a:p>
            <a:r>
              <a:rPr lang="en-GB" sz="5400" dirty="0">
                <a:latin typeface="Tw Cen MT Condensed Extra Bold" panose="020B0803020202020204" pitchFamily="34" charset="0"/>
              </a:rPr>
              <a:t>Part 2:</a:t>
            </a:r>
          </a:p>
        </p:txBody>
      </p:sp>
    </p:spTree>
    <p:extLst>
      <p:ext uri="{BB962C8B-B14F-4D97-AF65-F5344CB8AC3E}">
        <p14:creationId xmlns:p14="http://schemas.microsoft.com/office/powerpoint/2010/main" val="208884330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6"/>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6" grpId="0" animBg="1"/>
      <p:bldP spid="16" grpId="1" animBg="1"/>
      <p:bldP spid="17" grpId="0" animBg="1"/>
      <p:bldP spid="1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C9D5A-ED45-17C8-0D03-558F3B2DA55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EF08D5-BFE0-3063-8990-F2F58B8307B6}"/>
              </a:ext>
            </a:extLst>
          </p:cNvPr>
          <p:cNvPicPr>
            <a:picLocks noChangeAspect="1"/>
          </p:cNvPicPr>
          <p:nvPr/>
        </p:nvPicPr>
        <p:blipFill>
          <a:blip r:embed="rId2"/>
          <a:stretch>
            <a:fillRect/>
          </a:stretch>
        </p:blipFill>
        <p:spPr>
          <a:xfrm>
            <a:off x="598772" y="20524"/>
            <a:ext cx="10604710" cy="1330828"/>
          </a:xfrm>
          <a:prstGeom prst="rect">
            <a:avLst/>
          </a:prstGeom>
        </p:spPr>
      </p:pic>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EE548B27-0AD1-B5CC-2635-36619386BD73}"/>
                  </a:ext>
                </a:extLst>
              </p:cNvPr>
              <p:cNvGraphicFramePr>
                <a:graphicFrameLocks noChangeAspect="1"/>
              </p:cNvGraphicFramePr>
              <p:nvPr/>
            </p:nvGraphicFramePr>
            <p:xfrm>
              <a:off x="0" y="1456895"/>
              <a:ext cx="3048000" cy="1714500"/>
            </p:xfrm>
            <a:graphic>
              <a:graphicData uri="http://schemas.microsoft.com/office/powerpoint/2016/slidezoom">
                <pslz:sldZm>
                  <pslz:sldZmObj sldId="269" cId="2513287870">
                    <pslz:zmPr id="{658316B6-2F63-403E-B3C7-0CAD17BD5BBA}"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EE548B27-0AD1-B5CC-2635-36619386BD73}"/>
                  </a:ext>
                </a:extLst>
              </p:cNvPr>
              <p:cNvPicPr>
                <a:picLocks noGrp="1" noRot="1" noChangeAspect="1" noMove="1" noResize="1" noEditPoints="1" noAdjustHandles="1" noChangeArrowheads="1" noChangeShapeType="1"/>
              </p:cNvPicPr>
              <p:nvPr/>
            </p:nvPicPr>
            <p:blipFill>
              <a:blip r:embed="rId4"/>
              <a:stretch>
                <a:fillRect/>
              </a:stretch>
            </p:blipFill>
            <p:spPr>
              <a:xfrm>
                <a:off x="0" y="1456895"/>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77997A08-D29B-54E1-68CF-98FFA1FEE76C}"/>
                  </a:ext>
                </a:extLst>
              </p:cNvPr>
              <p:cNvGraphicFramePr>
                <a:graphicFrameLocks noChangeAspect="1"/>
              </p:cNvGraphicFramePr>
              <p:nvPr/>
            </p:nvGraphicFramePr>
            <p:xfrm>
              <a:off x="0" y="3276938"/>
              <a:ext cx="3048000" cy="1714500"/>
            </p:xfrm>
            <a:graphic>
              <a:graphicData uri="http://schemas.microsoft.com/office/powerpoint/2016/slidezoom">
                <pslz:sldZm>
                  <pslz:sldZmObj sldId="270" cId="1284936337">
                    <pslz:zmPr id="{83FBEE33-8021-4195-9AEE-417826940678}"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77997A08-D29B-54E1-68CF-98FFA1FEE76C}"/>
                  </a:ext>
                </a:extLst>
              </p:cNvPr>
              <p:cNvPicPr>
                <a:picLocks noGrp="1" noRot="1" noChangeAspect="1" noMove="1" noResize="1" noEditPoints="1" noAdjustHandles="1" noChangeArrowheads="1" noChangeShapeType="1"/>
              </p:cNvPicPr>
              <p:nvPr/>
            </p:nvPicPr>
            <p:blipFill>
              <a:blip r:embed="rId6"/>
              <a:stretch>
                <a:fillRect/>
              </a:stretch>
            </p:blipFill>
            <p:spPr>
              <a:xfrm>
                <a:off x="0" y="3276938"/>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F0D94CCF-3538-4E28-1FF8-93A87E6D97F4}"/>
                  </a:ext>
                </a:extLst>
              </p:cNvPr>
              <p:cNvGraphicFramePr>
                <a:graphicFrameLocks noChangeAspect="1"/>
              </p:cNvGraphicFramePr>
              <p:nvPr/>
            </p:nvGraphicFramePr>
            <p:xfrm>
              <a:off x="0" y="5143500"/>
              <a:ext cx="3048000" cy="1714500"/>
            </p:xfrm>
            <a:graphic>
              <a:graphicData uri="http://schemas.microsoft.com/office/powerpoint/2016/slidezoom">
                <pslz:sldZm>
                  <pslz:sldZmObj sldId="271" cId="761542007">
                    <pslz:zmPr id="{D73AC751-2807-4314-9FA4-7E0B7E6E70E9}" transitionDur="100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F0D94CCF-3538-4E28-1FF8-93A87E6D97F4}"/>
                  </a:ext>
                </a:extLst>
              </p:cNvPr>
              <p:cNvPicPr>
                <a:picLocks noGrp="1" noRot="1" noChangeAspect="1" noMove="1" noResize="1" noEditPoints="1" noAdjustHandles="1" noChangeArrowheads="1" noChangeShapeType="1"/>
              </p:cNvPicPr>
              <p:nvPr/>
            </p:nvPicPr>
            <p:blipFill>
              <a:blip r:embed="rId8"/>
              <a:stretch>
                <a:fillRect/>
              </a:stretch>
            </p:blipFill>
            <p:spPr>
              <a:xfrm>
                <a:off x="0" y="514350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8F938684-9038-C517-424B-ABD1027666ED}"/>
                  </a:ext>
                </a:extLst>
              </p:cNvPr>
              <p:cNvGraphicFramePr>
                <a:graphicFrameLocks noChangeAspect="1"/>
              </p:cNvGraphicFramePr>
              <p:nvPr/>
            </p:nvGraphicFramePr>
            <p:xfrm>
              <a:off x="3048000" y="1529036"/>
              <a:ext cx="3048000" cy="1714500"/>
            </p:xfrm>
            <a:graphic>
              <a:graphicData uri="http://schemas.microsoft.com/office/powerpoint/2016/slidezoom">
                <pslz:sldZm>
                  <pslz:sldZmObj sldId="272" cId="1896877154">
                    <pslz:zmPr id="{548180B1-EB74-4CAB-9A2A-D500ADBA582F}"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8F938684-9038-C517-424B-ABD1027666ED}"/>
                  </a:ext>
                </a:extLst>
              </p:cNvPr>
              <p:cNvPicPr>
                <a:picLocks noGrp="1" noRot="1" noChangeAspect="1" noMove="1" noResize="1" noEditPoints="1" noAdjustHandles="1" noChangeArrowheads="1" noChangeShapeType="1"/>
              </p:cNvPicPr>
              <p:nvPr/>
            </p:nvPicPr>
            <p:blipFill>
              <a:blip r:embed="rId10"/>
              <a:stretch>
                <a:fillRect/>
              </a:stretch>
            </p:blipFill>
            <p:spPr>
              <a:xfrm>
                <a:off x="3048000" y="152903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AF55E611-8324-A112-AADC-F02EEEC8FFC9}"/>
                  </a:ext>
                </a:extLst>
              </p:cNvPr>
              <p:cNvGraphicFramePr>
                <a:graphicFrameLocks noChangeAspect="1"/>
              </p:cNvGraphicFramePr>
              <p:nvPr/>
            </p:nvGraphicFramePr>
            <p:xfrm>
              <a:off x="3048000" y="3343743"/>
              <a:ext cx="3048000" cy="1714500"/>
            </p:xfrm>
            <a:graphic>
              <a:graphicData uri="http://schemas.microsoft.com/office/powerpoint/2016/slidezoom">
                <pslz:sldZm>
                  <pslz:sldZmObj sldId="273" cId="3777529344">
                    <pslz:zmPr id="{15D0FCF6-FF8F-4AD9-ADE9-A01110DF3D36}" transitionDur="1000">
                      <p166:blipFill xmlns:p166="http://schemas.microsoft.com/office/powerpoint/2016/6/main">
                        <a:blip r:embed="rId11"/>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AF55E611-8324-A112-AADC-F02EEEC8FFC9}"/>
                  </a:ext>
                </a:extLst>
              </p:cNvPr>
              <p:cNvPicPr>
                <a:picLocks noGrp="1" noRot="1" noChangeAspect="1" noMove="1" noResize="1" noEditPoints="1" noAdjustHandles="1" noChangeArrowheads="1" noChangeShapeType="1"/>
              </p:cNvPicPr>
              <p:nvPr/>
            </p:nvPicPr>
            <p:blipFill>
              <a:blip r:embed="rId12"/>
              <a:stretch>
                <a:fillRect/>
              </a:stretch>
            </p:blipFill>
            <p:spPr>
              <a:xfrm>
                <a:off x="3048000" y="3343743"/>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9316F3CF-76D2-7C2E-1F1C-72D5C35D251C}"/>
                  </a:ext>
                </a:extLst>
              </p:cNvPr>
              <p:cNvGraphicFramePr>
                <a:graphicFrameLocks noChangeAspect="1"/>
              </p:cNvGraphicFramePr>
              <p:nvPr/>
            </p:nvGraphicFramePr>
            <p:xfrm>
              <a:off x="3048000" y="5058243"/>
              <a:ext cx="3048000" cy="1714500"/>
            </p:xfrm>
            <a:graphic>
              <a:graphicData uri="http://schemas.microsoft.com/office/powerpoint/2016/slidezoom">
                <pslz:sldZm>
                  <pslz:sldZmObj sldId="274" cId="3025174401">
                    <pslz:zmPr id="{AD5F02EC-D42C-46BA-90BA-A6DBCC979F88}" transitionDur="1000">
                      <p166:blipFill xmlns:p166="http://schemas.microsoft.com/office/powerpoint/2016/6/main">
                        <a:blip r:embed="rId1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5" name="Slide Zoom 14">
                <a:extLst>
                  <a:ext uri="{FF2B5EF4-FFF2-40B4-BE49-F238E27FC236}">
                    <a16:creationId xmlns:a16="http://schemas.microsoft.com/office/drawing/2014/main" id="{9316F3CF-76D2-7C2E-1F1C-72D5C35D251C}"/>
                  </a:ext>
                </a:extLst>
              </p:cNvPr>
              <p:cNvPicPr>
                <a:picLocks noGrp="1" noRot="1" noChangeAspect="1" noMove="1" noResize="1" noEditPoints="1" noAdjustHandles="1" noChangeArrowheads="1" noChangeShapeType="1"/>
              </p:cNvPicPr>
              <p:nvPr/>
            </p:nvPicPr>
            <p:blipFill>
              <a:blip r:embed="rId14"/>
              <a:stretch>
                <a:fillRect/>
              </a:stretch>
            </p:blipFill>
            <p:spPr>
              <a:xfrm>
                <a:off x="3048000" y="5058243"/>
                <a:ext cx="3048000" cy="1714500"/>
              </a:xfrm>
              <a:prstGeom prst="rect">
                <a:avLst/>
              </a:prstGeom>
              <a:ln w="3175">
                <a:solidFill>
                  <a:prstClr val="ltGray"/>
                </a:solidFill>
              </a:ln>
            </p:spPr>
          </p:pic>
        </mc:Fallback>
      </mc:AlternateContent>
      <p:pic>
        <p:nvPicPr>
          <p:cNvPr id="4" name="Picture 3">
            <a:extLst>
              <a:ext uri="{FF2B5EF4-FFF2-40B4-BE49-F238E27FC236}">
                <a16:creationId xmlns:a16="http://schemas.microsoft.com/office/drawing/2014/main" id="{07D72BCB-595B-153D-BA73-8B0CCF96844D}"/>
              </a:ext>
            </a:extLst>
          </p:cNvPr>
          <p:cNvPicPr>
            <a:picLocks noChangeAspect="1"/>
          </p:cNvPicPr>
          <p:nvPr/>
        </p:nvPicPr>
        <p:blipFill>
          <a:blip r:embed="rId15"/>
          <a:stretch>
            <a:fillRect/>
          </a:stretch>
        </p:blipFill>
        <p:spPr>
          <a:xfrm>
            <a:off x="6096000" y="1529036"/>
            <a:ext cx="6096000" cy="2248485"/>
          </a:xfrm>
          <a:prstGeom prst="rect">
            <a:avLst/>
          </a:prstGeom>
        </p:spPr>
      </p:pic>
      <p:sp>
        <p:nvSpPr>
          <p:cNvPr id="8" name="Show/Hide">
            <a:extLst>
              <a:ext uri="{FF2B5EF4-FFF2-40B4-BE49-F238E27FC236}">
                <a16:creationId xmlns:a16="http://schemas.microsoft.com/office/drawing/2014/main" id="{7A478266-2CCE-4949-0B2A-8FFE4EC10F9A}"/>
              </a:ext>
            </a:extLst>
          </p:cNvPr>
          <p:cNvSpPr/>
          <p:nvPr/>
        </p:nvSpPr>
        <p:spPr>
          <a:xfrm>
            <a:off x="8575777" y="4575274"/>
            <a:ext cx="1136445" cy="1136451"/>
          </a:xfrm>
          <a:custGeom>
            <a:avLst/>
            <a:gdLst>
              <a:gd name="csX0" fmla="*/ 219075 w 438149"/>
              <a:gd name="csY0" fmla="*/ 0 h 438150"/>
              <a:gd name="csX1" fmla="*/ 0 w 438149"/>
              <a:gd name="csY1" fmla="*/ 219075 h 438150"/>
              <a:gd name="csX2" fmla="*/ 219075 w 438149"/>
              <a:gd name="csY2" fmla="*/ 438150 h 438150"/>
              <a:gd name="csX3" fmla="*/ 438150 w 438149"/>
              <a:gd name="csY3" fmla="*/ 219075 h 438150"/>
              <a:gd name="csX4" fmla="*/ 219075 w 438149"/>
              <a:gd name="csY4" fmla="*/ 0 h 438150"/>
              <a:gd name="csX5" fmla="*/ 187928 w 438149"/>
              <a:gd name="csY5" fmla="*/ 308267 h 438150"/>
              <a:gd name="csX6" fmla="*/ 92459 w 438149"/>
              <a:gd name="csY6" fmla="*/ 212789 h 438150"/>
              <a:gd name="csX7" fmla="*/ 124901 w 438149"/>
              <a:gd name="csY7" fmla="*/ 180346 h 438150"/>
              <a:gd name="csX8" fmla="*/ 187928 w 438149"/>
              <a:gd name="csY8" fmla="*/ 243373 h 438150"/>
              <a:gd name="csX9" fmla="*/ 317011 w 438149"/>
              <a:gd name="csY9" fmla="*/ 114300 h 438150"/>
              <a:gd name="csX10" fmla="*/ 349453 w 438149"/>
              <a:gd name="csY10" fmla="*/ 146742 h 438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B050"/>
          </a:solidFill>
          <a:ln w="9525" cap="flat">
            <a:noFill/>
            <a:prstDash val="solid"/>
            <a:miter/>
          </a:ln>
          <a:scene3d>
            <a:camera prst="orthographicFront"/>
            <a:lightRig rig="threePt" dir="t"/>
          </a:scene3d>
          <a:sp3d>
            <a:bevelT/>
          </a:sp3d>
        </p:spPr>
        <p:txBody>
          <a:bodyPr/>
          <a:lstStyle/>
          <a:p>
            <a:endParaRPr lang="en-GB"/>
          </a:p>
        </p:txBody>
      </p:sp>
      <p:sp>
        <p:nvSpPr>
          <p:cNvPr id="10" name="Oval 9">
            <a:extLst>
              <a:ext uri="{FF2B5EF4-FFF2-40B4-BE49-F238E27FC236}">
                <a16:creationId xmlns:a16="http://schemas.microsoft.com/office/drawing/2014/main" id="{94BF6FFF-1A27-8403-52B5-ED2BD1CE814C}"/>
              </a:ext>
            </a:extLst>
          </p:cNvPr>
          <p:cNvSpPr/>
          <p:nvPr/>
        </p:nvSpPr>
        <p:spPr>
          <a:xfrm>
            <a:off x="6453515" y="2638314"/>
            <a:ext cx="359268" cy="32317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1898771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10" grpId="0" animBg="1"/>
      <p:bldP spid="10" grpId="1"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B51F93-FEFD-7871-E430-E4B4F280E223}"/>
              </a:ext>
            </a:extLst>
          </p:cNvPr>
          <p:cNvSpPr txBox="1"/>
          <p:nvPr/>
        </p:nvSpPr>
        <p:spPr>
          <a:xfrm>
            <a:off x="626464" y="428178"/>
            <a:ext cx="10939072" cy="6001643"/>
          </a:xfrm>
          <a:prstGeom prst="rect">
            <a:avLst/>
          </a:prstGeom>
          <a:noFill/>
        </p:spPr>
        <p:txBody>
          <a:bodyPr wrap="square">
            <a:spAutoFit/>
          </a:bodyPr>
          <a:lstStyle/>
          <a:p>
            <a:pPr algn="l"/>
            <a:r>
              <a:rPr lang="en-GB" sz="3200" b="0" i="0" u="none" strike="noStrike" baseline="0" dirty="0">
                <a:latin typeface="GlyphLessFont"/>
              </a:rPr>
              <a:t>Margherita Taylor is the only female presenter at Capital Radio, one of London’s top music radio stations. She got into radio while she was a student in Birmingham. Along with hundreds</a:t>
            </a:r>
          </a:p>
          <a:p>
            <a:pPr algn="l"/>
            <a:r>
              <a:rPr lang="en-GB" sz="3200" b="0" i="0" u="none" strike="noStrike" baseline="0" dirty="0">
                <a:latin typeface="GlyphLessFont"/>
              </a:rPr>
              <a:t>of other hopefuls, she and a friend queued for hours in the rain to take part in a ‘Search for a Star’ competition held by a local radio station, BRMB. ‘I had to read a travel script and a</a:t>
            </a:r>
          </a:p>
          <a:p>
            <a:pPr algn="l"/>
            <a:r>
              <a:rPr lang="en-GB" sz="3200" b="0" i="0" u="none" strike="noStrike" baseline="0" dirty="0">
                <a:latin typeface="GlyphLessFont"/>
              </a:rPr>
              <a:t>weather script, talk about myself for a minute, then introduce a record. After that, they sent me back out into the rain,’ she says. But within days the phone call came to say that her voice had earned her a regular show on BRMB. Truly the stuff dreams are made of. After working there for eighteen months, she was offered a job with Capital.</a:t>
            </a:r>
          </a:p>
        </p:txBody>
      </p:sp>
    </p:spTree>
    <p:extLst>
      <p:ext uri="{BB962C8B-B14F-4D97-AF65-F5344CB8AC3E}">
        <p14:creationId xmlns:p14="http://schemas.microsoft.com/office/powerpoint/2010/main" val="2513287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0CA525-2310-1594-D739-32C36792B9ED}"/>
              </a:ext>
            </a:extLst>
          </p:cNvPr>
          <p:cNvSpPr txBox="1"/>
          <p:nvPr/>
        </p:nvSpPr>
        <p:spPr>
          <a:xfrm>
            <a:off x="211736" y="1659285"/>
            <a:ext cx="11768528" cy="3539430"/>
          </a:xfrm>
          <a:prstGeom prst="rect">
            <a:avLst/>
          </a:prstGeom>
          <a:noFill/>
        </p:spPr>
        <p:txBody>
          <a:bodyPr wrap="square">
            <a:spAutoFit/>
          </a:bodyPr>
          <a:lstStyle/>
          <a:p>
            <a:pPr algn="l"/>
            <a:r>
              <a:rPr lang="en-GB" sz="3200" b="0" i="0" u="none" strike="noStrike" baseline="0" dirty="0">
                <a:latin typeface="GlyphLessFont"/>
              </a:rPr>
              <a:t>Margherita is a London girl and arriving at Capital was like coming home. ‘I grew up listening to Capital Radio,’ she says. ‘People say, “Wasn’t it frightening, joining such </a:t>
            </a:r>
            <a:r>
              <a:rPr lang="en-GB" sz="3200" b="0" i="0" u="none" strike="noStrike" baseline="0" dirty="0" err="1">
                <a:latin typeface="GlyphLessFont"/>
              </a:rPr>
              <a:t>wellknown</a:t>
            </a:r>
            <a:r>
              <a:rPr lang="en-GB" sz="3200" b="0" i="0" u="none" strike="noStrike" baseline="0" dirty="0">
                <a:latin typeface="GlyphLessFont"/>
              </a:rPr>
              <a:t> presenters?” But everyone here is so down to earth. It would be off-putting if the others had people doing their make-up, or star signs on their office doors. But there’s none of </a:t>
            </a:r>
            <a:r>
              <a:rPr lang="en-GB" sz="3200" b="0" i="0" u="none" strike="noStrike" baseline="0" dirty="0">
                <a:highlight>
                  <a:srgbClr val="FFFF00"/>
                </a:highlight>
                <a:latin typeface="GlyphLessFont"/>
              </a:rPr>
              <a:t>that </a:t>
            </a:r>
            <a:r>
              <a:rPr lang="en-GB" sz="3200" b="0" i="0" u="none" strike="noStrike" baseline="0" dirty="0">
                <a:latin typeface="GlyphLessFont"/>
              </a:rPr>
              <a:t>— Mick Brown, for instance, finishes his show and wanders off to get the bus home with everyone else.’</a:t>
            </a:r>
          </a:p>
        </p:txBody>
      </p:sp>
    </p:spTree>
    <p:extLst>
      <p:ext uri="{BB962C8B-B14F-4D97-AF65-F5344CB8AC3E}">
        <p14:creationId xmlns:p14="http://schemas.microsoft.com/office/powerpoint/2010/main" val="1284936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7348E5-2F5D-48B1-FE40-7D12973B1132}"/>
              </a:ext>
            </a:extLst>
          </p:cNvPr>
          <p:cNvSpPr txBox="1"/>
          <p:nvPr/>
        </p:nvSpPr>
        <p:spPr>
          <a:xfrm>
            <a:off x="476562" y="920621"/>
            <a:ext cx="11238875" cy="5016758"/>
          </a:xfrm>
          <a:prstGeom prst="rect">
            <a:avLst/>
          </a:prstGeom>
          <a:noFill/>
        </p:spPr>
        <p:txBody>
          <a:bodyPr wrap="square">
            <a:spAutoFit/>
          </a:bodyPr>
          <a:lstStyle/>
          <a:p>
            <a:pPr algn="l"/>
            <a:r>
              <a:rPr lang="en-GB" sz="3200" b="0" i="0" u="none" strike="noStrike" baseline="0" dirty="0">
                <a:latin typeface="GlyphLessFont"/>
              </a:rPr>
              <a:t>Margherita claims never to get nervous before a show — nerves are for the weak. ‘You can’t get nervous because then you make</a:t>
            </a:r>
          </a:p>
          <a:p>
            <a:pPr algn="l"/>
            <a:r>
              <a:rPr lang="en-GB" sz="3200" b="0" i="0" u="none" strike="noStrike" baseline="0" dirty="0">
                <a:latin typeface="GlyphLessFont"/>
              </a:rPr>
              <a:t>mistakes,’ she says. Of course, there has been the odd disaster. ‘For instance, when I did my first live concert show at BRMB, I’d only done one programme. In front of a crowd of 50,000, I went on stage to introduce a certain well-known singer. I said: “Please welcome our next performer. You know her best for hits like ...”</a:t>
            </a:r>
          </a:p>
          <a:p>
            <a:pPr algn="l"/>
            <a:r>
              <a:rPr lang="en-GB" sz="3200" b="0" i="0" u="none" strike="noStrike" baseline="0" dirty="0">
                <a:latin typeface="GlyphLessFont"/>
              </a:rPr>
              <a:t>Then I just went blank. There was this silence from the crowd, and for the life of me I couldn’t think what she’d sung. That’s one occasion that will stay with me for ever.’</a:t>
            </a:r>
            <a:endParaRPr lang="en-GB" sz="3200" dirty="0"/>
          </a:p>
        </p:txBody>
      </p:sp>
    </p:spTree>
    <p:extLst>
      <p:ext uri="{BB962C8B-B14F-4D97-AF65-F5344CB8AC3E}">
        <p14:creationId xmlns:p14="http://schemas.microsoft.com/office/powerpoint/2010/main" val="761542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52C62C-0323-B010-8BBE-B10E99DADBD4}"/>
              </a:ext>
            </a:extLst>
          </p:cNvPr>
          <p:cNvSpPr txBox="1"/>
          <p:nvPr/>
        </p:nvSpPr>
        <p:spPr>
          <a:xfrm>
            <a:off x="219231" y="1413063"/>
            <a:ext cx="11753537" cy="4031873"/>
          </a:xfrm>
          <a:prstGeom prst="rect">
            <a:avLst/>
          </a:prstGeom>
          <a:noFill/>
        </p:spPr>
        <p:txBody>
          <a:bodyPr wrap="square">
            <a:spAutoFit/>
          </a:bodyPr>
          <a:lstStyle/>
          <a:p>
            <a:pPr algn="l"/>
            <a:r>
              <a:rPr lang="en-GB" sz="3200" b="0" i="0" u="none" strike="noStrike" baseline="0" dirty="0">
                <a:latin typeface="GlyphLessFont"/>
              </a:rPr>
              <a:t>Margherita says that her own musical tastes are varied. But she doesn’t pick her own music for her shows. The Capital computer</a:t>
            </a:r>
          </a:p>
          <a:p>
            <a:pPr algn="l"/>
            <a:r>
              <a:rPr lang="en-GB" sz="3200" b="0" i="0" u="none" strike="noStrike" baseline="0" dirty="0">
                <a:latin typeface="GlyphLessFont"/>
              </a:rPr>
              <a:t>selects the records in advance from a list approved by the station managers. ‘The station has a certain sound, and if we all picked our</a:t>
            </a:r>
          </a:p>
          <a:p>
            <a:pPr algn="l"/>
            <a:r>
              <a:rPr lang="en-GB" sz="3200" b="0" i="0" u="none" strike="noStrike" baseline="0" dirty="0">
                <a:latin typeface="GlyphLessFont"/>
              </a:rPr>
              <a:t>own music, it wouldn’t sound like Capital,’ she says. ‘But for someone who likes music, this is a dream job. I get to go to concerts and meet the bands you can hear on my show. It’s great to hear the “behind the scenes” gossip.’</a:t>
            </a:r>
          </a:p>
        </p:txBody>
      </p:sp>
    </p:spTree>
    <p:extLst>
      <p:ext uri="{BB962C8B-B14F-4D97-AF65-F5344CB8AC3E}">
        <p14:creationId xmlns:p14="http://schemas.microsoft.com/office/powerpoint/2010/main" val="1896877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D030A2-4A81-BCA6-C499-8C28CAD04E96}"/>
              </a:ext>
            </a:extLst>
          </p:cNvPr>
          <p:cNvSpPr txBox="1"/>
          <p:nvPr/>
        </p:nvSpPr>
        <p:spPr>
          <a:xfrm>
            <a:off x="746385" y="674400"/>
            <a:ext cx="10699230" cy="5509200"/>
          </a:xfrm>
          <a:prstGeom prst="rect">
            <a:avLst/>
          </a:prstGeom>
          <a:noFill/>
        </p:spPr>
        <p:txBody>
          <a:bodyPr wrap="square">
            <a:spAutoFit/>
          </a:bodyPr>
          <a:lstStyle/>
          <a:p>
            <a:pPr algn="l"/>
            <a:r>
              <a:rPr lang="en-GB" sz="3200" b="0" i="0" u="none" strike="noStrike" baseline="0" dirty="0">
                <a:latin typeface="GlyphLessFont"/>
              </a:rPr>
              <a:t>Most people would expect that a presenter’s most important qualities are a nice voice and huge amounts of confidence, but</a:t>
            </a:r>
          </a:p>
          <a:p>
            <a:pPr algn="l"/>
            <a:r>
              <a:rPr lang="en-GB" sz="3200" b="0" i="0" u="none" strike="noStrike" baseline="0" dirty="0">
                <a:latin typeface="GlyphLessFont"/>
              </a:rPr>
              <a:t>Margherita says that basic maths is handy as well. “You have to make sure that you’ve got an eye on everything that’s going on in the studio, but you’ve got to be able to add and subtract</a:t>
            </a:r>
          </a:p>
          <a:p>
            <a:pPr algn="l"/>
            <a:r>
              <a:rPr lang="en-GB" sz="3200" b="0" i="0" u="none" strike="noStrike" baseline="0" dirty="0">
                <a:latin typeface="GlyphLessFont"/>
              </a:rPr>
              <a:t>and think in minutes and seconds,’ she says. “You’re dealing with timed records, and with announcements and commercials that are also timed precisely, and you have to be ready to</a:t>
            </a:r>
          </a:p>
          <a:p>
            <a:pPr algn="l"/>
            <a:r>
              <a:rPr lang="en-GB" sz="3200" b="0" i="0" u="none" strike="noStrike" baseline="0" dirty="0">
                <a:latin typeface="GlyphLessFont"/>
              </a:rPr>
              <a:t>switch to the news at exactly the right second. If you’re going over to a live event, you need to be ready for that on time, not a second earlier or later.’</a:t>
            </a:r>
          </a:p>
        </p:txBody>
      </p:sp>
    </p:spTree>
    <p:extLst>
      <p:ext uri="{BB962C8B-B14F-4D97-AF65-F5344CB8AC3E}">
        <p14:creationId xmlns:p14="http://schemas.microsoft.com/office/powerpoint/2010/main" val="3777529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217FDD-851C-F199-853D-7730E87FE45E}"/>
              </a:ext>
            </a:extLst>
          </p:cNvPr>
          <p:cNvSpPr txBox="1"/>
          <p:nvPr/>
        </p:nvSpPr>
        <p:spPr>
          <a:xfrm>
            <a:off x="503107" y="428178"/>
            <a:ext cx="11185786" cy="6001643"/>
          </a:xfrm>
          <a:prstGeom prst="rect">
            <a:avLst/>
          </a:prstGeom>
          <a:noFill/>
        </p:spPr>
        <p:txBody>
          <a:bodyPr wrap="square">
            <a:spAutoFit/>
          </a:bodyPr>
          <a:lstStyle/>
          <a:p>
            <a:pPr algn="l"/>
            <a:r>
              <a:rPr lang="en-GB" sz="3200" b="0" i="0" u="none" strike="noStrike" baseline="0" dirty="0">
                <a:latin typeface="GlyphLessFont"/>
              </a:rPr>
              <a:t>This isn’t the sort of girl to let the rock ‘n’ roll lifestyle go to her head. Even if she did, her family would bring her down to earth. ‘When I started at Capital the only thing my brothers asked was whether they’d get free records,’ she remembers. ‘And my mum couldn’t even find the station on her radio.’</a:t>
            </a:r>
          </a:p>
          <a:p>
            <a:pPr algn="l"/>
            <a:endParaRPr lang="en-GB" sz="3200" dirty="0">
              <a:latin typeface="GlyphLessFont"/>
            </a:endParaRPr>
          </a:p>
          <a:p>
            <a:r>
              <a:rPr lang="en-GB" sz="3200" dirty="0"/>
              <a:t>Taylor is very nice and very easy-going, but very much in control. She is so much a ‘Capital Radio girl’ that you might</a:t>
            </a:r>
          </a:p>
          <a:p>
            <a:r>
              <a:rPr lang="en-GB" sz="3200" dirty="0"/>
              <a:t>think she is just doing a good job for the station’s publicity department, although you know what she’s saying really comes from the heart. She smiles a lot, laughs a lot and is</a:t>
            </a:r>
          </a:p>
          <a:p>
            <a:r>
              <a:rPr lang="en-GB" sz="3200" dirty="0"/>
              <a:t>generally a great advert for Capital.</a:t>
            </a:r>
            <a:endParaRPr lang="en-GB" sz="3200" b="1" i="0" u="none" strike="noStrike" baseline="0" dirty="0">
              <a:latin typeface="GlyphLessFont"/>
            </a:endParaRPr>
          </a:p>
        </p:txBody>
      </p:sp>
    </p:spTree>
    <p:extLst>
      <p:ext uri="{BB962C8B-B14F-4D97-AF65-F5344CB8AC3E}">
        <p14:creationId xmlns:p14="http://schemas.microsoft.com/office/powerpoint/2010/main" val="3025174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18A592BC-0EDA-9BB5-F8B9-7FD378948FC4}"/>
                  </a:ext>
                </a:extLst>
              </p:cNvPr>
              <p:cNvGraphicFramePr>
                <a:graphicFrameLocks noChangeAspect="1"/>
              </p:cNvGraphicFramePr>
              <p:nvPr>
                <p:extLst>
                  <p:ext uri="{D42A27DB-BD31-4B8C-83A1-F6EECF244321}">
                    <p14:modId xmlns:p14="http://schemas.microsoft.com/office/powerpoint/2010/main" val="2523247928"/>
                  </p:ext>
                </p:extLst>
              </p:nvPr>
            </p:nvGraphicFramePr>
            <p:xfrm>
              <a:off x="-21334" y="0"/>
              <a:ext cx="4056888" cy="2282000"/>
            </p:xfrm>
            <a:graphic>
              <a:graphicData uri="http://schemas.microsoft.com/office/powerpoint/2016/slidezoom">
                <pslz:sldZm>
                  <pslz:sldZmObj sldId="279" cId="2998835607">
                    <pslz:zmPr id="{92BE3D81-F9E3-436E-8BDE-5E8D745CAA90}" transitionDur="1000">
                      <p166:blipFill xmlns:p166="http://schemas.microsoft.com/office/powerpoint/2016/6/main">
                        <a:blip r:embed="rId2"/>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18A592BC-0EDA-9BB5-F8B9-7FD378948FC4}"/>
                  </a:ext>
                </a:extLst>
              </p:cNvPr>
              <p:cNvPicPr>
                <a:picLocks noGrp="1" noRot="1" noChangeAspect="1" noMove="1" noResize="1" noEditPoints="1" noAdjustHandles="1" noChangeArrowheads="1" noChangeShapeType="1"/>
              </p:cNvPicPr>
              <p:nvPr/>
            </p:nvPicPr>
            <p:blipFill>
              <a:blip r:embed="rId3"/>
              <a:stretch>
                <a:fillRect/>
              </a:stretch>
            </p:blipFill>
            <p:spPr>
              <a:xfrm>
                <a:off x="-21334" y="0"/>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9B64763E-5A2B-9053-25A6-E4F4DEF3FCCD}"/>
                  </a:ext>
                </a:extLst>
              </p:cNvPr>
              <p:cNvGraphicFramePr>
                <a:graphicFrameLocks noChangeAspect="1"/>
              </p:cNvGraphicFramePr>
              <p:nvPr>
                <p:extLst>
                  <p:ext uri="{D42A27DB-BD31-4B8C-83A1-F6EECF244321}">
                    <p14:modId xmlns:p14="http://schemas.microsoft.com/office/powerpoint/2010/main" val="75132946"/>
                  </p:ext>
                </p:extLst>
              </p:nvPr>
            </p:nvGraphicFramePr>
            <p:xfrm>
              <a:off x="-21334" y="2282000"/>
              <a:ext cx="4056888" cy="2282000"/>
            </p:xfrm>
            <a:graphic>
              <a:graphicData uri="http://schemas.microsoft.com/office/powerpoint/2016/slidezoom">
                <pslz:sldZm>
                  <pslz:sldZmObj sldId="280" cId="3690866516">
                    <pslz:zmPr id="{166581F0-BFEB-466C-B8E8-D8F33C3739FC}" transitionDur="1000">
                      <p166:blipFill xmlns:p166="http://schemas.microsoft.com/office/powerpoint/2016/6/main">
                        <a:blip r:embed="rId4"/>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9B64763E-5A2B-9053-25A6-E4F4DEF3FCCD}"/>
                  </a:ext>
                </a:extLst>
              </p:cNvPr>
              <p:cNvPicPr>
                <a:picLocks noGrp="1" noRot="1" noChangeAspect="1" noMove="1" noResize="1" noEditPoints="1" noAdjustHandles="1" noChangeArrowheads="1" noChangeShapeType="1"/>
              </p:cNvPicPr>
              <p:nvPr/>
            </p:nvPicPr>
            <p:blipFill>
              <a:blip r:embed="rId5"/>
              <a:stretch>
                <a:fillRect/>
              </a:stretch>
            </p:blipFill>
            <p:spPr>
              <a:xfrm>
                <a:off x="-21334" y="2282000"/>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AD92108D-BFDD-B054-77AC-F3D0234BC90D}"/>
                  </a:ext>
                </a:extLst>
              </p:cNvPr>
              <p:cNvGraphicFramePr>
                <a:graphicFrameLocks noChangeAspect="1"/>
              </p:cNvGraphicFramePr>
              <p:nvPr>
                <p:extLst>
                  <p:ext uri="{D42A27DB-BD31-4B8C-83A1-F6EECF244321}">
                    <p14:modId xmlns:p14="http://schemas.microsoft.com/office/powerpoint/2010/main" val="2130372427"/>
                  </p:ext>
                </p:extLst>
              </p:nvPr>
            </p:nvGraphicFramePr>
            <p:xfrm>
              <a:off x="-21334" y="4576000"/>
              <a:ext cx="4056888" cy="2282000"/>
            </p:xfrm>
            <a:graphic>
              <a:graphicData uri="http://schemas.microsoft.com/office/powerpoint/2016/slidezoom">
                <pslz:sldZm>
                  <pslz:sldZmObj sldId="281" cId="3429873346">
                    <pslz:zmPr id="{55F15845-EE52-4A07-8107-211D6A21DCCD}" transitionDur="1000">
                      <p166:blipFill xmlns:p166="http://schemas.microsoft.com/office/powerpoint/2016/6/main">
                        <a:blip r:embed="rId6"/>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AD92108D-BFDD-B054-77AC-F3D0234BC90D}"/>
                  </a:ext>
                </a:extLst>
              </p:cNvPr>
              <p:cNvPicPr>
                <a:picLocks noGrp="1" noRot="1" noChangeAspect="1" noMove="1" noResize="1" noEditPoints="1" noAdjustHandles="1" noChangeArrowheads="1" noChangeShapeType="1"/>
              </p:cNvPicPr>
              <p:nvPr/>
            </p:nvPicPr>
            <p:blipFill>
              <a:blip r:embed="rId7"/>
              <a:stretch>
                <a:fillRect/>
              </a:stretch>
            </p:blipFill>
            <p:spPr>
              <a:xfrm>
                <a:off x="-21334" y="4576000"/>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82A0E62F-142D-9D78-9D22-29F2F98DB266}"/>
                  </a:ext>
                </a:extLst>
              </p:cNvPr>
              <p:cNvGraphicFramePr>
                <a:graphicFrameLocks noChangeAspect="1"/>
              </p:cNvGraphicFramePr>
              <p:nvPr>
                <p:extLst>
                  <p:ext uri="{D42A27DB-BD31-4B8C-83A1-F6EECF244321}">
                    <p14:modId xmlns:p14="http://schemas.microsoft.com/office/powerpoint/2010/main" val="2935211820"/>
                  </p:ext>
                </p:extLst>
              </p:nvPr>
            </p:nvGraphicFramePr>
            <p:xfrm>
              <a:off x="8135112" y="0"/>
              <a:ext cx="4056888" cy="2282000"/>
            </p:xfrm>
            <a:graphic>
              <a:graphicData uri="http://schemas.microsoft.com/office/powerpoint/2016/slidezoom">
                <pslz:sldZm>
                  <pslz:sldZmObj sldId="282" cId="3465711214">
                    <pslz:zmPr id="{7F22A95A-1C2C-4985-A80A-7CBB3E99054A}" transitionDur="1000">
                      <p166:blipFill xmlns:p166="http://schemas.microsoft.com/office/powerpoint/2016/6/main">
                        <a:blip r:embed="rId8"/>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4" name="Slide Zoom 3">
                <a:extLst>
                  <a:ext uri="{FF2B5EF4-FFF2-40B4-BE49-F238E27FC236}">
                    <a16:creationId xmlns:a16="http://schemas.microsoft.com/office/drawing/2014/main" id="{82A0E62F-142D-9D78-9D22-29F2F98DB266}"/>
                  </a:ext>
                </a:extLst>
              </p:cNvPr>
              <p:cNvPicPr>
                <a:picLocks noGrp="1" noRot="1" noChangeAspect="1" noMove="1" noResize="1" noEditPoints="1" noAdjustHandles="1" noChangeArrowheads="1" noChangeShapeType="1"/>
              </p:cNvPicPr>
              <p:nvPr/>
            </p:nvPicPr>
            <p:blipFill>
              <a:blip r:embed="rId9"/>
              <a:stretch>
                <a:fillRect/>
              </a:stretch>
            </p:blipFill>
            <p:spPr>
              <a:xfrm>
                <a:off x="8135112" y="0"/>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35C2E1C1-CBDF-C18D-5246-96C0B0424B7E}"/>
                  </a:ext>
                </a:extLst>
              </p:cNvPr>
              <p:cNvGraphicFramePr>
                <a:graphicFrameLocks noChangeAspect="1"/>
              </p:cNvGraphicFramePr>
              <p:nvPr>
                <p:extLst>
                  <p:ext uri="{D42A27DB-BD31-4B8C-83A1-F6EECF244321}">
                    <p14:modId xmlns:p14="http://schemas.microsoft.com/office/powerpoint/2010/main" val="1161694265"/>
                  </p:ext>
                </p:extLst>
              </p:nvPr>
            </p:nvGraphicFramePr>
            <p:xfrm>
              <a:off x="8135112" y="2294001"/>
              <a:ext cx="4056888" cy="2282000"/>
            </p:xfrm>
            <a:graphic>
              <a:graphicData uri="http://schemas.microsoft.com/office/powerpoint/2016/slidezoom">
                <pslz:sldZm>
                  <pslz:sldZmObj sldId="284" cId="872364624">
                    <pslz:zmPr id="{A71EF809-BBAA-4F81-B25E-5D563D965EDD}" transitionDur="1000">
                      <p166:blipFill xmlns:p166="http://schemas.microsoft.com/office/powerpoint/2016/6/main">
                        <a:blip r:embed="rId10"/>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35C2E1C1-CBDF-C18D-5246-96C0B0424B7E}"/>
                  </a:ext>
                </a:extLst>
              </p:cNvPr>
              <p:cNvPicPr>
                <a:picLocks noGrp="1" noRot="1" noChangeAspect="1" noMove="1" noResize="1" noEditPoints="1" noAdjustHandles="1" noChangeArrowheads="1" noChangeShapeType="1"/>
              </p:cNvPicPr>
              <p:nvPr/>
            </p:nvPicPr>
            <p:blipFill>
              <a:blip r:embed="rId11"/>
              <a:stretch>
                <a:fillRect/>
              </a:stretch>
            </p:blipFill>
            <p:spPr>
              <a:xfrm>
                <a:off x="8135112" y="2294001"/>
                <a:ext cx="4056888" cy="2282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4A15723C-662A-D7CA-4A77-0CE4BC0E0843}"/>
                  </a:ext>
                </a:extLst>
              </p:cNvPr>
              <p:cNvGraphicFramePr>
                <a:graphicFrameLocks noChangeAspect="1"/>
              </p:cNvGraphicFramePr>
              <p:nvPr>
                <p:extLst>
                  <p:ext uri="{D42A27DB-BD31-4B8C-83A1-F6EECF244321}">
                    <p14:modId xmlns:p14="http://schemas.microsoft.com/office/powerpoint/2010/main" val="3779219091"/>
                  </p:ext>
                </p:extLst>
              </p:nvPr>
            </p:nvGraphicFramePr>
            <p:xfrm>
              <a:off x="8135112" y="4576000"/>
              <a:ext cx="4056888" cy="2282000"/>
            </p:xfrm>
            <a:graphic>
              <a:graphicData uri="http://schemas.microsoft.com/office/powerpoint/2016/slidezoom">
                <pslz:sldZm>
                  <pslz:sldZmObj sldId="285" cId="212291259">
                    <pslz:zmPr id="{C68C6166-250E-40A0-B7F5-AAB84290D9C5}" transitionDur="1000">
                      <p166:blipFill xmlns:p166="http://schemas.microsoft.com/office/powerpoint/2016/6/main">
                        <a:blip r:embed="rId12"/>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4A15723C-662A-D7CA-4A77-0CE4BC0E0843}"/>
                  </a:ext>
                </a:extLst>
              </p:cNvPr>
              <p:cNvPicPr>
                <a:picLocks noGrp="1" noRot="1" noChangeAspect="1" noMove="1" noResize="1" noEditPoints="1" noAdjustHandles="1" noChangeArrowheads="1" noChangeShapeType="1"/>
              </p:cNvPicPr>
              <p:nvPr/>
            </p:nvPicPr>
            <p:blipFill>
              <a:blip r:embed="rId13"/>
              <a:stretch>
                <a:fillRect/>
              </a:stretch>
            </p:blipFill>
            <p:spPr>
              <a:xfrm>
                <a:off x="8135112" y="4576000"/>
                <a:ext cx="4056888" cy="2282000"/>
              </a:xfrm>
              <a:prstGeom prst="rect">
                <a:avLst/>
              </a:prstGeom>
              <a:ln w="3175">
                <a:solidFill>
                  <a:prstClr val="ltGray"/>
                </a:solidFill>
              </a:ln>
            </p:spPr>
          </p:pic>
        </mc:Fallback>
      </mc:AlternateContent>
      <p:sp>
        <p:nvSpPr>
          <p:cNvPr id="12" name="Show/Hide">
            <a:extLst>
              <a:ext uri="{FF2B5EF4-FFF2-40B4-BE49-F238E27FC236}">
                <a16:creationId xmlns:a16="http://schemas.microsoft.com/office/drawing/2014/main" id="{3B22F17F-005B-02D4-9A88-8B0FD6E8A5FC}"/>
              </a:ext>
            </a:extLst>
          </p:cNvPr>
          <p:cNvSpPr/>
          <p:nvPr/>
        </p:nvSpPr>
        <p:spPr>
          <a:xfrm>
            <a:off x="6373824" y="2854774"/>
            <a:ext cx="1136445" cy="1136451"/>
          </a:xfrm>
          <a:custGeom>
            <a:avLst/>
            <a:gdLst>
              <a:gd name="csX0" fmla="*/ 219075 w 438149"/>
              <a:gd name="csY0" fmla="*/ 0 h 438150"/>
              <a:gd name="csX1" fmla="*/ 0 w 438149"/>
              <a:gd name="csY1" fmla="*/ 219075 h 438150"/>
              <a:gd name="csX2" fmla="*/ 219075 w 438149"/>
              <a:gd name="csY2" fmla="*/ 438150 h 438150"/>
              <a:gd name="csX3" fmla="*/ 438150 w 438149"/>
              <a:gd name="csY3" fmla="*/ 219075 h 438150"/>
              <a:gd name="csX4" fmla="*/ 219075 w 438149"/>
              <a:gd name="csY4" fmla="*/ 0 h 438150"/>
              <a:gd name="csX5" fmla="*/ 187928 w 438149"/>
              <a:gd name="csY5" fmla="*/ 308267 h 438150"/>
              <a:gd name="csX6" fmla="*/ 92459 w 438149"/>
              <a:gd name="csY6" fmla="*/ 212789 h 438150"/>
              <a:gd name="csX7" fmla="*/ 124901 w 438149"/>
              <a:gd name="csY7" fmla="*/ 180346 h 438150"/>
              <a:gd name="csX8" fmla="*/ 187928 w 438149"/>
              <a:gd name="csY8" fmla="*/ 243373 h 438150"/>
              <a:gd name="csX9" fmla="*/ 317011 w 438149"/>
              <a:gd name="csY9" fmla="*/ 114300 h 438150"/>
              <a:gd name="csX10" fmla="*/ 349453 w 438149"/>
              <a:gd name="csY10" fmla="*/ 146742 h 438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B050"/>
          </a:solidFill>
          <a:ln w="9525" cap="flat">
            <a:noFill/>
            <a:prstDash val="solid"/>
            <a:miter/>
          </a:ln>
          <a:scene3d>
            <a:camera prst="orthographicFront"/>
            <a:lightRig rig="threePt" dir="t"/>
          </a:scene3d>
          <a:sp3d>
            <a:bevelT/>
          </a:sp3d>
        </p:spPr>
        <p:txBody>
          <a:bodyPr/>
          <a:lstStyle/>
          <a:p>
            <a:endParaRPr lang="en-GB"/>
          </a:p>
        </p:txBody>
      </p:sp>
      <p:sp>
        <p:nvSpPr>
          <p:cNvPr id="13" name="TextBox 12">
            <a:extLst>
              <a:ext uri="{FF2B5EF4-FFF2-40B4-BE49-F238E27FC236}">
                <a16:creationId xmlns:a16="http://schemas.microsoft.com/office/drawing/2014/main" id="{EDF1922D-662C-3627-E6A8-C2597F799719}"/>
              </a:ext>
            </a:extLst>
          </p:cNvPr>
          <p:cNvSpPr txBox="1"/>
          <p:nvPr/>
        </p:nvSpPr>
        <p:spPr>
          <a:xfrm>
            <a:off x="4586766" y="63782"/>
            <a:ext cx="3018468" cy="1077218"/>
          </a:xfrm>
          <a:prstGeom prst="rect">
            <a:avLst/>
          </a:prstGeom>
          <a:noFill/>
        </p:spPr>
        <p:txBody>
          <a:bodyPr wrap="square" rtlCol="0">
            <a:spAutoFit/>
          </a:bodyPr>
          <a:lstStyle/>
          <a:p>
            <a:r>
              <a:rPr lang="en-GB" sz="3200" dirty="0">
                <a:latin typeface="Tw Cen MT Condensed Extra Bold" panose="020B0803020202020204" pitchFamily="34" charset="0"/>
              </a:rPr>
              <a:t>Part 3: </a:t>
            </a:r>
          </a:p>
          <a:p>
            <a:r>
              <a:rPr lang="en-GB" sz="3200" dirty="0">
                <a:latin typeface="Tw Cen MT Condensed Extra Bold" panose="020B0803020202020204" pitchFamily="34" charset="0"/>
              </a:rPr>
              <a:t>Welsh Mountains</a:t>
            </a:r>
          </a:p>
        </p:txBody>
      </p:sp>
      <p:sp>
        <p:nvSpPr>
          <p:cNvPr id="14" name="TextBox 13">
            <a:extLst>
              <a:ext uri="{FF2B5EF4-FFF2-40B4-BE49-F238E27FC236}">
                <a16:creationId xmlns:a16="http://schemas.microsoft.com/office/drawing/2014/main" id="{CE5DB5CC-3763-992E-BECB-9E9237249F37}"/>
              </a:ext>
            </a:extLst>
          </p:cNvPr>
          <p:cNvSpPr txBox="1"/>
          <p:nvPr/>
        </p:nvSpPr>
        <p:spPr>
          <a:xfrm>
            <a:off x="4889486" y="2042749"/>
            <a:ext cx="928691" cy="3539430"/>
          </a:xfrm>
          <a:prstGeom prst="rect">
            <a:avLst/>
          </a:prstGeom>
          <a:noFill/>
        </p:spPr>
        <p:txBody>
          <a:bodyPr wrap="square" rtlCol="0">
            <a:spAutoFit/>
          </a:bodyPr>
          <a:lstStyle/>
          <a:p>
            <a:pPr algn="r"/>
            <a:r>
              <a:rPr lang="en-GB" sz="3200" dirty="0">
                <a:latin typeface="Tw Cen MT Condensed Extra Bold" panose="020B0803020202020204" pitchFamily="34" charset="0"/>
              </a:rPr>
              <a:t> 0H</a:t>
            </a:r>
          </a:p>
          <a:p>
            <a:pPr algn="r"/>
            <a:r>
              <a:rPr lang="en-GB" sz="3200" dirty="0">
                <a:latin typeface="Tw Cen MT Condensed Extra Bold" panose="020B0803020202020204" pitchFamily="34" charset="0"/>
              </a:rPr>
              <a:t>15B</a:t>
            </a:r>
          </a:p>
          <a:p>
            <a:pPr algn="r"/>
            <a:r>
              <a:rPr lang="en-GB" sz="3200" dirty="0">
                <a:latin typeface="Tw Cen MT Condensed Extra Bold" panose="020B0803020202020204" pitchFamily="34" charset="0"/>
              </a:rPr>
              <a:t>16D</a:t>
            </a:r>
          </a:p>
          <a:p>
            <a:pPr algn="r"/>
            <a:r>
              <a:rPr lang="en-GB" sz="3200" dirty="0">
                <a:latin typeface="Tw Cen MT Condensed Extra Bold" panose="020B0803020202020204" pitchFamily="34" charset="0"/>
              </a:rPr>
              <a:t>17G</a:t>
            </a:r>
          </a:p>
          <a:p>
            <a:pPr algn="r"/>
            <a:r>
              <a:rPr lang="en-GB" sz="3200" dirty="0">
                <a:latin typeface="Tw Cen MT Condensed Extra Bold" panose="020B0803020202020204" pitchFamily="34" charset="0"/>
              </a:rPr>
              <a:t>18E</a:t>
            </a:r>
          </a:p>
          <a:p>
            <a:pPr algn="r"/>
            <a:r>
              <a:rPr lang="en-GB" sz="3200" dirty="0">
                <a:latin typeface="Tw Cen MT Condensed Extra Bold" panose="020B0803020202020204" pitchFamily="34" charset="0"/>
              </a:rPr>
              <a:t>19A</a:t>
            </a:r>
          </a:p>
          <a:p>
            <a:pPr algn="r"/>
            <a:r>
              <a:rPr lang="en-GB" sz="3200" dirty="0">
                <a:latin typeface="Tw Cen MT Condensed Extra Bold" panose="020B0803020202020204" pitchFamily="34" charset="0"/>
              </a:rPr>
              <a:t>20C</a:t>
            </a:r>
          </a:p>
        </p:txBody>
      </p:sp>
    </p:spTree>
    <p:extLst>
      <p:ext uri="{BB962C8B-B14F-4D97-AF65-F5344CB8AC3E}">
        <p14:creationId xmlns:p14="http://schemas.microsoft.com/office/powerpoint/2010/main" val="32577740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4" grpId="0"/>
      <p:bldP spid="14" grpId="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2895BC-F10F-B9D2-82B3-741A19081B48}"/>
              </a:ext>
            </a:extLst>
          </p:cNvPr>
          <p:cNvSpPr txBox="1"/>
          <p:nvPr/>
        </p:nvSpPr>
        <p:spPr>
          <a:xfrm>
            <a:off x="0" y="96998"/>
            <a:ext cx="12192000" cy="6637971"/>
          </a:xfrm>
          <a:prstGeom prst="rect">
            <a:avLst/>
          </a:prstGeom>
          <a:noFill/>
        </p:spPr>
        <p:txBody>
          <a:bodyPr wrap="square">
            <a:spAutoFit/>
          </a:bodyPr>
          <a:lstStyle/>
          <a:p>
            <a:pPr algn="l">
              <a:lnSpc>
                <a:spcPts val="3000"/>
              </a:lnSpc>
            </a:pPr>
            <a:r>
              <a:rPr lang="en-GB" sz="3000" b="0" i="0" u="none" strike="noStrike" baseline="0" dirty="0">
                <a:latin typeface="GlyphLessFont"/>
              </a:rPr>
              <a:t>“Taking in!’ The words floated down from on high to be swiftly followed by the tightening of the climbing rope by my  feet. I  shouted automatically, ‘That’s me!’</a:t>
            </a:r>
          </a:p>
          <a:p>
            <a:pPr algn="l">
              <a:lnSpc>
                <a:spcPts val="3000"/>
              </a:lnSpc>
            </a:pPr>
            <a:r>
              <a:rPr lang="en-GB" sz="3000" b="0" i="0" u="none" strike="noStrike" baseline="0" dirty="0">
                <a:latin typeface="GlyphLessFont"/>
              </a:rPr>
              <a:t>[0] H</a:t>
            </a:r>
          </a:p>
          <a:p>
            <a:pPr algn="l">
              <a:lnSpc>
                <a:spcPts val="3000"/>
              </a:lnSpc>
            </a:pPr>
            <a:r>
              <a:rPr lang="en-GB" sz="3000" b="0" i="0" u="none" strike="noStrike" baseline="0" dirty="0" err="1">
                <a:latin typeface="GlyphLessFont"/>
              </a:rPr>
              <a:t>lt</a:t>
            </a:r>
            <a:r>
              <a:rPr lang="en-GB" sz="3000" b="0" i="0" u="none" strike="noStrike" baseline="0" dirty="0">
                <a:latin typeface="GlyphLessFont"/>
              </a:rPr>
              <a:t> all seemed very familiar, but for many years my climbing rope had hung frustratingly at the foot of my stairs, and I was now sixty. John, my old climbing partner on so many climbs, had suggested that we might climb again together.</a:t>
            </a:r>
          </a:p>
          <a:p>
            <a:pPr algn="l">
              <a:lnSpc>
                <a:spcPts val="3000"/>
              </a:lnSpc>
            </a:pPr>
            <a:r>
              <a:rPr lang="en-GB" sz="3000" b="0" i="0" u="none" strike="noStrike" baseline="0" dirty="0">
                <a:latin typeface="GlyphLessFont"/>
              </a:rPr>
              <a:t>[15]</a:t>
            </a:r>
          </a:p>
          <a:p>
            <a:pPr algn="l">
              <a:lnSpc>
                <a:spcPts val="3000"/>
              </a:lnSpc>
            </a:pPr>
            <a:r>
              <a:rPr lang="en-GB" sz="3000" b="0" i="0" u="none" strike="noStrike" baseline="0" dirty="0">
                <a:latin typeface="GlyphLessFont"/>
              </a:rPr>
              <a:t>John and I had shared so many memorable climbs. My mind went back to the last long climb that we had enjoyed together, which was on</a:t>
            </a:r>
          </a:p>
          <a:p>
            <a:pPr algn="l">
              <a:lnSpc>
                <a:spcPts val="3000"/>
              </a:lnSpc>
            </a:pPr>
            <a:r>
              <a:rPr lang="en-GB" sz="3000" b="0" i="0" u="none" strike="noStrike" baseline="0" dirty="0" err="1">
                <a:latin typeface="GlyphLessFont"/>
              </a:rPr>
              <a:t>Lliwedd</a:t>
            </a:r>
            <a:r>
              <a:rPr lang="en-GB" sz="3000" b="0" i="0" u="none" strike="noStrike" baseline="0" dirty="0">
                <a:latin typeface="GlyphLessFont"/>
              </a:rPr>
              <a:t> mountain during a June heatwave. The streams had dried up and all the grasses were burnt yellow by the sun. As we neared the cliff</a:t>
            </a:r>
          </a:p>
          <a:p>
            <a:pPr algn="l">
              <a:lnSpc>
                <a:spcPts val="3000"/>
              </a:lnSpc>
            </a:pPr>
            <a:r>
              <a:rPr lang="en-GB" sz="3000" b="0" i="0" u="none" strike="noStrike" baseline="0" dirty="0">
                <a:latin typeface="GlyphLessFont"/>
              </a:rPr>
              <a:t>and stopped for a rest, John suddenly disappeared to return some considerable time later clutching a small plastic bag filled with the</a:t>
            </a:r>
          </a:p>
          <a:p>
            <a:pPr algn="l">
              <a:lnSpc>
                <a:spcPts val="3000"/>
              </a:lnSpc>
            </a:pPr>
            <a:r>
              <a:rPr lang="en-GB" sz="3000" b="0" i="0" u="none" strike="noStrike" baseline="0" dirty="0">
                <a:latin typeface="GlyphLessFont"/>
              </a:rPr>
              <a:t>coolest, clearest water that you could imagine.</a:t>
            </a:r>
          </a:p>
          <a:p>
            <a:pPr algn="l">
              <a:lnSpc>
                <a:spcPts val="3000"/>
              </a:lnSpc>
            </a:pPr>
            <a:r>
              <a:rPr lang="en-GB" sz="3000" dirty="0">
                <a:latin typeface="GlyphLessFont"/>
              </a:rPr>
              <a:t>[16]</a:t>
            </a:r>
            <a:endParaRPr lang="en-GB" sz="3000" b="0" i="0" u="none" strike="noStrike" baseline="0" dirty="0">
              <a:latin typeface="GlyphLessFont"/>
            </a:endParaRPr>
          </a:p>
        </p:txBody>
      </p:sp>
    </p:spTree>
    <p:extLst>
      <p:ext uri="{BB962C8B-B14F-4D97-AF65-F5344CB8AC3E}">
        <p14:creationId xmlns:p14="http://schemas.microsoft.com/office/powerpoint/2010/main" val="2998835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9CD98A-A7EB-0C4B-BF40-A78ACDE7A9D5}"/>
              </a:ext>
            </a:extLst>
          </p:cNvPr>
          <p:cNvSpPr txBox="1"/>
          <p:nvPr/>
        </p:nvSpPr>
        <p:spPr>
          <a:xfrm>
            <a:off x="138604" y="681036"/>
            <a:ext cx="11914791" cy="5495928"/>
          </a:xfrm>
          <a:prstGeom prst="rect">
            <a:avLst/>
          </a:prstGeom>
          <a:noFill/>
        </p:spPr>
        <p:txBody>
          <a:bodyPr wrap="square">
            <a:spAutoFit/>
          </a:bodyPr>
          <a:lstStyle/>
          <a:p>
            <a:pPr algn="l">
              <a:lnSpc>
                <a:spcPts val="3000"/>
              </a:lnSpc>
            </a:pPr>
            <a:r>
              <a:rPr lang="en-GB" sz="3200" b="0" i="0" u="none" strike="noStrike" baseline="0" dirty="0">
                <a:latin typeface="GlyphLessFont"/>
              </a:rPr>
              <a:t>We climbed in the shadow of a great cliff. We finally arrived at the top of the climb on the west summit. To our amazement, we saw that storm clouds were tumbling over the </a:t>
            </a:r>
            <a:r>
              <a:rPr lang="en-GB" sz="3200" b="0" i="0" u="none" strike="noStrike" baseline="0" dirty="0" err="1">
                <a:latin typeface="GlyphLessFont"/>
              </a:rPr>
              <a:t>Nantile</a:t>
            </a:r>
            <a:r>
              <a:rPr lang="en-GB" sz="3200" b="0" i="0" u="none" strike="noStrike" baseline="0" dirty="0">
                <a:latin typeface="GlyphLessFont"/>
              </a:rPr>
              <a:t> hills like a huge waterfall, their progress slow, but threatening.</a:t>
            </a:r>
          </a:p>
          <a:p>
            <a:pPr algn="l">
              <a:lnSpc>
                <a:spcPts val="3000"/>
              </a:lnSpc>
            </a:pPr>
            <a:r>
              <a:rPr lang="en-GB" sz="3200" dirty="0">
                <a:latin typeface="GlyphLessFont"/>
              </a:rPr>
              <a:t>[17]</a:t>
            </a:r>
          </a:p>
          <a:p>
            <a:pPr>
              <a:lnSpc>
                <a:spcPts val="3000"/>
              </a:lnSpc>
            </a:pPr>
            <a:r>
              <a:rPr lang="en-GB" sz="3200" dirty="0"/>
              <a:t>We collected the rope and hurried down to our camp, racing against nature. John cooked our dinner as the first rumbles of distant thunder sent us hurrying into the tent.</a:t>
            </a:r>
          </a:p>
          <a:p>
            <a:pPr>
              <a:lnSpc>
                <a:spcPts val="3000"/>
              </a:lnSpc>
            </a:pPr>
            <a:r>
              <a:rPr lang="en-GB" sz="3200" dirty="0"/>
              <a:t>[18]</a:t>
            </a:r>
          </a:p>
          <a:p>
            <a:pPr>
              <a:lnSpc>
                <a:spcPts val="3000"/>
              </a:lnSpc>
            </a:pPr>
            <a:r>
              <a:rPr lang="en-GB" sz="3200" dirty="0"/>
              <a:t>We no longer needed a plastic bag to catch the water. The rain came down in sheets, drumming on the tent, but we were dry in our man-made cavern, fascinated by the power and the majesty of the storm around us.</a:t>
            </a:r>
          </a:p>
          <a:p>
            <a:pPr>
              <a:lnSpc>
                <a:spcPts val="3000"/>
              </a:lnSpc>
            </a:pPr>
            <a:r>
              <a:rPr lang="en-GB" sz="3200" dirty="0"/>
              <a:t>[19]</a:t>
            </a:r>
          </a:p>
        </p:txBody>
      </p:sp>
    </p:spTree>
    <p:extLst>
      <p:ext uri="{BB962C8B-B14F-4D97-AF65-F5344CB8AC3E}">
        <p14:creationId xmlns:p14="http://schemas.microsoft.com/office/powerpoint/2010/main" val="3690866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96216E-E803-3C6B-EAA3-DF3816DE278C}"/>
              </a:ext>
            </a:extLst>
          </p:cNvPr>
          <p:cNvSpPr txBox="1"/>
          <p:nvPr/>
        </p:nvSpPr>
        <p:spPr>
          <a:xfrm>
            <a:off x="398078" y="200570"/>
            <a:ext cx="11426059" cy="4524315"/>
          </a:xfrm>
          <a:prstGeom prst="rect">
            <a:avLst/>
          </a:prstGeom>
          <a:noFill/>
        </p:spPr>
        <p:txBody>
          <a:bodyPr wrap="square">
            <a:spAutoFit/>
          </a:bodyPr>
          <a:lstStyle/>
          <a:p>
            <a:r>
              <a:rPr lang="en-GB" sz="3200" dirty="0"/>
              <a:t>Then suddenly I felt a gentle tug on the rope, followed by a more urgent one, suggesting that I make a move. ‘Climbing!’ I shouted, and started up the steep slab above. When | neared the top, I could see John’s feet dangling in space. He had obviously found somewhere comfortable to sit and look at the view.</a:t>
            </a:r>
          </a:p>
          <a:p>
            <a:r>
              <a:rPr lang="en-GB" sz="3200" dirty="0"/>
              <a:t>[20]</a:t>
            </a:r>
          </a:p>
          <a:p>
            <a:r>
              <a:rPr lang="en-GB" sz="3200" dirty="0"/>
              <a:t>I can still share the wild hills with the wind and the rain. They are my mountains of longing; when | am not there my only wish is to return, for they have been my friends for so long.</a:t>
            </a:r>
            <a:endParaRPr lang="en-GB" sz="3200" b="0" i="0" u="none" strike="noStrike" baseline="0" dirty="0">
              <a:latin typeface="GlyphLessFont"/>
            </a:endParaRPr>
          </a:p>
        </p:txBody>
      </p:sp>
    </p:spTree>
    <p:extLst>
      <p:ext uri="{BB962C8B-B14F-4D97-AF65-F5344CB8AC3E}">
        <p14:creationId xmlns:p14="http://schemas.microsoft.com/office/powerpoint/2010/main" val="34298733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34963E-CE66-AD91-EE4C-AE50E0981B95}"/>
              </a:ext>
            </a:extLst>
          </p:cNvPr>
          <p:cNvSpPr txBox="1"/>
          <p:nvPr/>
        </p:nvSpPr>
        <p:spPr>
          <a:xfrm>
            <a:off x="187483" y="299521"/>
            <a:ext cx="11817033" cy="6258958"/>
          </a:xfrm>
          <a:prstGeom prst="rect">
            <a:avLst/>
          </a:prstGeom>
          <a:noFill/>
        </p:spPr>
        <p:txBody>
          <a:bodyPr wrap="square">
            <a:spAutoFit/>
          </a:bodyPr>
          <a:lstStyle/>
          <a:p>
            <a:pPr algn="ctr">
              <a:lnSpc>
                <a:spcPts val="3200"/>
              </a:lnSpc>
            </a:pPr>
            <a:r>
              <a:rPr lang="en-GB" sz="3200" b="1" i="0" u="none" strike="noStrike" baseline="0" dirty="0">
                <a:latin typeface="GlyphLessFont"/>
              </a:rPr>
              <a:t>A </a:t>
            </a:r>
          </a:p>
          <a:p>
            <a:pPr algn="l">
              <a:lnSpc>
                <a:spcPts val="3200"/>
              </a:lnSpc>
            </a:pPr>
            <a:r>
              <a:rPr lang="en-GB" sz="3200" b="0" i="0" u="none" strike="noStrike" baseline="0" dirty="0">
                <a:latin typeface="GlyphLessFont"/>
              </a:rPr>
              <a:t>Finally, it died away like the outgoing tide and, in the deepening silence, sleep drifted into the tent. The next day would bring</a:t>
            </a:r>
          </a:p>
          <a:p>
            <a:pPr algn="l">
              <a:lnSpc>
                <a:spcPts val="3200"/>
              </a:lnSpc>
            </a:pPr>
            <a:r>
              <a:rPr lang="en-GB" sz="3200" b="0" i="0" u="none" strike="noStrike" baseline="0" dirty="0">
                <a:latin typeface="GlyphLessFont"/>
              </a:rPr>
              <a:t>another adventure.</a:t>
            </a:r>
          </a:p>
          <a:p>
            <a:pPr algn="l">
              <a:lnSpc>
                <a:spcPts val="3200"/>
              </a:lnSpc>
            </a:pPr>
            <a:endParaRPr lang="en-GB" sz="3200" dirty="0">
              <a:latin typeface="GlyphLessFont"/>
            </a:endParaRPr>
          </a:p>
          <a:p>
            <a:pPr algn="ctr">
              <a:lnSpc>
                <a:spcPts val="3200"/>
              </a:lnSpc>
            </a:pPr>
            <a:r>
              <a:rPr lang="en-GB" sz="3200" dirty="0"/>
              <a:t>B</a:t>
            </a:r>
          </a:p>
          <a:p>
            <a:pPr>
              <a:lnSpc>
                <a:spcPts val="3200"/>
              </a:lnSpc>
            </a:pPr>
            <a:r>
              <a:rPr lang="en-GB" sz="3200" dirty="0"/>
              <a:t>I took no persuading, and so here I was. The legs didn’t bend so easily now, but the spirit was more than willing. The thrill of climbing was still the same, and conquering the next few feet of rock was just as exciting as always.</a:t>
            </a:r>
          </a:p>
          <a:p>
            <a:pPr algn="ctr">
              <a:lnSpc>
                <a:spcPts val="3200"/>
              </a:lnSpc>
            </a:pPr>
            <a:r>
              <a:rPr lang="en-GB" sz="3200" b="1" dirty="0"/>
              <a:t>C</a:t>
            </a:r>
          </a:p>
          <a:p>
            <a:pPr>
              <a:lnSpc>
                <a:spcPts val="3200"/>
              </a:lnSpc>
            </a:pPr>
            <a:endParaRPr lang="en-GB" sz="3200" dirty="0"/>
          </a:p>
          <a:p>
            <a:pPr>
              <a:lnSpc>
                <a:spcPts val="3200"/>
              </a:lnSpc>
            </a:pPr>
            <a:r>
              <a:rPr lang="en-GB" sz="3200" dirty="0"/>
              <a:t>As I got closer, he peered down, grinning from ear to ear. ‘Day-dreaming?’ he enquired. Nothing had changed. Time had marched on and my limbs were a little stiffer, but the hills were the same.</a:t>
            </a:r>
          </a:p>
        </p:txBody>
      </p:sp>
    </p:spTree>
    <p:extLst>
      <p:ext uri="{BB962C8B-B14F-4D97-AF65-F5344CB8AC3E}">
        <p14:creationId xmlns:p14="http://schemas.microsoft.com/office/powerpoint/2010/main" val="34657112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17EC27-BE37-1BAF-F102-63E949A2E7BE}"/>
              </a:ext>
            </a:extLst>
          </p:cNvPr>
          <p:cNvSpPr txBox="1"/>
          <p:nvPr/>
        </p:nvSpPr>
        <p:spPr>
          <a:xfrm>
            <a:off x="21970" y="0"/>
            <a:ext cx="12192000" cy="6997621"/>
          </a:xfrm>
          <a:prstGeom prst="rect">
            <a:avLst/>
          </a:prstGeom>
          <a:noFill/>
        </p:spPr>
        <p:txBody>
          <a:bodyPr wrap="square">
            <a:spAutoFit/>
          </a:bodyPr>
          <a:lstStyle/>
          <a:p>
            <a:pPr algn="ctr">
              <a:lnSpc>
                <a:spcPts val="3200"/>
              </a:lnSpc>
            </a:pPr>
            <a:r>
              <a:rPr lang="en-GB" sz="3200" b="1" dirty="0"/>
              <a:t>D</a:t>
            </a:r>
          </a:p>
          <a:p>
            <a:pPr>
              <a:lnSpc>
                <a:spcPts val="3200"/>
              </a:lnSpc>
            </a:pPr>
            <a:r>
              <a:rPr lang="en-GB" sz="3200" dirty="0"/>
              <a:t>It was heaven. I had wondered what was taking so long; he had found some trickling over mosses and with great patience had captured half a cupful in the plastic bag. We took it in turns to have a sip until it had gone and then plodded across the hillside to our chosen route.</a:t>
            </a:r>
          </a:p>
          <a:p>
            <a:pPr algn="ctr"/>
            <a:r>
              <a:rPr lang="en-GB" sz="3200" b="1" dirty="0"/>
              <a:t>E</a:t>
            </a:r>
          </a:p>
          <a:p>
            <a:r>
              <a:rPr lang="en-GB" sz="3200" dirty="0"/>
              <a:t>A storm in the hills is an experience not to be missed. We completed our meal, and crept into our sleeping bags. Thunder echoed around the hills and lightning lit the landscape. Sleep would not come and we lay there marvelling at the power of nature.</a:t>
            </a:r>
          </a:p>
          <a:p>
            <a:pPr algn="ctr"/>
            <a:r>
              <a:rPr lang="en-GB" sz="3200" b="1" dirty="0"/>
              <a:t>F</a:t>
            </a:r>
          </a:p>
          <a:p>
            <a:r>
              <a:rPr lang="en-GB" sz="3200" dirty="0"/>
              <a:t>I needn't have worried: he was up in no time and it was all that I could do to take the rope in fast enough. We set off down the</a:t>
            </a:r>
          </a:p>
          <a:p>
            <a:r>
              <a:rPr lang="en-GB" sz="3200" dirty="0"/>
              <a:t>mountains as fast as we dared in the conditions.</a:t>
            </a:r>
          </a:p>
          <a:p>
            <a:pPr>
              <a:lnSpc>
                <a:spcPts val="3200"/>
              </a:lnSpc>
            </a:pPr>
            <a:endParaRPr lang="en-GB" sz="3200" dirty="0"/>
          </a:p>
        </p:txBody>
      </p:sp>
    </p:spTree>
    <p:extLst>
      <p:ext uri="{BB962C8B-B14F-4D97-AF65-F5344CB8AC3E}">
        <p14:creationId xmlns:p14="http://schemas.microsoft.com/office/powerpoint/2010/main" val="872364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046864-30AD-8238-42EE-26E017A002A1}"/>
              </a:ext>
            </a:extLst>
          </p:cNvPr>
          <p:cNvSpPr txBox="1"/>
          <p:nvPr/>
        </p:nvSpPr>
        <p:spPr>
          <a:xfrm>
            <a:off x="366548" y="0"/>
            <a:ext cx="11825452" cy="4524315"/>
          </a:xfrm>
          <a:prstGeom prst="rect">
            <a:avLst/>
          </a:prstGeom>
          <a:noFill/>
        </p:spPr>
        <p:txBody>
          <a:bodyPr wrap="square">
            <a:spAutoFit/>
          </a:bodyPr>
          <a:lstStyle/>
          <a:p>
            <a:pPr algn="ctr"/>
            <a:r>
              <a:rPr lang="en-GB" sz="3200" b="0" i="0" u="none" strike="noStrike" baseline="0" dirty="0">
                <a:latin typeface="GlyphLessFont"/>
              </a:rPr>
              <a:t>G</a:t>
            </a:r>
          </a:p>
          <a:p>
            <a:pPr algn="l"/>
            <a:r>
              <a:rPr lang="en-GB" sz="3200" b="0" i="0" u="none" strike="noStrike" baseline="0" dirty="0">
                <a:latin typeface="GlyphLessFont"/>
              </a:rPr>
              <a:t>We ignored their presence and relaxed in the evening sunlight, watching their relentless progress out of the corner of our eyes for some considerable time, until the truth suddenly dawned upon us: our heatwave was coming to a sudden end.</a:t>
            </a:r>
          </a:p>
          <a:p>
            <a:pPr algn="ctr"/>
            <a:r>
              <a:rPr lang="en-GB" sz="3200" dirty="0">
                <a:latin typeface="GlyphLessFont"/>
              </a:rPr>
              <a:t>H</a:t>
            </a:r>
            <a:endParaRPr lang="en-GB" sz="3200" b="0" i="0" u="none" strike="noStrike" baseline="0" dirty="0">
              <a:latin typeface="GlyphLessFont"/>
            </a:endParaRPr>
          </a:p>
          <a:p>
            <a:pPr algn="l"/>
            <a:r>
              <a:rPr lang="en-GB" sz="3200" b="0" i="0" u="none" strike="noStrike" baseline="0" dirty="0">
                <a:latin typeface="GlyphLessFont"/>
              </a:rPr>
              <a:t>What was | saying and what </a:t>
            </a:r>
            <a:r>
              <a:rPr lang="en-GB" sz="3200" b="0" i="0" u="none" strike="noStrike" baseline="0">
                <a:latin typeface="GlyphLessFont"/>
              </a:rPr>
              <a:t>was I doing standing </a:t>
            </a:r>
            <a:r>
              <a:rPr lang="en-GB" sz="3200" b="0" i="0" u="none" strike="noStrike" baseline="0" dirty="0">
                <a:latin typeface="GlyphLessFont"/>
              </a:rPr>
              <a:t>on a thin rock ledge, tied to </a:t>
            </a:r>
            <a:r>
              <a:rPr lang="en-GB" sz="3200" b="0" i="0" u="none" strike="noStrike" baseline="0">
                <a:latin typeface="GlyphLessFont"/>
              </a:rPr>
              <a:t>a spike of </a:t>
            </a:r>
            <a:r>
              <a:rPr lang="en-GB" sz="3200" b="0" i="0" u="none" strike="noStrike" baseline="0" dirty="0">
                <a:latin typeface="GlyphLessFont"/>
              </a:rPr>
              <a:t>rock with space below my feet </a:t>
            </a:r>
            <a:r>
              <a:rPr lang="en-GB" sz="3200" b="0" i="0" u="none" strike="noStrike" baseline="0">
                <a:latin typeface="GlyphLessFont"/>
              </a:rPr>
              <a:t>and the mountains </a:t>
            </a:r>
            <a:r>
              <a:rPr lang="en-GB" sz="3200" b="0" i="0" u="none" strike="noStrike" baseline="0" dirty="0">
                <a:latin typeface="GlyphLessFont"/>
              </a:rPr>
              <a:t>of Snowdonia spread </a:t>
            </a:r>
            <a:r>
              <a:rPr lang="en-GB" sz="3200" b="0" i="0" u="none" strike="noStrike" baseline="0">
                <a:latin typeface="GlyphLessFont"/>
              </a:rPr>
              <a:t>out before me</a:t>
            </a:r>
            <a:r>
              <a:rPr lang="en-GB" sz="3200" b="0" i="0" u="none" strike="noStrike" baseline="0" dirty="0">
                <a:latin typeface="GlyphLessFont"/>
              </a:rPr>
              <a:t>?</a:t>
            </a:r>
            <a:endParaRPr lang="en-GB" sz="3200" dirty="0"/>
          </a:p>
        </p:txBody>
      </p:sp>
    </p:spTree>
    <p:extLst>
      <p:ext uri="{BB962C8B-B14F-4D97-AF65-F5344CB8AC3E}">
        <p14:creationId xmlns:p14="http://schemas.microsoft.com/office/powerpoint/2010/main" val="212291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9F7049-4752-CA3E-9536-14620220F3E4}"/>
              </a:ext>
            </a:extLst>
          </p:cNvPr>
          <p:cNvSpPr txBox="1"/>
          <p:nvPr/>
        </p:nvSpPr>
        <p:spPr>
          <a:xfrm>
            <a:off x="641454" y="305068"/>
            <a:ext cx="10909092" cy="6247864"/>
          </a:xfrm>
          <a:prstGeom prst="rect">
            <a:avLst/>
          </a:prstGeom>
          <a:noFill/>
        </p:spPr>
        <p:txBody>
          <a:bodyPr wrap="square">
            <a:spAutoFit/>
          </a:bodyPr>
          <a:lstStyle/>
          <a:p>
            <a:pPr algn="l"/>
            <a:r>
              <a:rPr lang="en-GB" sz="4000" b="1" i="0" u="none" strike="noStrike" baseline="0" dirty="0">
                <a:latin typeface="GlyphLessFont"/>
              </a:rPr>
              <a:t>Part 4</a:t>
            </a:r>
          </a:p>
          <a:p>
            <a:pPr algn="l"/>
            <a:r>
              <a:rPr lang="en-GB" sz="4000" b="0" i="0" u="none" strike="noStrike" baseline="0" dirty="0">
                <a:latin typeface="GlyphLessFont"/>
              </a:rPr>
              <a:t>You are going to read a newspaper article in which people talk about where they played as children.</a:t>
            </a:r>
          </a:p>
          <a:p>
            <a:pPr algn="l"/>
            <a:r>
              <a:rPr lang="en-GB" sz="4000" b="0" i="0" u="none" strike="noStrike" baseline="0" dirty="0">
                <a:latin typeface="GlyphLessFont"/>
              </a:rPr>
              <a:t>For questions 21-26, choose from the people (A-G), and for questions 27-35, choose which person’s</a:t>
            </a:r>
          </a:p>
          <a:p>
            <a:pPr algn="l"/>
            <a:r>
              <a:rPr lang="en-GB" sz="4000" b="0" i="0" u="none" strike="noStrike" baseline="0" dirty="0">
                <a:latin typeface="GlyphLessFont"/>
              </a:rPr>
              <a:t>play area (A-G) is referred to. The people and play areas may be chosen more than once. When more</a:t>
            </a:r>
          </a:p>
          <a:p>
            <a:pPr algn="l"/>
            <a:r>
              <a:rPr lang="en-GB" sz="4000" b="0" i="0" u="none" strike="noStrike" baseline="0" dirty="0">
                <a:latin typeface="GlyphLessFont"/>
              </a:rPr>
              <a:t>than one answer is required, these may be given in any order. There is an example at the beginning (0).</a:t>
            </a:r>
          </a:p>
          <a:p>
            <a:pPr algn="l"/>
            <a:r>
              <a:rPr lang="en-GB" sz="4000" b="0" i="0" u="none" strike="noStrike" baseline="0" dirty="0">
                <a:latin typeface="GlyphLessFont"/>
              </a:rPr>
              <a:t>Mark your answers on the separate answer sheet.</a:t>
            </a:r>
            <a:endParaRPr lang="en-GB" sz="4000" dirty="0"/>
          </a:p>
        </p:txBody>
      </p:sp>
    </p:spTree>
    <p:extLst>
      <p:ext uri="{BB962C8B-B14F-4D97-AF65-F5344CB8AC3E}">
        <p14:creationId xmlns:p14="http://schemas.microsoft.com/office/powerpoint/2010/main" val="19942681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109AB208-C2F3-0E13-E201-2525144D5B50}"/>
                  </a:ext>
                </a:extLst>
              </p:cNvPr>
              <p:cNvGraphicFramePr>
                <a:graphicFrameLocks noChangeAspect="1"/>
              </p:cNvGraphicFramePr>
              <p:nvPr>
                <p:extLst>
                  <p:ext uri="{D42A27DB-BD31-4B8C-83A1-F6EECF244321}">
                    <p14:modId xmlns:p14="http://schemas.microsoft.com/office/powerpoint/2010/main" val="4089141609"/>
                  </p:ext>
                </p:extLst>
              </p:nvPr>
            </p:nvGraphicFramePr>
            <p:xfrm>
              <a:off x="30626" y="0"/>
              <a:ext cx="4462577" cy="2510200"/>
            </p:xfrm>
            <a:graphic>
              <a:graphicData uri="http://schemas.microsoft.com/office/powerpoint/2016/slidezoom">
                <pslz:sldZm>
                  <pslz:sldZmObj sldId="288" cId="1350024555">
                    <pslz:zmPr id="{61A54A6E-8257-4A07-B5B0-37949E6AEB4B}" transitionDur="1000">
                      <p166:blipFill xmlns:p166="http://schemas.microsoft.com/office/powerpoint/2016/6/main">
                        <a:blip r:embed="rId2"/>
                        <a:stretch>
                          <a:fillRect/>
                        </a:stretch>
                      </p166:blipFill>
                      <p166:spPr xmlns:p166="http://schemas.microsoft.com/office/powerpoint/2016/6/main">
                        <a:xfrm>
                          <a:off x="0" y="0"/>
                          <a:ext cx="4462577" cy="2510200"/>
                        </a:xfrm>
                        <a:prstGeom prst="rect">
                          <a:avLst/>
                        </a:prstGeom>
                        <a:ln w="3175">
                          <a:solidFill>
                            <a:prstClr val="ltGray"/>
                          </a:solidFill>
                        </a:ln>
                      </p166:spPr>
                    </pslz:zmPr>
                  </pslz:sldZmObj>
                </pslz:sldZm>
              </a:graphicData>
            </a:graphic>
          </p:graphicFrame>
        </mc:Choice>
        <mc:Fallback xmlns="">
          <p:pic>
            <p:nvPicPr>
              <p:cNvPr id="3" name="Slide Zoom 2">
                <a:extLst>
                  <a:ext uri="{FF2B5EF4-FFF2-40B4-BE49-F238E27FC236}">
                    <a16:creationId xmlns:a16="http://schemas.microsoft.com/office/drawing/2014/main" id="{109AB208-C2F3-0E13-E201-2525144D5B50}"/>
                  </a:ext>
                </a:extLst>
              </p:cNvPr>
              <p:cNvPicPr>
                <a:picLocks noGrp="1" noRot="1" noChangeAspect="1" noMove="1" noResize="1" noEditPoints="1" noAdjustHandles="1" noChangeArrowheads="1" noChangeShapeType="1"/>
              </p:cNvPicPr>
              <p:nvPr/>
            </p:nvPicPr>
            <p:blipFill>
              <a:blip r:embed="rId3"/>
              <a:stretch>
                <a:fillRect/>
              </a:stretch>
            </p:blipFill>
            <p:spPr>
              <a:xfrm>
                <a:off x="30626" y="0"/>
                <a:ext cx="4462577" cy="25102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02CCC2DA-2857-2734-FDA9-5976BCFD35D0}"/>
                  </a:ext>
                </a:extLst>
              </p:cNvPr>
              <p:cNvGraphicFramePr>
                <a:graphicFrameLocks noChangeAspect="1"/>
              </p:cNvGraphicFramePr>
              <p:nvPr>
                <p:extLst>
                  <p:ext uri="{D42A27DB-BD31-4B8C-83A1-F6EECF244321}">
                    <p14:modId xmlns:p14="http://schemas.microsoft.com/office/powerpoint/2010/main" val="2836559871"/>
                  </p:ext>
                </p:extLst>
              </p:nvPr>
            </p:nvGraphicFramePr>
            <p:xfrm>
              <a:off x="4493203" y="0"/>
              <a:ext cx="4462577" cy="2510200"/>
            </p:xfrm>
            <a:graphic>
              <a:graphicData uri="http://schemas.microsoft.com/office/powerpoint/2016/slidezoom">
                <pslz:sldZm>
                  <pslz:sldZmObj sldId="289" cId="4030988639">
                    <pslz:zmPr id="{C510EA82-C979-45AA-9691-EA2634B6B896}" transitionDur="1000">
                      <p166:blipFill xmlns:p166="http://schemas.microsoft.com/office/powerpoint/2016/6/main">
                        <a:blip r:embed="rId4"/>
                        <a:stretch>
                          <a:fillRect/>
                        </a:stretch>
                      </p166:blipFill>
                      <p166:spPr xmlns:p166="http://schemas.microsoft.com/office/powerpoint/2016/6/main">
                        <a:xfrm>
                          <a:off x="0" y="0"/>
                          <a:ext cx="4462577" cy="25102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02CCC2DA-2857-2734-FDA9-5976BCFD35D0}"/>
                  </a:ext>
                </a:extLst>
              </p:cNvPr>
              <p:cNvPicPr>
                <a:picLocks noGrp="1" noRot="1" noChangeAspect="1" noMove="1" noResize="1" noEditPoints="1" noAdjustHandles="1" noChangeArrowheads="1" noChangeShapeType="1"/>
              </p:cNvPicPr>
              <p:nvPr/>
            </p:nvPicPr>
            <p:blipFill>
              <a:blip r:embed="rId5"/>
              <a:stretch>
                <a:fillRect/>
              </a:stretch>
            </p:blipFill>
            <p:spPr>
              <a:xfrm>
                <a:off x="4493203" y="0"/>
                <a:ext cx="4462577" cy="25102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5B88B41F-576A-5422-A743-2988769950E9}"/>
                  </a:ext>
                </a:extLst>
              </p:cNvPr>
              <p:cNvGraphicFramePr>
                <a:graphicFrameLocks noChangeAspect="1"/>
              </p:cNvGraphicFramePr>
              <p:nvPr>
                <p:extLst>
                  <p:ext uri="{D42A27DB-BD31-4B8C-83A1-F6EECF244321}">
                    <p14:modId xmlns:p14="http://schemas.microsoft.com/office/powerpoint/2010/main" val="2312759271"/>
                  </p:ext>
                </p:extLst>
              </p:nvPr>
            </p:nvGraphicFramePr>
            <p:xfrm>
              <a:off x="0" y="3410986"/>
              <a:ext cx="3048000" cy="1714500"/>
            </p:xfrm>
            <a:graphic>
              <a:graphicData uri="http://schemas.microsoft.com/office/powerpoint/2016/slidezoom">
                <pslz:sldZm>
                  <pslz:sldZmObj sldId="290" cId="1688316491">
                    <pslz:zmPr id="{DF4DE318-26EF-4AC6-82A5-838E372B8BCE}"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5B88B41F-576A-5422-A743-2988769950E9}"/>
                  </a:ext>
                </a:extLst>
              </p:cNvPr>
              <p:cNvPicPr>
                <a:picLocks noGrp="1" noRot="1" noChangeAspect="1" noMove="1" noResize="1" noEditPoints="1" noAdjustHandles="1" noChangeArrowheads="1" noChangeShapeType="1"/>
              </p:cNvPicPr>
              <p:nvPr/>
            </p:nvPicPr>
            <p:blipFill>
              <a:blip r:embed="rId7"/>
              <a:stretch>
                <a:fillRect/>
              </a:stretch>
            </p:blipFill>
            <p:spPr>
              <a:xfrm>
                <a:off x="0" y="341098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936179D7-A51E-DC7C-A77F-CAEEB07657C9}"/>
                  </a:ext>
                </a:extLst>
              </p:cNvPr>
              <p:cNvGraphicFramePr>
                <a:graphicFrameLocks noChangeAspect="1"/>
              </p:cNvGraphicFramePr>
              <p:nvPr>
                <p:extLst>
                  <p:ext uri="{D42A27DB-BD31-4B8C-83A1-F6EECF244321}">
                    <p14:modId xmlns:p14="http://schemas.microsoft.com/office/powerpoint/2010/main" val="4288126399"/>
                  </p:ext>
                </p:extLst>
              </p:nvPr>
            </p:nvGraphicFramePr>
            <p:xfrm>
              <a:off x="3048000" y="3410986"/>
              <a:ext cx="3048000" cy="1714500"/>
            </p:xfrm>
            <a:graphic>
              <a:graphicData uri="http://schemas.microsoft.com/office/powerpoint/2016/slidezoom">
                <pslz:sldZm>
                  <pslz:sldZmObj sldId="291" cId="4175173247">
                    <pslz:zmPr id="{9C601C6E-4DCD-4302-9C5F-673967D57A17}" transitionDur="1000">
                      <p166:blipFill xmlns:p166="http://schemas.microsoft.com/office/powerpoint/2016/6/main">
                        <a:blip r:embed="rId8"/>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936179D7-A51E-DC7C-A77F-CAEEB07657C9}"/>
                  </a:ext>
                </a:extLst>
              </p:cNvPr>
              <p:cNvPicPr>
                <a:picLocks noGrp="1" noRot="1" noChangeAspect="1" noMove="1" noResize="1" noEditPoints="1" noAdjustHandles="1" noChangeArrowheads="1" noChangeShapeType="1"/>
              </p:cNvPicPr>
              <p:nvPr/>
            </p:nvPicPr>
            <p:blipFill>
              <a:blip r:embed="rId9"/>
              <a:stretch>
                <a:fillRect/>
              </a:stretch>
            </p:blipFill>
            <p:spPr>
              <a:xfrm>
                <a:off x="3048000" y="341098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AA376214-6F61-CCC7-7B5D-F4747478404D}"/>
                  </a:ext>
                </a:extLst>
              </p:cNvPr>
              <p:cNvGraphicFramePr>
                <a:graphicFrameLocks noChangeAspect="1"/>
              </p:cNvGraphicFramePr>
              <p:nvPr>
                <p:extLst>
                  <p:ext uri="{D42A27DB-BD31-4B8C-83A1-F6EECF244321}">
                    <p14:modId xmlns:p14="http://schemas.microsoft.com/office/powerpoint/2010/main" val="2286761184"/>
                  </p:ext>
                </p:extLst>
              </p:nvPr>
            </p:nvGraphicFramePr>
            <p:xfrm>
              <a:off x="6064452" y="3410986"/>
              <a:ext cx="3048000" cy="1714500"/>
            </p:xfrm>
            <a:graphic>
              <a:graphicData uri="http://schemas.microsoft.com/office/powerpoint/2016/slidezoom">
                <pslz:sldZm>
                  <pslz:sldZmObj sldId="283" cId="345003822">
                    <pslz:zmPr id="{EFA667D6-A355-49E4-8EAD-BB8EBCD6B2B2}" transitionDur="1000">
                      <p166:blipFill xmlns:p166="http://schemas.microsoft.com/office/powerpoint/2016/6/main">
                        <a:blip r:embed="rId10"/>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AA376214-6F61-CCC7-7B5D-F4747478404D}"/>
                  </a:ext>
                </a:extLst>
              </p:cNvPr>
              <p:cNvPicPr>
                <a:picLocks noGrp="1" noRot="1" noChangeAspect="1" noMove="1" noResize="1" noEditPoints="1" noAdjustHandles="1" noChangeArrowheads="1" noChangeShapeType="1"/>
              </p:cNvPicPr>
              <p:nvPr/>
            </p:nvPicPr>
            <p:blipFill>
              <a:blip r:embed="rId11"/>
              <a:stretch>
                <a:fillRect/>
              </a:stretch>
            </p:blipFill>
            <p:spPr>
              <a:xfrm>
                <a:off x="6064452" y="3410986"/>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11BE9609-4B4F-1EB6-68C4-C9A9643171C3}"/>
                  </a:ext>
                </a:extLst>
              </p:cNvPr>
              <p:cNvGraphicFramePr>
                <a:graphicFrameLocks noChangeAspect="1"/>
              </p:cNvGraphicFramePr>
              <p:nvPr>
                <p:extLst>
                  <p:ext uri="{D42A27DB-BD31-4B8C-83A1-F6EECF244321}">
                    <p14:modId xmlns:p14="http://schemas.microsoft.com/office/powerpoint/2010/main" val="672903007"/>
                  </p:ext>
                </p:extLst>
              </p:nvPr>
            </p:nvGraphicFramePr>
            <p:xfrm>
              <a:off x="0" y="5143500"/>
              <a:ext cx="3048000" cy="1714500"/>
            </p:xfrm>
            <a:graphic>
              <a:graphicData uri="http://schemas.microsoft.com/office/powerpoint/2016/slidezoom">
                <pslz:sldZm>
                  <pslz:sldZmObj sldId="292" cId="1605740968">
                    <pslz:zmPr id="{0E33A257-A248-4103-9B21-5C5F408243A9}"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11BE9609-4B4F-1EB6-68C4-C9A9643171C3}"/>
                  </a:ext>
                </a:extLst>
              </p:cNvPr>
              <p:cNvPicPr>
                <a:picLocks noGrp="1" noRot="1" noChangeAspect="1" noMove="1" noResize="1" noEditPoints="1" noAdjustHandles="1" noChangeArrowheads="1" noChangeShapeType="1"/>
              </p:cNvPicPr>
              <p:nvPr/>
            </p:nvPicPr>
            <p:blipFill>
              <a:blip r:embed="rId13"/>
              <a:stretch>
                <a:fillRect/>
              </a:stretch>
            </p:blipFill>
            <p:spPr>
              <a:xfrm>
                <a:off x="0" y="514350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30D5EAC1-644C-D694-E5B9-4C2079465BF2}"/>
                  </a:ext>
                </a:extLst>
              </p:cNvPr>
              <p:cNvGraphicFramePr>
                <a:graphicFrameLocks noChangeAspect="1"/>
              </p:cNvGraphicFramePr>
              <p:nvPr>
                <p:extLst>
                  <p:ext uri="{D42A27DB-BD31-4B8C-83A1-F6EECF244321}">
                    <p14:modId xmlns:p14="http://schemas.microsoft.com/office/powerpoint/2010/main" val="1441652585"/>
                  </p:ext>
                </p:extLst>
              </p:nvPr>
            </p:nvGraphicFramePr>
            <p:xfrm>
              <a:off x="3061422" y="5143500"/>
              <a:ext cx="3048000" cy="1714500"/>
            </p:xfrm>
            <a:graphic>
              <a:graphicData uri="http://schemas.microsoft.com/office/powerpoint/2016/slidezoom">
                <pslz:sldZm>
                  <pslz:sldZmObj sldId="293" cId="2185661750">
                    <pslz:zmPr id="{1C0BAB1E-AB4C-40E6-9ED4-3B1B9D0D8C37}" transitionDur="1000">
                      <p166:blipFill xmlns:p166="http://schemas.microsoft.com/office/powerpoint/2016/6/main">
                        <a:blip r:embed="rId1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5" name="Slide Zoom 14">
                <a:extLst>
                  <a:ext uri="{FF2B5EF4-FFF2-40B4-BE49-F238E27FC236}">
                    <a16:creationId xmlns:a16="http://schemas.microsoft.com/office/drawing/2014/main" id="{30D5EAC1-644C-D694-E5B9-4C2079465BF2}"/>
                  </a:ext>
                </a:extLst>
              </p:cNvPr>
              <p:cNvPicPr>
                <a:picLocks noGrp="1" noRot="1" noChangeAspect="1" noMove="1" noResize="1" noEditPoints="1" noAdjustHandles="1" noChangeArrowheads="1" noChangeShapeType="1"/>
              </p:cNvPicPr>
              <p:nvPr/>
            </p:nvPicPr>
            <p:blipFill>
              <a:blip r:embed="rId15"/>
              <a:stretch>
                <a:fillRect/>
              </a:stretch>
            </p:blipFill>
            <p:spPr>
              <a:xfrm>
                <a:off x="3061422" y="514350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7" name="Slide Zoom 16">
                <a:extLst>
                  <a:ext uri="{FF2B5EF4-FFF2-40B4-BE49-F238E27FC236}">
                    <a16:creationId xmlns:a16="http://schemas.microsoft.com/office/drawing/2014/main" id="{657DC5C1-33A4-A141-4132-3608DF67C472}"/>
                  </a:ext>
                </a:extLst>
              </p:cNvPr>
              <p:cNvGraphicFramePr>
                <a:graphicFrameLocks noChangeAspect="1"/>
              </p:cNvGraphicFramePr>
              <p:nvPr>
                <p:extLst>
                  <p:ext uri="{D42A27DB-BD31-4B8C-83A1-F6EECF244321}">
                    <p14:modId xmlns:p14="http://schemas.microsoft.com/office/powerpoint/2010/main" val="1174506362"/>
                  </p:ext>
                </p:extLst>
              </p:nvPr>
            </p:nvGraphicFramePr>
            <p:xfrm>
              <a:off x="6045389" y="5143500"/>
              <a:ext cx="3048000" cy="1714500"/>
            </p:xfrm>
            <a:graphic>
              <a:graphicData uri="http://schemas.microsoft.com/office/powerpoint/2016/slidezoom">
                <pslz:sldZm>
                  <pslz:sldZmObj sldId="294" cId="1391305535">
                    <pslz:zmPr id="{CD5EBAEF-6A9A-43E5-A047-B879B6F04B61}" transitionDur="1000">
                      <p166:blipFill xmlns:p166="http://schemas.microsoft.com/office/powerpoint/2016/6/main">
                        <a:blip r:embed="rId16"/>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7" name="Slide Zoom 16">
                <a:extLst>
                  <a:ext uri="{FF2B5EF4-FFF2-40B4-BE49-F238E27FC236}">
                    <a16:creationId xmlns:a16="http://schemas.microsoft.com/office/drawing/2014/main" id="{657DC5C1-33A4-A141-4132-3608DF67C472}"/>
                  </a:ext>
                </a:extLst>
              </p:cNvPr>
              <p:cNvPicPr>
                <a:picLocks noGrp="1" noRot="1" noChangeAspect="1" noMove="1" noResize="1" noEditPoints="1" noAdjustHandles="1" noChangeArrowheads="1" noChangeShapeType="1"/>
              </p:cNvPicPr>
              <p:nvPr/>
            </p:nvPicPr>
            <p:blipFill>
              <a:blip r:embed="rId17"/>
              <a:stretch>
                <a:fillRect/>
              </a:stretch>
            </p:blipFill>
            <p:spPr>
              <a:xfrm>
                <a:off x="6045389" y="514350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120483A6-D44C-4DF8-A1CA-88082B11A658}"/>
                  </a:ext>
                </a:extLst>
              </p:cNvPr>
              <p:cNvGraphicFramePr>
                <a:graphicFrameLocks noChangeAspect="1"/>
              </p:cNvGraphicFramePr>
              <p:nvPr>
                <p:extLst>
                  <p:ext uri="{D42A27DB-BD31-4B8C-83A1-F6EECF244321}">
                    <p14:modId xmlns:p14="http://schemas.microsoft.com/office/powerpoint/2010/main" val="2141274914"/>
                  </p:ext>
                </p:extLst>
              </p:nvPr>
            </p:nvGraphicFramePr>
            <p:xfrm>
              <a:off x="9093389" y="5143500"/>
              <a:ext cx="3048000" cy="1714500"/>
            </p:xfrm>
            <a:graphic>
              <a:graphicData uri="http://schemas.microsoft.com/office/powerpoint/2016/slidezoom">
                <pslz:sldZm>
                  <pslz:sldZmObj sldId="295" cId="323502940">
                    <pslz:zmPr id="{0872FFFC-362A-4E11-B747-15922A6E7E9A}" transitionDur="1000">
                      <p166:blipFill xmlns:p166="http://schemas.microsoft.com/office/powerpoint/2016/6/main">
                        <a:blip r:embed="rId18"/>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9" name="Slide Zoom 18">
                <a:extLst>
                  <a:ext uri="{FF2B5EF4-FFF2-40B4-BE49-F238E27FC236}">
                    <a16:creationId xmlns:a16="http://schemas.microsoft.com/office/drawing/2014/main" id="{120483A6-D44C-4DF8-A1CA-88082B11A658}"/>
                  </a:ext>
                </a:extLst>
              </p:cNvPr>
              <p:cNvPicPr>
                <a:picLocks noGrp="1" noRot="1" noChangeAspect="1" noMove="1" noResize="1" noEditPoints="1" noAdjustHandles="1" noChangeArrowheads="1" noChangeShapeType="1"/>
              </p:cNvPicPr>
              <p:nvPr/>
            </p:nvPicPr>
            <p:blipFill>
              <a:blip r:embed="rId19"/>
              <a:stretch>
                <a:fillRect/>
              </a:stretch>
            </p:blipFill>
            <p:spPr>
              <a:xfrm>
                <a:off x="9093389" y="5143500"/>
                <a:ext cx="3048000" cy="1714500"/>
              </a:xfrm>
              <a:prstGeom prst="rect">
                <a:avLst/>
              </a:prstGeom>
              <a:ln w="3175">
                <a:solidFill>
                  <a:prstClr val="ltGray"/>
                </a:solidFill>
              </a:ln>
            </p:spPr>
          </p:pic>
        </mc:Fallback>
      </mc:AlternateContent>
      <p:sp>
        <p:nvSpPr>
          <p:cNvPr id="20" name="TextBox 19">
            <a:extLst>
              <a:ext uri="{FF2B5EF4-FFF2-40B4-BE49-F238E27FC236}">
                <a16:creationId xmlns:a16="http://schemas.microsoft.com/office/drawing/2014/main" id="{0C4E55F8-6387-3A03-98A8-999312209FAF}"/>
              </a:ext>
            </a:extLst>
          </p:cNvPr>
          <p:cNvSpPr txBox="1"/>
          <p:nvPr/>
        </p:nvSpPr>
        <p:spPr>
          <a:xfrm>
            <a:off x="56995" y="2528214"/>
            <a:ext cx="8898785" cy="913070"/>
          </a:xfrm>
          <a:prstGeom prst="rect">
            <a:avLst/>
          </a:prstGeom>
          <a:noFill/>
        </p:spPr>
        <p:txBody>
          <a:bodyPr wrap="square" rtlCol="0">
            <a:spAutoFit/>
          </a:bodyPr>
          <a:lstStyle/>
          <a:p>
            <a:pPr>
              <a:lnSpc>
                <a:spcPts val="3200"/>
              </a:lnSpc>
            </a:pPr>
            <a:r>
              <a:rPr lang="en-GB" sz="3200" dirty="0">
                <a:latin typeface="Tw Cen MT Condensed Extra Bold" panose="020B0803020202020204" pitchFamily="34" charset="0"/>
              </a:rPr>
              <a:t>21A	22C	24G	25B	26E	27A/F   28A/F	28A/F</a:t>
            </a:r>
          </a:p>
          <a:p>
            <a:pPr>
              <a:lnSpc>
                <a:spcPts val="3200"/>
              </a:lnSpc>
            </a:pPr>
            <a:r>
              <a:rPr lang="en-GB" sz="3200" dirty="0">
                <a:latin typeface="Tw Cen MT Condensed Extra Bold" panose="020B0803020202020204" pitchFamily="34" charset="0"/>
              </a:rPr>
              <a:t>29D	30D	31C/F    32C/F	33C/F   34B/D	35F</a:t>
            </a:r>
          </a:p>
        </p:txBody>
      </p:sp>
      <p:sp>
        <p:nvSpPr>
          <p:cNvPr id="21" name="Show/Hide">
            <a:extLst>
              <a:ext uri="{FF2B5EF4-FFF2-40B4-BE49-F238E27FC236}">
                <a16:creationId xmlns:a16="http://schemas.microsoft.com/office/drawing/2014/main" id="{8791EF79-FEF5-6B9C-E207-706EBC219F2F}"/>
              </a:ext>
            </a:extLst>
          </p:cNvPr>
          <p:cNvSpPr/>
          <p:nvPr/>
        </p:nvSpPr>
        <p:spPr>
          <a:xfrm>
            <a:off x="9551935" y="2071778"/>
            <a:ext cx="2013283" cy="2013294"/>
          </a:xfrm>
          <a:custGeom>
            <a:avLst/>
            <a:gdLst>
              <a:gd name="csX0" fmla="*/ 219075 w 438149"/>
              <a:gd name="csY0" fmla="*/ 0 h 438150"/>
              <a:gd name="csX1" fmla="*/ 0 w 438149"/>
              <a:gd name="csY1" fmla="*/ 219075 h 438150"/>
              <a:gd name="csX2" fmla="*/ 219075 w 438149"/>
              <a:gd name="csY2" fmla="*/ 438150 h 438150"/>
              <a:gd name="csX3" fmla="*/ 438150 w 438149"/>
              <a:gd name="csY3" fmla="*/ 219075 h 438150"/>
              <a:gd name="csX4" fmla="*/ 219075 w 438149"/>
              <a:gd name="csY4" fmla="*/ 0 h 438150"/>
              <a:gd name="csX5" fmla="*/ 187928 w 438149"/>
              <a:gd name="csY5" fmla="*/ 308267 h 438150"/>
              <a:gd name="csX6" fmla="*/ 92459 w 438149"/>
              <a:gd name="csY6" fmla="*/ 212789 h 438150"/>
              <a:gd name="csX7" fmla="*/ 124901 w 438149"/>
              <a:gd name="csY7" fmla="*/ 180346 h 438150"/>
              <a:gd name="csX8" fmla="*/ 187928 w 438149"/>
              <a:gd name="csY8" fmla="*/ 243373 h 438150"/>
              <a:gd name="csX9" fmla="*/ 317011 w 438149"/>
              <a:gd name="csY9" fmla="*/ 114300 h 438150"/>
              <a:gd name="csX10" fmla="*/ 349453 w 438149"/>
              <a:gd name="csY10" fmla="*/ 146742 h 438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B050"/>
          </a:solidFill>
          <a:ln w="9525" cap="flat">
            <a:noFill/>
            <a:prstDash val="solid"/>
            <a:miter/>
          </a:ln>
          <a:scene3d>
            <a:camera prst="orthographicFront"/>
            <a:lightRig rig="threePt" dir="t"/>
          </a:scene3d>
          <a:sp3d>
            <a:bevelT/>
          </a:sp3d>
        </p:spPr>
        <p:txBody>
          <a:bodyPr/>
          <a:lstStyle/>
          <a:p>
            <a:endParaRPr lang="en-GB"/>
          </a:p>
        </p:txBody>
      </p:sp>
    </p:spTree>
    <p:extLst>
      <p:ext uri="{BB962C8B-B14F-4D97-AF65-F5344CB8AC3E}">
        <p14:creationId xmlns:p14="http://schemas.microsoft.com/office/powerpoint/2010/main" val="10026775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20" grpId="0"/>
      <p:bldP spid="20" grpId="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3E7E97-680A-0547-1E3C-D4FDF7EED4A3}"/>
              </a:ext>
            </a:extLst>
          </p:cNvPr>
          <p:cNvPicPr>
            <a:picLocks noChangeAspect="1"/>
          </p:cNvPicPr>
          <p:nvPr/>
        </p:nvPicPr>
        <p:blipFill>
          <a:blip r:embed="rId2"/>
          <a:stretch>
            <a:fillRect/>
          </a:stretch>
        </p:blipFill>
        <p:spPr>
          <a:xfrm>
            <a:off x="400191" y="703698"/>
            <a:ext cx="11391619" cy="6154302"/>
          </a:xfrm>
          <a:prstGeom prst="rect">
            <a:avLst/>
          </a:prstGeom>
        </p:spPr>
      </p:pic>
      <p:sp>
        <p:nvSpPr>
          <p:cNvPr id="6" name="TextBox 5">
            <a:extLst>
              <a:ext uri="{FF2B5EF4-FFF2-40B4-BE49-F238E27FC236}">
                <a16:creationId xmlns:a16="http://schemas.microsoft.com/office/drawing/2014/main" id="{B1E017FC-337C-B702-6791-B5BFA2F82309}"/>
              </a:ext>
            </a:extLst>
          </p:cNvPr>
          <p:cNvSpPr txBox="1"/>
          <p:nvPr/>
        </p:nvSpPr>
        <p:spPr>
          <a:xfrm>
            <a:off x="400190" y="263125"/>
            <a:ext cx="2559141" cy="584775"/>
          </a:xfrm>
          <a:prstGeom prst="rect">
            <a:avLst/>
          </a:prstGeom>
          <a:noFill/>
        </p:spPr>
        <p:txBody>
          <a:bodyPr wrap="square" rtlCol="0">
            <a:spAutoFit/>
          </a:bodyPr>
          <a:lstStyle/>
          <a:p>
            <a:r>
              <a:rPr lang="en-GB" sz="3200" dirty="0">
                <a:latin typeface="Tw Cen MT Condensed Extra Bold" panose="020B0803020202020204" pitchFamily="34" charset="0"/>
              </a:rPr>
              <a:t>Which person</a:t>
            </a:r>
          </a:p>
        </p:txBody>
      </p:sp>
    </p:spTree>
    <p:extLst>
      <p:ext uri="{BB962C8B-B14F-4D97-AF65-F5344CB8AC3E}">
        <p14:creationId xmlns:p14="http://schemas.microsoft.com/office/powerpoint/2010/main" val="1350024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7C4A35-B210-A96D-4800-668211BF6CAF}"/>
              </a:ext>
            </a:extLst>
          </p:cNvPr>
          <p:cNvPicPr>
            <a:picLocks noChangeAspect="1"/>
          </p:cNvPicPr>
          <p:nvPr/>
        </p:nvPicPr>
        <p:blipFill>
          <a:blip r:embed="rId2"/>
          <a:stretch>
            <a:fillRect/>
          </a:stretch>
        </p:blipFill>
        <p:spPr>
          <a:xfrm>
            <a:off x="352926" y="1042737"/>
            <a:ext cx="11614485" cy="5277852"/>
          </a:xfrm>
          <a:prstGeom prst="rect">
            <a:avLst/>
          </a:prstGeom>
        </p:spPr>
      </p:pic>
      <p:sp>
        <p:nvSpPr>
          <p:cNvPr id="4" name="TextBox 3">
            <a:extLst>
              <a:ext uri="{FF2B5EF4-FFF2-40B4-BE49-F238E27FC236}">
                <a16:creationId xmlns:a16="http://schemas.microsoft.com/office/drawing/2014/main" id="{FFFBDFFA-0B7D-E7D9-69B7-51806D4D5FA5}"/>
              </a:ext>
            </a:extLst>
          </p:cNvPr>
          <p:cNvSpPr txBox="1"/>
          <p:nvPr/>
        </p:nvSpPr>
        <p:spPr>
          <a:xfrm>
            <a:off x="464358" y="505327"/>
            <a:ext cx="3129073" cy="584775"/>
          </a:xfrm>
          <a:prstGeom prst="rect">
            <a:avLst/>
          </a:prstGeom>
          <a:noFill/>
        </p:spPr>
        <p:txBody>
          <a:bodyPr wrap="square" rtlCol="0">
            <a:spAutoFit/>
          </a:bodyPr>
          <a:lstStyle/>
          <a:p>
            <a:r>
              <a:rPr lang="en-GB" sz="3200" dirty="0">
                <a:latin typeface="Tw Cen MT Condensed Extra Bold" panose="020B0803020202020204" pitchFamily="34" charset="0"/>
              </a:rPr>
              <a:t>Whose play area(s)</a:t>
            </a:r>
          </a:p>
        </p:txBody>
      </p:sp>
    </p:spTree>
    <p:extLst>
      <p:ext uri="{BB962C8B-B14F-4D97-AF65-F5344CB8AC3E}">
        <p14:creationId xmlns:p14="http://schemas.microsoft.com/office/powerpoint/2010/main" val="40309886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AD4714-D8AC-5704-4F30-F3AF89460654}"/>
              </a:ext>
            </a:extLst>
          </p:cNvPr>
          <p:cNvSpPr txBox="1"/>
          <p:nvPr/>
        </p:nvSpPr>
        <p:spPr>
          <a:xfrm>
            <a:off x="248274" y="148230"/>
            <a:ext cx="11695452" cy="6561540"/>
          </a:xfrm>
          <a:prstGeom prst="rect">
            <a:avLst/>
          </a:prstGeom>
          <a:noFill/>
        </p:spPr>
        <p:txBody>
          <a:bodyPr wrap="square">
            <a:spAutoFit/>
          </a:bodyPr>
          <a:lstStyle/>
          <a:p>
            <a:pPr algn="l">
              <a:lnSpc>
                <a:spcPts val="4200"/>
              </a:lnSpc>
            </a:pPr>
            <a:r>
              <a:rPr lang="en-GB" sz="4000" b="1" i="0" u="none" strike="noStrike" baseline="0" dirty="0">
                <a:latin typeface="GlyphLessFont"/>
              </a:rPr>
              <a:t>A  Simon</a:t>
            </a:r>
          </a:p>
          <a:p>
            <a:pPr algn="l">
              <a:lnSpc>
                <a:spcPts val="4200"/>
              </a:lnSpc>
            </a:pPr>
            <a:r>
              <a:rPr lang="en-GB" sz="4000" b="0" i="0" u="none" strike="noStrike" baseline="0" dirty="0">
                <a:latin typeface="GlyphLessFont"/>
              </a:rPr>
              <a:t>The playground was quite small. The floor was covered with flat bricks and there were many that were cracked or broken or missing, and a few weeds struggled through. It was totally enclosed on one side by the school and on the other by high brick walls. It was more like a prison yard -- on top of the walls was a layer of cement into which pieces of broken glass had been stuck. After school was finished my friends and | would climb a lamppost outside the school and sit on top of the wall, slowly breaking off the bits of glass. We never thought of ourselves as vandals.</a:t>
            </a:r>
            <a:endParaRPr lang="en-GB" sz="4000" dirty="0"/>
          </a:p>
        </p:txBody>
      </p:sp>
    </p:spTree>
    <p:extLst>
      <p:ext uri="{BB962C8B-B14F-4D97-AF65-F5344CB8AC3E}">
        <p14:creationId xmlns:p14="http://schemas.microsoft.com/office/powerpoint/2010/main" val="1688316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161FE0-21D5-A05E-272F-B1B869F21679}"/>
              </a:ext>
            </a:extLst>
          </p:cNvPr>
          <p:cNvSpPr txBox="1"/>
          <p:nvPr/>
        </p:nvSpPr>
        <p:spPr>
          <a:xfrm>
            <a:off x="364136" y="1228397"/>
            <a:ext cx="11463728" cy="4401205"/>
          </a:xfrm>
          <a:prstGeom prst="rect">
            <a:avLst/>
          </a:prstGeom>
          <a:noFill/>
        </p:spPr>
        <p:txBody>
          <a:bodyPr wrap="square">
            <a:spAutoFit/>
          </a:bodyPr>
          <a:lstStyle/>
          <a:p>
            <a:pPr algn="l"/>
            <a:r>
              <a:rPr lang="en-GB" sz="4000" b="1" i="0" u="none" strike="noStrike" baseline="0" dirty="0">
                <a:latin typeface="GlyphLessFont"/>
              </a:rPr>
              <a:t>B Peter</a:t>
            </a:r>
          </a:p>
          <a:p>
            <a:pPr algn="l"/>
            <a:r>
              <a:rPr lang="en-GB" sz="4000" b="0" i="0" u="none" strike="noStrike" baseline="0" dirty="0">
                <a:latin typeface="GlyphLessFont"/>
              </a:rPr>
              <a:t>My favourite childhood play area was the back garden. Back in the days when I was growing up on a large housing estate, the ‘goals’ would be a pair of garage doors or two jackets laid out in the garden. I would spend hours kicking a ball about with my dad, learning how to control, dribble or kick it.</a:t>
            </a:r>
            <a:endParaRPr lang="en-GB" sz="4000" dirty="0"/>
          </a:p>
        </p:txBody>
      </p:sp>
    </p:spTree>
    <p:extLst>
      <p:ext uri="{BB962C8B-B14F-4D97-AF65-F5344CB8AC3E}">
        <p14:creationId xmlns:p14="http://schemas.microsoft.com/office/powerpoint/2010/main" val="4175173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0373C0-A891-AD79-F714-9FF148831F54}"/>
              </a:ext>
            </a:extLst>
          </p:cNvPr>
          <p:cNvSpPr txBox="1"/>
          <p:nvPr/>
        </p:nvSpPr>
        <p:spPr>
          <a:xfrm>
            <a:off x="431591" y="612844"/>
            <a:ext cx="11328817" cy="5632311"/>
          </a:xfrm>
          <a:prstGeom prst="rect">
            <a:avLst/>
          </a:prstGeom>
          <a:noFill/>
        </p:spPr>
        <p:txBody>
          <a:bodyPr wrap="square">
            <a:spAutoFit/>
          </a:bodyPr>
          <a:lstStyle/>
          <a:p>
            <a:pPr algn="l"/>
            <a:r>
              <a:rPr lang="en-GB" sz="4000" b="1" i="0" u="none" strike="noStrike" baseline="0" dirty="0">
                <a:latin typeface="GlyphLessFont"/>
              </a:rPr>
              <a:t>C Alan</a:t>
            </a:r>
          </a:p>
          <a:p>
            <a:pPr algn="l"/>
            <a:r>
              <a:rPr lang="en-GB" sz="4000" dirty="0">
                <a:latin typeface="GlyphLessFont"/>
              </a:rPr>
              <a:t>I </a:t>
            </a:r>
            <a:r>
              <a:rPr lang="en-GB" sz="4000" b="0" i="0" u="none" strike="noStrike" baseline="0" dirty="0">
                <a:latin typeface="GlyphLessFont"/>
              </a:rPr>
              <a:t>come from an area of terraced houses, pavements and streets. There were no gardens. My first school was Prince’s Street Primary and the room in which | received my first lessons had large, folding glass</a:t>
            </a:r>
          </a:p>
          <a:p>
            <a:pPr algn="l"/>
            <a:r>
              <a:rPr lang="en-GB" sz="4000" b="0" i="0" u="none" strike="noStrike" baseline="0" dirty="0">
                <a:latin typeface="GlyphLessFont"/>
              </a:rPr>
              <a:t>doors that opened onto a small playground that had grass, bushes and flowers. My amazement at seeing these items, which are normal to most of the world, has stayed with me all my life.</a:t>
            </a:r>
            <a:endParaRPr lang="en-GB" sz="4000" dirty="0"/>
          </a:p>
        </p:txBody>
      </p:sp>
    </p:spTree>
    <p:extLst>
      <p:ext uri="{BB962C8B-B14F-4D97-AF65-F5344CB8AC3E}">
        <p14:creationId xmlns:p14="http://schemas.microsoft.com/office/powerpoint/2010/main" val="345003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D9CC5-CBF9-AA7A-E2D2-C613A9A07C81}"/>
              </a:ext>
            </a:extLst>
          </p:cNvPr>
          <p:cNvSpPr txBox="1"/>
          <p:nvPr/>
        </p:nvSpPr>
        <p:spPr>
          <a:xfrm>
            <a:off x="569626" y="612844"/>
            <a:ext cx="10882859" cy="5016758"/>
          </a:xfrm>
          <a:prstGeom prst="rect">
            <a:avLst/>
          </a:prstGeom>
          <a:noFill/>
        </p:spPr>
        <p:txBody>
          <a:bodyPr wrap="square">
            <a:spAutoFit/>
          </a:bodyPr>
          <a:lstStyle/>
          <a:p>
            <a:pPr algn="l"/>
            <a:r>
              <a:rPr lang="en-GB" sz="4000" b="1" i="0" u="none" strike="noStrike" baseline="0" dirty="0">
                <a:latin typeface="GlyphLessFont"/>
              </a:rPr>
              <a:t>D Nigel</a:t>
            </a:r>
          </a:p>
          <a:p>
            <a:pPr algn="just"/>
            <a:r>
              <a:rPr lang="en-GB" sz="4000" b="0" i="0" u="none" strike="noStrike" baseline="0" dirty="0">
                <a:latin typeface="GlyphLessFont"/>
              </a:rPr>
              <a:t>My favourite play area was - it still is – called Roundhead Wood, although it has fewer trees and more barbed wire now. Here four or five of us roared around, building camps, climbing trees and riding bikes around the little chalk pit in the middle. It stood for every woodland, every jungle and even the surface of other planets.</a:t>
            </a:r>
            <a:endParaRPr lang="en-GB" sz="4000" dirty="0"/>
          </a:p>
        </p:txBody>
      </p:sp>
    </p:spTree>
    <p:extLst>
      <p:ext uri="{BB962C8B-B14F-4D97-AF65-F5344CB8AC3E}">
        <p14:creationId xmlns:p14="http://schemas.microsoft.com/office/powerpoint/2010/main" val="16057409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3DDC94-35DB-636D-64F7-1419D336376C}"/>
              </a:ext>
            </a:extLst>
          </p:cNvPr>
          <p:cNvSpPr txBox="1"/>
          <p:nvPr/>
        </p:nvSpPr>
        <p:spPr>
          <a:xfrm>
            <a:off x="252021" y="298143"/>
            <a:ext cx="11687957" cy="6261714"/>
          </a:xfrm>
          <a:prstGeom prst="rect">
            <a:avLst/>
          </a:prstGeom>
          <a:noFill/>
        </p:spPr>
        <p:txBody>
          <a:bodyPr wrap="square">
            <a:spAutoFit/>
          </a:bodyPr>
          <a:lstStyle/>
          <a:p>
            <a:pPr algn="l">
              <a:lnSpc>
                <a:spcPts val="4000"/>
              </a:lnSpc>
            </a:pPr>
            <a:r>
              <a:rPr lang="en-GB" sz="4000" b="1" i="0" u="none" strike="noStrike" baseline="0" dirty="0">
                <a:latin typeface="GlyphLessFont"/>
              </a:rPr>
              <a:t>E Patricia</a:t>
            </a:r>
          </a:p>
          <a:p>
            <a:pPr>
              <a:lnSpc>
                <a:spcPts val="4000"/>
              </a:lnSpc>
            </a:pPr>
            <a:r>
              <a:rPr lang="en-GB" sz="4000" dirty="0"/>
              <a:t>One of my earliest playground memories is of the railed playground in front of the school I attended. Our. favourite game was hopscotch, which was played by marking out a rectangle divided into squares and kicking a flat, rounded stone from square to square. It was important to find a stone of precisely the right size and weight. Our playground at weekends was more exciting: the banks and paths which surrounded Ludlow Castle and the water meadows that stretched down to the river. I doubt whether I fully appreciated how fortunate we were.</a:t>
            </a:r>
          </a:p>
        </p:txBody>
      </p:sp>
    </p:spTree>
    <p:extLst>
      <p:ext uri="{BB962C8B-B14F-4D97-AF65-F5344CB8AC3E}">
        <p14:creationId xmlns:p14="http://schemas.microsoft.com/office/powerpoint/2010/main" val="2185661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9CAFDE-3CF5-326E-4B55-BB57C5F4BBB0}"/>
              </a:ext>
            </a:extLst>
          </p:cNvPr>
          <p:cNvSpPr txBox="1"/>
          <p:nvPr/>
        </p:nvSpPr>
        <p:spPr>
          <a:xfrm>
            <a:off x="319478" y="305068"/>
            <a:ext cx="11553044" cy="6247864"/>
          </a:xfrm>
          <a:prstGeom prst="rect">
            <a:avLst/>
          </a:prstGeom>
          <a:noFill/>
        </p:spPr>
        <p:txBody>
          <a:bodyPr wrap="square">
            <a:spAutoFit/>
          </a:bodyPr>
          <a:lstStyle/>
          <a:p>
            <a:pPr algn="l"/>
            <a:r>
              <a:rPr lang="en-GB" sz="4000" b="1" i="0" u="none" strike="noStrike" baseline="0" dirty="0">
                <a:latin typeface="GlyphLessFont"/>
              </a:rPr>
              <a:t>F Nick</a:t>
            </a:r>
          </a:p>
          <a:p>
            <a:pPr algn="l"/>
            <a:r>
              <a:rPr lang="en-GB" sz="4000" dirty="0">
                <a:latin typeface="GlyphLessFont"/>
              </a:rPr>
              <a:t>I</a:t>
            </a:r>
            <a:r>
              <a:rPr lang="en-GB" sz="4000" b="0" i="0" u="none" strike="noStrike" baseline="0" dirty="0">
                <a:latin typeface="GlyphLessFont"/>
              </a:rPr>
              <a:t> was strictly banned from the obvious playground, a long, overgrown ditch running through waste ground, mainly built to take away the rain. It was irresistible to us. Local schoolchildren. ‘Its charm, compared with the surrounding tennis courts, football pitches and farmland, was purely because it was out of bounds. That area was truly where | grew up, more than in the rest of the little town’s correct and neat suburbia, where my house was.</a:t>
            </a:r>
            <a:endParaRPr lang="en-GB" sz="4000" dirty="0"/>
          </a:p>
        </p:txBody>
      </p:sp>
    </p:spTree>
    <p:extLst>
      <p:ext uri="{BB962C8B-B14F-4D97-AF65-F5344CB8AC3E}">
        <p14:creationId xmlns:p14="http://schemas.microsoft.com/office/powerpoint/2010/main" val="13913055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D09EDA-46AF-0840-5512-A9DA7F327268}"/>
              </a:ext>
            </a:extLst>
          </p:cNvPr>
          <p:cNvSpPr txBox="1"/>
          <p:nvPr/>
        </p:nvSpPr>
        <p:spPr>
          <a:xfrm>
            <a:off x="723899" y="920621"/>
            <a:ext cx="10744201" cy="5016758"/>
          </a:xfrm>
          <a:prstGeom prst="rect">
            <a:avLst/>
          </a:prstGeom>
          <a:noFill/>
        </p:spPr>
        <p:txBody>
          <a:bodyPr wrap="square">
            <a:spAutoFit/>
          </a:bodyPr>
          <a:lstStyle/>
          <a:p>
            <a:pPr algn="l"/>
            <a:r>
              <a:rPr lang="en-GB" sz="4000" b="1" i="0" u="none" strike="noStrike" baseline="0" dirty="0">
                <a:latin typeface="GlyphLessFont"/>
              </a:rPr>
              <a:t>G  Julie</a:t>
            </a:r>
          </a:p>
          <a:p>
            <a:pPr algn="l"/>
            <a:r>
              <a:rPr lang="en-GB" sz="4000" b="0" i="0" u="none" strike="noStrike" baseline="0" dirty="0">
                <a:latin typeface="GlyphLessFont"/>
              </a:rPr>
              <a:t>Until I was twelve I was brought up on </a:t>
            </a:r>
            <a:r>
              <a:rPr lang="en-GB" sz="4000" b="0" i="0" u="none" strike="noStrike" baseline="0" dirty="0" err="1">
                <a:latin typeface="GlyphLessFont"/>
              </a:rPr>
              <a:t>airforce</a:t>
            </a:r>
            <a:r>
              <a:rPr lang="en-GB" sz="4000" b="0" i="0" u="none" strike="noStrike" baseline="0" dirty="0">
                <a:latin typeface="GlyphLessFont"/>
              </a:rPr>
              <a:t> camps and each camp had a small playground in the middle of the houses. It was always a great meeting place and I remember sitting with my friends on the swings many evenings until dark. You would often go out and swing for hours until someone else came out. I always liked swinging.</a:t>
            </a:r>
            <a:endParaRPr lang="en-GB" sz="4000" dirty="0"/>
          </a:p>
        </p:txBody>
      </p:sp>
    </p:spTree>
    <p:extLst>
      <p:ext uri="{BB962C8B-B14F-4D97-AF65-F5344CB8AC3E}">
        <p14:creationId xmlns:p14="http://schemas.microsoft.com/office/powerpoint/2010/main" val="323502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6A3B7DE-6A6C-4BFD-941C-BA29FBCA57BA}">
  <ds:schemaRefs>
    <ds:schemaRef ds:uri="http://schemas.microsoft.com/sharepoint/v3/contenttype/forms"/>
  </ds:schemaRefs>
</ds:datastoreItem>
</file>

<file path=customXml/itemProps2.xml><?xml version="1.0" encoding="utf-8"?>
<ds:datastoreItem xmlns:ds="http://schemas.openxmlformats.org/officeDocument/2006/customXml" ds:itemID="{6C7EBE6A-0627-490A-A4B9-B0D17B57B520}">
  <ds:schemaRefs>
    <ds:schemaRef ds:uri="http://schemas.microsoft.com/office/2006/documentManagement/types"/>
    <ds:schemaRef ds:uri="http://schemas.microsoft.com/office/2006/metadata/properties"/>
    <ds:schemaRef ds:uri="http://purl.org/dc/dcmitype/"/>
    <ds:schemaRef ds:uri="31635c7e-3a11-4128-b6ca-f17fd774e46d"/>
    <ds:schemaRef ds:uri="http://purl.org/dc/elements/1.1/"/>
    <ds:schemaRef ds:uri="http://schemas.microsoft.com/office/infopath/2007/PartnerControls"/>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CFD36228-BCE8-4111-B480-FA294E8250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463</TotalTime>
  <Words>2465</Words>
  <Application>Microsoft Office PowerPoint</Application>
  <PresentationFormat>Widescreen</PresentationFormat>
  <Paragraphs>114</Paragraphs>
  <Slides>40</Slides>
  <Notes>0</Notes>
  <HiddenSlides>29</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Aptos Display</vt:lpstr>
      <vt:lpstr>Arial</vt:lpstr>
      <vt:lpstr>GlyphLessFont</vt:lpstr>
      <vt:lpstr>Tw Cen MT Condensed Extra Bold</vt:lpstr>
      <vt:lpstr>office theme</vt:lpstr>
      <vt:lpstr>FEC Booklet FCE Reading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Andrew Patterson</cp:lastModifiedBy>
  <cp:revision>1</cp:revision>
  <dcterms:created xsi:type="dcterms:W3CDTF">2026-04-30T14:22:51Z</dcterms:created>
  <dcterms:modified xsi:type="dcterms:W3CDTF">2026-05-07T19:22:15Z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ies>
</file>