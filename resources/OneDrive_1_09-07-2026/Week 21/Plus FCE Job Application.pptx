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9"/>
  </p:notesMasterIdLst>
  <p:sldIdLst>
    <p:sldId id="256" r:id="rId5"/>
    <p:sldId id="257" r:id="rId6"/>
    <p:sldId id="258" r:id="rId7"/>
    <p:sldId id="261" r:id="rId8"/>
    <p:sldId id="259" r:id="rId9"/>
    <p:sldId id="260" r:id="rId10"/>
    <p:sldId id="262" r:id="rId11"/>
    <p:sldId id="263" r:id="rId12"/>
    <p:sldId id="265" r:id="rId13"/>
    <p:sldId id="264" r:id="rId14"/>
    <p:sldId id="266" r:id="rId15"/>
    <p:sldId id="267" r:id="rId16"/>
    <p:sldId id="277" r:id="rId17"/>
    <p:sldId id="276" r:id="rId18"/>
    <p:sldId id="281" r:id="rId19"/>
    <p:sldId id="278" r:id="rId20"/>
    <p:sldId id="280" r:id="rId21"/>
    <p:sldId id="279" r:id="rId22"/>
    <p:sldId id="296" r:id="rId23"/>
    <p:sldId id="297" r:id="rId24"/>
    <p:sldId id="298" r:id="rId25"/>
    <p:sldId id="306" r:id="rId26"/>
    <p:sldId id="299" r:id="rId27"/>
    <p:sldId id="300" r:id="rId28"/>
    <p:sldId id="301" r:id="rId29"/>
    <p:sldId id="307" r:id="rId30"/>
    <p:sldId id="305" r:id="rId31"/>
    <p:sldId id="304" r:id="rId32"/>
    <p:sldId id="302" r:id="rId33"/>
    <p:sldId id="308" r:id="rId34"/>
    <p:sldId id="309" r:id="rId35"/>
    <p:sldId id="310" r:id="rId36"/>
    <p:sldId id="311" r:id="rId37"/>
    <p:sldId id="312" r:id="rId38"/>
    <p:sldId id="313" r:id="rId39"/>
    <p:sldId id="314" r:id="rId40"/>
    <p:sldId id="315" r:id="rId41"/>
    <p:sldId id="316" r:id="rId42"/>
    <p:sldId id="317" r:id="rId43"/>
    <p:sldId id="329" r:id="rId44"/>
    <p:sldId id="328" r:id="rId45"/>
    <p:sldId id="327" r:id="rId46"/>
    <p:sldId id="320" r:id="rId47"/>
    <p:sldId id="319" r:id="rId48"/>
    <p:sldId id="318" r:id="rId49"/>
    <p:sldId id="323" r:id="rId50"/>
    <p:sldId id="322" r:id="rId51"/>
    <p:sldId id="321" r:id="rId52"/>
    <p:sldId id="326" r:id="rId53"/>
    <p:sldId id="325" r:id="rId54"/>
    <p:sldId id="324" r:id="rId55"/>
    <p:sldId id="338" r:id="rId56"/>
    <p:sldId id="337" r:id="rId57"/>
    <p:sldId id="336" r:id="rId58"/>
    <p:sldId id="335" r:id="rId59"/>
    <p:sldId id="271" r:id="rId60"/>
    <p:sldId id="272" r:id="rId61"/>
    <p:sldId id="270" r:id="rId62"/>
    <p:sldId id="333" r:id="rId63"/>
    <p:sldId id="332" r:id="rId64"/>
    <p:sldId id="331" r:id="rId65"/>
    <p:sldId id="339" r:id="rId66"/>
    <p:sldId id="330" r:id="rId67"/>
    <p:sldId id="274"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A7FF"/>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modSld">
      <pc:chgData name="Andrew Patterson" userId="6c8ffccf-7c1b-4173-8b93-861005bd5f70" providerId="ADAL" clId="{340A04FB-801D-4D33-9372-268FA29A2369}" dt="2026-06-18T19:41:59.974" v="218" actId="1076"/>
      <pc:docMkLst>
        <pc:docMk/>
      </pc:docMkLst>
      <pc:sldChg chg="modSp mod">
        <pc:chgData name="Andrew Patterson" userId="6c8ffccf-7c1b-4173-8b93-861005bd5f70" providerId="ADAL" clId="{340A04FB-801D-4D33-9372-268FA29A2369}" dt="2026-06-18T17:54:14.241" v="137" actId="400"/>
        <pc:sldMkLst>
          <pc:docMk/>
          <pc:sldMk cId="777796919" sldId="277"/>
        </pc:sldMkLst>
        <pc:spChg chg="mod">
          <ac:chgData name="Andrew Patterson" userId="6c8ffccf-7c1b-4173-8b93-861005bd5f70" providerId="ADAL" clId="{340A04FB-801D-4D33-9372-268FA29A2369}" dt="2026-06-18T17:54:14.241" v="137" actId="400"/>
          <ac:spMkLst>
            <pc:docMk/>
            <pc:sldMk cId="777796919" sldId="277"/>
            <ac:spMk id="2" creationId="{31E1095D-C81B-46F1-AF55-F211DAD3EAD2}"/>
          </ac:spMkLst>
        </pc:spChg>
      </pc:sldChg>
      <pc:sldChg chg="addSp modSp mod">
        <pc:chgData name="Andrew Patterson" userId="6c8ffccf-7c1b-4173-8b93-861005bd5f70" providerId="ADAL" clId="{340A04FB-801D-4D33-9372-268FA29A2369}" dt="2026-06-18T19:41:59.974" v="218" actId="1076"/>
        <pc:sldMkLst>
          <pc:docMk/>
          <pc:sldMk cId="4175763592" sldId="330"/>
        </pc:sldMkLst>
        <pc:spChg chg="add mod">
          <ac:chgData name="Andrew Patterson" userId="6c8ffccf-7c1b-4173-8b93-861005bd5f70" providerId="ADAL" clId="{340A04FB-801D-4D33-9372-268FA29A2369}" dt="2026-06-18T19:41:59.974" v="218" actId="1076"/>
          <ac:spMkLst>
            <pc:docMk/>
            <pc:sldMk cId="4175763592" sldId="330"/>
            <ac:spMk id="2" creationId="{3D212085-9145-2A23-301B-809B34392FA4}"/>
          </ac:spMkLst>
        </pc:spChg>
        <pc:spChg chg="mod">
          <ac:chgData name="Andrew Patterson" userId="6c8ffccf-7c1b-4173-8b93-861005bd5f70" providerId="ADAL" clId="{340A04FB-801D-4D33-9372-268FA29A2369}" dt="2026-06-18T19:41:57.038" v="217" actId="1076"/>
          <ac:spMkLst>
            <pc:docMk/>
            <pc:sldMk cId="4175763592" sldId="330"/>
            <ac:spMk id="4" creationId="{F2E66AFA-C73E-A11A-81FA-D27DF1FF9316}"/>
          </ac:spMkLst>
        </pc:spChg>
        <pc:spChg chg="mod">
          <ac:chgData name="Andrew Patterson" userId="6c8ffccf-7c1b-4173-8b93-861005bd5f70" providerId="ADAL" clId="{340A04FB-801D-4D33-9372-268FA29A2369}" dt="2026-06-18T19:31:42.579" v="215" actId="20577"/>
          <ac:spMkLst>
            <pc:docMk/>
            <pc:sldMk cId="4175763592" sldId="330"/>
            <ac:spMk id="9" creationId="{3158DD7D-25EC-2333-46DC-2DC716689DA7}"/>
          </ac:spMkLst>
        </pc:spChg>
        <pc:picChg chg="mod">
          <ac:chgData name="Andrew Patterson" userId="6c8ffccf-7c1b-4173-8b93-861005bd5f70" providerId="ADAL" clId="{340A04FB-801D-4D33-9372-268FA29A2369}" dt="2026-06-18T19:41:52.294" v="216" actId="1076"/>
          <ac:picMkLst>
            <pc:docMk/>
            <pc:sldMk cId="4175763592" sldId="330"/>
            <ac:picMk id="3" creationId="{B6E0ADE0-E0A3-23D2-1990-7F054DE18CED}"/>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6-27T17:27:05.525"/>
    </inkml:context>
    <inkml:brush xml:id="br0">
      <inkml:brushProperty name="width" value="0.05" units="cm"/>
      <inkml:brushProperty name="height" value="0.05" units="cm"/>
      <inkml:brushProperty name="ignorePressure" value="1"/>
    </inkml:brush>
  </inkml:definitions>
  <inkml:trace contextRef="#ctx0" brushRef="#br0">0 0,'2441'0,"-2433"0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6-27T17:28:40.337"/>
    </inkml:context>
    <inkml:brush xml:id="br0">
      <inkml:brushProperty name="width" value="0.05" units="cm"/>
      <inkml:brushProperty name="height" value="0.05" units="cm"/>
      <inkml:brushProperty name="ignorePressure" value="1"/>
    </inkml:brush>
  </inkml:definitions>
  <inkml:trace contextRef="#ctx0" brushRef="#br0">0 1,'12517'0,"-12503"0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6-27T17:28:56.666"/>
    </inkml:context>
    <inkml:brush xml:id="br0">
      <inkml:brushProperty name="width" value="0.05" units="cm"/>
      <inkml:brushProperty name="height" value="0.05" units="cm"/>
      <inkml:brushProperty name="ignorePressure" value="1"/>
    </inkml:brush>
  </inkml:definitions>
  <inkml:trace contextRef="#ctx0" brushRef="#br0">0 0,'3777'0,"-3763"0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6-27T17:31:06.565"/>
    </inkml:context>
    <inkml:brush xml:id="br0">
      <inkml:brushProperty name="width" value="0.05" units="cm"/>
      <inkml:brushProperty name="height" value="0.05" units="cm"/>
      <inkml:brushProperty name="ignorePressure" value="1"/>
    </inkml:brush>
  </inkml:definitions>
  <inkml:trace contextRef="#ctx0" brushRef="#br0">1 0,'8672'0,"-8658"0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31527E-29D0-489F-9754-C4FDC1BF2510}" type="datetimeFigureOut">
              <a:rPr lang="en-GB" smtClean="0"/>
              <a:t>18/06/2026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B1EEF-C5DA-4BC0-B4A7-A458E1E171F2}" type="slidenum">
              <a:rPr lang="en-GB" smtClean="0"/>
              <a:t>‹#›</a:t>
            </a:fld>
            <a:endParaRPr lang="en-GB"/>
          </a:p>
        </p:txBody>
      </p:sp>
    </p:spTree>
    <p:extLst>
      <p:ext uri="{BB962C8B-B14F-4D97-AF65-F5344CB8AC3E}">
        <p14:creationId xmlns:p14="http://schemas.microsoft.com/office/powerpoint/2010/main" val="374281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19</a:t>
            </a:fld>
            <a:endParaRPr lang="en-GB"/>
          </a:p>
        </p:txBody>
      </p:sp>
    </p:spTree>
    <p:extLst>
      <p:ext uri="{BB962C8B-B14F-4D97-AF65-F5344CB8AC3E}">
        <p14:creationId xmlns:p14="http://schemas.microsoft.com/office/powerpoint/2010/main" val="2381657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20</a:t>
            </a:fld>
            <a:endParaRPr lang="en-GB"/>
          </a:p>
        </p:txBody>
      </p:sp>
    </p:spTree>
    <p:extLst>
      <p:ext uri="{BB962C8B-B14F-4D97-AF65-F5344CB8AC3E}">
        <p14:creationId xmlns:p14="http://schemas.microsoft.com/office/powerpoint/2010/main" val="4168752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21</a:t>
            </a:fld>
            <a:endParaRPr lang="en-GB"/>
          </a:p>
        </p:txBody>
      </p:sp>
    </p:spTree>
    <p:extLst>
      <p:ext uri="{BB962C8B-B14F-4D97-AF65-F5344CB8AC3E}">
        <p14:creationId xmlns:p14="http://schemas.microsoft.com/office/powerpoint/2010/main" val="2232003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23</a:t>
            </a:fld>
            <a:endParaRPr lang="en-GB"/>
          </a:p>
        </p:txBody>
      </p:sp>
    </p:spTree>
    <p:extLst>
      <p:ext uri="{BB962C8B-B14F-4D97-AF65-F5344CB8AC3E}">
        <p14:creationId xmlns:p14="http://schemas.microsoft.com/office/powerpoint/2010/main" val="1343382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24</a:t>
            </a:fld>
            <a:endParaRPr lang="en-GB"/>
          </a:p>
        </p:txBody>
      </p:sp>
    </p:spTree>
    <p:extLst>
      <p:ext uri="{BB962C8B-B14F-4D97-AF65-F5344CB8AC3E}">
        <p14:creationId xmlns:p14="http://schemas.microsoft.com/office/powerpoint/2010/main" val="3019502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25</a:t>
            </a:fld>
            <a:endParaRPr lang="en-GB"/>
          </a:p>
        </p:txBody>
      </p:sp>
    </p:spTree>
    <p:extLst>
      <p:ext uri="{BB962C8B-B14F-4D97-AF65-F5344CB8AC3E}">
        <p14:creationId xmlns:p14="http://schemas.microsoft.com/office/powerpoint/2010/main" val="3260084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27</a:t>
            </a:fld>
            <a:endParaRPr lang="en-GB"/>
          </a:p>
        </p:txBody>
      </p:sp>
    </p:spTree>
    <p:extLst>
      <p:ext uri="{BB962C8B-B14F-4D97-AF65-F5344CB8AC3E}">
        <p14:creationId xmlns:p14="http://schemas.microsoft.com/office/powerpoint/2010/main" val="3235347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28</a:t>
            </a:fld>
            <a:endParaRPr lang="en-GB"/>
          </a:p>
        </p:txBody>
      </p:sp>
    </p:spTree>
    <p:extLst>
      <p:ext uri="{BB962C8B-B14F-4D97-AF65-F5344CB8AC3E}">
        <p14:creationId xmlns:p14="http://schemas.microsoft.com/office/powerpoint/2010/main" val="3764109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0215ED-AA36-440C-B532-019E7F0CE785}" type="slidenum">
              <a:rPr lang="en-GB" smtClean="0"/>
              <a:t>29</a:t>
            </a:fld>
            <a:endParaRPr lang="en-GB"/>
          </a:p>
        </p:txBody>
      </p:sp>
    </p:spTree>
    <p:extLst>
      <p:ext uri="{BB962C8B-B14F-4D97-AF65-F5344CB8AC3E}">
        <p14:creationId xmlns:p14="http://schemas.microsoft.com/office/powerpoint/2010/main" val="103035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3.xml"/><Relationship Id="rId3" Type="http://schemas.openxmlformats.org/officeDocument/2006/relationships/image" Target="../media/image2.png"/><Relationship Id="rId7" Type="http://schemas.openxmlformats.org/officeDocument/2006/relationships/slide" Target="slide6.xml"/><Relationship Id="rId12" Type="http://schemas.openxmlformats.org/officeDocument/2006/relationships/image" Target="../media/image5.png"/><Relationship Id="rId2" Type="http://schemas.openxmlformats.org/officeDocument/2006/relationships/image" Target="../media/image1.png"/><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customXml" Target="../ink/ink2.xml"/><Relationship Id="rId5" Type="http://schemas.openxmlformats.org/officeDocument/2006/relationships/image" Target="../media/image22.png"/><Relationship Id="rId15" Type="http://schemas.openxmlformats.org/officeDocument/2006/relationships/customXml" Target="../ink/ink4.xml"/><Relationship Id="rId10" Type="http://schemas.openxmlformats.org/officeDocument/2006/relationships/image" Target="../media/image4.png"/><Relationship Id="rId4" Type="http://schemas.openxmlformats.org/officeDocument/2006/relationships/slide" Target="slide5.xml"/><Relationship Id="rId9" Type="http://schemas.openxmlformats.org/officeDocument/2006/relationships/customXml" Target="../ink/ink1.xml"/><Relationship Id="rId1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Plus FCE</a:t>
            </a:r>
            <a:endParaRPr lang="en-US"/>
          </a:p>
        </p:txBody>
      </p:sp>
      <p:sp>
        <p:nvSpPr>
          <p:cNvPr id="3" name="Subtitle 2"/>
          <p:cNvSpPr>
            <a:spLocks noGrp="1"/>
          </p:cNvSpPr>
          <p:nvPr>
            <p:ph type="subTitle" idx="1"/>
          </p:nvPr>
        </p:nvSpPr>
        <p:spPr/>
        <p:txBody>
          <a:bodyPr vert="horz" lIns="91440" tIns="45720" rIns="91440" bIns="45720" rtlCol="0" anchor="t">
            <a:normAutofit/>
          </a:bodyPr>
          <a:lstStyle/>
          <a:p>
            <a:r>
              <a:rPr lang="en-US">
                <a:cs typeface="Calibri"/>
              </a:rPr>
              <a:t>Job Application</a:t>
            </a:r>
            <a:endParaRPr lang="en-US"/>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49BE1B-2CF3-D339-9247-D46835B3990B}"/>
              </a:ext>
            </a:extLst>
          </p:cNvPr>
          <p:cNvSpPr txBox="1"/>
          <p:nvPr/>
        </p:nvSpPr>
        <p:spPr>
          <a:xfrm>
            <a:off x="1292772" y="1536174"/>
            <a:ext cx="1023608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dirty="0"/>
              <a:t>Discuss THE TOPIC. </a:t>
            </a:r>
            <a:br>
              <a:rPr lang="en-US" sz="4800" dirty="0"/>
            </a:br>
            <a:r>
              <a:rPr lang="en-US" sz="4800" dirty="0"/>
              <a:t>• What procedures does one go through when applying for a job? </a:t>
            </a:r>
            <a:br>
              <a:rPr lang="en-US" sz="4800" dirty="0"/>
            </a:br>
            <a:r>
              <a:rPr lang="en-US" sz="4800" dirty="0"/>
              <a:t>• What do you think should be included in a letter/email of application? </a:t>
            </a:r>
          </a:p>
        </p:txBody>
      </p:sp>
    </p:spTree>
    <p:extLst>
      <p:ext uri="{BB962C8B-B14F-4D97-AF65-F5344CB8AC3E}">
        <p14:creationId xmlns:p14="http://schemas.microsoft.com/office/powerpoint/2010/main" val="2978993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988F5C-465B-4635-B58F-993A8EFC3019}"/>
              </a:ext>
            </a:extLst>
          </p:cNvPr>
          <p:cNvPicPr>
            <a:picLocks noChangeAspect="1"/>
          </p:cNvPicPr>
          <p:nvPr/>
        </p:nvPicPr>
        <p:blipFill>
          <a:blip r:embed="rId2"/>
          <a:stretch>
            <a:fillRect/>
          </a:stretch>
        </p:blipFill>
        <p:spPr>
          <a:xfrm>
            <a:off x="5791075" y="595380"/>
            <a:ext cx="6089557" cy="5667239"/>
          </a:xfrm>
          <a:prstGeom prst="rect">
            <a:avLst/>
          </a:prstGeom>
        </p:spPr>
      </p:pic>
      <p:sp>
        <p:nvSpPr>
          <p:cNvPr id="2" name="Rectangle 1">
            <a:extLst>
              <a:ext uri="{FF2B5EF4-FFF2-40B4-BE49-F238E27FC236}">
                <a16:creationId xmlns:a16="http://schemas.microsoft.com/office/drawing/2014/main" id="{192E6BAC-62BF-4A0E-8162-098FA3A6C211}"/>
              </a:ext>
            </a:extLst>
          </p:cNvPr>
          <p:cNvSpPr>
            <a:spLocks noChangeArrowheads="1"/>
          </p:cNvSpPr>
          <p:nvPr/>
        </p:nvSpPr>
        <p:spPr bwMode="auto">
          <a:xfrm>
            <a:off x="311368" y="491804"/>
            <a:ext cx="634168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mj-lt"/>
                <a:cs typeface="Calibri" panose="020F0502020204030204" pitchFamily="34" charset="0"/>
              </a:rPr>
              <a:t>Sample Writing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mj-lt"/>
                <a:cs typeface="Calibri" panose="020F0502020204030204" pitchFamily="34" charset="0"/>
              </a:rPr>
              <a:t>Read the rubric and the sample letter below. The advertisement contains an illegal statement. Find it and cross it out. The letter also includes information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mj-lt"/>
                <a:cs typeface="Calibri" panose="020F0502020204030204" pitchFamily="34" charset="0"/>
              </a:rPr>
              <a:t>that is not appropriate for a letter of this type. Find it and cross it out. </a:t>
            </a:r>
            <a:endParaRPr kumimoji="0" lang="en-US" altLang="en-US" sz="2800" b="0" i="0" u="none" strike="noStrike" cap="none" normalizeH="0" baseline="0">
              <a:ln>
                <a:noFill/>
              </a:ln>
              <a:solidFill>
                <a:schemeClr val="tx1"/>
              </a:solidFill>
              <a:effectLst/>
              <a:latin typeface="+mj-lt"/>
            </a:endParaRPr>
          </a:p>
        </p:txBody>
      </p:sp>
      <p:sp>
        <p:nvSpPr>
          <p:cNvPr id="3" name="Rectangle 2">
            <a:extLst>
              <a:ext uri="{FF2B5EF4-FFF2-40B4-BE49-F238E27FC236}">
                <a16:creationId xmlns:a16="http://schemas.microsoft.com/office/drawing/2014/main" id="{7FD15859-BB01-45C7-AFB1-2097E8D9594A}"/>
              </a:ext>
            </a:extLst>
          </p:cNvPr>
          <p:cNvSpPr>
            <a:spLocks noChangeArrowheads="1"/>
          </p:cNvSpPr>
          <p:nvPr/>
        </p:nvSpPr>
        <p:spPr bwMode="auto">
          <a:xfrm>
            <a:off x="311368" y="4238985"/>
            <a:ext cx="574258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Narrow" panose="020B0606020202030204" pitchFamily="34" charset="0"/>
                <a:cs typeface="Calibri" panose="020F0502020204030204" pitchFamily="34" charset="0"/>
              </a:rPr>
              <a:t>You have seen this advertisement and have decided to apply for the job. Write your letter of application (120-180 words). </a:t>
            </a:r>
            <a:endParaRPr kumimoji="0" lang="en-US" altLang="en-US" sz="2800" b="0" i="0" u="none" strike="noStrike" cap="none" normalizeH="0" baseline="0">
              <a:ln>
                <a:noFill/>
              </a:ln>
              <a:solidFill>
                <a:schemeClr val="tx1"/>
              </a:solidFill>
              <a:effectLst/>
              <a:latin typeface="Arial Narrow" panose="020B0606020202030204" pitchFamily="34" charset="0"/>
            </a:endParaRPr>
          </a:p>
        </p:txBody>
      </p:sp>
    </p:spTree>
    <p:extLst>
      <p:ext uri="{BB962C8B-B14F-4D97-AF65-F5344CB8AC3E}">
        <p14:creationId xmlns:p14="http://schemas.microsoft.com/office/powerpoint/2010/main" val="1539345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4DE2ED-BE92-C1D7-8413-392BF51230EE}"/>
              </a:ext>
            </a:extLst>
          </p:cNvPr>
          <p:cNvPicPr>
            <a:picLocks noChangeAspect="1"/>
          </p:cNvPicPr>
          <p:nvPr/>
        </p:nvPicPr>
        <p:blipFill>
          <a:blip r:embed="rId2"/>
          <a:stretch>
            <a:fillRect/>
          </a:stretch>
        </p:blipFill>
        <p:spPr>
          <a:xfrm>
            <a:off x="0" y="595380"/>
            <a:ext cx="6089557" cy="5667239"/>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32A0A1E-F9D3-45CE-CC96-52816E73B4D7}"/>
                  </a:ext>
                </a:extLst>
              </p:cNvPr>
              <p:cNvGraphicFramePr>
                <a:graphicFrameLocks noGrp="1" noDrilldown="1" noChangeAspect="1" noMove="1" noResize="1"/>
              </p:cNvGraphicFramePr>
              <p:nvPr>
                <p:extLst>
                  <p:ext uri="{D42A27DB-BD31-4B8C-83A1-F6EECF244321}">
                    <p14:modId xmlns:p14="http://schemas.microsoft.com/office/powerpoint/2010/main" val="4058996022"/>
                  </p:ext>
                </p:extLst>
              </p:nvPr>
            </p:nvGraphicFramePr>
            <p:xfrm>
              <a:off x="6252309" y="78208"/>
              <a:ext cx="5939691" cy="3341076"/>
            </p:xfrm>
            <a:graphic>
              <a:graphicData uri="http://schemas.microsoft.com/office/powerpoint/2016/slidezoom">
                <pslz:sldZm>
                  <pslz:sldZmObj sldId="259" cId="1719437759">
                    <pslz:zmPr id="{60E84204-B2AA-4FAB-9CD3-1B3B28D71C91}" returnToParent="0" transitionDur="1000">
                      <p166:blipFill xmlns:p166="http://schemas.microsoft.com/office/powerpoint/2016/6/main">
                        <a:blip r:embed="rId3"/>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132A0A1E-F9D3-45CE-CC96-52816E73B4D7}"/>
                  </a:ext>
                </a:extLst>
              </p:cNvPr>
              <p:cNvPicPr>
                <a:picLocks noGrp="1" noRot="1" noChangeAspect="1" noMove="1" noResize="1" noEditPoints="1" noAdjustHandles="1" noChangeArrowheads="1" noChangeShapeType="1"/>
              </p:cNvPicPr>
              <p:nvPr/>
            </p:nvPicPr>
            <p:blipFill>
              <a:blip r:embed="rId5"/>
              <a:stretch>
                <a:fillRect/>
              </a:stretch>
            </p:blipFill>
            <p:spPr>
              <a:xfrm>
                <a:off x="6252309" y="78208"/>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031940D9-9C44-FEC9-ED09-8AA74C98F222}"/>
                  </a:ext>
                </a:extLst>
              </p:cNvPr>
              <p:cNvGraphicFramePr>
                <a:graphicFrameLocks noGrp="1" noDrilldown="1" noChangeAspect="1" noMove="1" noResize="1"/>
              </p:cNvGraphicFramePr>
              <p:nvPr>
                <p:extLst>
                  <p:ext uri="{D42A27DB-BD31-4B8C-83A1-F6EECF244321}">
                    <p14:modId xmlns:p14="http://schemas.microsoft.com/office/powerpoint/2010/main" val="3823084526"/>
                  </p:ext>
                </p:extLst>
              </p:nvPr>
            </p:nvGraphicFramePr>
            <p:xfrm>
              <a:off x="6252309" y="3420668"/>
              <a:ext cx="5939691" cy="3341076"/>
            </p:xfrm>
            <a:graphic>
              <a:graphicData uri="http://schemas.microsoft.com/office/powerpoint/2016/slidezoom">
                <pslz:sldZm>
                  <pslz:sldZmObj sldId="260" cId="1490397107">
                    <pslz:zmPr id="{3CA2CFB0-BD04-45B1-A9B4-03C98471DCB5}" returnToParent="0" transitionDur="1000">
                      <p166:blipFill xmlns:p166="http://schemas.microsoft.com/office/powerpoint/2016/6/main">
                        <a:blip r:embed="rId6"/>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031940D9-9C44-FEC9-ED09-8AA74C98F222}"/>
                  </a:ext>
                </a:extLst>
              </p:cNvPr>
              <p:cNvPicPr>
                <a:picLocks noGrp="1" noRot="1" noChangeAspect="1" noMove="1" noResize="1" noEditPoints="1" noAdjustHandles="1" noChangeArrowheads="1" noChangeShapeType="1"/>
              </p:cNvPicPr>
              <p:nvPr/>
            </p:nvPicPr>
            <p:blipFill>
              <a:blip r:embed="rId8"/>
              <a:stretch>
                <a:fillRect/>
              </a:stretch>
            </p:blipFill>
            <p:spPr>
              <a:xfrm>
                <a:off x="6252309" y="3420668"/>
                <a:ext cx="5939691" cy="3341076"/>
              </a:xfrm>
              <a:prstGeom prst="rect">
                <a:avLst/>
              </a:prstGeom>
              <a:ln w="3175">
                <a:solidFill>
                  <a:prstClr val="ltGray"/>
                </a:solidFill>
              </a:ln>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60FA39B8-E070-2CC6-2742-51BE4B132F9C}"/>
                  </a:ext>
                </a:extLst>
              </p14:cNvPr>
              <p14:cNvContentPartPr/>
              <p14:nvPr/>
            </p14:nvContentPartPr>
            <p14:xfrm>
              <a:off x="812151" y="4803669"/>
              <a:ext cx="882000" cy="360"/>
            </p14:xfrm>
          </p:contentPart>
        </mc:Choice>
        <mc:Fallback xmlns="">
          <p:pic>
            <p:nvPicPr>
              <p:cNvPr id="7" name="Ink 6">
                <a:extLst>
                  <a:ext uri="{FF2B5EF4-FFF2-40B4-BE49-F238E27FC236}">
                    <a16:creationId xmlns:a16="http://schemas.microsoft.com/office/drawing/2014/main" id="{60FA39B8-E070-2CC6-2742-51BE4B132F9C}"/>
                  </a:ext>
                </a:extLst>
              </p:cNvPr>
              <p:cNvPicPr/>
              <p:nvPr/>
            </p:nvPicPr>
            <p:blipFill>
              <a:blip r:embed="rId10"/>
              <a:stretch>
                <a:fillRect/>
              </a:stretch>
            </p:blipFill>
            <p:spPr>
              <a:xfrm>
                <a:off x="803151" y="4794669"/>
                <a:ext cx="8996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64131783-1794-A135-364F-7950B1353347}"/>
                  </a:ext>
                </a:extLst>
              </p14:cNvPr>
              <p14:cNvContentPartPr/>
              <p14:nvPr/>
            </p14:nvContentPartPr>
            <p14:xfrm>
              <a:off x="7519784" y="1988109"/>
              <a:ext cx="4511520" cy="360"/>
            </p14:xfrm>
          </p:contentPart>
        </mc:Choice>
        <mc:Fallback xmlns="">
          <p:pic>
            <p:nvPicPr>
              <p:cNvPr id="9" name="Ink 8">
                <a:extLst>
                  <a:ext uri="{FF2B5EF4-FFF2-40B4-BE49-F238E27FC236}">
                    <a16:creationId xmlns:a16="http://schemas.microsoft.com/office/drawing/2014/main" id="{64131783-1794-A135-364F-7950B1353347}"/>
                  </a:ext>
                </a:extLst>
              </p:cNvPr>
              <p:cNvPicPr/>
              <p:nvPr/>
            </p:nvPicPr>
            <p:blipFill>
              <a:blip r:embed="rId12"/>
              <a:stretch>
                <a:fillRect/>
              </a:stretch>
            </p:blipFill>
            <p:spPr>
              <a:xfrm>
                <a:off x="7510784" y="1979109"/>
                <a:ext cx="4529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1FC962AC-2225-F626-1434-6CF54828B06E}"/>
                  </a:ext>
                </a:extLst>
              </p14:cNvPr>
              <p14:cNvContentPartPr/>
              <p14:nvPr/>
            </p14:nvContentPartPr>
            <p14:xfrm>
              <a:off x="6430784" y="2210845"/>
              <a:ext cx="1365120" cy="360"/>
            </p14:xfrm>
          </p:contentPart>
        </mc:Choice>
        <mc:Fallback xmlns="">
          <p:pic>
            <p:nvPicPr>
              <p:cNvPr id="10" name="Ink 9">
                <a:extLst>
                  <a:ext uri="{FF2B5EF4-FFF2-40B4-BE49-F238E27FC236}">
                    <a16:creationId xmlns:a16="http://schemas.microsoft.com/office/drawing/2014/main" id="{1FC962AC-2225-F626-1434-6CF54828B06E}"/>
                  </a:ext>
                </a:extLst>
              </p:cNvPr>
              <p:cNvPicPr/>
              <p:nvPr/>
            </p:nvPicPr>
            <p:blipFill>
              <a:blip r:embed="rId14"/>
              <a:stretch>
                <a:fillRect/>
              </a:stretch>
            </p:blipFill>
            <p:spPr>
              <a:xfrm>
                <a:off x="6421784" y="2201845"/>
                <a:ext cx="1382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F5634213-957E-98E5-DDFC-133C2DFC49A9}"/>
                  </a:ext>
                </a:extLst>
              </p14:cNvPr>
              <p14:cNvContentPartPr/>
              <p14:nvPr/>
            </p14:nvContentPartPr>
            <p14:xfrm>
              <a:off x="8819024" y="3107245"/>
              <a:ext cx="3127680" cy="360"/>
            </p14:xfrm>
          </p:contentPart>
        </mc:Choice>
        <mc:Fallback xmlns="">
          <p:pic>
            <p:nvPicPr>
              <p:cNvPr id="12" name="Ink 11">
                <a:extLst>
                  <a:ext uri="{FF2B5EF4-FFF2-40B4-BE49-F238E27FC236}">
                    <a16:creationId xmlns:a16="http://schemas.microsoft.com/office/drawing/2014/main" id="{F5634213-957E-98E5-DDFC-133C2DFC49A9}"/>
                  </a:ext>
                </a:extLst>
              </p:cNvPr>
              <p:cNvPicPr/>
              <p:nvPr/>
            </p:nvPicPr>
            <p:blipFill>
              <a:blip r:embed="rId16"/>
              <a:stretch>
                <a:fillRect/>
              </a:stretch>
            </p:blipFill>
            <p:spPr>
              <a:xfrm>
                <a:off x="8810023" y="3098245"/>
                <a:ext cx="3145322" cy="18000"/>
              </a:xfrm>
              <a:prstGeom prst="rect">
                <a:avLst/>
              </a:prstGeom>
            </p:spPr>
          </p:pic>
        </mc:Fallback>
      </mc:AlternateContent>
    </p:spTree>
    <p:extLst>
      <p:ext uri="{BB962C8B-B14F-4D97-AF65-F5344CB8AC3E}">
        <p14:creationId xmlns:p14="http://schemas.microsoft.com/office/powerpoint/2010/main" val="1954982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2000" fill="hold"/>
                                        <p:tgtEl>
                                          <p:spTgt spid="9"/>
                                        </p:tgtEl>
                                        <p:attrNameLst>
                                          <p:attrName>drawProgress</p:attrName>
                                        </p:attrNameLst>
                                      </p:cBhvr>
                                      <p:tavLst>
                                        <p:tav tm="0">
                                          <p:val>
                                            <p:fltVal val="0"/>
                                          </p:val>
                                        </p:tav>
                                        <p:tav tm="100000">
                                          <p:val>
                                            <p:fltVal val="1"/>
                                          </p:val>
                                        </p:tav>
                                      </p:tavLst>
                                    </p:anim>
                                  </p:childTnLst>
                                </p:cTn>
                              </p:par>
                            </p:childTnLst>
                          </p:cTn>
                        </p:par>
                        <p:par>
                          <p:cTn id="13" fill="hold">
                            <p:stCondLst>
                              <p:cond delay="2000"/>
                            </p:stCondLst>
                            <p:childTnLst>
                              <p:par>
                                <p:cTn id="14" presetID="63"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20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63"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2000" fill="hold"/>
                                        <p:tgtEl>
                                          <p:spTgt spid="12"/>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4B0F3E-0EFB-4899-BE8B-B897906C9534}"/>
              </a:ext>
            </a:extLst>
          </p:cNvPr>
          <p:cNvSpPr>
            <a:spLocks noChangeArrowheads="1"/>
          </p:cNvSpPr>
          <p:nvPr/>
        </p:nvSpPr>
        <p:spPr bwMode="auto">
          <a:xfrm>
            <a:off x="276725" y="382012"/>
            <a:ext cx="11684669"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a:ln>
                  <a:noFill/>
                </a:ln>
                <a:solidFill>
                  <a:schemeClr val="tx1"/>
                </a:solidFill>
                <a:effectLst/>
                <a:latin typeface="Arial Unicode MS"/>
                <a:cs typeface="Calibri" panose="020F0502020204030204" pitchFamily="34" charset="0"/>
              </a:rPr>
              <a:t>Dear Sir/Madam,</a:t>
            </a:r>
          </a:p>
          <a:p>
            <a:pPr algn="just">
              <a:spcBef>
                <a:spcPct val="0"/>
              </a:spcBef>
              <a:spcAft>
                <a:spcPct val="0"/>
              </a:spcAft>
            </a:pPr>
            <a:endParaRPr lang="en-US" altLang="en-US" sz="3000">
              <a:latin typeface="Arial Unicode MS"/>
              <a:cs typeface="Calibri"/>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a:ln>
                  <a:noFill/>
                </a:ln>
                <a:solidFill>
                  <a:schemeClr val="tx1"/>
                </a:solidFill>
                <a:effectLst/>
                <a:latin typeface="Arial Unicode MS"/>
                <a:cs typeface="Calibri" panose="020F0502020204030204" pitchFamily="34" charset="0"/>
              </a:rPr>
              <a:t>I am writing to apply for the position of Junior Office Assistant as advertised in "The Daily" on 3rd May.</a:t>
            </a:r>
          </a:p>
          <a:p>
            <a:pPr algn="just" eaLnBrk="0" fontAlgn="base" hangingPunct="0">
              <a:spcBef>
                <a:spcPct val="0"/>
              </a:spcBef>
              <a:spcAft>
                <a:spcPct val="0"/>
              </a:spcAft>
            </a:pPr>
            <a:r>
              <a:rPr lang="en-US" altLang="en-US" sz="3000">
                <a:latin typeface="Arial Unicode MS"/>
                <a:cs typeface="Calibri"/>
              </a:rPr>
              <a:t> </a:t>
            </a:r>
            <a:br>
              <a:rPr lang="en-US" altLang="en-US" sz="3000">
                <a:latin typeface="Arial Unicode MS"/>
                <a:cs typeface="Calibri"/>
              </a:rPr>
            </a:br>
            <a:r>
              <a:rPr kumimoji="0" lang="en-US" altLang="en-US" sz="3000" b="0" i="0" u="none" strike="noStrike" cap="none" normalizeH="0" baseline="0">
                <a:ln>
                  <a:noFill/>
                </a:ln>
                <a:effectLst/>
                <a:latin typeface="Arial Unicode MS"/>
                <a:cs typeface="Calibri"/>
              </a:rPr>
              <a:t>I am a seventeen-year-old student in my final year of High School. I am computer literate and currently attending a course in Computer Technology. I also have a computer at home on which I play computer games.</a:t>
            </a:r>
            <a:endParaRPr lang="en-US" altLang="en-US" sz="3000" b="0" i="0" u="none" strike="noStrike" cap="none" normalizeH="0" baseline="0">
              <a:ln>
                <a:noFill/>
              </a:ln>
              <a:effectLst/>
              <a:latin typeface="Arial Unicode MS"/>
              <a:ea typeface="Arial Unicode MS"/>
              <a:cs typeface="Calibri"/>
            </a:endParaRPr>
          </a:p>
          <a:p>
            <a:pPr algn="just" eaLnBrk="0" fontAlgn="base" hangingPunct="0">
              <a:spcBef>
                <a:spcPct val="0"/>
              </a:spcBef>
              <a:spcAft>
                <a:spcPct val="0"/>
              </a:spcAft>
            </a:pPr>
            <a:br>
              <a:rPr lang="en-US" altLang="en-US" sz="3000" b="0" i="0" u="none" strike="noStrike" cap="none" normalizeH="0" baseline="0">
                <a:ln>
                  <a:noFill/>
                </a:ln>
                <a:effectLst/>
                <a:latin typeface="Arial Unicode MS"/>
                <a:cs typeface="Calibri" panose="020F0502020204030204" pitchFamily="34" charset="0"/>
              </a:rPr>
            </a:br>
            <a:r>
              <a:rPr kumimoji="0" lang="en-US" altLang="en-US" sz="3000" b="0" i="0" u="none" strike="noStrike" cap="none" normalizeH="0" baseline="0">
                <a:ln>
                  <a:noFill/>
                </a:ln>
                <a:effectLst/>
                <a:latin typeface="Arial Unicode MS"/>
                <a:cs typeface="Calibri"/>
              </a:rPr>
              <a:t>In addition, my knowledge of the English language is quite satisfactory. I am planning to sit the Higher Degree of English Examination in a few weeks, despite the fact that I failed it last year.</a:t>
            </a:r>
            <a:r>
              <a:rPr lang="en-US" altLang="en-US" sz="3000">
                <a:latin typeface="Arial Unicode MS"/>
                <a:cs typeface="Calibri"/>
              </a:rPr>
              <a:t> </a:t>
            </a:r>
          </a:p>
        </p:txBody>
      </p:sp>
    </p:spTree>
    <p:extLst>
      <p:ext uri="{BB962C8B-B14F-4D97-AF65-F5344CB8AC3E}">
        <p14:creationId xmlns:p14="http://schemas.microsoft.com/office/powerpoint/2010/main" val="1719437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4B0F3E-0EFB-4899-BE8B-B897906C9534}"/>
              </a:ext>
            </a:extLst>
          </p:cNvPr>
          <p:cNvSpPr>
            <a:spLocks noChangeArrowheads="1"/>
          </p:cNvSpPr>
          <p:nvPr/>
        </p:nvSpPr>
        <p:spPr bwMode="auto">
          <a:xfrm>
            <a:off x="246646" y="-54145"/>
            <a:ext cx="11706727"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a:lnSpc>
                <a:spcPct val="100000"/>
              </a:lnSpc>
              <a:spcBef>
                <a:spcPct val="0"/>
              </a:spcBef>
              <a:spcAft>
                <a:spcPct val="0"/>
              </a:spcAft>
              <a:buClrTx/>
              <a:buSzTx/>
              <a:buFontTx/>
              <a:buNone/>
              <a:tabLst/>
            </a:pPr>
            <a:r>
              <a:rPr kumimoji="0" lang="en-US" altLang="en-US" sz="3000" b="0" i="0" u="none" strike="noStrike" cap="none" normalizeH="0" baseline="0">
                <a:ln>
                  <a:noFill/>
                </a:ln>
                <a:effectLst/>
                <a:latin typeface="Arial Unicode MS"/>
                <a:cs typeface="Calibri"/>
              </a:rPr>
              <a:t>As you can see from my curriculum vitae, I have had previous experience as an office assistant. My duties included filing, answering the telephone and some typing, all of which helped me improve my </a:t>
            </a:r>
            <a:r>
              <a:rPr kumimoji="0" lang="en-US" altLang="en-US" sz="3000" b="0" i="0" u="none" strike="noStrike" cap="none" normalizeH="0" baseline="0" err="1">
                <a:ln>
                  <a:noFill/>
                </a:ln>
                <a:effectLst/>
                <a:latin typeface="Arial Unicode MS"/>
                <a:cs typeface="Calibri"/>
              </a:rPr>
              <a:t>organisational</a:t>
            </a:r>
            <a:r>
              <a:rPr kumimoji="0" lang="en-US" altLang="en-US" sz="3000" b="0" i="0" u="none" strike="noStrike" cap="none" normalizeH="0" baseline="0">
                <a:ln>
                  <a:noFill/>
                </a:ln>
                <a:effectLst/>
                <a:latin typeface="Arial Unicode MS"/>
                <a:cs typeface="Calibri"/>
              </a:rPr>
              <a:t> skills. I really enjoyed the job so that is why I would like a similar position this year. I am also interested in making some money for the summer holidays. I have enclosed a reference letter from my previous employer for your consideration.</a:t>
            </a:r>
            <a:endParaRPr lang="en-US" altLang="en-US" sz="3000" b="0" i="0" u="none" strike="noStrike" cap="none" normalizeH="0" baseline="0">
              <a:ln>
                <a:noFill/>
              </a:ln>
              <a:effectLst/>
              <a:latin typeface="Arial Unicode MS"/>
              <a:ea typeface="Arial Unicode MS"/>
              <a:cs typeface="Calibri"/>
            </a:endParaRPr>
          </a:p>
          <a:p>
            <a:pPr algn="just" eaLnBrk="0" fontAlgn="base" hangingPunct="0">
              <a:spcBef>
                <a:spcPct val="0"/>
              </a:spcBef>
              <a:spcAft>
                <a:spcPct val="0"/>
              </a:spcAft>
            </a:pPr>
            <a:br>
              <a:rPr lang="en-US" altLang="en-US" sz="3000" b="0" i="0" u="none" strike="noStrike" cap="none" normalizeH="0" baseline="0">
                <a:ln>
                  <a:noFill/>
                </a:ln>
                <a:effectLst/>
                <a:latin typeface="Arial Unicode MS"/>
                <a:cs typeface="Calibri" panose="020F0502020204030204" pitchFamily="34" charset="0"/>
              </a:rPr>
            </a:br>
            <a:r>
              <a:rPr kumimoji="0" lang="en-US" altLang="en-US" sz="3000" b="0" i="0" u="none" strike="noStrike" cap="none" normalizeH="0" baseline="0">
                <a:ln>
                  <a:noFill/>
                </a:ln>
                <a:effectLst/>
                <a:latin typeface="Arial Unicode MS"/>
                <a:cs typeface="Calibri"/>
              </a:rPr>
              <a:t>If you feel that my qualifications meet your requirements, please note that I am available for an interview at your convenience. I look forward to a </a:t>
            </a:r>
            <a:r>
              <a:rPr kumimoji="0" lang="en-US" altLang="en-US" sz="3000" b="0" i="0" u="none" strike="noStrike" cap="none" normalizeH="0" baseline="0" err="1">
                <a:ln>
                  <a:noFill/>
                </a:ln>
                <a:effectLst/>
                <a:latin typeface="Arial Unicode MS"/>
                <a:cs typeface="Calibri"/>
              </a:rPr>
              <a:t>favourable</a:t>
            </a:r>
            <a:r>
              <a:rPr kumimoji="0" lang="en-US" altLang="en-US" sz="3000" b="0" i="0" u="none" strike="noStrike" cap="none" normalizeH="0" baseline="0">
                <a:ln>
                  <a:noFill/>
                </a:ln>
                <a:effectLst/>
                <a:latin typeface="Arial Unicode MS"/>
                <a:cs typeface="Calibri"/>
              </a:rPr>
              <a:t> reply.</a:t>
            </a:r>
            <a:r>
              <a:rPr lang="en-US" altLang="en-US" sz="3000">
                <a:latin typeface="Arial Unicode MS"/>
                <a:cs typeface="Calibri"/>
              </a:rPr>
              <a:t> </a:t>
            </a:r>
            <a:endParaRPr lang="en-US" altLang="en-US" sz="3000" b="0" i="0" u="none" strike="noStrike" cap="none" normalizeH="0" baseline="0">
              <a:ln>
                <a:noFill/>
              </a:ln>
              <a:effectLst/>
              <a:latin typeface="Arial Unicode MS"/>
              <a:ea typeface="Arial Unicode MS"/>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3000" b="0" i="0" u="none" strike="noStrike" cap="none" normalizeH="0" baseline="0">
                <a:ln>
                  <a:noFill/>
                </a:ln>
                <a:solidFill>
                  <a:schemeClr val="tx1"/>
                </a:solidFill>
                <a:effectLst/>
                <a:latin typeface="Arial Unicode MS"/>
                <a:cs typeface="Calibri" panose="020F0502020204030204" pitchFamily="34" charset="0"/>
              </a:rPr>
            </a:br>
            <a:r>
              <a:rPr kumimoji="0" lang="en-US" altLang="en-US" sz="3000" b="0" i="0" u="none" strike="noStrike" cap="none" normalizeH="0" baseline="0">
                <a:ln>
                  <a:noFill/>
                </a:ln>
                <a:solidFill>
                  <a:schemeClr val="tx1"/>
                </a:solidFill>
                <a:effectLst/>
                <a:latin typeface="Arial Unicode MS"/>
                <a:cs typeface="Calibri" panose="020F0502020204030204" pitchFamily="34" charset="0"/>
              </a:rPr>
              <a:t>Yours faithfully, </a:t>
            </a:r>
          </a:p>
          <a:p>
            <a:pPr algn="just">
              <a:spcBef>
                <a:spcPct val="0"/>
              </a:spcBef>
              <a:spcAft>
                <a:spcPct val="0"/>
              </a:spcAft>
            </a:pPr>
            <a:endParaRPr lang="en-US" altLang="en-US" sz="3000">
              <a:latin typeface="Arial Unicode MS"/>
              <a:ea typeface="Arial Unicode MS"/>
              <a:cs typeface="Calibri"/>
            </a:endParaRPr>
          </a:p>
          <a:p>
            <a:pPr algn="just">
              <a:spcBef>
                <a:spcPct val="0"/>
              </a:spcBef>
              <a:spcAft>
                <a:spcPct val="0"/>
              </a:spcAft>
            </a:pPr>
            <a:r>
              <a:rPr lang="en-US" altLang="en-US" sz="3000">
                <a:latin typeface="Arial Unicode MS"/>
                <a:ea typeface="Arial Unicode MS"/>
                <a:cs typeface="Calibri"/>
              </a:rPr>
              <a:t>Jane Brown.</a:t>
            </a:r>
          </a:p>
        </p:txBody>
      </p:sp>
    </p:spTree>
    <p:extLst>
      <p:ext uri="{BB962C8B-B14F-4D97-AF65-F5344CB8AC3E}">
        <p14:creationId xmlns:p14="http://schemas.microsoft.com/office/powerpoint/2010/main" val="1490397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CC4548-98D4-2A0B-4329-F0E0C0A65C3D}"/>
              </a:ext>
            </a:extLst>
          </p:cNvPr>
          <p:cNvSpPr>
            <a:spLocks noChangeArrowheads="1"/>
          </p:cNvSpPr>
          <p:nvPr/>
        </p:nvSpPr>
        <p:spPr bwMode="auto">
          <a:xfrm>
            <a:off x="364956" y="191047"/>
            <a:ext cx="11369843"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1 Answer these questions.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a. Is the person suitable for the job? Why/ Why not?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b. What is a curriculum vitae (CV) and a reference?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endParaRPr kumimoji="0" lang="en-US" altLang="en-US" sz="2800" b="0" i="0" u="none" strike="noStrike" cap="none" normalizeH="0" baseline="0">
              <a:ln>
                <a:noFill/>
              </a:ln>
              <a:solidFill>
                <a:schemeClr val="tx1"/>
              </a:solidFill>
              <a:effectLst/>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a:latin typeface="Arial Unicode MS"/>
              <a:cs typeface="Calibri" panose="020F0502020204030204" pitchFamily="34" charset="0"/>
            </a:endParaRPr>
          </a:p>
        </p:txBody>
      </p:sp>
      <p:sp>
        <p:nvSpPr>
          <p:cNvPr id="6" name="TextBox 5">
            <a:extLst>
              <a:ext uri="{FF2B5EF4-FFF2-40B4-BE49-F238E27FC236}">
                <a16:creationId xmlns:a16="http://schemas.microsoft.com/office/drawing/2014/main" id="{E467BB61-AAE9-CB83-A59A-A796CEBD57EB}"/>
              </a:ext>
            </a:extLst>
          </p:cNvPr>
          <p:cNvSpPr txBox="1"/>
          <p:nvPr/>
        </p:nvSpPr>
        <p:spPr>
          <a:xfrm>
            <a:off x="364956" y="1074824"/>
            <a:ext cx="11369843"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solidFill>
                  <a:srgbClr val="0070C0"/>
                </a:solidFill>
                <a:latin typeface="Segoe Print" panose="02000600000000000000" pitchFamily="2" charset="0"/>
                <a:cs typeface="Calibri" panose="020F0502020204030204" pitchFamily="34" charset="0"/>
              </a:rPr>
              <a:t>Possibly, but she does herself no </a:t>
            </a:r>
            <a:r>
              <a:rPr lang="en-US" altLang="en-US" sz="2800" err="1">
                <a:solidFill>
                  <a:srgbClr val="0070C0"/>
                </a:solidFill>
                <a:latin typeface="Segoe Print" panose="02000600000000000000" pitchFamily="2" charset="0"/>
                <a:cs typeface="Calibri" panose="020F0502020204030204" pitchFamily="34" charset="0"/>
              </a:rPr>
              <a:t>favours</a:t>
            </a:r>
            <a:r>
              <a:rPr lang="en-US" altLang="en-US" sz="2800">
                <a:solidFill>
                  <a:srgbClr val="0070C0"/>
                </a:solidFill>
                <a:latin typeface="Segoe Print" panose="02000600000000000000" pitchFamily="2" charset="0"/>
                <a:cs typeface="Calibri" panose="020F0502020204030204" pitchFamily="34" charset="0"/>
              </a:rPr>
              <a:t> writing that she plays computer games because it makes her sound immature. She did not need to say that she failed her exam last year. </a:t>
            </a:r>
            <a:r>
              <a:rPr kumimoji="0" lang="en-US" altLang="en-US" sz="2800" b="0" i="0" u="none" strike="noStrike" cap="none" normalizeH="0" baseline="0">
                <a:ln>
                  <a:noFill/>
                </a:ln>
                <a:solidFill>
                  <a:srgbClr val="0070C0"/>
                </a:solidFill>
                <a:effectLst/>
                <a:latin typeface="Segoe Print" panose="02000600000000000000" pitchFamily="2" charset="0"/>
                <a:cs typeface="Calibri" panose="020F0502020204030204" pitchFamily="34" charset="0"/>
              </a:rPr>
              <a:t> </a:t>
            </a:r>
            <a:endParaRPr lang="en-GB"/>
          </a:p>
        </p:txBody>
      </p:sp>
      <p:sp>
        <p:nvSpPr>
          <p:cNvPr id="7" name="TextBox 6">
            <a:extLst>
              <a:ext uri="{FF2B5EF4-FFF2-40B4-BE49-F238E27FC236}">
                <a16:creationId xmlns:a16="http://schemas.microsoft.com/office/drawing/2014/main" id="{2D022D53-DB53-BBFB-548A-55B040C74929}"/>
              </a:ext>
            </a:extLst>
          </p:cNvPr>
          <p:cNvSpPr txBox="1"/>
          <p:nvPr/>
        </p:nvSpPr>
        <p:spPr>
          <a:xfrm>
            <a:off x="411078" y="3278608"/>
            <a:ext cx="11486150" cy="1815882"/>
          </a:xfrm>
          <a:prstGeom prst="rect">
            <a:avLst/>
          </a:prstGeom>
          <a:noFill/>
        </p:spPr>
        <p:txBody>
          <a:bodyPr wrap="square">
            <a:spAutoFit/>
          </a:bodyPr>
          <a:lstStyle/>
          <a:p>
            <a:pPr lvl="0" eaLnBrk="0" fontAlgn="base" hangingPunct="0">
              <a:spcBef>
                <a:spcPct val="0"/>
              </a:spcBef>
              <a:spcAft>
                <a:spcPct val="0"/>
              </a:spcAft>
            </a:pPr>
            <a:r>
              <a:rPr lang="en-US" altLang="en-US" sz="2800" dirty="0">
                <a:solidFill>
                  <a:srgbClr val="0070C0"/>
                </a:solidFill>
                <a:latin typeface="Segoe Print" panose="02000600000000000000" pitchFamily="2" charset="0"/>
                <a:cs typeface="Calibri" panose="020F0502020204030204" pitchFamily="34" charset="0"/>
              </a:rPr>
              <a:t>CV stands for curriculum vitae, which is Latin for “course of life.” It’s </a:t>
            </a:r>
            <a:r>
              <a:rPr lang="en-GB" sz="2800" dirty="0">
                <a:solidFill>
                  <a:srgbClr val="0070C0"/>
                </a:solidFill>
                <a:latin typeface="Segoe Print" panose="02000600000000000000" pitchFamily="2" charset="0"/>
              </a:rPr>
              <a:t>a brief account of a person's education, qualifications, and previous experience, typically sent with a cover letter when applying for a job. The American term is resume.</a:t>
            </a:r>
            <a:endParaRPr lang="en-GB" dirty="0">
              <a:solidFill>
                <a:srgbClr val="0070C0"/>
              </a:solidFill>
              <a:latin typeface="Segoe Print" panose="02000600000000000000" pitchFamily="2" charset="0"/>
            </a:endParaRPr>
          </a:p>
        </p:txBody>
      </p:sp>
      <p:sp>
        <p:nvSpPr>
          <p:cNvPr id="8" name="TextBox 7">
            <a:extLst>
              <a:ext uri="{FF2B5EF4-FFF2-40B4-BE49-F238E27FC236}">
                <a16:creationId xmlns:a16="http://schemas.microsoft.com/office/drawing/2014/main" id="{9360A293-93DF-170B-2E0D-6E75DD9F4865}"/>
              </a:ext>
            </a:extLst>
          </p:cNvPr>
          <p:cNvSpPr txBox="1"/>
          <p:nvPr/>
        </p:nvSpPr>
        <p:spPr>
          <a:xfrm>
            <a:off x="457201" y="5192415"/>
            <a:ext cx="11440027" cy="1384995"/>
          </a:xfrm>
          <a:prstGeom prst="rect">
            <a:avLst/>
          </a:prstGeom>
          <a:noFill/>
        </p:spPr>
        <p:txBody>
          <a:bodyPr wrap="square">
            <a:spAutoFit/>
          </a:bodyPr>
          <a:lstStyle/>
          <a:p>
            <a:pPr eaLnBrk="0" fontAlgn="base" hangingPunct="0">
              <a:spcBef>
                <a:spcPct val="0"/>
              </a:spcBef>
              <a:spcAft>
                <a:spcPct val="0"/>
              </a:spcAft>
            </a:pPr>
            <a:r>
              <a:rPr lang="en-GB" sz="2800">
                <a:solidFill>
                  <a:srgbClr val="0070C0"/>
                </a:solidFill>
                <a:latin typeface="Segoe Print" panose="02000600000000000000" pitchFamily="2" charset="0"/>
              </a:rPr>
              <a:t>A reference is a statement about a person’s qualifications, </a:t>
            </a:r>
          </a:p>
          <a:p>
            <a:pPr eaLnBrk="0" fontAlgn="base" hangingPunct="0">
              <a:spcBef>
                <a:spcPct val="0"/>
              </a:spcBef>
              <a:spcAft>
                <a:spcPct val="0"/>
              </a:spcAft>
            </a:pPr>
            <a:r>
              <a:rPr lang="en-GB" sz="2800">
                <a:solidFill>
                  <a:srgbClr val="0070C0"/>
                </a:solidFill>
                <a:latin typeface="Segoe Print" panose="02000600000000000000" pitchFamily="2" charset="0"/>
              </a:rPr>
              <a:t>character, and dependability written by someone who knows </a:t>
            </a:r>
          </a:p>
          <a:p>
            <a:pPr eaLnBrk="0" fontAlgn="base" hangingPunct="0">
              <a:spcBef>
                <a:spcPct val="0"/>
              </a:spcBef>
              <a:spcAft>
                <a:spcPct val="0"/>
              </a:spcAft>
            </a:pPr>
            <a:r>
              <a:rPr lang="en-GB" sz="2800">
                <a:solidFill>
                  <a:srgbClr val="0070C0"/>
                </a:solidFill>
                <a:latin typeface="Segoe Print" panose="02000600000000000000" pitchFamily="2" charset="0"/>
              </a:rPr>
              <a:t>that person.</a:t>
            </a:r>
          </a:p>
        </p:txBody>
      </p:sp>
    </p:spTree>
    <p:extLst>
      <p:ext uri="{BB962C8B-B14F-4D97-AF65-F5344CB8AC3E}">
        <p14:creationId xmlns:p14="http://schemas.microsoft.com/office/powerpoint/2010/main" val="2131197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343319-3B0B-DCCF-7949-1A39F770938C}"/>
              </a:ext>
            </a:extLst>
          </p:cNvPr>
          <p:cNvSpPr txBox="1"/>
          <p:nvPr/>
        </p:nvSpPr>
        <p:spPr>
          <a:xfrm>
            <a:off x="457200" y="19184"/>
            <a:ext cx="11075068" cy="2862322"/>
          </a:xfrm>
          <a:prstGeom prst="rect">
            <a:avLst/>
          </a:prstGeom>
          <a:noFill/>
        </p:spPr>
        <p:txBody>
          <a:bodyPr wrap="square">
            <a:spAutoFit/>
          </a:bodyPr>
          <a:lstStyle/>
          <a:p>
            <a:pPr marL="0" marR="0" indent="0" algn="l" rtl="0" eaLnBrk="0" fontAlgn="base" latinLnBrk="0" hangingPunct="0">
              <a:spcBef>
                <a:spcPts val="0"/>
              </a:spcBef>
              <a:spcAft>
                <a:spcPts val="0"/>
              </a:spcAft>
            </a:pPr>
            <a:r>
              <a:rPr lang="en-US" sz="3000" b="0" i="0" kern="1200" baseline="0" dirty="0">
                <a:ln>
                  <a:noFill/>
                </a:ln>
                <a:solidFill>
                  <a:srgbClr val="000000"/>
                </a:solidFill>
                <a:effectLst/>
                <a:latin typeface="Arial Unicode MS"/>
                <a:ea typeface="+mn-ea"/>
                <a:cs typeface="Calibri" panose="020F0502020204030204" pitchFamily="34" charset="0"/>
              </a:rPr>
              <a:t>2 Suppose the advertisement had the following extra point: Applicants must be available in July. </a:t>
            </a:r>
            <a:br>
              <a:rPr lang="en-US" sz="3000" b="0" i="0" kern="1200" baseline="0" dirty="0">
                <a:ln>
                  <a:noFill/>
                </a:ln>
                <a:solidFill>
                  <a:srgbClr val="000000"/>
                </a:solidFill>
                <a:effectLst/>
                <a:latin typeface="Arial Unicode MS"/>
                <a:ea typeface="+mn-ea"/>
                <a:cs typeface="Calibri" panose="020F0502020204030204" pitchFamily="34" charset="0"/>
              </a:rPr>
            </a:br>
            <a:r>
              <a:rPr lang="en-US" sz="3000" b="0" i="0" kern="1200" baseline="0" dirty="0">
                <a:ln>
                  <a:noFill/>
                </a:ln>
                <a:solidFill>
                  <a:srgbClr val="000000"/>
                </a:solidFill>
                <a:effectLst/>
                <a:latin typeface="Arial Unicode MS"/>
                <a:ea typeface="+mn-ea"/>
                <a:cs typeface="Calibri" panose="020F0502020204030204" pitchFamily="34" charset="0"/>
              </a:rPr>
              <a:t>What would you include in the letter in order to cover this point?</a:t>
            </a:r>
          </a:p>
          <a:p>
            <a:pPr marL="0" marR="0" indent="0" algn="l" rtl="0" eaLnBrk="0" fontAlgn="base" latinLnBrk="0" hangingPunct="0">
              <a:spcBef>
                <a:spcPts val="0"/>
              </a:spcBef>
              <a:spcAft>
                <a:spcPts val="0"/>
              </a:spcAft>
            </a:pPr>
            <a:endParaRPr lang="en-US" sz="3000" b="0" i="0" kern="1200" baseline="0" dirty="0">
              <a:ln>
                <a:noFill/>
              </a:ln>
              <a:solidFill>
                <a:srgbClr val="000000"/>
              </a:solidFill>
              <a:effectLst/>
              <a:latin typeface="Arial Unicode MS"/>
              <a:ea typeface="+mn-ea"/>
              <a:cs typeface="Calibri" panose="020F0502020204030204" pitchFamily="34" charset="0"/>
            </a:endParaRPr>
          </a:p>
          <a:p>
            <a:pPr marL="0" marR="0" indent="0" algn="l" rtl="0" eaLnBrk="0" fontAlgn="base" latinLnBrk="0" hangingPunct="0">
              <a:spcBef>
                <a:spcPts val="0"/>
              </a:spcBef>
              <a:spcAft>
                <a:spcPts val="0"/>
              </a:spcAft>
            </a:pPr>
            <a:endParaRPr lang="en-US" sz="3000" dirty="0">
              <a:solidFill>
                <a:srgbClr val="000000"/>
              </a:solidFill>
              <a:latin typeface="Arial Unicode MS"/>
              <a:cs typeface="Calibri" panose="020F0502020204030204" pitchFamily="34" charset="0"/>
            </a:endParaRPr>
          </a:p>
          <a:p>
            <a:pPr marL="0" marR="0" indent="0" algn="l" rtl="0" eaLnBrk="0" fontAlgn="base" latinLnBrk="0" hangingPunct="0">
              <a:spcBef>
                <a:spcPts val="0"/>
              </a:spcBef>
              <a:spcAft>
                <a:spcPts val="0"/>
              </a:spcAft>
            </a:pPr>
            <a:r>
              <a:rPr lang="en-US" sz="3000" b="0" i="0" kern="1200" baseline="0" dirty="0">
                <a:ln>
                  <a:noFill/>
                </a:ln>
                <a:solidFill>
                  <a:srgbClr val="000000"/>
                </a:solidFill>
                <a:effectLst/>
                <a:latin typeface="Arial Unicode MS"/>
                <a:ea typeface="+mn-ea"/>
                <a:cs typeface="Calibri" panose="020F0502020204030204" pitchFamily="34" charset="0"/>
              </a:rPr>
              <a:t>In the space below write your answer in an appropriate style.</a:t>
            </a:r>
            <a:endParaRPr lang="en-GB" sz="3000" dirty="0">
              <a:effectLst/>
            </a:endParaRPr>
          </a:p>
        </p:txBody>
      </p:sp>
      <p:sp>
        <p:nvSpPr>
          <p:cNvPr id="6" name="TextBox 5">
            <a:extLst>
              <a:ext uri="{FF2B5EF4-FFF2-40B4-BE49-F238E27FC236}">
                <a16:creationId xmlns:a16="http://schemas.microsoft.com/office/drawing/2014/main" id="{95F422DF-17E5-C9E4-C989-8DA656615D6D}"/>
              </a:ext>
            </a:extLst>
          </p:cNvPr>
          <p:cNvSpPr txBox="1"/>
          <p:nvPr/>
        </p:nvSpPr>
        <p:spPr>
          <a:xfrm>
            <a:off x="391026" y="2893180"/>
            <a:ext cx="10782300" cy="830997"/>
          </a:xfrm>
          <a:prstGeom prst="rect">
            <a:avLst/>
          </a:prstGeom>
          <a:noFill/>
        </p:spPr>
        <p:txBody>
          <a:bodyPr wrap="square">
            <a:spAutoFit/>
          </a:bodyPr>
          <a:lstStyle/>
          <a:p>
            <a:pPr eaLnBrk="0" fontAlgn="base" hangingPunct="0">
              <a:spcBef>
                <a:spcPct val="0"/>
              </a:spcBef>
              <a:spcAft>
                <a:spcPct val="0"/>
              </a:spcAft>
            </a:pPr>
            <a:r>
              <a:rPr lang="en-GB" sz="2400">
                <a:solidFill>
                  <a:srgbClr val="0070C0"/>
                </a:solidFill>
                <a:latin typeface="Segoe Print" panose="02000600000000000000" pitchFamily="2" charset="0"/>
              </a:rPr>
              <a:t>The school year ends on 17 June and the computer course ends on 20 June, so I will be available to work throughout July.</a:t>
            </a:r>
          </a:p>
        </p:txBody>
      </p:sp>
      <p:sp>
        <p:nvSpPr>
          <p:cNvPr id="7" name="TextBox 6">
            <a:extLst>
              <a:ext uri="{FF2B5EF4-FFF2-40B4-BE49-F238E27FC236}">
                <a16:creationId xmlns:a16="http://schemas.microsoft.com/office/drawing/2014/main" id="{8475472B-82F4-2AEC-9787-D512E2B2A4B7}"/>
              </a:ext>
            </a:extLst>
          </p:cNvPr>
          <p:cNvSpPr txBox="1"/>
          <p:nvPr/>
        </p:nvSpPr>
        <p:spPr>
          <a:xfrm>
            <a:off x="457200" y="1501431"/>
            <a:ext cx="10782300" cy="830997"/>
          </a:xfrm>
          <a:prstGeom prst="rect">
            <a:avLst/>
          </a:prstGeom>
          <a:noFill/>
        </p:spPr>
        <p:txBody>
          <a:bodyPr wrap="square">
            <a:spAutoFit/>
          </a:bodyPr>
          <a:lstStyle/>
          <a:p>
            <a:pPr eaLnBrk="0" fontAlgn="base" hangingPunct="0">
              <a:spcBef>
                <a:spcPct val="0"/>
              </a:spcBef>
              <a:spcAft>
                <a:spcPct val="0"/>
              </a:spcAft>
            </a:pPr>
            <a:r>
              <a:rPr lang="en-GB" sz="2400">
                <a:solidFill>
                  <a:srgbClr val="0070C0"/>
                </a:solidFill>
                <a:latin typeface="Segoe Print" panose="02000600000000000000" pitchFamily="2" charset="0"/>
              </a:rPr>
              <a:t>The date the school year and computer course end and a clear statement of your availability throughout July.</a:t>
            </a:r>
          </a:p>
        </p:txBody>
      </p:sp>
      <p:sp>
        <p:nvSpPr>
          <p:cNvPr id="9" name="TextBox 8">
            <a:extLst>
              <a:ext uri="{FF2B5EF4-FFF2-40B4-BE49-F238E27FC236}">
                <a16:creationId xmlns:a16="http://schemas.microsoft.com/office/drawing/2014/main" id="{388E4A70-C471-45C4-E1F2-C763A7100A43}"/>
              </a:ext>
            </a:extLst>
          </p:cNvPr>
          <p:cNvSpPr txBox="1"/>
          <p:nvPr/>
        </p:nvSpPr>
        <p:spPr>
          <a:xfrm>
            <a:off x="457200" y="3735851"/>
            <a:ext cx="6097002" cy="461665"/>
          </a:xfrm>
          <a:prstGeom prst="rect">
            <a:avLst/>
          </a:prstGeom>
          <a:noFill/>
        </p:spPr>
        <p:txBody>
          <a:bodyPr wrap="square">
            <a:spAutoFit/>
          </a:bodyPr>
          <a:lstStyle/>
          <a:p>
            <a:r>
              <a:rPr lang="en-US" sz="2400" b="0" i="0" kern="1200" baseline="0">
                <a:ln>
                  <a:noFill/>
                </a:ln>
                <a:solidFill>
                  <a:srgbClr val="000000"/>
                </a:solidFill>
                <a:effectLst/>
                <a:latin typeface="Arial Unicode MS"/>
                <a:ea typeface="+mn-ea"/>
                <a:cs typeface="Calibri" panose="020F0502020204030204" pitchFamily="34" charset="0"/>
              </a:rPr>
              <a:t>In which part of the letter would you add it? </a:t>
            </a:r>
            <a:endParaRPr lang="en-GB" sz="2400"/>
          </a:p>
        </p:txBody>
      </p:sp>
      <p:sp>
        <p:nvSpPr>
          <p:cNvPr id="10" name="TextBox 9">
            <a:extLst>
              <a:ext uri="{FF2B5EF4-FFF2-40B4-BE49-F238E27FC236}">
                <a16:creationId xmlns:a16="http://schemas.microsoft.com/office/drawing/2014/main" id="{1D809C03-FFD4-6366-FD36-AB43302EF5DC}"/>
              </a:ext>
            </a:extLst>
          </p:cNvPr>
          <p:cNvSpPr txBox="1"/>
          <p:nvPr/>
        </p:nvSpPr>
        <p:spPr>
          <a:xfrm>
            <a:off x="457200" y="4197516"/>
            <a:ext cx="6190735" cy="461665"/>
          </a:xfrm>
          <a:prstGeom prst="rect">
            <a:avLst/>
          </a:prstGeom>
          <a:noFill/>
        </p:spPr>
        <p:txBody>
          <a:bodyPr wrap="square">
            <a:spAutoFit/>
          </a:bodyPr>
          <a:lstStyle/>
          <a:p>
            <a:pPr eaLnBrk="0" fontAlgn="base" hangingPunct="0">
              <a:spcBef>
                <a:spcPct val="0"/>
              </a:spcBef>
              <a:spcAft>
                <a:spcPct val="0"/>
              </a:spcAft>
            </a:pPr>
            <a:r>
              <a:rPr lang="en-GB" sz="2400" dirty="0">
                <a:solidFill>
                  <a:srgbClr val="0070C0"/>
                </a:solidFill>
                <a:latin typeface="Segoe Print" panose="02000600000000000000" pitchFamily="2" charset="0"/>
              </a:rPr>
              <a:t>Paragraph 4 after “summer holiday.”</a:t>
            </a:r>
          </a:p>
        </p:txBody>
      </p:sp>
      <p:sp>
        <p:nvSpPr>
          <p:cNvPr id="12" name="TextBox 11">
            <a:extLst>
              <a:ext uri="{FF2B5EF4-FFF2-40B4-BE49-F238E27FC236}">
                <a16:creationId xmlns:a16="http://schemas.microsoft.com/office/drawing/2014/main" id="{0989242F-4EC9-47CA-181A-BB599AE0DD52}"/>
              </a:ext>
            </a:extLst>
          </p:cNvPr>
          <p:cNvSpPr txBox="1"/>
          <p:nvPr/>
        </p:nvSpPr>
        <p:spPr>
          <a:xfrm>
            <a:off x="457199" y="4659181"/>
            <a:ext cx="11225463" cy="830997"/>
          </a:xfrm>
          <a:prstGeom prst="rect">
            <a:avLst/>
          </a:prstGeom>
          <a:noFill/>
        </p:spPr>
        <p:txBody>
          <a:bodyPr wrap="square">
            <a:spAutoFit/>
          </a:bodyPr>
          <a:lstStyle/>
          <a:p>
            <a:r>
              <a:rPr kumimoji="0" lang="en-US" altLang="en-US" sz="2400" b="0" i="0" u="none" strike="noStrike" cap="none" normalizeH="0" baseline="0">
                <a:ln>
                  <a:noFill/>
                </a:ln>
                <a:effectLst/>
                <a:latin typeface="Arial Unicode MS"/>
                <a:cs typeface="Calibri"/>
              </a:rPr>
              <a:t>I am a seventeen-year-old student in my final year of High School. I am computer literate and currently attending a course in Computer Technology.</a:t>
            </a:r>
            <a:endParaRPr lang="en-GB" sz="2400"/>
          </a:p>
        </p:txBody>
      </p:sp>
      <p:sp>
        <p:nvSpPr>
          <p:cNvPr id="11" name="TextBox 10">
            <a:extLst>
              <a:ext uri="{FF2B5EF4-FFF2-40B4-BE49-F238E27FC236}">
                <a16:creationId xmlns:a16="http://schemas.microsoft.com/office/drawing/2014/main" id="{11AFD80C-6CF5-9E30-2B52-3BB1199F84C9}"/>
              </a:ext>
            </a:extLst>
          </p:cNvPr>
          <p:cNvSpPr txBox="1"/>
          <p:nvPr/>
        </p:nvSpPr>
        <p:spPr>
          <a:xfrm>
            <a:off x="9352546" y="5060052"/>
            <a:ext cx="2632912" cy="461665"/>
          </a:xfrm>
          <a:prstGeom prst="rect">
            <a:avLst/>
          </a:prstGeom>
          <a:noFill/>
        </p:spPr>
        <p:txBody>
          <a:bodyPr wrap="square">
            <a:spAutoFit/>
          </a:bodyPr>
          <a:lstStyle/>
          <a:p>
            <a:r>
              <a:rPr lang="en-GB" sz="2400">
                <a:solidFill>
                  <a:srgbClr val="0070C0"/>
                </a:solidFill>
                <a:latin typeface="Segoe Print" panose="02000600000000000000" pitchFamily="2" charset="0"/>
              </a:rPr>
              <a:t>The school year</a:t>
            </a:r>
            <a:endParaRPr lang="en-GB" sz="2400"/>
          </a:p>
        </p:txBody>
      </p:sp>
      <p:sp>
        <p:nvSpPr>
          <p:cNvPr id="13" name="TextBox 12">
            <a:extLst>
              <a:ext uri="{FF2B5EF4-FFF2-40B4-BE49-F238E27FC236}">
                <a16:creationId xmlns:a16="http://schemas.microsoft.com/office/drawing/2014/main" id="{B31095E3-A109-8868-4313-15EFAD224831}"/>
              </a:ext>
            </a:extLst>
          </p:cNvPr>
          <p:cNvSpPr txBox="1"/>
          <p:nvPr/>
        </p:nvSpPr>
        <p:spPr>
          <a:xfrm>
            <a:off x="457199" y="5460923"/>
            <a:ext cx="11411953" cy="461665"/>
          </a:xfrm>
          <a:prstGeom prst="rect">
            <a:avLst/>
          </a:prstGeom>
          <a:noFill/>
        </p:spPr>
        <p:txBody>
          <a:bodyPr wrap="square">
            <a:spAutoFit/>
          </a:bodyPr>
          <a:lstStyle/>
          <a:p>
            <a:r>
              <a:rPr lang="en-GB" sz="2400">
                <a:solidFill>
                  <a:srgbClr val="0070C0"/>
                </a:solidFill>
                <a:latin typeface="Segoe Print" panose="02000600000000000000" pitchFamily="2" charset="0"/>
              </a:rPr>
              <a:t>ends on 17 June and the computer course ends on 20 June, so I will be </a:t>
            </a:r>
            <a:endParaRPr lang="en-GB" sz="2400"/>
          </a:p>
        </p:txBody>
      </p:sp>
      <p:sp>
        <p:nvSpPr>
          <p:cNvPr id="14" name="TextBox 13">
            <a:extLst>
              <a:ext uri="{FF2B5EF4-FFF2-40B4-BE49-F238E27FC236}">
                <a16:creationId xmlns:a16="http://schemas.microsoft.com/office/drawing/2014/main" id="{C591A0A3-4897-D39B-F61E-99D75D642E01}"/>
              </a:ext>
            </a:extLst>
          </p:cNvPr>
          <p:cNvSpPr txBox="1"/>
          <p:nvPr/>
        </p:nvSpPr>
        <p:spPr>
          <a:xfrm>
            <a:off x="431129" y="5861794"/>
            <a:ext cx="5638801" cy="461665"/>
          </a:xfrm>
          <a:prstGeom prst="rect">
            <a:avLst/>
          </a:prstGeom>
          <a:noFill/>
        </p:spPr>
        <p:txBody>
          <a:bodyPr wrap="square">
            <a:spAutoFit/>
          </a:bodyPr>
          <a:lstStyle/>
          <a:p>
            <a:r>
              <a:rPr lang="en-GB" sz="2400">
                <a:solidFill>
                  <a:srgbClr val="0070C0"/>
                </a:solidFill>
                <a:latin typeface="Segoe Print" panose="02000600000000000000" pitchFamily="2" charset="0"/>
              </a:rPr>
              <a:t>available to work throughout July.</a:t>
            </a:r>
            <a:endParaRPr lang="en-GB" sz="2400"/>
          </a:p>
        </p:txBody>
      </p:sp>
    </p:spTree>
    <p:extLst>
      <p:ext uri="{BB962C8B-B14F-4D97-AF65-F5344CB8AC3E}">
        <p14:creationId xmlns:p14="http://schemas.microsoft.com/office/powerpoint/2010/main" val="2140776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wipe(left)">
                                      <p:cBhvr>
                                        <p:cTn id="27" dur="500"/>
                                        <p:tgtEl>
                                          <p:spTgt spid="11">
                                            <p:txEl>
                                              <p:pRg st="0" end="0"/>
                                            </p:txEl>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2" grpId="0"/>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8B193E-F3BB-77B0-69A0-94EF337AC59F}"/>
              </a:ext>
            </a:extLst>
          </p:cNvPr>
          <p:cNvSpPr>
            <a:spLocks noChangeArrowheads="1"/>
          </p:cNvSpPr>
          <p:nvPr/>
        </p:nvSpPr>
        <p:spPr bwMode="auto">
          <a:xfrm>
            <a:off x="497806" y="1536174"/>
            <a:ext cx="1119638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a:ln>
                  <a:noFill/>
                </a:ln>
                <a:solidFill>
                  <a:schemeClr val="tx1"/>
                </a:solidFill>
                <a:effectLst/>
                <a:latin typeface="Arial Unicode MS"/>
                <a:cs typeface="Calibri" panose="020F0502020204030204" pitchFamily="34" charset="0"/>
              </a:rPr>
              <a:t>This unit deals with letters of application. What you include in the letter and how you </a:t>
            </a:r>
            <a:r>
              <a:rPr kumimoji="0" lang="en-US" altLang="en-US" sz="4000" b="0" i="0" u="none" strike="noStrike" cap="none" normalizeH="0" baseline="0" err="1">
                <a:ln>
                  <a:noFill/>
                </a:ln>
                <a:solidFill>
                  <a:schemeClr val="tx1"/>
                </a:solidFill>
                <a:effectLst/>
                <a:latin typeface="Arial Unicode MS"/>
                <a:cs typeface="Calibri" panose="020F0502020204030204" pitchFamily="34" charset="0"/>
              </a:rPr>
              <a:t>organise</a:t>
            </a:r>
            <a:r>
              <a:rPr kumimoji="0" lang="en-US" altLang="en-US" sz="4000" b="0" i="0" u="none" strike="noStrike" cap="none" normalizeH="0" baseline="0">
                <a:ln>
                  <a:noFill/>
                </a:ln>
                <a:solidFill>
                  <a:schemeClr val="tx1"/>
                </a:solidFill>
                <a:effectLst/>
                <a:latin typeface="Arial Unicode MS"/>
                <a:cs typeface="Calibri" panose="020F0502020204030204" pitchFamily="34" charset="0"/>
              </a:rPr>
              <a:t> it will depend on the rubric. Below is a general plan of a letter of application, with questions to help you when planning one. Read the plan and compare it to the sample. </a:t>
            </a: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9637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6B870CF-78DF-4852-997A-E461E0F7E956}"/>
              </a:ext>
            </a:extLst>
          </p:cNvPr>
          <p:cNvSpPr/>
          <p:nvPr/>
        </p:nvSpPr>
        <p:spPr>
          <a:xfrm>
            <a:off x="172952" y="525740"/>
            <a:ext cx="1251284"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Greeting</a:t>
            </a:r>
          </a:p>
        </p:txBody>
      </p:sp>
      <p:sp>
        <p:nvSpPr>
          <p:cNvPr id="4" name="Arrow: Pentagon 3">
            <a:extLst>
              <a:ext uri="{FF2B5EF4-FFF2-40B4-BE49-F238E27FC236}">
                <a16:creationId xmlns:a16="http://schemas.microsoft.com/office/drawing/2014/main" id="{CD107E6F-463E-251D-A5D6-7DD24AADA4F8}"/>
              </a:ext>
            </a:extLst>
          </p:cNvPr>
          <p:cNvSpPr/>
          <p:nvPr/>
        </p:nvSpPr>
        <p:spPr>
          <a:xfrm>
            <a:off x="172952" y="1375927"/>
            <a:ext cx="1546060" cy="65572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Opening paragraph</a:t>
            </a:r>
          </a:p>
        </p:txBody>
      </p:sp>
      <p:sp>
        <p:nvSpPr>
          <p:cNvPr id="12" name="Arrow: Pentagon 11">
            <a:extLst>
              <a:ext uri="{FF2B5EF4-FFF2-40B4-BE49-F238E27FC236}">
                <a16:creationId xmlns:a16="http://schemas.microsoft.com/office/drawing/2014/main" id="{08E7F753-A9CB-B5AC-C0A9-4F33FCEDE770}"/>
              </a:ext>
            </a:extLst>
          </p:cNvPr>
          <p:cNvSpPr/>
          <p:nvPr/>
        </p:nvSpPr>
        <p:spPr>
          <a:xfrm>
            <a:off x="172951" y="5321971"/>
            <a:ext cx="1564107" cy="65572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Signing off</a:t>
            </a:r>
          </a:p>
        </p:txBody>
      </p:sp>
      <p:sp>
        <p:nvSpPr>
          <p:cNvPr id="15" name="Arrow: Pentagon 14">
            <a:extLst>
              <a:ext uri="{FF2B5EF4-FFF2-40B4-BE49-F238E27FC236}">
                <a16:creationId xmlns:a16="http://schemas.microsoft.com/office/drawing/2014/main" id="{2ACDE7C5-CE45-13F5-DBAB-E65551D817EB}"/>
              </a:ext>
            </a:extLst>
          </p:cNvPr>
          <p:cNvSpPr/>
          <p:nvPr/>
        </p:nvSpPr>
        <p:spPr>
          <a:xfrm>
            <a:off x="172952" y="2538936"/>
            <a:ext cx="1546060" cy="1112741"/>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Main part </a:t>
            </a:r>
          </a:p>
          <a:p>
            <a:pPr algn="ctr"/>
            <a:r>
              <a:rPr lang="en-GB"/>
              <a:t>2-3 paragraphs</a:t>
            </a:r>
          </a:p>
        </p:txBody>
      </p:sp>
      <p:sp>
        <p:nvSpPr>
          <p:cNvPr id="16" name="Arrow: Pentagon 15">
            <a:extLst>
              <a:ext uri="{FF2B5EF4-FFF2-40B4-BE49-F238E27FC236}">
                <a16:creationId xmlns:a16="http://schemas.microsoft.com/office/drawing/2014/main" id="{42E5236D-6E67-D771-FFD3-AA490DF26E4F}"/>
              </a:ext>
            </a:extLst>
          </p:cNvPr>
          <p:cNvSpPr/>
          <p:nvPr/>
        </p:nvSpPr>
        <p:spPr>
          <a:xfrm>
            <a:off x="172952" y="4158964"/>
            <a:ext cx="1606224" cy="65572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Closing paragraph</a:t>
            </a:r>
          </a:p>
        </p:txBody>
      </p:sp>
      <p:sp>
        <p:nvSpPr>
          <p:cNvPr id="19" name="TextBox 18">
            <a:extLst>
              <a:ext uri="{FF2B5EF4-FFF2-40B4-BE49-F238E27FC236}">
                <a16:creationId xmlns:a16="http://schemas.microsoft.com/office/drawing/2014/main" id="{47EB026A-E9A1-1673-6CF0-78F97DC6B08E}"/>
              </a:ext>
            </a:extLst>
          </p:cNvPr>
          <p:cNvSpPr txBox="1"/>
          <p:nvPr/>
        </p:nvSpPr>
        <p:spPr>
          <a:xfrm>
            <a:off x="1819773" y="525740"/>
            <a:ext cx="2370537" cy="338554"/>
          </a:xfrm>
          <a:prstGeom prst="rect">
            <a:avLst/>
          </a:prstGeom>
          <a:noFill/>
        </p:spPr>
        <p:txBody>
          <a:bodyPr wrap="square">
            <a:spAutoFit/>
          </a:bodyPr>
          <a:lstStyle/>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use a formal greeting </a:t>
            </a:r>
            <a:endParaRPr lang="en-GB" sz="1600"/>
          </a:p>
        </p:txBody>
      </p:sp>
      <p:sp>
        <p:nvSpPr>
          <p:cNvPr id="21" name="TextBox 20">
            <a:extLst>
              <a:ext uri="{FF2B5EF4-FFF2-40B4-BE49-F238E27FC236}">
                <a16:creationId xmlns:a16="http://schemas.microsoft.com/office/drawing/2014/main" id="{A9433F8B-73CB-43D2-39BA-E067808CDACA}"/>
              </a:ext>
            </a:extLst>
          </p:cNvPr>
          <p:cNvSpPr txBox="1"/>
          <p:nvPr/>
        </p:nvSpPr>
        <p:spPr>
          <a:xfrm>
            <a:off x="1777662" y="1288289"/>
            <a:ext cx="4014037"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use set phrases to state: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which position you are applying for.</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where/when you saw the advertisement. </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E2E598DE-EDB3-BCCC-D270-8CE893E237C3}"/>
              </a:ext>
            </a:extLst>
          </p:cNvPr>
          <p:cNvSpPr txBox="1"/>
          <p:nvPr/>
        </p:nvSpPr>
        <p:spPr>
          <a:xfrm>
            <a:off x="1737058" y="2433586"/>
            <a:ext cx="4958517" cy="1569660"/>
          </a:xfrm>
          <a:prstGeom prst="rect">
            <a:avLst/>
          </a:prstGeom>
          <a:noFill/>
        </p:spPr>
        <p:txBody>
          <a:bodyPr wrap="square">
            <a:spAutoFit/>
          </a:bodyPr>
          <a:lstStyle/>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mention your age </a:t>
            </a:r>
          </a:p>
          <a:p>
            <a:r>
              <a:rPr lang="en-US" altLang="en-US" sz="1600">
                <a:latin typeface="Arial Unicode MS"/>
                <a:cs typeface="Calibri" panose="020F0502020204030204" pitchFamily="34" charset="0"/>
              </a:rPr>
              <a:t>• ask for anything they did not make clear/</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describe your qualifications and experience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state your present/previous job, if relevant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state any interests/hobbies which are relevant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explain why you believe you are suitable for the job </a:t>
            </a:r>
            <a:endParaRPr lang="en-GB" sz="1600"/>
          </a:p>
        </p:txBody>
      </p:sp>
      <p:sp>
        <p:nvSpPr>
          <p:cNvPr id="24" name="TextBox 23">
            <a:extLst>
              <a:ext uri="{FF2B5EF4-FFF2-40B4-BE49-F238E27FC236}">
                <a16:creationId xmlns:a16="http://schemas.microsoft.com/office/drawing/2014/main" id="{03E10F29-4E6E-5C99-A66B-9A47BEE8400C}"/>
              </a:ext>
            </a:extLst>
          </p:cNvPr>
          <p:cNvSpPr txBox="1"/>
          <p:nvPr/>
        </p:nvSpPr>
        <p:spPr>
          <a:xfrm>
            <a:off x="1819773" y="3948216"/>
            <a:ext cx="3357704" cy="1077218"/>
          </a:xfrm>
          <a:prstGeom prst="rect">
            <a:avLst/>
          </a:prstGeom>
          <a:noFill/>
        </p:spPr>
        <p:txBody>
          <a:bodyPr wrap="square">
            <a:spAutoFit/>
          </a:bodyPr>
          <a:lstStyle/>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use set phrases to state that: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you hope your application will be </a:t>
            </a:r>
          </a:p>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taken into consideration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you enclose a CV/reference </a:t>
            </a:r>
            <a:endParaRPr lang="en-GB" sz="1600"/>
          </a:p>
        </p:txBody>
      </p:sp>
      <p:sp>
        <p:nvSpPr>
          <p:cNvPr id="25" name="TextBox 24">
            <a:extLst>
              <a:ext uri="{FF2B5EF4-FFF2-40B4-BE49-F238E27FC236}">
                <a16:creationId xmlns:a16="http://schemas.microsoft.com/office/drawing/2014/main" id="{16EE7A93-02D8-47FD-6BF1-9E344C745E01}"/>
              </a:ext>
            </a:extLst>
          </p:cNvPr>
          <p:cNvSpPr txBox="1"/>
          <p:nvPr/>
        </p:nvSpPr>
        <p:spPr>
          <a:xfrm>
            <a:off x="1777662" y="5478382"/>
            <a:ext cx="2266930" cy="338554"/>
          </a:xfrm>
          <a:prstGeom prst="rect">
            <a:avLst/>
          </a:prstGeom>
          <a:noFill/>
        </p:spPr>
        <p:txBody>
          <a:bodyPr wrap="square">
            <a:spAutoFit/>
          </a:bodyPr>
          <a:lstStyle/>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use a formal sign off </a:t>
            </a:r>
            <a:endParaRPr lang="en-GB" sz="1600"/>
          </a:p>
        </p:txBody>
      </p:sp>
      <p:sp>
        <p:nvSpPr>
          <p:cNvPr id="26" name="Rectangle 3">
            <a:extLst>
              <a:ext uri="{FF2B5EF4-FFF2-40B4-BE49-F238E27FC236}">
                <a16:creationId xmlns:a16="http://schemas.microsoft.com/office/drawing/2014/main" id="{53E1005E-15D6-2E1F-1497-DCB81A13BD39}"/>
              </a:ext>
            </a:extLst>
          </p:cNvPr>
          <p:cNvSpPr>
            <a:spLocks noChangeArrowheads="1"/>
          </p:cNvSpPr>
          <p:nvPr/>
        </p:nvSpPr>
        <p:spPr bwMode="auto">
          <a:xfrm>
            <a:off x="6794829" y="4110642"/>
            <a:ext cx="478856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Are you enclosing a CV or a reference?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Is there anything you want to </a:t>
            </a:r>
            <a:r>
              <a:rPr kumimoji="0" lang="en-US" altLang="en-US" sz="1600" b="0" i="0" u="none" strike="noStrike" cap="none" normalizeH="0" baseline="0" err="1">
                <a:ln>
                  <a:noFill/>
                </a:ln>
                <a:solidFill>
                  <a:schemeClr val="tx1"/>
                </a:solidFill>
                <a:effectLst/>
                <a:latin typeface="Arial Unicode MS"/>
                <a:cs typeface="Calibri" panose="020F0502020204030204" pitchFamily="34" charset="0"/>
              </a:rPr>
              <a:t>emphasise</a:t>
            </a: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When would you be available for an interview?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When would you be available to start? </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3ACFFE4B-6BD5-8838-7FE2-56683D4C9E98}"/>
              </a:ext>
            </a:extLst>
          </p:cNvPr>
          <p:cNvSpPr txBox="1"/>
          <p:nvPr/>
        </p:nvSpPr>
        <p:spPr>
          <a:xfrm>
            <a:off x="6794829" y="1165178"/>
            <a:ext cx="4465221" cy="1077218"/>
          </a:xfrm>
          <a:prstGeom prst="rect">
            <a:avLst/>
          </a:prstGeom>
          <a:noFill/>
        </p:spPr>
        <p:txBody>
          <a:bodyPr wrap="square">
            <a:spAutoFit/>
          </a:bodyPr>
          <a:lstStyle/>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Why are you writing this letter?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job are you applying for?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Where / When did you see the advertisement?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How old are you? </a:t>
            </a:r>
            <a:endParaRPr lang="en-GB" sz="1600"/>
          </a:p>
        </p:txBody>
      </p:sp>
      <p:sp>
        <p:nvSpPr>
          <p:cNvPr id="30" name="TextBox 29">
            <a:extLst>
              <a:ext uri="{FF2B5EF4-FFF2-40B4-BE49-F238E27FC236}">
                <a16:creationId xmlns:a16="http://schemas.microsoft.com/office/drawing/2014/main" id="{B0CC92E7-CA6B-DCF4-8DB1-7F3419ACBEAA}"/>
              </a:ext>
            </a:extLst>
          </p:cNvPr>
          <p:cNvSpPr txBox="1"/>
          <p:nvPr/>
        </p:nvSpPr>
        <p:spPr>
          <a:xfrm>
            <a:off x="6794829" y="2268578"/>
            <a:ext cx="5302924" cy="2062103"/>
          </a:xfrm>
          <a:prstGeom prst="rect">
            <a:avLst/>
          </a:prstGeom>
          <a:noFill/>
        </p:spPr>
        <p:txBody>
          <a:bodyPr wrap="square">
            <a:spAutoFit/>
          </a:bodyPr>
          <a:lstStyle/>
          <a:p>
            <a:endParaRPr kumimoji="0" lang="en-US" altLang="en-US" sz="1600" b="0" i="0" u="none" strike="noStrike" cap="none" normalizeH="0" baseline="0">
              <a:ln>
                <a:noFill/>
              </a:ln>
              <a:solidFill>
                <a:schemeClr val="tx1"/>
              </a:solidFill>
              <a:effectLst/>
              <a:latin typeface="Arial Unicode MS"/>
              <a:cs typeface="Calibri" panose="020F0502020204030204" pitchFamily="34" charset="0"/>
            </a:endParaRPr>
          </a:p>
          <a:p>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have you studied?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Can you speak any foreign languages?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sort of work experience have you had?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do/did you do in your present/previous job?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are some of your interests that are relevant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to the job? </a:t>
            </a:r>
            <a:br>
              <a:rPr kumimoji="0" lang="en-US" altLang="en-US" sz="1600" b="0" i="0" u="none" strike="noStrike" cap="none" normalizeH="0" baseline="0">
                <a:ln>
                  <a:noFill/>
                </a:ln>
                <a:solidFill>
                  <a:schemeClr val="tx1"/>
                </a:solidFill>
                <a:effectLst/>
                <a:latin typeface="Arial Unicode MS"/>
                <a:cs typeface="Calibri" panose="020F0502020204030204" pitchFamily="34" charset="0"/>
              </a:rPr>
            </a:br>
            <a:r>
              <a:rPr kumimoji="0" lang="en-US" altLang="en-US" sz="1600" b="0" i="0" u="none" strike="noStrike" cap="none" normalizeH="0" baseline="0">
                <a:ln>
                  <a:noFill/>
                </a:ln>
                <a:solidFill>
                  <a:schemeClr val="tx1"/>
                </a:solidFill>
                <a:effectLst/>
                <a:latin typeface="Arial Unicode MS"/>
                <a:cs typeface="Calibri" panose="020F0502020204030204" pitchFamily="34" charset="0"/>
              </a:rPr>
              <a:t>What else do you think makes you a suitable applicant? </a:t>
            </a:r>
            <a:endParaRPr lang="en-GB" sz="1600"/>
          </a:p>
        </p:txBody>
      </p:sp>
    </p:spTree>
    <p:extLst>
      <p:ext uri="{BB962C8B-B14F-4D97-AF65-F5344CB8AC3E}">
        <p14:creationId xmlns:p14="http://schemas.microsoft.com/office/powerpoint/2010/main" val="7739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7AF3AE-C183-5A72-7BEE-630CE6E04A4A}"/>
              </a:ext>
            </a:extLst>
          </p:cNvPr>
          <p:cNvPicPr>
            <a:picLocks noChangeAspect="1"/>
          </p:cNvPicPr>
          <p:nvPr/>
        </p:nvPicPr>
        <p:blipFill>
          <a:blip r:embed="rId2"/>
          <a:stretch>
            <a:fillRect/>
          </a:stretch>
        </p:blipFill>
        <p:spPr>
          <a:xfrm>
            <a:off x="554182" y="1790982"/>
            <a:ext cx="11083636" cy="3276034"/>
          </a:xfrm>
          <a:prstGeom prst="rect">
            <a:avLst/>
          </a:prstGeom>
        </p:spPr>
      </p:pic>
      <p:pic>
        <p:nvPicPr>
          <p:cNvPr id="5" name="Picture 4">
            <a:extLst>
              <a:ext uri="{FF2B5EF4-FFF2-40B4-BE49-F238E27FC236}">
                <a16:creationId xmlns:a16="http://schemas.microsoft.com/office/drawing/2014/main" id="{9B0D8E5A-19FB-221D-1C3E-A907D345D62C}"/>
              </a:ext>
            </a:extLst>
          </p:cNvPr>
          <p:cNvPicPr>
            <a:picLocks noChangeAspect="1"/>
          </p:cNvPicPr>
          <p:nvPr/>
        </p:nvPicPr>
        <p:blipFill>
          <a:blip r:embed="rId3"/>
          <a:stretch>
            <a:fillRect/>
          </a:stretch>
        </p:blipFill>
        <p:spPr>
          <a:xfrm>
            <a:off x="641338" y="5105869"/>
            <a:ext cx="8707537" cy="370031"/>
          </a:xfrm>
          <a:prstGeom prst="rect">
            <a:avLst/>
          </a:prstGeom>
        </p:spPr>
      </p:pic>
    </p:spTree>
    <p:extLst>
      <p:ext uri="{BB962C8B-B14F-4D97-AF65-F5344CB8AC3E}">
        <p14:creationId xmlns:p14="http://schemas.microsoft.com/office/powerpoint/2010/main" val="3547321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6CF4A0-0A9A-F8B8-7417-118EAD2B58A4}"/>
              </a:ext>
            </a:extLst>
          </p:cNvPr>
          <p:cNvPicPr>
            <a:picLocks noChangeAspect="1"/>
          </p:cNvPicPr>
          <p:nvPr/>
        </p:nvPicPr>
        <p:blipFill>
          <a:blip r:embed="rId2"/>
          <a:stretch>
            <a:fillRect/>
          </a:stretch>
        </p:blipFill>
        <p:spPr>
          <a:xfrm>
            <a:off x="888913" y="311728"/>
            <a:ext cx="10414172" cy="6234545"/>
          </a:xfrm>
          <a:prstGeom prst="rect">
            <a:avLst/>
          </a:prstGeom>
        </p:spPr>
      </p:pic>
      <p:sp>
        <p:nvSpPr>
          <p:cNvPr id="2" name="Rectangle 1">
            <a:extLst>
              <a:ext uri="{FF2B5EF4-FFF2-40B4-BE49-F238E27FC236}">
                <a16:creationId xmlns:a16="http://schemas.microsoft.com/office/drawing/2014/main" id="{0B9610AA-FA96-CEC8-4C97-65970E3C2CD5}"/>
              </a:ext>
            </a:extLst>
          </p:cNvPr>
          <p:cNvSpPr/>
          <p:nvPr/>
        </p:nvSpPr>
        <p:spPr>
          <a:xfrm>
            <a:off x="6394784" y="5119437"/>
            <a:ext cx="3814011" cy="2646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42470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E1095D-C81B-46F1-AF55-F211DAD3EAD2}"/>
              </a:ext>
            </a:extLst>
          </p:cNvPr>
          <p:cNvSpPr txBox="1"/>
          <p:nvPr/>
        </p:nvSpPr>
        <p:spPr>
          <a:xfrm>
            <a:off x="1092200" y="1843950"/>
            <a:ext cx="10541000" cy="3785652"/>
          </a:xfrm>
          <a:prstGeom prst="rect">
            <a:avLst/>
          </a:prstGeom>
          <a:noFill/>
        </p:spPr>
        <p:txBody>
          <a:bodyPr wrap="square" rtlCol="0">
            <a:spAutoFit/>
          </a:bodyPr>
          <a:lstStyle/>
          <a:p>
            <a:r>
              <a:rPr lang="en-GB" sz="4000" b="1" dirty="0"/>
              <a:t>Writing Practice</a:t>
            </a:r>
          </a:p>
          <a:p>
            <a:r>
              <a:rPr lang="en-GB" sz="4000" dirty="0"/>
              <a:t>You saw the following advertisement in the South Wales Echo on </a:t>
            </a:r>
            <a:r>
              <a:rPr lang="en-GB" sz="4000" strike="sngStrike" dirty="0"/>
              <a:t>7 July 2022</a:t>
            </a:r>
            <a:r>
              <a:rPr lang="en-GB" sz="4000" dirty="0"/>
              <a:t> 18 June 2026. You are interested in applying, but also want to ask for some extra information. Look at the advertisement; what questions could you ask?</a:t>
            </a:r>
          </a:p>
        </p:txBody>
      </p:sp>
    </p:spTree>
    <p:extLst>
      <p:ext uri="{BB962C8B-B14F-4D97-AF65-F5344CB8AC3E}">
        <p14:creationId xmlns:p14="http://schemas.microsoft.com/office/powerpoint/2010/main" val="777796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dvert">
            <a:extLst>
              <a:ext uri="{FF2B5EF4-FFF2-40B4-BE49-F238E27FC236}">
                <a16:creationId xmlns:a16="http://schemas.microsoft.com/office/drawing/2014/main" id="{C0365D45-1171-42AD-96A9-7BBF6F9640EA}"/>
              </a:ext>
            </a:extLst>
          </p:cNvPr>
          <p:cNvSpPr/>
          <p:nvPr/>
        </p:nvSpPr>
        <p:spPr>
          <a:xfrm>
            <a:off x="292100" y="844550"/>
            <a:ext cx="6565900" cy="51689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bg1">
                    <a:lumMod val="95000"/>
                  </a:schemeClr>
                </a:solidFill>
                <a:latin typeface="Gill Sans MT Condensed" panose="020B0506020104020203" pitchFamily="34" charset="0"/>
              </a:rPr>
              <a:t>Are you looking for a fun part-time job? </a:t>
            </a:r>
          </a:p>
          <a:p>
            <a:pPr algn="ctr"/>
            <a:r>
              <a:rPr lang="en-GB" sz="4800">
                <a:solidFill>
                  <a:schemeClr val="bg1">
                    <a:lumMod val="95000"/>
                  </a:schemeClr>
                </a:solidFill>
                <a:latin typeface="Brush Script MT" panose="03060802040406070304" pitchFamily="66" charset="0"/>
              </a:rPr>
              <a:t>Galiano’s Café</a:t>
            </a:r>
          </a:p>
          <a:p>
            <a:pPr algn="ctr"/>
            <a:r>
              <a:rPr lang="en-GB" sz="3200">
                <a:solidFill>
                  <a:schemeClr val="bg1">
                    <a:lumMod val="95000"/>
                  </a:schemeClr>
                </a:solidFill>
                <a:latin typeface="Gill Sans MT Condensed" panose="020B0506020104020203" pitchFamily="34" charset="0"/>
              </a:rPr>
              <a:t>is looking for kitchen and waiting staff</a:t>
            </a:r>
          </a:p>
          <a:p>
            <a:pPr algn="ctr"/>
            <a:r>
              <a:rPr lang="en-GB" sz="3200">
                <a:solidFill>
                  <a:schemeClr val="bg1">
                    <a:lumMod val="95000"/>
                  </a:schemeClr>
                </a:solidFill>
                <a:latin typeface="Gill Sans MT Condensed" panose="020B0506020104020203" pitchFamily="34" charset="0"/>
              </a:rPr>
              <a:t>to work evenings and weekends</a:t>
            </a:r>
          </a:p>
          <a:p>
            <a:r>
              <a:rPr lang="en-GB" sz="3200">
                <a:solidFill>
                  <a:schemeClr val="bg1">
                    <a:lumMod val="95000"/>
                  </a:schemeClr>
                </a:solidFill>
                <a:latin typeface="Gill Sans MT Condensed" panose="020B0506020104020203" pitchFamily="34" charset="0"/>
              </a:rPr>
              <a:t>We offer </a:t>
            </a:r>
          </a:p>
          <a:p>
            <a:pPr marL="457200" indent="-457200">
              <a:buFont typeface="Arial" panose="020B0604020202020204" pitchFamily="34" charset="0"/>
              <a:buChar char="•"/>
            </a:pPr>
            <a:r>
              <a:rPr lang="en-GB" sz="3200">
                <a:solidFill>
                  <a:schemeClr val="bg1">
                    <a:lumMod val="95000"/>
                  </a:schemeClr>
                </a:solidFill>
                <a:latin typeface="Gill Sans MT Condensed" panose="020B0506020104020203" pitchFamily="34" charset="0"/>
              </a:rPr>
              <a:t>basic training, and competitive rates of pay.</a:t>
            </a:r>
          </a:p>
          <a:p>
            <a:pPr algn="ctr"/>
            <a:r>
              <a:rPr lang="en-GB" sz="3200">
                <a:solidFill>
                  <a:schemeClr val="bg1">
                    <a:lumMod val="95000"/>
                  </a:schemeClr>
                </a:solidFill>
                <a:latin typeface="Gill Sans MT Condensed" panose="020B0506020104020203" pitchFamily="34" charset="0"/>
              </a:rPr>
              <a:t>If you are friendly and energetic, then </a:t>
            </a:r>
          </a:p>
          <a:p>
            <a:pPr algn="ctr"/>
            <a:r>
              <a:rPr lang="en-GB" sz="3200">
                <a:solidFill>
                  <a:schemeClr val="bg1">
                    <a:lumMod val="95000"/>
                  </a:schemeClr>
                </a:solidFill>
                <a:latin typeface="Gill Sans MT Condensed" panose="020B0506020104020203" pitchFamily="34" charset="0"/>
              </a:rPr>
              <a:t>write to us explaining why you think</a:t>
            </a:r>
          </a:p>
          <a:p>
            <a:pPr algn="ctr"/>
            <a:r>
              <a:rPr lang="en-GB" sz="3200">
                <a:solidFill>
                  <a:schemeClr val="bg1">
                    <a:lumMod val="95000"/>
                  </a:schemeClr>
                </a:solidFill>
                <a:latin typeface="Gill Sans MT Condensed" panose="020B0506020104020203" pitchFamily="34" charset="0"/>
              </a:rPr>
              <a:t>you would be suitable for the job.</a:t>
            </a:r>
          </a:p>
        </p:txBody>
      </p:sp>
      <p:sp>
        <p:nvSpPr>
          <p:cNvPr id="14" name="Rectangle: Rounded Corners 13">
            <a:extLst>
              <a:ext uri="{FF2B5EF4-FFF2-40B4-BE49-F238E27FC236}">
                <a16:creationId xmlns:a16="http://schemas.microsoft.com/office/drawing/2014/main" id="{6BB0E45A-A270-493E-AE6C-BB9424BB92DB}"/>
              </a:ext>
            </a:extLst>
          </p:cNvPr>
          <p:cNvSpPr/>
          <p:nvPr/>
        </p:nvSpPr>
        <p:spPr>
          <a:xfrm>
            <a:off x="7168243" y="844550"/>
            <a:ext cx="4559300" cy="51689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bg1">
                    <a:lumMod val="95000"/>
                  </a:schemeClr>
                </a:solidFill>
                <a:latin typeface="Gill Sans MT Condensed" panose="020B0506020104020203" pitchFamily="34" charset="0"/>
              </a:rPr>
              <a:t>Please send your CV, and</a:t>
            </a:r>
          </a:p>
          <a:p>
            <a:pPr algn="ctr"/>
            <a:r>
              <a:rPr lang="en-GB" sz="3200">
                <a:solidFill>
                  <a:schemeClr val="bg1">
                    <a:lumMod val="95000"/>
                  </a:schemeClr>
                </a:solidFill>
                <a:latin typeface="Gill Sans MT Condensed" panose="020B0506020104020203" pitchFamily="34" charset="0"/>
              </a:rPr>
              <a:t>a cover letter to</a:t>
            </a:r>
          </a:p>
          <a:p>
            <a:pPr algn="ctr"/>
            <a:endParaRPr lang="en-GB" sz="3200">
              <a:solidFill>
                <a:schemeClr val="bg1">
                  <a:lumMod val="95000"/>
                </a:schemeClr>
              </a:solidFill>
              <a:latin typeface="Gill Sans MT Condensed" panose="020B0506020104020203" pitchFamily="34" charset="0"/>
            </a:endParaRPr>
          </a:p>
          <a:p>
            <a:pPr algn="ctr"/>
            <a:r>
              <a:rPr lang="en-GB" sz="3200">
                <a:solidFill>
                  <a:schemeClr val="bg1">
                    <a:lumMod val="95000"/>
                  </a:schemeClr>
                </a:solidFill>
                <a:latin typeface="Calibri Light" panose="020F0302020204030204" pitchFamily="34" charset="0"/>
                <a:cs typeface="Calibri Light" panose="020F0302020204030204" pitchFamily="34" charset="0"/>
              </a:rPr>
              <a:t>The Manager </a:t>
            </a:r>
          </a:p>
          <a:p>
            <a:pPr algn="ctr"/>
            <a:r>
              <a:rPr lang="en-GB" sz="4800">
                <a:solidFill>
                  <a:schemeClr val="bg1">
                    <a:lumMod val="95000"/>
                  </a:schemeClr>
                </a:solidFill>
                <a:latin typeface="Brush Script MT" panose="03060802040406070304" pitchFamily="66" charset="0"/>
              </a:rPr>
              <a:t>Galiano’s Café</a:t>
            </a:r>
          </a:p>
          <a:p>
            <a:pPr algn="ctr"/>
            <a:r>
              <a:rPr lang="en-GB" sz="3200">
                <a:solidFill>
                  <a:schemeClr val="bg1">
                    <a:lumMod val="95000"/>
                  </a:schemeClr>
                </a:solidFill>
                <a:latin typeface="Calibri Light" panose="020F0302020204030204" pitchFamily="34" charset="0"/>
                <a:cs typeface="Calibri Light" panose="020F0302020204030204" pitchFamily="34" charset="0"/>
              </a:rPr>
              <a:t>1 Canal Parade,</a:t>
            </a:r>
          </a:p>
          <a:p>
            <a:pPr algn="ctr"/>
            <a:r>
              <a:rPr lang="en-GB" sz="3200">
                <a:solidFill>
                  <a:schemeClr val="bg1">
                    <a:lumMod val="95000"/>
                  </a:schemeClr>
                </a:solidFill>
                <a:latin typeface="Calibri Light" panose="020F0302020204030204" pitchFamily="34" charset="0"/>
                <a:cs typeface="Calibri Light" panose="020F0302020204030204" pitchFamily="34" charset="0"/>
              </a:rPr>
              <a:t>Cardiff Bay</a:t>
            </a:r>
          </a:p>
          <a:p>
            <a:pPr algn="ctr"/>
            <a:r>
              <a:rPr lang="en-GB" sz="3200">
                <a:solidFill>
                  <a:schemeClr val="bg1">
                    <a:lumMod val="95000"/>
                  </a:schemeClr>
                </a:solidFill>
                <a:latin typeface="Calibri Light" panose="020F0302020204030204" pitchFamily="34" charset="0"/>
                <a:cs typeface="Calibri Light" panose="020F0302020204030204" pitchFamily="34" charset="0"/>
              </a:rPr>
              <a:t>Cardiff</a:t>
            </a:r>
          </a:p>
          <a:p>
            <a:pPr algn="ctr"/>
            <a:r>
              <a:rPr lang="en-GB" sz="3200">
                <a:solidFill>
                  <a:schemeClr val="bg1">
                    <a:lumMod val="95000"/>
                  </a:schemeClr>
                </a:solidFill>
                <a:latin typeface="Calibri Light" panose="020F0302020204030204" pitchFamily="34" charset="0"/>
                <a:cs typeface="Calibri Light" panose="020F0302020204030204" pitchFamily="34" charset="0"/>
              </a:rPr>
              <a:t>CF10 7HE</a:t>
            </a:r>
          </a:p>
        </p:txBody>
      </p:sp>
    </p:spTree>
    <p:extLst>
      <p:ext uri="{BB962C8B-B14F-4D97-AF65-F5344CB8AC3E}">
        <p14:creationId xmlns:p14="http://schemas.microsoft.com/office/powerpoint/2010/main" val="465783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dvert">
            <a:extLst>
              <a:ext uri="{FF2B5EF4-FFF2-40B4-BE49-F238E27FC236}">
                <a16:creationId xmlns:a16="http://schemas.microsoft.com/office/drawing/2014/main" id="{C0365D45-1171-42AD-96A9-7BBF6F9640EA}"/>
              </a:ext>
            </a:extLst>
          </p:cNvPr>
          <p:cNvSpPr/>
          <p:nvPr/>
        </p:nvSpPr>
        <p:spPr>
          <a:xfrm>
            <a:off x="292100" y="908050"/>
            <a:ext cx="6426200" cy="3667521"/>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bg1">
                    <a:lumMod val="95000"/>
                  </a:schemeClr>
                </a:solidFill>
                <a:latin typeface="Gill Sans MT Condensed" panose="020B0506020104020203" pitchFamily="34" charset="0"/>
              </a:rPr>
              <a:t>Are you looking for a fun part-time job? </a:t>
            </a:r>
          </a:p>
          <a:p>
            <a:pPr algn="ctr"/>
            <a:r>
              <a:rPr lang="en-GB" sz="4800">
                <a:solidFill>
                  <a:schemeClr val="bg1">
                    <a:lumMod val="95000"/>
                  </a:schemeClr>
                </a:solidFill>
                <a:latin typeface="Brush Script MT" panose="03060802040406070304" pitchFamily="66" charset="0"/>
              </a:rPr>
              <a:t>Galiano’s Café</a:t>
            </a:r>
          </a:p>
          <a:p>
            <a:pPr algn="ctr"/>
            <a:r>
              <a:rPr lang="en-GB" sz="3200">
                <a:solidFill>
                  <a:schemeClr val="bg1">
                    <a:lumMod val="95000"/>
                  </a:schemeClr>
                </a:solidFill>
                <a:latin typeface="Gill Sans MT Condensed" panose="020B0506020104020203" pitchFamily="34" charset="0"/>
              </a:rPr>
              <a:t>is looking for kitchen and waiting staff</a:t>
            </a:r>
          </a:p>
          <a:p>
            <a:pPr algn="ctr"/>
            <a:r>
              <a:rPr lang="en-GB" sz="3200">
                <a:solidFill>
                  <a:schemeClr val="bg1">
                    <a:lumMod val="95000"/>
                  </a:schemeClr>
                </a:solidFill>
                <a:latin typeface="Gill Sans MT Condensed" panose="020B0506020104020203" pitchFamily="34" charset="0"/>
              </a:rPr>
              <a:t>to work evenings and weekends</a:t>
            </a:r>
          </a:p>
          <a:p>
            <a:r>
              <a:rPr lang="en-GB" sz="3200">
                <a:solidFill>
                  <a:schemeClr val="bg1">
                    <a:lumMod val="95000"/>
                  </a:schemeClr>
                </a:solidFill>
                <a:latin typeface="Gill Sans MT Condensed" panose="020B0506020104020203" pitchFamily="34" charset="0"/>
              </a:rPr>
              <a:t>We offer </a:t>
            </a:r>
          </a:p>
          <a:p>
            <a:pPr marL="457200" indent="-457200">
              <a:buFont typeface="Arial" panose="020B0604020202020204" pitchFamily="34" charset="0"/>
              <a:buChar char="•"/>
            </a:pPr>
            <a:r>
              <a:rPr lang="en-GB" sz="3200">
                <a:solidFill>
                  <a:schemeClr val="bg1">
                    <a:lumMod val="95000"/>
                  </a:schemeClr>
                </a:solidFill>
                <a:latin typeface="Gill Sans MT Condensed" panose="020B0506020104020203" pitchFamily="34" charset="0"/>
              </a:rPr>
              <a:t>basic training, and competitive rates of pay.</a:t>
            </a:r>
          </a:p>
        </p:txBody>
      </p:sp>
      <p:sp>
        <p:nvSpPr>
          <p:cNvPr id="3" name="Oval 2">
            <a:extLst>
              <a:ext uri="{FF2B5EF4-FFF2-40B4-BE49-F238E27FC236}">
                <a16:creationId xmlns:a16="http://schemas.microsoft.com/office/drawing/2014/main" id="{D9D430BC-5B61-4887-BE4A-54DEB7912669}"/>
              </a:ext>
            </a:extLst>
          </p:cNvPr>
          <p:cNvSpPr/>
          <p:nvPr/>
        </p:nvSpPr>
        <p:spPr>
          <a:xfrm>
            <a:off x="2794000" y="2429073"/>
            <a:ext cx="965200" cy="4385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allout: Left Arrow 3">
            <a:extLst>
              <a:ext uri="{FF2B5EF4-FFF2-40B4-BE49-F238E27FC236}">
                <a16:creationId xmlns:a16="http://schemas.microsoft.com/office/drawing/2014/main" id="{CF0C18E4-8BF2-4C8D-A420-86DF11DC75EE}"/>
              </a:ext>
            </a:extLst>
          </p:cNvPr>
          <p:cNvSpPr/>
          <p:nvPr/>
        </p:nvSpPr>
        <p:spPr>
          <a:xfrm>
            <a:off x="6807200" y="526405"/>
            <a:ext cx="5092700" cy="1823244"/>
          </a:xfrm>
          <a:prstGeom prst="leftArrowCallout">
            <a:avLst>
              <a:gd name="adj1" fmla="val 25000"/>
              <a:gd name="adj2" fmla="val 25000"/>
              <a:gd name="adj3" fmla="val 25000"/>
              <a:gd name="adj4" fmla="val 8675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a:latin typeface="Segoe Print" panose="02000600000000000000" pitchFamily="2" charset="0"/>
              </a:rPr>
              <a:t>How many hours?</a:t>
            </a:r>
          </a:p>
          <a:p>
            <a:r>
              <a:rPr lang="en-GB" sz="2800">
                <a:latin typeface="Segoe Print" panose="02000600000000000000" pitchFamily="2" charset="0"/>
              </a:rPr>
              <a:t>Are there a minimum number of hours?</a:t>
            </a:r>
          </a:p>
          <a:p>
            <a:r>
              <a:rPr lang="en-GB" sz="2800">
                <a:latin typeface="Segoe Print" panose="02000600000000000000" pitchFamily="2" charset="0"/>
              </a:rPr>
              <a:t>Overtime?</a:t>
            </a:r>
          </a:p>
        </p:txBody>
      </p:sp>
      <p:sp>
        <p:nvSpPr>
          <p:cNvPr id="5" name="Oval 4">
            <a:extLst>
              <a:ext uri="{FF2B5EF4-FFF2-40B4-BE49-F238E27FC236}">
                <a16:creationId xmlns:a16="http://schemas.microsoft.com/office/drawing/2014/main" id="{91F77D91-7840-48BD-BC4E-06F530AAB7D4}"/>
              </a:ext>
            </a:extLst>
          </p:cNvPr>
          <p:cNvSpPr/>
          <p:nvPr/>
        </p:nvSpPr>
        <p:spPr>
          <a:xfrm>
            <a:off x="4165600" y="1184275"/>
            <a:ext cx="1244600" cy="4762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C439FB0E-4D71-410E-BC2A-E15385DA1A36}"/>
              </a:ext>
            </a:extLst>
          </p:cNvPr>
          <p:cNvSpPr/>
          <p:nvPr/>
        </p:nvSpPr>
        <p:spPr>
          <a:xfrm>
            <a:off x="4330700" y="2901403"/>
            <a:ext cx="1079500" cy="4385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510E2E1D-62CF-4B8C-B769-A6F368B98D5D}"/>
              </a:ext>
            </a:extLst>
          </p:cNvPr>
          <p:cNvSpPr/>
          <p:nvPr/>
        </p:nvSpPr>
        <p:spPr>
          <a:xfrm>
            <a:off x="2641600" y="2947789"/>
            <a:ext cx="1079500" cy="4385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838830E-7D67-4903-92A0-45F9B1E6E121}"/>
              </a:ext>
            </a:extLst>
          </p:cNvPr>
          <p:cNvSpPr/>
          <p:nvPr/>
        </p:nvSpPr>
        <p:spPr>
          <a:xfrm>
            <a:off x="4292600" y="2397968"/>
            <a:ext cx="1079500" cy="4385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6ED67EC6-BB93-41B0-8CA7-F3AEBB2DC83B}"/>
              </a:ext>
            </a:extLst>
          </p:cNvPr>
          <p:cNvSpPr/>
          <p:nvPr/>
        </p:nvSpPr>
        <p:spPr>
          <a:xfrm>
            <a:off x="7016750" y="2397968"/>
            <a:ext cx="4883150" cy="1196279"/>
          </a:xfrm>
          <a:custGeom>
            <a:avLst/>
            <a:gdLst>
              <a:gd name="connsiteX0" fmla="*/ 478473 w 5086350"/>
              <a:gd name="connsiteY0" fmla="*/ 0 h 1196279"/>
              <a:gd name="connsiteX1" fmla="*/ 5086350 w 5086350"/>
              <a:gd name="connsiteY1" fmla="*/ 0 h 1196279"/>
              <a:gd name="connsiteX2" fmla="*/ 5086350 w 5086350"/>
              <a:gd name="connsiteY2" fmla="*/ 398760 h 1196279"/>
              <a:gd name="connsiteX3" fmla="*/ 5086350 w 5086350"/>
              <a:gd name="connsiteY3" fmla="*/ 797519 h 1196279"/>
              <a:gd name="connsiteX4" fmla="*/ 5086350 w 5086350"/>
              <a:gd name="connsiteY4" fmla="*/ 1196279 h 1196279"/>
              <a:gd name="connsiteX5" fmla="*/ 478473 w 5086350"/>
              <a:gd name="connsiteY5" fmla="*/ 1196279 h 1196279"/>
              <a:gd name="connsiteX6" fmla="*/ 478473 w 5086350"/>
              <a:gd name="connsiteY6" fmla="*/ 897209 h 1196279"/>
              <a:gd name="connsiteX7" fmla="*/ 199380 w 5086350"/>
              <a:gd name="connsiteY7" fmla="*/ 897209 h 1196279"/>
              <a:gd name="connsiteX8" fmla="*/ 199380 w 5086350"/>
              <a:gd name="connsiteY8" fmla="*/ 996899 h 1196279"/>
              <a:gd name="connsiteX9" fmla="*/ 0 w 5086350"/>
              <a:gd name="connsiteY9" fmla="*/ 797520 h 1196279"/>
              <a:gd name="connsiteX10" fmla="*/ 199380 w 5086350"/>
              <a:gd name="connsiteY10" fmla="*/ 598140 h 1196279"/>
              <a:gd name="connsiteX11" fmla="*/ 199380 w 5086350"/>
              <a:gd name="connsiteY11" fmla="*/ 697830 h 1196279"/>
              <a:gd name="connsiteX12" fmla="*/ 478473 w 5086350"/>
              <a:gd name="connsiteY12" fmla="*/ 697830 h 1196279"/>
              <a:gd name="connsiteX13" fmla="*/ 478473 w 5086350"/>
              <a:gd name="connsiteY13" fmla="*/ 498449 h 1196279"/>
              <a:gd name="connsiteX14" fmla="*/ 199380 w 5086350"/>
              <a:gd name="connsiteY14" fmla="*/ 498449 h 1196279"/>
              <a:gd name="connsiteX15" fmla="*/ 199380 w 5086350"/>
              <a:gd name="connsiteY15" fmla="*/ 598139 h 1196279"/>
              <a:gd name="connsiteX16" fmla="*/ 0 w 5086350"/>
              <a:gd name="connsiteY16" fmla="*/ 398760 h 1196279"/>
              <a:gd name="connsiteX17" fmla="*/ 199380 w 5086350"/>
              <a:gd name="connsiteY17" fmla="*/ 199380 h 1196279"/>
              <a:gd name="connsiteX18" fmla="*/ 199380 w 5086350"/>
              <a:gd name="connsiteY18" fmla="*/ 299070 h 1196279"/>
              <a:gd name="connsiteX19" fmla="*/ 478473 w 5086350"/>
              <a:gd name="connsiteY19" fmla="*/ 299070 h 1196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86350" h="1196279">
                <a:moveTo>
                  <a:pt x="478473" y="0"/>
                </a:moveTo>
                <a:lnTo>
                  <a:pt x="5086350" y="0"/>
                </a:lnTo>
                <a:lnTo>
                  <a:pt x="5086350" y="398760"/>
                </a:lnTo>
                <a:lnTo>
                  <a:pt x="5086350" y="797519"/>
                </a:lnTo>
                <a:lnTo>
                  <a:pt x="5086350" y="1196279"/>
                </a:lnTo>
                <a:lnTo>
                  <a:pt x="478473" y="1196279"/>
                </a:lnTo>
                <a:lnTo>
                  <a:pt x="478473" y="897209"/>
                </a:lnTo>
                <a:lnTo>
                  <a:pt x="199380" y="897209"/>
                </a:lnTo>
                <a:lnTo>
                  <a:pt x="199380" y="996899"/>
                </a:lnTo>
                <a:lnTo>
                  <a:pt x="0" y="797520"/>
                </a:lnTo>
                <a:lnTo>
                  <a:pt x="199380" y="598140"/>
                </a:lnTo>
                <a:lnTo>
                  <a:pt x="199380" y="697830"/>
                </a:lnTo>
                <a:lnTo>
                  <a:pt x="478473" y="697830"/>
                </a:lnTo>
                <a:lnTo>
                  <a:pt x="478473" y="498449"/>
                </a:lnTo>
                <a:lnTo>
                  <a:pt x="199380" y="498449"/>
                </a:lnTo>
                <a:lnTo>
                  <a:pt x="199380" y="598139"/>
                </a:lnTo>
                <a:lnTo>
                  <a:pt x="0" y="398760"/>
                </a:lnTo>
                <a:lnTo>
                  <a:pt x="199380" y="199380"/>
                </a:lnTo>
                <a:lnTo>
                  <a:pt x="199380" y="299070"/>
                </a:lnTo>
                <a:lnTo>
                  <a:pt x="478473" y="299070"/>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a:latin typeface="Segoe Print" panose="02000600000000000000" pitchFamily="2" charset="0"/>
              </a:rPr>
              <a:t>    Either or both jobs</a:t>
            </a:r>
          </a:p>
          <a:p>
            <a:r>
              <a:rPr lang="en-GB" sz="2800">
                <a:latin typeface="Segoe Print" panose="02000600000000000000" pitchFamily="2" charset="0"/>
              </a:rPr>
              <a:t>    Either or both shifts?</a:t>
            </a:r>
          </a:p>
        </p:txBody>
      </p:sp>
      <p:sp>
        <p:nvSpPr>
          <p:cNvPr id="10" name="Oval 9">
            <a:extLst>
              <a:ext uri="{FF2B5EF4-FFF2-40B4-BE49-F238E27FC236}">
                <a16:creationId xmlns:a16="http://schemas.microsoft.com/office/drawing/2014/main" id="{FB6AD0AD-29CE-4F3C-9C72-FBABD6CEA6F0}"/>
              </a:ext>
            </a:extLst>
          </p:cNvPr>
          <p:cNvSpPr/>
          <p:nvPr/>
        </p:nvSpPr>
        <p:spPr>
          <a:xfrm>
            <a:off x="876300" y="3895923"/>
            <a:ext cx="1778000" cy="4385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8A649799-1435-4A7A-A3E9-AE1713FADD4D}"/>
              </a:ext>
            </a:extLst>
          </p:cNvPr>
          <p:cNvSpPr/>
          <p:nvPr/>
        </p:nvSpPr>
        <p:spPr>
          <a:xfrm>
            <a:off x="3238500" y="3902866"/>
            <a:ext cx="3200400" cy="4857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allout: Up Arrow 13">
            <a:extLst>
              <a:ext uri="{FF2B5EF4-FFF2-40B4-BE49-F238E27FC236}">
                <a16:creationId xmlns:a16="http://schemas.microsoft.com/office/drawing/2014/main" id="{A10CEF2C-5CBC-418C-B8AC-F70CA59DDB89}"/>
              </a:ext>
            </a:extLst>
          </p:cNvPr>
          <p:cNvSpPr/>
          <p:nvPr/>
        </p:nvSpPr>
        <p:spPr>
          <a:xfrm>
            <a:off x="673100" y="4705350"/>
            <a:ext cx="2413000" cy="1537007"/>
          </a:xfrm>
          <a:prstGeom prst="upArrowCallou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t>What will this involve?</a:t>
            </a:r>
          </a:p>
        </p:txBody>
      </p:sp>
      <p:sp>
        <p:nvSpPr>
          <p:cNvPr id="15" name="Callout: Up Arrow 14">
            <a:extLst>
              <a:ext uri="{FF2B5EF4-FFF2-40B4-BE49-F238E27FC236}">
                <a16:creationId xmlns:a16="http://schemas.microsoft.com/office/drawing/2014/main" id="{838659E2-8314-4648-ACF9-89153871A84A}"/>
              </a:ext>
            </a:extLst>
          </p:cNvPr>
          <p:cNvSpPr/>
          <p:nvPr/>
        </p:nvSpPr>
        <p:spPr>
          <a:xfrm>
            <a:off x="3492500" y="4705350"/>
            <a:ext cx="2946400" cy="1537007"/>
          </a:xfrm>
          <a:prstGeom prst="upArrowCallou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t>How much will I be paid?</a:t>
            </a:r>
          </a:p>
        </p:txBody>
      </p:sp>
    </p:spTree>
    <p:extLst>
      <p:ext uri="{BB962C8B-B14F-4D97-AF65-F5344CB8AC3E}">
        <p14:creationId xmlns:p14="http://schemas.microsoft.com/office/powerpoint/2010/main" val="3039161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wipe(left)">
                                      <p:cBhvr>
                                        <p:cTn id="23" dur="500"/>
                                        <p:tgtEl>
                                          <p:spTgt spid="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wipe(left)">
                                      <p:cBhvr>
                                        <p:cTn id="28" dur="500"/>
                                        <p:tgtEl>
                                          <p:spTgt spid="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heel(1)">
                                      <p:cBhvr>
                                        <p:cTn id="33" dur="20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heel(1)">
                                      <p:cBhvr>
                                        <p:cTn id="38" dur="2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heel(1)">
                                      <p:cBhvr>
                                        <p:cTn id="43" dur="2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heel(1)">
                                      <p:cBhvr>
                                        <p:cTn id="48" dur="20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1+#ppt_w/2"/>
                                          </p:val>
                                        </p:tav>
                                        <p:tav tm="100000">
                                          <p:val>
                                            <p:strVal val="#ppt_x"/>
                                          </p:val>
                                        </p:tav>
                                      </p:tavLst>
                                    </p:anim>
                                    <p:anim calcmode="lin" valueType="num">
                                      <p:cBhvr additive="base">
                                        <p:cTn id="5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heel(1)">
                                      <p:cBhvr>
                                        <p:cTn id="59" dur="20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1" presetClass="entr" presetSubtype="1"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heel(1)">
                                      <p:cBhvr>
                                        <p:cTn id="64" dur="20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ppt_x</p:attrName>
                                        </p:attrNameLst>
                                      </p:cBhvr>
                                      <p:tavLst>
                                        <p:tav tm="0">
                                          <p:val>
                                            <p:strVal val="#ppt_x"/>
                                          </p:val>
                                        </p:tav>
                                        <p:tav tm="100000">
                                          <p:val>
                                            <p:strVal val="#ppt_x"/>
                                          </p:val>
                                        </p:tav>
                                      </p:tavLst>
                                    </p:anim>
                                    <p:anim calcmode="lin" valueType="num">
                                      <p:cBhvr additive="base">
                                        <p:cTn id="7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3FAFB7-97ED-4B0A-A07C-A8BF5E3B4494}"/>
              </a:ext>
            </a:extLst>
          </p:cNvPr>
          <p:cNvSpPr txBox="1"/>
          <p:nvPr/>
        </p:nvSpPr>
        <p:spPr>
          <a:xfrm>
            <a:off x="838200" y="1843950"/>
            <a:ext cx="10515600" cy="3785652"/>
          </a:xfrm>
          <a:prstGeom prst="rect">
            <a:avLst/>
          </a:prstGeom>
          <a:noFill/>
        </p:spPr>
        <p:txBody>
          <a:bodyPr wrap="square" rtlCol="0">
            <a:spAutoFit/>
          </a:bodyPr>
          <a:lstStyle/>
          <a:p>
            <a:r>
              <a:rPr lang="en-GB" sz="4000"/>
              <a:t>Now plan and write a letter applying for the job and asking for the missing information. Use the layout for letters that we learnt in the last lesson.</a:t>
            </a:r>
          </a:p>
          <a:p>
            <a:endParaRPr lang="en-GB" sz="4000"/>
          </a:p>
          <a:p>
            <a:r>
              <a:rPr lang="en-GB" sz="4000"/>
              <a:t>Plans should include content and sequence and show which paragraph the content goes in.</a:t>
            </a:r>
          </a:p>
        </p:txBody>
      </p:sp>
    </p:spTree>
    <p:extLst>
      <p:ext uri="{BB962C8B-B14F-4D97-AF65-F5344CB8AC3E}">
        <p14:creationId xmlns:p14="http://schemas.microsoft.com/office/powerpoint/2010/main" val="407833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34C81F-0EE9-4120-BE83-5B418A51587B}"/>
              </a:ext>
            </a:extLst>
          </p:cNvPr>
          <p:cNvSpPr txBox="1"/>
          <p:nvPr/>
        </p:nvSpPr>
        <p:spPr>
          <a:xfrm>
            <a:off x="956441" y="1228397"/>
            <a:ext cx="10279117" cy="4401205"/>
          </a:xfrm>
          <a:prstGeom prst="rect">
            <a:avLst/>
          </a:prstGeom>
          <a:noFill/>
        </p:spPr>
        <p:txBody>
          <a:bodyPr wrap="square" rtlCol="0">
            <a:spAutoFit/>
          </a:bodyPr>
          <a:lstStyle/>
          <a:p>
            <a:r>
              <a:rPr lang="en-GB" sz="4000"/>
              <a:t>Format: </a:t>
            </a:r>
          </a:p>
          <a:p>
            <a:r>
              <a:rPr lang="en-GB" sz="4000"/>
              <a:t>We do not know the name of the manager, so </a:t>
            </a:r>
          </a:p>
          <a:p>
            <a:pPr marL="571500" indent="-571500">
              <a:buFont typeface="Arial" panose="020B0604020202020204" pitchFamily="34" charset="0"/>
              <a:buChar char="•"/>
            </a:pPr>
            <a:r>
              <a:rPr lang="en-GB" sz="4000"/>
              <a:t>we begin with</a:t>
            </a:r>
          </a:p>
          <a:p>
            <a:r>
              <a:rPr lang="en-GB" sz="4000"/>
              <a:t>Dear Sir/Madam,</a:t>
            </a:r>
          </a:p>
          <a:p>
            <a:pPr marL="571500" indent="-571500">
              <a:buFont typeface="Arial" panose="020B0604020202020204" pitchFamily="34" charset="0"/>
              <a:buChar char="•"/>
            </a:pPr>
            <a:r>
              <a:rPr lang="en-GB" sz="4000"/>
              <a:t>We end with</a:t>
            </a:r>
          </a:p>
          <a:p>
            <a:r>
              <a:rPr lang="en-GB" sz="4000"/>
              <a:t>Yours faithfully,</a:t>
            </a:r>
          </a:p>
          <a:p>
            <a:pPr marL="571500" indent="-571500">
              <a:buFont typeface="Arial" panose="020B0604020202020204" pitchFamily="34" charset="0"/>
              <a:buChar char="•"/>
            </a:pPr>
            <a:r>
              <a:rPr lang="en-GB" sz="4000"/>
              <a:t>We sign off with our first name and surname.</a:t>
            </a:r>
          </a:p>
        </p:txBody>
      </p:sp>
    </p:spTree>
    <p:extLst>
      <p:ext uri="{BB962C8B-B14F-4D97-AF65-F5344CB8AC3E}">
        <p14:creationId xmlns:p14="http://schemas.microsoft.com/office/powerpoint/2010/main" val="994798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BBABFC-1D02-46A6-9A40-74DD6FFEEC4C}"/>
              </a:ext>
            </a:extLst>
          </p:cNvPr>
          <p:cNvSpPr txBox="1"/>
          <p:nvPr/>
        </p:nvSpPr>
        <p:spPr>
          <a:xfrm>
            <a:off x="1342696" y="1938726"/>
            <a:ext cx="9506607" cy="1323439"/>
          </a:xfrm>
          <a:prstGeom prst="rect">
            <a:avLst/>
          </a:prstGeom>
          <a:noFill/>
        </p:spPr>
        <p:txBody>
          <a:bodyPr wrap="square" rtlCol="0">
            <a:spAutoFit/>
          </a:bodyPr>
          <a:lstStyle/>
          <a:p>
            <a:r>
              <a:rPr lang="en-GB" sz="4000"/>
              <a:t>Let’s go back to the jigsaws to remind ourselves of the layout we need.</a:t>
            </a:r>
          </a:p>
        </p:txBody>
      </p:sp>
    </p:spTree>
    <p:extLst>
      <p:ext uri="{BB962C8B-B14F-4D97-AF65-F5344CB8AC3E}">
        <p14:creationId xmlns:p14="http://schemas.microsoft.com/office/powerpoint/2010/main" val="38021059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6528048" y="1583211"/>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hidden="1">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5760640" cy="5858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Postcode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1136097" y="1707637"/>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hidden="1">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56649"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City</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6468088" y="3979577"/>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hidden="1">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Area</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855439" y="3457814"/>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hidden="1">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Number and street</a:t>
              </a:r>
            </a:p>
          </p:txBody>
        </p:sp>
      </p:grpSp>
    </p:spTree>
    <p:extLst>
      <p:ext uri="{BB962C8B-B14F-4D97-AF65-F5344CB8AC3E}">
        <p14:creationId xmlns:p14="http://schemas.microsoft.com/office/powerpoint/2010/main" val="407286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6528048" y="1583211"/>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5760640" cy="5858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Postcode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1136097" y="1707637"/>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60640" cy="585800"/>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City</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6468088" y="3979577"/>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Area</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855439" y="3457814"/>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Number and street</a:t>
              </a:r>
            </a:p>
          </p:txBody>
        </p:sp>
      </p:grpSp>
    </p:spTree>
    <p:extLst>
      <p:ext uri="{BB962C8B-B14F-4D97-AF65-F5344CB8AC3E}">
        <p14:creationId xmlns:p14="http://schemas.microsoft.com/office/powerpoint/2010/main" val="2719530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3503712" y="4077072"/>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5760640" cy="7797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Postcode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3503712" y="3320005"/>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60640" cy="7797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City</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3503712" y="2566370"/>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779700"/>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Area</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3505818" y="1817710"/>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7797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Number and street</a:t>
              </a:r>
            </a:p>
          </p:txBody>
        </p:sp>
      </p:grpSp>
    </p:spTree>
    <p:extLst>
      <p:ext uri="{BB962C8B-B14F-4D97-AF65-F5344CB8AC3E}">
        <p14:creationId xmlns:p14="http://schemas.microsoft.com/office/powerpoint/2010/main" val="2199377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5990D-03AB-4DEC-B115-A08B7673D068}"/>
              </a:ext>
            </a:extLst>
          </p:cNvPr>
          <p:cNvSpPr txBox="1"/>
          <p:nvPr/>
        </p:nvSpPr>
        <p:spPr>
          <a:xfrm>
            <a:off x="4151784" y="2708920"/>
            <a:ext cx="3047288" cy="923330"/>
          </a:xfrm>
          <a:prstGeom prst="rect">
            <a:avLst/>
          </a:prstGeom>
          <a:noFill/>
        </p:spPr>
        <p:txBody>
          <a:bodyPr wrap="square">
            <a:spAutoFit/>
          </a:bodyPr>
          <a:lstStyle/>
          <a:p>
            <a:r>
              <a:rPr lang="en-GB" sz="5400">
                <a:solidFill>
                  <a:schemeClr val="bg1"/>
                </a:solidFill>
              </a:rPr>
              <a:t>Example</a:t>
            </a:r>
          </a:p>
        </p:txBody>
      </p:sp>
    </p:spTree>
    <p:extLst>
      <p:ext uri="{BB962C8B-B14F-4D97-AF65-F5344CB8AC3E}">
        <p14:creationId xmlns:p14="http://schemas.microsoft.com/office/powerpoint/2010/main" val="2332014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6528048" y="1583211"/>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hidden="1">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5760640" cy="5858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CF10 7HE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1136097" y="1707637"/>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hidden="1">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60640" cy="585800"/>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Cardiff</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6468088" y="3979577"/>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hidden="1">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Splott</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855439" y="3457814"/>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hidden="1">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99 Fake Street</a:t>
              </a:r>
            </a:p>
          </p:txBody>
        </p:sp>
      </p:grpSp>
    </p:spTree>
    <p:extLst>
      <p:ext uri="{BB962C8B-B14F-4D97-AF65-F5344CB8AC3E}">
        <p14:creationId xmlns:p14="http://schemas.microsoft.com/office/powerpoint/2010/main" val="692771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6528048" y="1583211"/>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5760640" cy="5858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CF10 7HE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1136097" y="1707637"/>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60640" cy="585800"/>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Cardiff</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6468088" y="3979577"/>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Splott</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855439" y="3457814"/>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99 Fake Street</a:t>
              </a:r>
            </a:p>
          </p:txBody>
        </p:sp>
      </p:grpSp>
    </p:spTree>
    <p:extLst>
      <p:ext uri="{BB962C8B-B14F-4D97-AF65-F5344CB8AC3E}">
        <p14:creationId xmlns:p14="http://schemas.microsoft.com/office/powerpoint/2010/main" val="1344296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5" name="!!iv">
            <a:extLst>
              <a:ext uri="{FF2B5EF4-FFF2-40B4-BE49-F238E27FC236}">
                <a16:creationId xmlns:a16="http://schemas.microsoft.com/office/drawing/2014/main" id="{0FE3CF64-1A90-4A37-B797-AA12DA6135EA}"/>
              </a:ext>
            </a:extLst>
          </p:cNvPr>
          <p:cNvGrpSpPr>
            <a:grpSpLocks noChangeAspect="1"/>
          </p:cNvGrpSpPr>
          <p:nvPr/>
        </p:nvGrpSpPr>
        <p:grpSpPr>
          <a:xfrm>
            <a:off x="3503712" y="4077072"/>
            <a:ext cx="4928470" cy="889592"/>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253419"/>
              <a:ext cx="2458155" cy="585802"/>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CF10 7HE</a:t>
              </a:r>
            </a:p>
          </p:txBody>
        </p:sp>
      </p:grpSp>
      <p:grpSp>
        <p:nvGrpSpPr>
          <p:cNvPr id="44" name="!!iii">
            <a:extLst>
              <a:ext uri="{FF2B5EF4-FFF2-40B4-BE49-F238E27FC236}">
                <a16:creationId xmlns:a16="http://schemas.microsoft.com/office/drawing/2014/main" id="{D8A6FCC1-A7EB-42F4-8650-BB25A8E7BB41}"/>
              </a:ext>
            </a:extLst>
          </p:cNvPr>
          <p:cNvGrpSpPr>
            <a:grpSpLocks noChangeAspect="1"/>
          </p:cNvGrpSpPr>
          <p:nvPr/>
        </p:nvGrpSpPr>
        <p:grpSpPr>
          <a:xfrm>
            <a:off x="3503712" y="3320005"/>
            <a:ext cx="4928525" cy="88956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5" y="2231280"/>
              <a:ext cx="5760640"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Cardiff</a:t>
              </a:r>
            </a:p>
          </p:txBody>
        </p:sp>
      </p:grpSp>
      <p:grpSp>
        <p:nvGrpSpPr>
          <p:cNvPr id="43" name="!!ii">
            <a:extLst>
              <a:ext uri="{FF2B5EF4-FFF2-40B4-BE49-F238E27FC236}">
                <a16:creationId xmlns:a16="http://schemas.microsoft.com/office/drawing/2014/main" id="{8101F68C-68E7-4D23-950A-7E4F94CADF6D}"/>
              </a:ext>
            </a:extLst>
          </p:cNvPr>
          <p:cNvGrpSpPr>
            <a:grpSpLocks noChangeAspect="1"/>
          </p:cNvGrpSpPr>
          <p:nvPr/>
        </p:nvGrpSpPr>
        <p:grpSpPr>
          <a:xfrm>
            <a:off x="3503712" y="2566370"/>
            <a:ext cx="4928524" cy="889583"/>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225195"/>
              <a:ext cx="5760642"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Splott</a:t>
              </a:r>
            </a:p>
          </p:txBody>
        </p:sp>
      </p:grpSp>
      <p:grpSp>
        <p:nvGrpSpPr>
          <p:cNvPr id="42" name="!!i">
            <a:extLst>
              <a:ext uri="{FF2B5EF4-FFF2-40B4-BE49-F238E27FC236}">
                <a16:creationId xmlns:a16="http://schemas.microsoft.com/office/drawing/2014/main" id="{E9E4080B-25E0-4643-8AEC-FB63A300771D}"/>
              </a:ext>
            </a:extLst>
          </p:cNvPr>
          <p:cNvGrpSpPr>
            <a:grpSpLocks noChangeAspect="1"/>
          </p:cNvGrpSpPr>
          <p:nvPr/>
        </p:nvGrpSpPr>
        <p:grpSpPr>
          <a:xfrm>
            <a:off x="3505818" y="1817710"/>
            <a:ext cx="4928495" cy="889588"/>
            <a:chOff x="137491" y="5763"/>
            <a:chExt cx="6582847"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013"/>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78389"/>
              <a:ext cx="5760641" cy="585801"/>
            </a:xfrm>
            <a:prstGeom prst="rect">
              <a:avLst/>
            </a:prstGeom>
            <a:noFill/>
          </p:spPr>
          <p:txBody>
            <a:bodyPr wrap="square" rtlCol="0">
              <a:spAutoFit/>
            </a:bodyPr>
            <a:lstStyle/>
            <a:p>
              <a:r>
                <a:rPr lang="en-GB" sz="2250" b="1">
                  <a:solidFill>
                    <a:schemeClr val="accent5">
                      <a:lumMod val="50000"/>
                    </a:schemeClr>
                  </a:solidFill>
                  <a:latin typeface="Gill Sans Nova" panose="020B0602020104020203" pitchFamily="34" charset="0"/>
                </a:rPr>
                <a:t>99 Fake Street</a:t>
              </a:r>
            </a:p>
          </p:txBody>
        </p:sp>
      </p:grpSp>
    </p:spTree>
    <p:extLst>
      <p:ext uri="{BB962C8B-B14F-4D97-AF65-F5344CB8AC3E}">
        <p14:creationId xmlns:p14="http://schemas.microsoft.com/office/powerpoint/2010/main" val="699033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885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8" name="!!vii">
            <a:extLst>
              <a:ext uri="{FF2B5EF4-FFF2-40B4-BE49-F238E27FC236}">
                <a16:creationId xmlns:a16="http://schemas.microsoft.com/office/drawing/2014/main" id="{428C4196-9A29-4A7F-88FB-4E58B221163A}"/>
              </a:ext>
            </a:extLst>
          </p:cNvPr>
          <p:cNvGrpSpPr/>
          <p:nvPr/>
        </p:nvGrpSpPr>
        <p:grpSpPr>
          <a:xfrm>
            <a:off x="4285589" y="3424738"/>
            <a:ext cx="3702870" cy="808723"/>
            <a:chOff x="137524" y="6012221"/>
            <a:chExt cx="6582880" cy="1188206"/>
          </a:xfrm>
          <a:blipFill>
            <a:blip r:embed="rId3"/>
            <a:stretch>
              <a:fillRect/>
            </a:stretch>
          </a:blipFill>
          <a:effectLst/>
        </p:grpSpPr>
        <p:sp>
          <p:nvSpPr>
            <p:cNvPr id="24" name="Rectangle: Rounded vii">
              <a:extLst>
                <a:ext uri="{FF2B5EF4-FFF2-40B4-BE49-F238E27FC236}">
                  <a16:creationId xmlns:a16="http://schemas.microsoft.com/office/drawing/2014/main" id="{600E0DCC-1342-4D5D-BF4F-D13B5EA3F206}"/>
                </a:ext>
              </a:extLst>
            </p:cNvPr>
            <p:cNvSpPr/>
            <p:nvPr/>
          </p:nvSpPr>
          <p:spPr>
            <a:xfrm>
              <a:off x="317942" y="62919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2" name="Freeform: Shape vii" hidden="1">
              <a:extLst>
                <a:ext uri="{FF2B5EF4-FFF2-40B4-BE49-F238E27FC236}">
                  <a16:creationId xmlns:a16="http://schemas.microsoft.com/office/drawing/2014/main" id="{3C55B48F-5FF4-4348-9442-D5CA142B6779}"/>
                </a:ext>
              </a:extLst>
            </p:cNvPr>
            <p:cNvSpPr/>
            <p:nvPr/>
          </p:nvSpPr>
          <p:spPr>
            <a:xfrm>
              <a:off x="137524" y="6012221"/>
              <a:ext cx="6582880" cy="1188206"/>
            </a:xfrm>
            <a:custGeom>
              <a:avLst/>
              <a:gdLst>
                <a:gd name="connsiteX0" fmla="*/ 272 w 6582880"/>
                <a:gd name="connsiteY0" fmla="*/ 553 h 1188206"/>
                <a:gd name="connsiteX1" fmla="*/ 272 w 6582880"/>
                <a:gd name="connsiteY1" fmla="*/ 1001148 h 1188206"/>
                <a:gd name="connsiteX2" fmla="*/ 2633427 w 6582880"/>
                <a:gd name="connsiteY2" fmla="*/ 1001148 h 1188206"/>
                <a:gd name="connsiteX3" fmla="*/ 2962550 w 6582880"/>
                <a:gd name="connsiteY3" fmla="*/ 1001148 h 1188206"/>
                <a:gd name="connsiteX4" fmla="*/ 3094197 w 6582880"/>
                <a:gd name="connsiteY4" fmla="*/ 1188760 h 1188206"/>
                <a:gd name="connsiteX5" fmla="*/ 3225894 w 6582880"/>
                <a:gd name="connsiteY5" fmla="*/ 1001148 h 1188206"/>
                <a:gd name="connsiteX6" fmla="*/ 3291723 w 6582880"/>
                <a:gd name="connsiteY6" fmla="*/ 1001148 h 1188206"/>
                <a:gd name="connsiteX7" fmla="*/ 3319470 w 6582880"/>
                <a:gd name="connsiteY7" fmla="*/ 1016322 h 1188206"/>
                <a:gd name="connsiteX8" fmla="*/ 3316376 w 6582880"/>
                <a:gd name="connsiteY8" fmla="*/ 1051968 h 1188206"/>
                <a:gd name="connsiteX9" fmla="*/ 3291723 w 6582880"/>
                <a:gd name="connsiteY9" fmla="*/ 1126223 h 1188206"/>
                <a:gd name="connsiteX10" fmla="*/ 3305086 w 6582880"/>
                <a:gd name="connsiteY10" fmla="*/ 1169209 h 1188206"/>
                <a:gd name="connsiteX11" fmla="*/ 3357518 w 6582880"/>
                <a:gd name="connsiteY11" fmla="*/ 1188760 h 1188206"/>
                <a:gd name="connsiteX12" fmla="*/ 3409984 w 6582880"/>
                <a:gd name="connsiteY12" fmla="*/ 1169209 h 1188206"/>
                <a:gd name="connsiteX13" fmla="*/ 3423347 w 6582880"/>
                <a:gd name="connsiteY13" fmla="*/ 1126223 h 1188206"/>
                <a:gd name="connsiteX14" fmla="*/ 3398661 w 6582880"/>
                <a:gd name="connsiteY14" fmla="*/ 1051968 h 1188206"/>
                <a:gd name="connsiteX15" fmla="*/ 3395600 w 6582880"/>
                <a:gd name="connsiteY15" fmla="*/ 1016322 h 1188206"/>
                <a:gd name="connsiteX16" fmla="*/ 3423347 w 6582880"/>
                <a:gd name="connsiteY16" fmla="*/ 1001148 h 1188206"/>
                <a:gd name="connsiteX17" fmla="*/ 3489176 w 6582880"/>
                <a:gd name="connsiteY17" fmla="*/ 1001148 h 1188206"/>
                <a:gd name="connsiteX18" fmla="*/ 3516955 w 6582880"/>
                <a:gd name="connsiteY18" fmla="*/ 1016322 h 1188206"/>
                <a:gd name="connsiteX19" fmla="*/ 3513894 w 6582880"/>
                <a:gd name="connsiteY19" fmla="*/ 1051968 h 1188206"/>
                <a:gd name="connsiteX20" fmla="*/ 3489176 w 6582880"/>
                <a:gd name="connsiteY20" fmla="*/ 1126223 h 1188206"/>
                <a:gd name="connsiteX21" fmla="*/ 3502539 w 6582880"/>
                <a:gd name="connsiteY21" fmla="*/ 1169209 h 1188206"/>
                <a:gd name="connsiteX22" fmla="*/ 3555004 w 6582880"/>
                <a:gd name="connsiteY22" fmla="*/ 1188760 h 1188206"/>
                <a:gd name="connsiteX23" fmla="*/ 3607470 w 6582880"/>
                <a:gd name="connsiteY23" fmla="*/ 1169209 h 1188206"/>
                <a:gd name="connsiteX24" fmla="*/ 3620833 w 6582880"/>
                <a:gd name="connsiteY24" fmla="*/ 1126223 h 1188206"/>
                <a:gd name="connsiteX25" fmla="*/ 3596147 w 6582880"/>
                <a:gd name="connsiteY25" fmla="*/ 1051968 h 1188206"/>
                <a:gd name="connsiteX26" fmla="*/ 3593086 w 6582880"/>
                <a:gd name="connsiteY26" fmla="*/ 1016322 h 1188206"/>
                <a:gd name="connsiteX27" fmla="*/ 3620833 w 6582880"/>
                <a:gd name="connsiteY27" fmla="*/ 1001148 h 1188206"/>
                <a:gd name="connsiteX28" fmla="*/ 3686661 w 6582880"/>
                <a:gd name="connsiteY28" fmla="*/ 1001148 h 1188206"/>
                <a:gd name="connsiteX29" fmla="*/ 3949976 w 6582880"/>
                <a:gd name="connsiteY29" fmla="*/ 1001148 h 1188206"/>
                <a:gd name="connsiteX30" fmla="*/ 6583153 w 6582880"/>
                <a:gd name="connsiteY30" fmla="*/ 1001148 h 1188206"/>
                <a:gd name="connsiteX31" fmla="*/ 6583153 w 6582880"/>
                <a:gd name="connsiteY31" fmla="*/ 553 h 1188206"/>
                <a:gd name="connsiteX32" fmla="*/ 3949976 w 6582880"/>
                <a:gd name="connsiteY32" fmla="*/ 553 h 1188206"/>
                <a:gd name="connsiteX33" fmla="*/ 3587951 w 6582880"/>
                <a:gd name="connsiteY33" fmla="*/ 553 h 1188206"/>
                <a:gd name="connsiteX34" fmla="*/ 3522090 w 6582880"/>
                <a:gd name="connsiteY34" fmla="*/ 553 h 1188206"/>
                <a:gd name="connsiteX35" fmla="*/ 3494310 w 6582880"/>
                <a:gd name="connsiteY35" fmla="*/ 15726 h 1188206"/>
                <a:gd name="connsiteX36" fmla="*/ 3497404 w 6582880"/>
                <a:gd name="connsiteY36" fmla="*/ 51405 h 1188206"/>
                <a:gd name="connsiteX37" fmla="*/ 3522090 w 6582880"/>
                <a:gd name="connsiteY37" fmla="*/ 125660 h 1188206"/>
                <a:gd name="connsiteX38" fmla="*/ 3508694 w 6582880"/>
                <a:gd name="connsiteY38" fmla="*/ 168647 h 1188206"/>
                <a:gd name="connsiteX39" fmla="*/ 3456261 w 6582880"/>
                <a:gd name="connsiteY39" fmla="*/ 188197 h 1188206"/>
                <a:gd name="connsiteX40" fmla="*/ 3403796 w 6582880"/>
                <a:gd name="connsiteY40" fmla="*/ 168647 h 1188206"/>
                <a:gd name="connsiteX41" fmla="*/ 3390433 w 6582880"/>
                <a:gd name="connsiteY41" fmla="*/ 125660 h 1188206"/>
                <a:gd name="connsiteX42" fmla="*/ 3415118 w 6582880"/>
                <a:gd name="connsiteY42" fmla="*/ 51405 h 1188206"/>
                <a:gd name="connsiteX43" fmla="*/ 3418212 w 6582880"/>
                <a:gd name="connsiteY43" fmla="*/ 15726 h 1188206"/>
                <a:gd name="connsiteX44" fmla="*/ 3390433 w 6582880"/>
                <a:gd name="connsiteY44" fmla="*/ 553 h 1188206"/>
                <a:gd name="connsiteX45" fmla="*/ 3324604 w 6582880"/>
                <a:gd name="connsiteY45" fmla="*/ 553 h 1188206"/>
                <a:gd name="connsiteX46" fmla="*/ 3192947 w 6582880"/>
                <a:gd name="connsiteY46" fmla="*/ 188197 h 1188206"/>
                <a:gd name="connsiteX47" fmla="*/ 3061303 w 6582880"/>
                <a:gd name="connsiteY47" fmla="*/ 553 h 1188206"/>
                <a:gd name="connsiteX48" fmla="*/ 2633427 w 6582880"/>
                <a:gd name="connsiteY48" fmla="*/ 553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582880" h="1188206">
                  <a:moveTo>
                    <a:pt x="272" y="553"/>
                  </a:moveTo>
                  <a:lnTo>
                    <a:pt x="272" y="1001148"/>
                  </a:lnTo>
                  <a:lnTo>
                    <a:pt x="2633427" y="1001148"/>
                  </a:lnTo>
                  <a:lnTo>
                    <a:pt x="2962550" y="1001148"/>
                  </a:lnTo>
                  <a:lnTo>
                    <a:pt x="3094197" y="1188760"/>
                  </a:lnTo>
                  <a:lnTo>
                    <a:pt x="3225894" y="1001148"/>
                  </a:lnTo>
                  <a:lnTo>
                    <a:pt x="3291723" y="1001148"/>
                  </a:lnTo>
                  <a:cubicBezTo>
                    <a:pt x="3308180" y="1001148"/>
                    <a:pt x="3316376" y="1007040"/>
                    <a:pt x="3319470" y="1016322"/>
                  </a:cubicBezTo>
                  <a:cubicBezTo>
                    <a:pt x="3322563" y="1025603"/>
                    <a:pt x="3320490" y="1038275"/>
                    <a:pt x="3316376" y="1051968"/>
                  </a:cubicBezTo>
                  <a:cubicBezTo>
                    <a:pt x="3308147" y="1079320"/>
                    <a:pt x="3291723" y="1110588"/>
                    <a:pt x="3291723" y="1126223"/>
                  </a:cubicBezTo>
                  <a:cubicBezTo>
                    <a:pt x="3291723" y="1141857"/>
                    <a:pt x="3295146" y="1157491"/>
                    <a:pt x="3305086" y="1169209"/>
                  </a:cubicBezTo>
                  <a:cubicBezTo>
                    <a:pt x="3315026" y="1180926"/>
                    <a:pt x="3331516" y="1188760"/>
                    <a:pt x="3357518" y="1188760"/>
                  </a:cubicBezTo>
                  <a:cubicBezTo>
                    <a:pt x="3383554" y="1188760"/>
                    <a:pt x="3400044" y="1180926"/>
                    <a:pt x="3409984" y="1169209"/>
                  </a:cubicBezTo>
                  <a:cubicBezTo>
                    <a:pt x="3419924" y="1157491"/>
                    <a:pt x="3423347" y="1141857"/>
                    <a:pt x="3423347" y="1126223"/>
                  </a:cubicBezTo>
                  <a:cubicBezTo>
                    <a:pt x="3423347" y="1110588"/>
                    <a:pt x="3406890" y="1079320"/>
                    <a:pt x="3398661" y="1051968"/>
                  </a:cubicBezTo>
                  <a:cubicBezTo>
                    <a:pt x="3394547" y="1038275"/>
                    <a:pt x="3392506" y="1025603"/>
                    <a:pt x="3395600" y="1016322"/>
                  </a:cubicBezTo>
                  <a:cubicBezTo>
                    <a:pt x="3398694" y="1007040"/>
                    <a:pt x="3406890" y="1001148"/>
                    <a:pt x="3423347" y="1001148"/>
                  </a:cubicBezTo>
                  <a:lnTo>
                    <a:pt x="3489176" y="1001148"/>
                  </a:lnTo>
                  <a:cubicBezTo>
                    <a:pt x="3505633" y="1001148"/>
                    <a:pt x="3513861" y="1007040"/>
                    <a:pt x="3516955" y="1016322"/>
                  </a:cubicBezTo>
                  <a:cubicBezTo>
                    <a:pt x="3520016" y="1025603"/>
                    <a:pt x="3518009" y="1038275"/>
                    <a:pt x="3513894" y="1051968"/>
                  </a:cubicBezTo>
                  <a:cubicBezTo>
                    <a:pt x="3505666" y="1079320"/>
                    <a:pt x="3489176" y="1110588"/>
                    <a:pt x="3489176" y="1126223"/>
                  </a:cubicBezTo>
                  <a:cubicBezTo>
                    <a:pt x="3489176" y="1141857"/>
                    <a:pt x="3492599" y="1157491"/>
                    <a:pt x="3502539" y="1169209"/>
                  </a:cubicBezTo>
                  <a:cubicBezTo>
                    <a:pt x="3512512" y="1180926"/>
                    <a:pt x="3528969" y="1188760"/>
                    <a:pt x="3555004" y="1188760"/>
                  </a:cubicBezTo>
                  <a:cubicBezTo>
                    <a:pt x="3581039" y="1188760"/>
                    <a:pt x="3597497" y="1180926"/>
                    <a:pt x="3607470" y="1169209"/>
                  </a:cubicBezTo>
                  <a:cubicBezTo>
                    <a:pt x="3617410" y="1157491"/>
                    <a:pt x="3620833" y="1141857"/>
                    <a:pt x="3620833" y="1126223"/>
                  </a:cubicBezTo>
                  <a:cubicBezTo>
                    <a:pt x="3620833" y="1110588"/>
                    <a:pt x="3604376" y="1079320"/>
                    <a:pt x="3596147" y="1051968"/>
                  </a:cubicBezTo>
                  <a:cubicBezTo>
                    <a:pt x="3592033" y="1038275"/>
                    <a:pt x="3589992" y="1025603"/>
                    <a:pt x="3593086" y="1016322"/>
                  </a:cubicBezTo>
                  <a:cubicBezTo>
                    <a:pt x="3596147" y="1007040"/>
                    <a:pt x="3604376" y="1001148"/>
                    <a:pt x="3620833" y="1001148"/>
                  </a:cubicBezTo>
                  <a:lnTo>
                    <a:pt x="3686661" y="1001148"/>
                  </a:lnTo>
                  <a:lnTo>
                    <a:pt x="3949976" y="1001148"/>
                  </a:lnTo>
                  <a:lnTo>
                    <a:pt x="6583153" y="1001148"/>
                  </a:lnTo>
                  <a:lnTo>
                    <a:pt x="6583153" y="553"/>
                  </a:lnTo>
                  <a:lnTo>
                    <a:pt x="3949976" y="553"/>
                  </a:lnTo>
                  <a:lnTo>
                    <a:pt x="3587951" y="553"/>
                  </a:lnTo>
                  <a:lnTo>
                    <a:pt x="3522090" y="553"/>
                  </a:lnTo>
                  <a:cubicBezTo>
                    <a:pt x="3505633" y="553"/>
                    <a:pt x="3497404" y="6445"/>
                    <a:pt x="3494310" y="15726"/>
                  </a:cubicBezTo>
                  <a:cubicBezTo>
                    <a:pt x="3491249" y="25009"/>
                    <a:pt x="3493290" y="37713"/>
                    <a:pt x="3497404" y="51405"/>
                  </a:cubicBezTo>
                  <a:cubicBezTo>
                    <a:pt x="3505633" y="78757"/>
                    <a:pt x="3522090" y="110026"/>
                    <a:pt x="3522090" y="125660"/>
                  </a:cubicBezTo>
                  <a:cubicBezTo>
                    <a:pt x="3522090" y="141294"/>
                    <a:pt x="3518667" y="156929"/>
                    <a:pt x="3508694" y="168647"/>
                  </a:cubicBezTo>
                  <a:cubicBezTo>
                    <a:pt x="3498754" y="180364"/>
                    <a:pt x="3482297" y="188197"/>
                    <a:pt x="3456261" y="188197"/>
                  </a:cubicBezTo>
                  <a:cubicBezTo>
                    <a:pt x="3430226" y="188197"/>
                    <a:pt x="3413736" y="180364"/>
                    <a:pt x="3403796" y="168647"/>
                  </a:cubicBezTo>
                  <a:cubicBezTo>
                    <a:pt x="3393856" y="156929"/>
                    <a:pt x="3390433" y="141294"/>
                    <a:pt x="3390433" y="125660"/>
                  </a:cubicBezTo>
                  <a:cubicBezTo>
                    <a:pt x="3390433" y="110026"/>
                    <a:pt x="3406890" y="78757"/>
                    <a:pt x="3415118" y="51405"/>
                  </a:cubicBezTo>
                  <a:cubicBezTo>
                    <a:pt x="3419233" y="37713"/>
                    <a:pt x="3421306" y="25009"/>
                    <a:pt x="3418212" y="15726"/>
                  </a:cubicBezTo>
                  <a:cubicBezTo>
                    <a:pt x="3415118" y="6445"/>
                    <a:pt x="3406890" y="553"/>
                    <a:pt x="3390433" y="553"/>
                  </a:cubicBezTo>
                  <a:lnTo>
                    <a:pt x="3324604" y="553"/>
                  </a:lnTo>
                  <a:lnTo>
                    <a:pt x="3192947" y="188197"/>
                  </a:lnTo>
                  <a:lnTo>
                    <a:pt x="3061303" y="553"/>
                  </a:lnTo>
                  <a:lnTo>
                    <a:pt x="2633427" y="553"/>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5" name="TextBox vii">
              <a:extLst>
                <a:ext uri="{FF2B5EF4-FFF2-40B4-BE49-F238E27FC236}">
                  <a16:creationId xmlns:a16="http://schemas.microsoft.com/office/drawing/2014/main" id="{0E57181C-E5C7-46DF-B63D-E5689476E730}"/>
                </a:ext>
              </a:extLst>
            </p:cNvPr>
            <p:cNvSpPr txBox="1"/>
            <p:nvPr/>
          </p:nvSpPr>
          <p:spPr>
            <a:xfrm>
              <a:off x="463152" y="6224548"/>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Postcode</a:t>
              </a:r>
            </a:p>
          </p:txBody>
        </p:sp>
      </p:grpSp>
      <p:grpSp>
        <p:nvGrpSpPr>
          <p:cNvPr id="47" name="!!vi">
            <a:extLst>
              <a:ext uri="{FF2B5EF4-FFF2-40B4-BE49-F238E27FC236}">
                <a16:creationId xmlns:a16="http://schemas.microsoft.com/office/drawing/2014/main" id="{B0F9E1AB-43CA-4CC1-818E-76E0B0A2FB20}"/>
              </a:ext>
            </a:extLst>
          </p:cNvPr>
          <p:cNvGrpSpPr/>
          <p:nvPr/>
        </p:nvGrpSpPr>
        <p:grpSpPr>
          <a:xfrm>
            <a:off x="4074853" y="967447"/>
            <a:ext cx="3702850" cy="808723"/>
            <a:chOff x="137559" y="5011626"/>
            <a:chExt cx="6582845" cy="1188206"/>
          </a:xfrm>
          <a:blipFill>
            <a:blip r:embed="rId3"/>
            <a:stretch>
              <a:fillRect/>
            </a:stretch>
          </a:blipFill>
          <a:effectLst/>
        </p:grpSpPr>
        <p:sp>
          <p:nvSpPr>
            <p:cNvPr id="23" name="Rectangle: Rounded vi">
              <a:extLst>
                <a:ext uri="{FF2B5EF4-FFF2-40B4-BE49-F238E27FC236}">
                  <a16:creationId xmlns:a16="http://schemas.microsoft.com/office/drawing/2014/main" id="{C9908343-F768-4DAE-80D3-42DB97A53682}"/>
                </a:ext>
              </a:extLst>
            </p:cNvPr>
            <p:cNvSpPr/>
            <p:nvPr/>
          </p:nvSpPr>
          <p:spPr>
            <a:xfrm>
              <a:off x="317942" y="5258873"/>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7" name="Freeform: vi" hidden="1">
              <a:extLst>
                <a:ext uri="{FF2B5EF4-FFF2-40B4-BE49-F238E27FC236}">
                  <a16:creationId xmlns:a16="http://schemas.microsoft.com/office/drawing/2014/main" id="{AA4BA223-CEAC-409D-993B-A6608AEF3F11}"/>
                </a:ext>
              </a:extLst>
            </p:cNvPr>
            <p:cNvSpPr/>
            <p:nvPr/>
          </p:nvSpPr>
          <p:spPr>
            <a:xfrm>
              <a:off x="137559" y="5011626"/>
              <a:ext cx="6582845" cy="1188206"/>
            </a:xfrm>
            <a:custGeom>
              <a:avLst/>
              <a:gdLst>
                <a:gd name="connsiteX0" fmla="*/ 272 w 6582845"/>
                <a:gd name="connsiteY0" fmla="*/ 468 h 1188206"/>
                <a:gd name="connsiteX1" fmla="*/ 272 w 6582845"/>
                <a:gd name="connsiteY1" fmla="*/ 1001063 h 1188206"/>
                <a:gd name="connsiteX2" fmla="*/ 2633428 w 6582845"/>
                <a:gd name="connsiteY2" fmla="*/ 1001063 h 1188206"/>
                <a:gd name="connsiteX3" fmla="*/ 3061271 w 6582845"/>
                <a:gd name="connsiteY3" fmla="*/ 1001063 h 1188206"/>
                <a:gd name="connsiteX4" fmla="*/ 3192912 w 6582845"/>
                <a:gd name="connsiteY4" fmla="*/ 1188675 h 1188206"/>
                <a:gd name="connsiteX5" fmla="*/ 3324602 w 6582845"/>
                <a:gd name="connsiteY5" fmla="*/ 1001063 h 1188206"/>
                <a:gd name="connsiteX6" fmla="*/ 3390431 w 6582845"/>
                <a:gd name="connsiteY6" fmla="*/ 1001063 h 1188206"/>
                <a:gd name="connsiteX7" fmla="*/ 3418178 w 6582845"/>
                <a:gd name="connsiteY7" fmla="*/ 1016237 h 1188206"/>
                <a:gd name="connsiteX8" fmla="*/ 3415116 w 6582845"/>
                <a:gd name="connsiteY8" fmla="*/ 1051883 h 1188206"/>
                <a:gd name="connsiteX9" fmla="*/ 3390464 w 6582845"/>
                <a:gd name="connsiteY9" fmla="*/ 1126138 h 1188206"/>
                <a:gd name="connsiteX10" fmla="*/ 3403827 w 6582845"/>
                <a:gd name="connsiteY10" fmla="*/ 1169124 h 1188206"/>
                <a:gd name="connsiteX11" fmla="*/ 3456292 w 6582845"/>
                <a:gd name="connsiteY11" fmla="*/ 1188675 h 1188206"/>
                <a:gd name="connsiteX12" fmla="*/ 3508725 w 6582845"/>
                <a:gd name="connsiteY12" fmla="*/ 1169124 h 1188206"/>
                <a:gd name="connsiteX13" fmla="*/ 3522121 w 6582845"/>
                <a:gd name="connsiteY13" fmla="*/ 1126138 h 1188206"/>
                <a:gd name="connsiteX14" fmla="*/ 3497402 w 6582845"/>
                <a:gd name="connsiteY14" fmla="*/ 1051883 h 1188206"/>
                <a:gd name="connsiteX15" fmla="*/ 3494308 w 6582845"/>
                <a:gd name="connsiteY15" fmla="*/ 1016237 h 1188206"/>
                <a:gd name="connsiteX16" fmla="*/ 3522121 w 6582845"/>
                <a:gd name="connsiteY16" fmla="*/ 1001063 h 1188206"/>
                <a:gd name="connsiteX17" fmla="*/ 3587949 w 6582845"/>
                <a:gd name="connsiteY17" fmla="*/ 1001063 h 1188206"/>
                <a:gd name="connsiteX18" fmla="*/ 3949974 w 6582845"/>
                <a:gd name="connsiteY18" fmla="*/ 1001063 h 1188206"/>
                <a:gd name="connsiteX19" fmla="*/ 3949941 w 6582845"/>
                <a:gd name="connsiteY19" fmla="*/ 813485 h 1188206"/>
                <a:gd name="connsiteX20" fmla="*/ 3949941 w 6582845"/>
                <a:gd name="connsiteY20" fmla="*/ 375691 h 1188206"/>
                <a:gd name="connsiteX21" fmla="*/ 3949974 w 6582845"/>
                <a:gd name="connsiteY21" fmla="*/ 375691 h 1188206"/>
                <a:gd name="connsiteX22" fmla="*/ 3949974 w 6582845"/>
                <a:gd name="connsiteY22" fmla="*/ 1001063 h 1188206"/>
                <a:gd name="connsiteX23" fmla="*/ 6583118 w 6582845"/>
                <a:gd name="connsiteY23" fmla="*/ 1001063 h 1188206"/>
                <a:gd name="connsiteX24" fmla="*/ 6583118 w 6582845"/>
                <a:gd name="connsiteY24" fmla="*/ 468 h 1188206"/>
                <a:gd name="connsiteX25" fmla="*/ 3949974 w 6582845"/>
                <a:gd name="connsiteY25" fmla="*/ 468 h 1188206"/>
                <a:gd name="connsiteX26" fmla="*/ 3489174 w 6582845"/>
                <a:gd name="connsiteY26" fmla="*/ 468 h 1188206"/>
                <a:gd name="connsiteX27" fmla="*/ 3423345 w 6582845"/>
                <a:gd name="connsiteY27" fmla="*/ 468 h 1188206"/>
                <a:gd name="connsiteX28" fmla="*/ 3291721 w 6582845"/>
                <a:gd name="connsiteY28" fmla="*/ 188113 h 1188206"/>
                <a:gd name="connsiteX29" fmla="*/ 3160031 w 6582845"/>
                <a:gd name="connsiteY29" fmla="*/ 468 h 1188206"/>
                <a:gd name="connsiteX30" fmla="*/ 2633428 w 6582845"/>
                <a:gd name="connsiteY30" fmla="*/ 468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82845" h="1188206">
                  <a:moveTo>
                    <a:pt x="272" y="468"/>
                  </a:moveTo>
                  <a:lnTo>
                    <a:pt x="272" y="1001063"/>
                  </a:lnTo>
                  <a:lnTo>
                    <a:pt x="2633428" y="1001063"/>
                  </a:lnTo>
                  <a:lnTo>
                    <a:pt x="3061271" y="1001063"/>
                  </a:lnTo>
                  <a:lnTo>
                    <a:pt x="3192912" y="1188675"/>
                  </a:lnTo>
                  <a:lnTo>
                    <a:pt x="3324602" y="1001063"/>
                  </a:lnTo>
                  <a:lnTo>
                    <a:pt x="3390431" y="1001063"/>
                  </a:lnTo>
                  <a:cubicBezTo>
                    <a:pt x="3406888" y="1001063"/>
                    <a:pt x="3415084" y="1006955"/>
                    <a:pt x="3418178" y="1016237"/>
                  </a:cubicBezTo>
                  <a:cubicBezTo>
                    <a:pt x="3421271" y="1025519"/>
                    <a:pt x="3419231" y="1038191"/>
                    <a:pt x="3415116" y="1051883"/>
                  </a:cubicBezTo>
                  <a:cubicBezTo>
                    <a:pt x="3406888" y="1079235"/>
                    <a:pt x="3390464" y="1110504"/>
                    <a:pt x="3390464" y="1126138"/>
                  </a:cubicBezTo>
                  <a:cubicBezTo>
                    <a:pt x="3390464" y="1141772"/>
                    <a:pt x="3393887" y="1157406"/>
                    <a:pt x="3403827" y="1169124"/>
                  </a:cubicBezTo>
                  <a:cubicBezTo>
                    <a:pt x="3413767" y="1180841"/>
                    <a:pt x="3430257" y="1188675"/>
                    <a:pt x="3456292" y="1188675"/>
                  </a:cubicBezTo>
                  <a:cubicBezTo>
                    <a:pt x="3482327" y="1188675"/>
                    <a:pt x="3498785" y="1180841"/>
                    <a:pt x="3508725" y="1169124"/>
                  </a:cubicBezTo>
                  <a:cubicBezTo>
                    <a:pt x="3518698" y="1157406"/>
                    <a:pt x="3522121" y="1141772"/>
                    <a:pt x="3522121" y="1126138"/>
                  </a:cubicBezTo>
                  <a:cubicBezTo>
                    <a:pt x="3522121" y="1110504"/>
                    <a:pt x="3505631" y="1079235"/>
                    <a:pt x="3497402" y="1051883"/>
                  </a:cubicBezTo>
                  <a:cubicBezTo>
                    <a:pt x="3493288" y="1038191"/>
                    <a:pt x="3491247" y="1025519"/>
                    <a:pt x="3494308" y="1016237"/>
                  </a:cubicBezTo>
                  <a:cubicBezTo>
                    <a:pt x="3497402" y="1006955"/>
                    <a:pt x="3505664" y="1001063"/>
                    <a:pt x="3522121" y="1001063"/>
                  </a:cubicBezTo>
                  <a:lnTo>
                    <a:pt x="3587949" y="1001063"/>
                  </a:lnTo>
                  <a:lnTo>
                    <a:pt x="3949974" y="1001063"/>
                  </a:lnTo>
                  <a:lnTo>
                    <a:pt x="3949941" y="813485"/>
                  </a:lnTo>
                  <a:lnTo>
                    <a:pt x="3949941" y="375691"/>
                  </a:lnTo>
                  <a:lnTo>
                    <a:pt x="3949974" y="375691"/>
                  </a:lnTo>
                  <a:lnTo>
                    <a:pt x="3949974" y="1001063"/>
                  </a:lnTo>
                  <a:lnTo>
                    <a:pt x="6583118" y="1001063"/>
                  </a:lnTo>
                  <a:lnTo>
                    <a:pt x="6583118" y="468"/>
                  </a:lnTo>
                  <a:lnTo>
                    <a:pt x="3949974" y="468"/>
                  </a:lnTo>
                  <a:lnTo>
                    <a:pt x="3489174" y="468"/>
                  </a:lnTo>
                  <a:lnTo>
                    <a:pt x="3423345" y="468"/>
                  </a:lnTo>
                  <a:lnTo>
                    <a:pt x="3291721" y="188113"/>
                  </a:lnTo>
                  <a:lnTo>
                    <a:pt x="3160031" y="468"/>
                  </a:lnTo>
                  <a:lnTo>
                    <a:pt x="2633428" y="468"/>
                  </a:lnTo>
                  <a:close/>
                </a:path>
              </a:pathLst>
            </a:custGeom>
            <a:grpFill/>
            <a:ln w="18251"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4" name="TextBox vi">
              <a:extLst>
                <a:ext uri="{FF2B5EF4-FFF2-40B4-BE49-F238E27FC236}">
                  <a16:creationId xmlns:a16="http://schemas.microsoft.com/office/drawing/2014/main" id="{1E80FA84-8C5D-443F-9DC1-82B1BCB348AA}"/>
                </a:ext>
              </a:extLst>
            </p:cNvPr>
            <p:cNvSpPr txBox="1"/>
            <p:nvPr/>
          </p:nvSpPr>
          <p:spPr>
            <a:xfrm>
              <a:off x="465856" y="5143944"/>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City</a:t>
              </a:r>
            </a:p>
          </p:txBody>
        </p:sp>
      </p:grpSp>
      <p:grpSp>
        <p:nvGrpSpPr>
          <p:cNvPr id="46" name="!!v">
            <a:extLst>
              <a:ext uri="{FF2B5EF4-FFF2-40B4-BE49-F238E27FC236}">
                <a16:creationId xmlns:a16="http://schemas.microsoft.com/office/drawing/2014/main" id="{0899A278-8A6A-451F-BE5B-EAE65E5F06D8}"/>
              </a:ext>
            </a:extLst>
          </p:cNvPr>
          <p:cNvGrpSpPr/>
          <p:nvPr/>
        </p:nvGrpSpPr>
        <p:grpSpPr>
          <a:xfrm>
            <a:off x="4108038" y="5504210"/>
            <a:ext cx="3702868" cy="808723"/>
            <a:chOff x="137527" y="4011031"/>
            <a:chExt cx="6582877" cy="1188206"/>
          </a:xfrm>
          <a:blipFill>
            <a:blip r:embed="rId3"/>
            <a:stretch>
              <a:fillRect/>
            </a:stretch>
          </a:blipFill>
          <a:effectLst/>
        </p:grpSpPr>
        <p:sp>
          <p:nvSpPr>
            <p:cNvPr id="22" name="Rectangle: Rounded v">
              <a:extLst>
                <a:ext uri="{FF2B5EF4-FFF2-40B4-BE49-F238E27FC236}">
                  <a16:creationId xmlns:a16="http://schemas.microsoft.com/office/drawing/2014/main" id="{43D3985D-E59A-46EC-9E9D-09F1728ADFF3}"/>
                </a:ext>
              </a:extLst>
            </p:cNvPr>
            <p:cNvSpPr/>
            <p:nvPr/>
          </p:nvSpPr>
          <p:spPr>
            <a:xfrm>
              <a:off x="317942" y="426114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1" name="Freeform: Shape v" hidden="1">
              <a:extLst>
                <a:ext uri="{FF2B5EF4-FFF2-40B4-BE49-F238E27FC236}">
                  <a16:creationId xmlns:a16="http://schemas.microsoft.com/office/drawing/2014/main" id="{74E3413A-D516-448B-9F6E-5FB8FAACB845}"/>
                </a:ext>
              </a:extLst>
            </p:cNvPr>
            <p:cNvSpPr/>
            <p:nvPr/>
          </p:nvSpPr>
          <p:spPr>
            <a:xfrm>
              <a:off x="137527" y="4011031"/>
              <a:ext cx="6582877" cy="1188206"/>
            </a:xfrm>
            <a:custGeom>
              <a:avLst/>
              <a:gdLst>
                <a:gd name="connsiteX0" fmla="*/ 272 w 6582877"/>
                <a:gd name="connsiteY0" fmla="*/ 384 h 1188206"/>
                <a:gd name="connsiteX1" fmla="*/ 272 w 6582877"/>
                <a:gd name="connsiteY1" fmla="*/ 1000979 h 1188206"/>
                <a:gd name="connsiteX2" fmla="*/ 2633427 w 6582877"/>
                <a:gd name="connsiteY2" fmla="*/ 1000979 h 1188206"/>
                <a:gd name="connsiteX3" fmla="*/ 3160030 w 6582877"/>
                <a:gd name="connsiteY3" fmla="*/ 1000979 h 1188206"/>
                <a:gd name="connsiteX4" fmla="*/ 3291720 w 6582877"/>
                <a:gd name="connsiteY4" fmla="*/ 1188590 h 1188206"/>
                <a:gd name="connsiteX5" fmla="*/ 3423344 w 6582877"/>
                <a:gd name="connsiteY5" fmla="*/ 1000979 h 1188206"/>
                <a:gd name="connsiteX6" fmla="*/ 3489173 w 6582877"/>
                <a:gd name="connsiteY6" fmla="*/ 1000979 h 1188206"/>
                <a:gd name="connsiteX7" fmla="*/ 3949973 w 6582877"/>
                <a:gd name="connsiteY7" fmla="*/ 1000979 h 1188206"/>
                <a:gd name="connsiteX8" fmla="*/ 6583150 w 6582877"/>
                <a:gd name="connsiteY8" fmla="*/ 1000979 h 1188206"/>
                <a:gd name="connsiteX9" fmla="*/ 6583150 w 6582877"/>
                <a:gd name="connsiteY9" fmla="*/ 384 h 1188206"/>
                <a:gd name="connsiteX10" fmla="*/ 3949973 w 6582877"/>
                <a:gd name="connsiteY10" fmla="*/ 384 h 1188206"/>
                <a:gd name="connsiteX11" fmla="*/ 3587916 w 6582877"/>
                <a:gd name="connsiteY11" fmla="*/ 384 h 1188206"/>
                <a:gd name="connsiteX12" fmla="*/ 3522087 w 6582877"/>
                <a:gd name="connsiteY12" fmla="*/ 384 h 1188206"/>
                <a:gd name="connsiteX13" fmla="*/ 3390430 w 6582877"/>
                <a:gd name="connsiteY13" fmla="*/ 188028 h 1188206"/>
                <a:gd name="connsiteX14" fmla="*/ 3258773 w 6582877"/>
                <a:gd name="connsiteY14" fmla="*/ 384 h 1188206"/>
                <a:gd name="connsiteX15" fmla="*/ 3192944 w 6582877"/>
                <a:gd name="connsiteY15" fmla="*/ 384 h 1188206"/>
                <a:gd name="connsiteX16" fmla="*/ 3165164 w 6582877"/>
                <a:gd name="connsiteY16" fmla="*/ 15524 h 1188206"/>
                <a:gd name="connsiteX17" fmla="*/ 3168258 w 6582877"/>
                <a:gd name="connsiteY17" fmla="*/ 51203 h 1188206"/>
                <a:gd name="connsiteX18" fmla="*/ 3192944 w 6582877"/>
                <a:gd name="connsiteY18" fmla="*/ 125491 h 1188206"/>
                <a:gd name="connsiteX19" fmla="*/ 3179581 w 6582877"/>
                <a:gd name="connsiteY19" fmla="*/ 168477 h 1188206"/>
                <a:gd name="connsiteX20" fmla="*/ 3127115 w 6582877"/>
                <a:gd name="connsiteY20" fmla="*/ 188028 h 1188206"/>
                <a:gd name="connsiteX21" fmla="*/ 3074670 w 6582877"/>
                <a:gd name="connsiteY21" fmla="*/ 168477 h 1188206"/>
                <a:gd name="connsiteX22" fmla="*/ 3061300 w 6582877"/>
                <a:gd name="connsiteY22" fmla="*/ 125491 h 1188206"/>
                <a:gd name="connsiteX23" fmla="*/ 3085966 w 6582877"/>
                <a:gd name="connsiteY23" fmla="*/ 51203 h 1188206"/>
                <a:gd name="connsiteX24" fmla="*/ 3089060 w 6582877"/>
                <a:gd name="connsiteY24" fmla="*/ 15524 h 1188206"/>
                <a:gd name="connsiteX25" fmla="*/ 3061300 w 6582877"/>
                <a:gd name="connsiteY25" fmla="*/ 384 h 1188206"/>
                <a:gd name="connsiteX26" fmla="*/ 2633424 w 6582877"/>
                <a:gd name="connsiteY26" fmla="*/ 384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582877" h="1188206">
                  <a:moveTo>
                    <a:pt x="272" y="384"/>
                  </a:moveTo>
                  <a:lnTo>
                    <a:pt x="272" y="1000979"/>
                  </a:lnTo>
                  <a:lnTo>
                    <a:pt x="2633427" y="1000979"/>
                  </a:lnTo>
                  <a:lnTo>
                    <a:pt x="3160030" y="1000979"/>
                  </a:lnTo>
                  <a:lnTo>
                    <a:pt x="3291720" y="1188590"/>
                  </a:lnTo>
                  <a:lnTo>
                    <a:pt x="3423344" y="1000979"/>
                  </a:lnTo>
                  <a:lnTo>
                    <a:pt x="3489173" y="1000979"/>
                  </a:lnTo>
                  <a:lnTo>
                    <a:pt x="3949973" y="1000979"/>
                  </a:lnTo>
                  <a:lnTo>
                    <a:pt x="6583150" y="1000979"/>
                  </a:lnTo>
                  <a:lnTo>
                    <a:pt x="6583150" y="384"/>
                  </a:lnTo>
                  <a:lnTo>
                    <a:pt x="3949973" y="384"/>
                  </a:lnTo>
                  <a:lnTo>
                    <a:pt x="3587916" y="384"/>
                  </a:lnTo>
                  <a:lnTo>
                    <a:pt x="3522087" y="384"/>
                  </a:lnTo>
                  <a:lnTo>
                    <a:pt x="3390430" y="188028"/>
                  </a:lnTo>
                  <a:lnTo>
                    <a:pt x="3258773" y="384"/>
                  </a:lnTo>
                  <a:lnTo>
                    <a:pt x="3192944" y="384"/>
                  </a:lnTo>
                  <a:cubicBezTo>
                    <a:pt x="3176487" y="384"/>
                    <a:pt x="3168258" y="6243"/>
                    <a:pt x="3165164" y="15524"/>
                  </a:cubicBezTo>
                  <a:cubicBezTo>
                    <a:pt x="3162070" y="24806"/>
                    <a:pt x="3164144" y="37544"/>
                    <a:pt x="3168258" y="51203"/>
                  </a:cubicBezTo>
                  <a:cubicBezTo>
                    <a:pt x="3176487" y="78588"/>
                    <a:pt x="3192944" y="109857"/>
                    <a:pt x="3192944" y="125491"/>
                  </a:cubicBezTo>
                  <a:cubicBezTo>
                    <a:pt x="3192944" y="141125"/>
                    <a:pt x="3189521" y="156727"/>
                    <a:pt x="3179581" y="168477"/>
                  </a:cubicBezTo>
                  <a:cubicBezTo>
                    <a:pt x="3169641" y="180195"/>
                    <a:pt x="3153151" y="188028"/>
                    <a:pt x="3127115" y="188028"/>
                  </a:cubicBezTo>
                  <a:cubicBezTo>
                    <a:pt x="3101096" y="188028"/>
                    <a:pt x="3084620" y="180195"/>
                    <a:pt x="3074670" y="168477"/>
                  </a:cubicBezTo>
                  <a:cubicBezTo>
                    <a:pt x="3064720" y="156727"/>
                    <a:pt x="3061300" y="141125"/>
                    <a:pt x="3061300" y="125491"/>
                  </a:cubicBezTo>
                  <a:cubicBezTo>
                    <a:pt x="3061300" y="109857"/>
                    <a:pt x="3077737" y="78588"/>
                    <a:pt x="3085966" y="51203"/>
                  </a:cubicBezTo>
                  <a:cubicBezTo>
                    <a:pt x="3090080" y="37544"/>
                    <a:pt x="3092141" y="24839"/>
                    <a:pt x="3089060" y="15524"/>
                  </a:cubicBezTo>
                  <a:cubicBezTo>
                    <a:pt x="3085972" y="6243"/>
                    <a:pt x="3077757" y="384"/>
                    <a:pt x="3061300" y="384"/>
                  </a:cubicBezTo>
                  <a:lnTo>
                    <a:pt x="2633424" y="384"/>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41" name="TextBox v">
              <a:extLst>
                <a:ext uri="{FF2B5EF4-FFF2-40B4-BE49-F238E27FC236}">
                  <a16:creationId xmlns:a16="http://schemas.microsoft.com/office/drawing/2014/main" id="{FEAA704B-4C48-49B4-8BD0-0BC03009FF1F}"/>
                </a:ext>
              </a:extLst>
            </p:cNvPr>
            <p:cNvSpPr txBox="1"/>
            <p:nvPr/>
          </p:nvSpPr>
          <p:spPr>
            <a:xfrm>
              <a:off x="449632" y="4163312"/>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Area</a:t>
              </a:r>
            </a:p>
          </p:txBody>
        </p:sp>
      </p:grpSp>
      <p:grpSp>
        <p:nvGrpSpPr>
          <p:cNvPr id="45" name="!!iv">
            <a:extLst>
              <a:ext uri="{FF2B5EF4-FFF2-40B4-BE49-F238E27FC236}">
                <a16:creationId xmlns:a16="http://schemas.microsoft.com/office/drawing/2014/main" id="{0FE3CF64-1A90-4A37-B797-AA12DA6135EA}"/>
              </a:ext>
            </a:extLst>
          </p:cNvPr>
          <p:cNvGrpSpPr/>
          <p:nvPr/>
        </p:nvGrpSpPr>
        <p:grpSpPr>
          <a:xfrm>
            <a:off x="7862316" y="2020371"/>
            <a:ext cx="3702832" cy="808720"/>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0" name="Freeform: iv" hidden="1">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181548"/>
              <a:ext cx="5760640"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Number and street</a:t>
              </a:r>
            </a:p>
          </p:txBody>
        </p:sp>
      </p:grpSp>
      <p:grpSp>
        <p:nvGrpSpPr>
          <p:cNvPr id="44" name="!!iii">
            <a:extLst>
              <a:ext uri="{FF2B5EF4-FFF2-40B4-BE49-F238E27FC236}">
                <a16:creationId xmlns:a16="http://schemas.microsoft.com/office/drawing/2014/main" id="{D8A6FCC1-A7EB-42F4-8650-BB25A8E7BB41}"/>
              </a:ext>
            </a:extLst>
          </p:cNvPr>
          <p:cNvGrpSpPr/>
          <p:nvPr/>
        </p:nvGrpSpPr>
        <p:grpSpPr>
          <a:xfrm>
            <a:off x="8114083" y="4386605"/>
            <a:ext cx="3702874" cy="808699"/>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9" name="Freeform: Shape iii" hidden="1">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4" y="2206329"/>
              <a:ext cx="5760640"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Company name</a:t>
              </a:r>
            </a:p>
          </p:txBody>
        </p:sp>
      </p:grpSp>
      <p:grpSp>
        <p:nvGrpSpPr>
          <p:cNvPr id="43" name="!!ii">
            <a:extLst>
              <a:ext uri="{FF2B5EF4-FFF2-40B4-BE49-F238E27FC236}">
                <a16:creationId xmlns:a16="http://schemas.microsoft.com/office/drawing/2014/main" id="{8101F68C-68E7-4D23-950A-7E4F94CADF6D}"/>
              </a:ext>
            </a:extLst>
          </p:cNvPr>
          <p:cNvGrpSpPr/>
          <p:nvPr/>
        </p:nvGrpSpPr>
        <p:grpSpPr>
          <a:xfrm>
            <a:off x="724838" y="2123272"/>
            <a:ext cx="3702873" cy="808712"/>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8" name="Freeform: Shape ii" hidden="1">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195838"/>
              <a:ext cx="5760641"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Position</a:t>
              </a:r>
            </a:p>
          </p:txBody>
        </p:sp>
      </p:grpSp>
      <p:grpSp>
        <p:nvGrpSpPr>
          <p:cNvPr id="42" name="!!i">
            <a:extLst>
              <a:ext uri="{FF2B5EF4-FFF2-40B4-BE49-F238E27FC236}">
                <a16:creationId xmlns:a16="http://schemas.microsoft.com/office/drawing/2014/main" id="{E9E4080B-25E0-4643-8AEC-FB63A300771D}"/>
              </a:ext>
            </a:extLst>
          </p:cNvPr>
          <p:cNvGrpSpPr/>
          <p:nvPr/>
        </p:nvGrpSpPr>
        <p:grpSpPr>
          <a:xfrm>
            <a:off x="375043" y="4093104"/>
            <a:ext cx="3779445" cy="808716"/>
            <a:chOff x="137491" y="5763"/>
            <a:chExt cx="6719014"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5" name="Freeform: Shape i" hidden="1">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52010"/>
              <a:ext cx="6379834"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First name and surname</a:t>
              </a:r>
            </a:p>
          </p:txBody>
        </p:sp>
      </p:grpSp>
    </p:spTree>
    <p:extLst>
      <p:ext uri="{BB962C8B-B14F-4D97-AF65-F5344CB8AC3E}">
        <p14:creationId xmlns:p14="http://schemas.microsoft.com/office/powerpoint/2010/main" val="1942195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8" name="!!vii">
            <a:extLst>
              <a:ext uri="{FF2B5EF4-FFF2-40B4-BE49-F238E27FC236}">
                <a16:creationId xmlns:a16="http://schemas.microsoft.com/office/drawing/2014/main" id="{428C4196-9A29-4A7F-88FB-4E58B221163A}"/>
              </a:ext>
            </a:extLst>
          </p:cNvPr>
          <p:cNvGrpSpPr/>
          <p:nvPr/>
        </p:nvGrpSpPr>
        <p:grpSpPr>
          <a:xfrm>
            <a:off x="4285589" y="3494916"/>
            <a:ext cx="3702870" cy="668366"/>
            <a:chOff x="137524" y="6012221"/>
            <a:chExt cx="6582880" cy="1188206"/>
          </a:xfrm>
          <a:blipFill>
            <a:blip r:embed="rId3"/>
            <a:stretch>
              <a:fillRect/>
            </a:stretch>
          </a:blipFill>
          <a:effectLst/>
        </p:grpSpPr>
        <p:sp>
          <p:nvSpPr>
            <p:cNvPr id="24" name="Rectangle: Rounded vii">
              <a:extLst>
                <a:ext uri="{FF2B5EF4-FFF2-40B4-BE49-F238E27FC236}">
                  <a16:creationId xmlns:a16="http://schemas.microsoft.com/office/drawing/2014/main" id="{600E0DCC-1342-4D5D-BF4F-D13B5EA3F206}"/>
                </a:ext>
              </a:extLst>
            </p:cNvPr>
            <p:cNvSpPr/>
            <p:nvPr/>
          </p:nvSpPr>
          <p:spPr>
            <a:xfrm>
              <a:off x="317942" y="62919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2" name="Freeform: Shape vii">
              <a:extLst>
                <a:ext uri="{FF2B5EF4-FFF2-40B4-BE49-F238E27FC236}">
                  <a16:creationId xmlns:a16="http://schemas.microsoft.com/office/drawing/2014/main" id="{3C55B48F-5FF4-4348-9442-D5CA142B6779}"/>
                </a:ext>
              </a:extLst>
            </p:cNvPr>
            <p:cNvSpPr/>
            <p:nvPr/>
          </p:nvSpPr>
          <p:spPr>
            <a:xfrm>
              <a:off x="137524" y="6012221"/>
              <a:ext cx="6582880" cy="1188206"/>
            </a:xfrm>
            <a:custGeom>
              <a:avLst/>
              <a:gdLst>
                <a:gd name="connsiteX0" fmla="*/ 272 w 6582880"/>
                <a:gd name="connsiteY0" fmla="*/ 553 h 1188206"/>
                <a:gd name="connsiteX1" fmla="*/ 272 w 6582880"/>
                <a:gd name="connsiteY1" fmla="*/ 1001148 h 1188206"/>
                <a:gd name="connsiteX2" fmla="*/ 2633427 w 6582880"/>
                <a:gd name="connsiteY2" fmla="*/ 1001148 h 1188206"/>
                <a:gd name="connsiteX3" fmla="*/ 2962550 w 6582880"/>
                <a:gd name="connsiteY3" fmla="*/ 1001148 h 1188206"/>
                <a:gd name="connsiteX4" fmla="*/ 3094197 w 6582880"/>
                <a:gd name="connsiteY4" fmla="*/ 1188760 h 1188206"/>
                <a:gd name="connsiteX5" fmla="*/ 3225894 w 6582880"/>
                <a:gd name="connsiteY5" fmla="*/ 1001148 h 1188206"/>
                <a:gd name="connsiteX6" fmla="*/ 3291723 w 6582880"/>
                <a:gd name="connsiteY6" fmla="*/ 1001148 h 1188206"/>
                <a:gd name="connsiteX7" fmla="*/ 3319470 w 6582880"/>
                <a:gd name="connsiteY7" fmla="*/ 1016322 h 1188206"/>
                <a:gd name="connsiteX8" fmla="*/ 3316376 w 6582880"/>
                <a:gd name="connsiteY8" fmla="*/ 1051968 h 1188206"/>
                <a:gd name="connsiteX9" fmla="*/ 3291723 w 6582880"/>
                <a:gd name="connsiteY9" fmla="*/ 1126223 h 1188206"/>
                <a:gd name="connsiteX10" fmla="*/ 3305086 w 6582880"/>
                <a:gd name="connsiteY10" fmla="*/ 1169209 h 1188206"/>
                <a:gd name="connsiteX11" fmla="*/ 3357518 w 6582880"/>
                <a:gd name="connsiteY11" fmla="*/ 1188760 h 1188206"/>
                <a:gd name="connsiteX12" fmla="*/ 3409984 w 6582880"/>
                <a:gd name="connsiteY12" fmla="*/ 1169209 h 1188206"/>
                <a:gd name="connsiteX13" fmla="*/ 3423347 w 6582880"/>
                <a:gd name="connsiteY13" fmla="*/ 1126223 h 1188206"/>
                <a:gd name="connsiteX14" fmla="*/ 3398661 w 6582880"/>
                <a:gd name="connsiteY14" fmla="*/ 1051968 h 1188206"/>
                <a:gd name="connsiteX15" fmla="*/ 3395600 w 6582880"/>
                <a:gd name="connsiteY15" fmla="*/ 1016322 h 1188206"/>
                <a:gd name="connsiteX16" fmla="*/ 3423347 w 6582880"/>
                <a:gd name="connsiteY16" fmla="*/ 1001148 h 1188206"/>
                <a:gd name="connsiteX17" fmla="*/ 3489176 w 6582880"/>
                <a:gd name="connsiteY17" fmla="*/ 1001148 h 1188206"/>
                <a:gd name="connsiteX18" fmla="*/ 3516955 w 6582880"/>
                <a:gd name="connsiteY18" fmla="*/ 1016322 h 1188206"/>
                <a:gd name="connsiteX19" fmla="*/ 3513894 w 6582880"/>
                <a:gd name="connsiteY19" fmla="*/ 1051968 h 1188206"/>
                <a:gd name="connsiteX20" fmla="*/ 3489176 w 6582880"/>
                <a:gd name="connsiteY20" fmla="*/ 1126223 h 1188206"/>
                <a:gd name="connsiteX21" fmla="*/ 3502539 w 6582880"/>
                <a:gd name="connsiteY21" fmla="*/ 1169209 h 1188206"/>
                <a:gd name="connsiteX22" fmla="*/ 3555004 w 6582880"/>
                <a:gd name="connsiteY22" fmla="*/ 1188760 h 1188206"/>
                <a:gd name="connsiteX23" fmla="*/ 3607470 w 6582880"/>
                <a:gd name="connsiteY23" fmla="*/ 1169209 h 1188206"/>
                <a:gd name="connsiteX24" fmla="*/ 3620833 w 6582880"/>
                <a:gd name="connsiteY24" fmla="*/ 1126223 h 1188206"/>
                <a:gd name="connsiteX25" fmla="*/ 3596147 w 6582880"/>
                <a:gd name="connsiteY25" fmla="*/ 1051968 h 1188206"/>
                <a:gd name="connsiteX26" fmla="*/ 3593086 w 6582880"/>
                <a:gd name="connsiteY26" fmla="*/ 1016322 h 1188206"/>
                <a:gd name="connsiteX27" fmla="*/ 3620833 w 6582880"/>
                <a:gd name="connsiteY27" fmla="*/ 1001148 h 1188206"/>
                <a:gd name="connsiteX28" fmla="*/ 3686661 w 6582880"/>
                <a:gd name="connsiteY28" fmla="*/ 1001148 h 1188206"/>
                <a:gd name="connsiteX29" fmla="*/ 3949976 w 6582880"/>
                <a:gd name="connsiteY29" fmla="*/ 1001148 h 1188206"/>
                <a:gd name="connsiteX30" fmla="*/ 6583153 w 6582880"/>
                <a:gd name="connsiteY30" fmla="*/ 1001148 h 1188206"/>
                <a:gd name="connsiteX31" fmla="*/ 6583153 w 6582880"/>
                <a:gd name="connsiteY31" fmla="*/ 553 h 1188206"/>
                <a:gd name="connsiteX32" fmla="*/ 3949976 w 6582880"/>
                <a:gd name="connsiteY32" fmla="*/ 553 h 1188206"/>
                <a:gd name="connsiteX33" fmla="*/ 3587951 w 6582880"/>
                <a:gd name="connsiteY33" fmla="*/ 553 h 1188206"/>
                <a:gd name="connsiteX34" fmla="*/ 3522090 w 6582880"/>
                <a:gd name="connsiteY34" fmla="*/ 553 h 1188206"/>
                <a:gd name="connsiteX35" fmla="*/ 3494310 w 6582880"/>
                <a:gd name="connsiteY35" fmla="*/ 15726 h 1188206"/>
                <a:gd name="connsiteX36" fmla="*/ 3497404 w 6582880"/>
                <a:gd name="connsiteY36" fmla="*/ 51405 h 1188206"/>
                <a:gd name="connsiteX37" fmla="*/ 3522090 w 6582880"/>
                <a:gd name="connsiteY37" fmla="*/ 125660 h 1188206"/>
                <a:gd name="connsiteX38" fmla="*/ 3508694 w 6582880"/>
                <a:gd name="connsiteY38" fmla="*/ 168647 h 1188206"/>
                <a:gd name="connsiteX39" fmla="*/ 3456261 w 6582880"/>
                <a:gd name="connsiteY39" fmla="*/ 188197 h 1188206"/>
                <a:gd name="connsiteX40" fmla="*/ 3403796 w 6582880"/>
                <a:gd name="connsiteY40" fmla="*/ 168647 h 1188206"/>
                <a:gd name="connsiteX41" fmla="*/ 3390433 w 6582880"/>
                <a:gd name="connsiteY41" fmla="*/ 125660 h 1188206"/>
                <a:gd name="connsiteX42" fmla="*/ 3415118 w 6582880"/>
                <a:gd name="connsiteY42" fmla="*/ 51405 h 1188206"/>
                <a:gd name="connsiteX43" fmla="*/ 3418212 w 6582880"/>
                <a:gd name="connsiteY43" fmla="*/ 15726 h 1188206"/>
                <a:gd name="connsiteX44" fmla="*/ 3390433 w 6582880"/>
                <a:gd name="connsiteY44" fmla="*/ 553 h 1188206"/>
                <a:gd name="connsiteX45" fmla="*/ 3324604 w 6582880"/>
                <a:gd name="connsiteY45" fmla="*/ 553 h 1188206"/>
                <a:gd name="connsiteX46" fmla="*/ 3192947 w 6582880"/>
                <a:gd name="connsiteY46" fmla="*/ 188197 h 1188206"/>
                <a:gd name="connsiteX47" fmla="*/ 3061303 w 6582880"/>
                <a:gd name="connsiteY47" fmla="*/ 553 h 1188206"/>
                <a:gd name="connsiteX48" fmla="*/ 2633427 w 6582880"/>
                <a:gd name="connsiteY48" fmla="*/ 553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582880" h="1188206">
                  <a:moveTo>
                    <a:pt x="272" y="553"/>
                  </a:moveTo>
                  <a:lnTo>
                    <a:pt x="272" y="1001148"/>
                  </a:lnTo>
                  <a:lnTo>
                    <a:pt x="2633427" y="1001148"/>
                  </a:lnTo>
                  <a:lnTo>
                    <a:pt x="2962550" y="1001148"/>
                  </a:lnTo>
                  <a:lnTo>
                    <a:pt x="3094197" y="1188760"/>
                  </a:lnTo>
                  <a:lnTo>
                    <a:pt x="3225894" y="1001148"/>
                  </a:lnTo>
                  <a:lnTo>
                    <a:pt x="3291723" y="1001148"/>
                  </a:lnTo>
                  <a:cubicBezTo>
                    <a:pt x="3308180" y="1001148"/>
                    <a:pt x="3316376" y="1007040"/>
                    <a:pt x="3319470" y="1016322"/>
                  </a:cubicBezTo>
                  <a:cubicBezTo>
                    <a:pt x="3322563" y="1025603"/>
                    <a:pt x="3320490" y="1038275"/>
                    <a:pt x="3316376" y="1051968"/>
                  </a:cubicBezTo>
                  <a:cubicBezTo>
                    <a:pt x="3308147" y="1079320"/>
                    <a:pt x="3291723" y="1110588"/>
                    <a:pt x="3291723" y="1126223"/>
                  </a:cubicBezTo>
                  <a:cubicBezTo>
                    <a:pt x="3291723" y="1141857"/>
                    <a:pt x="3295146" y="1157491"/>
                    <a:pt x="3305086" y="1169209"/>
                  </a:cubicBezTo>
                  <a:cubicBezTo>
                    <a:pt x="3315026" y="1180926"/>
                    <a:pt x="3331516" y="1188760"/>
                    <a:pt x="3357518" y="1188760"/>
                  </a:cubicBezTo>
                  <a:cubicBezTo>
                    <a:pt x="3383554" y="1188760"/>
                    <a:pt x="3400044" y="1180926"/>
                    <a:pt x="3409984" y="1169209"/>
                  </a:cubicBezTo>
                  <a:cubicBezTo>
                    <a:pt x="3419924" y="1157491"/>
                    <a:pt x="3423347" y="1141857"/>
                    <a:pt x="3423347" y="1126223"/>
                  </a:cubicBezTo>
                  <a:cubicBezTo>
                    <a:pt x="3423347" y="1110588"/>
                    <a:pt x="3406890" y="1079320"/>
                    <a:pt x="3398661" y="1051968"/>
                  </a:cubicBezTo>
                  <a:cubicBezTo>
                    <a:pt x="3394547" y="1038275"/>
                    <a:pt x="3392506" y="1025603"/>
                    <a:pt x="3395600" y="1016322"/>
                  </a:cubicBezTo>
                  <a:cubicBezTo>
                    <a:pt x="3398694" y="1007040"/>
                    <a:pt x="3406890" y="1001148"/>
                    <a:pt x="3423347" y="1001148"/>
                  </a:cubicBezTo>
                  <a:lnTo>
                    <a:pt x="3489176" y="1001148"/>
                  </a:lnTo>
                  <a:cubicBezTo>
                    <a:pt x="3505633" y="1001148"/>
                    <a:pt x="3513861" y="1007040"/>
                    <a:pt x="3516955" y="1016322"/>
                  </a:cubicBezTo>
                  <a:cubicBezTo>
                    <a:pt x="3520016" y="1025603"/>
                    <a:pt x="3518009" y="1038275"/>
                    <a:pt x="3513894" y="1051968"/>
                  </a:cubicBezTo>
                  <a:cubicBezTo>
                    <a:pt x="3505666" y="1079320"/>
                    <a:pt x="3489176" y="1110588"/>
                    <a:pt x="3489176" y="1126223"/>
                  </a:cubicBezTo>
                  <a:cubicBezTo>
                    <a:pt x="3489176" y="1141857"/>
                    <a:pt x="3492599" y="1157491"/>
                    <a:pt x="3502539" y="1169209"/>
                  </a:cubicBezTo>
                  <a:cubicBezTo>
                    <a:pt x="3512512" y="1180926"/>
                    <a:pt x="3528969" y="1188760"/>
                    <a:pt x="3555004" y="1188760"/>
                  </a:cubicBezTo>
                  <a:cubicBezTo>
                    <a:pt x="3581039" y="1188760"/>
                    <a:pt x="3597497" y="1180926"/>
                    <a:pt x="3607470" y="1169209"/>
                  </a:cubicBezTo>
                  <a:cubicBezTo>
                    <a:pt x="3617410" y="1157491"/>
                    <a:pt x="3620833" y="1141857"/>
                    <a:pt x="3620833" y="1126223"/>
                  </a:cubicBezTo>
                  <a:cubicBezTo>
                    <a:pt x="3620833" y="1110588"/>
                    <a:pt x="3604376" y="1079320"/>
                    <a:pt x="3596147" y="1051968"/>
                  </a:cubicBezTo>
                  <a:cubicBezTo>
                    <a:pt x="3592033" y="1038275"/>
                    <a:pt x="3589992" y="1025603"/>
                    <a:pt x="3593086" y="1016322"/>
                  </a:cubicBezTo>
                  <a:cubicBezTo>
                    <a:pt x="3596147" y="1007040"/>
                    <a:pt x="3604376" y="1001148"/>
                    <a:pt x="3620833" y="1001148"/>
                  </a:cubicBezTo>
                  <a:lnTo>
                    <a:pt x="3686661" y="1001148"/>
                  </a:lnTo>
                  <a:lnTo>
                    <a:pt x="3949976" y="1001148"/>
                  </a:lnTo>
                  <a:lnTo>
                    <a:pt x="6583153" y="1001148"/>
                  </a:lnTo>
                  <a:lnTo>
                    <a:pt x="6583153" y="553"/>
                  </a:lnTo>
                  <a:lnTo>
                    <a:pt x="3949976" y="553"/>
                  </a:lnTo>
                  <a:lnTo>
                    <a:pt x="3587951" y="553"/>
                  </a:lnTo>
                  <a:lnTo>
                    <a:pt x="3522090" y="553"/>
                  </a:lnTo>
                  <a:cubicBezTo>
                    <a:pt x="3505633" y="553"/>
                    <a:pt x="3497404" y="6445"/>
                    <a:pt x="3494310" y="15726"/>
                  </a:cubicBezTo>
                  <a:cubicBezTo>
                    <a:pt x="3491249" y="25009"/>
                    <a:pt x="3493290" y="37713"/>
                    <a:pt x="3497404" y="51405"/>
                  </a:cubicBezTo>
                  <a:cubicBezTo>
                    <a:pt x="3505633" y="78757"/>
                    <a:pt x="3522090" y="110026"/>
                    <a:pt x="3522090" y="125660"/>
                  </a:cubicBezTo>
                  <a:cubicBezTo>
                    <a:pt x="3522090" y="141294"/>
                    <a:pt x="3518667" y="156929"/>
                    <a:pt x="3508694" y="168647"/>
                  </a:cubicBezTo>
                  <a:cubicBezTo>
                    <a:pt x="3498754" y="180364"/>
                    <a:pt x="3482297" y="188197"/>
                    <a:pt x="3456261" y="188197"/>
                  </a:cubicBezTo>
                  <a:cubicBezTo>
                    <a:pt x="3430226" y="188197"/>
                    <a:pt x="3413736" y="180364"/>
                    <a:pt x="3403796" y="168647"/>
                  </a:cubicBezTo>
                  <a:cubicBezTo>
                    <a:pt x="3393856" y="156929"/>
                    <a:pt x="3390433" y="141294"/>
                    <a:pt x="3390433" y="125660"/>
                  </a:cubicBezTo>
                  <a:cubicBezTo>
                    <a:pt x="3390433" y="110026"/>
                    <a:pt x="3406890" y="78757"/>
                    <a:pt x="3415118" y="51405"/>
                  </a:cubicBezTo>
                  <a:cubicBezTo>
                    <a:pt x="3419233" y="37713"/>
                    <a:pt x="3421306" y="25009"/>
                    <a:pt x="3418212" y="15726"/>
                  </a:cubicBezTo>
                  <a:cubicBezTo>
                    <a:pt x="3415118" y="6445"/>
                    <a:pt x="3406890" y="553"/>
                    <a:pt x="3390433" y="553"/>
                  </a:cubicBezTo>
                  <a:lnTo>
                    <a:pt x="3324604" y="553"/>
                  </a:lnTo>
                  <a:lnTo>
                    <a:pt x="3192947" y="188197"/>
                  </a:lnTo>
                  <a:lnTo>
                    <a:pt x="3061303" y="553"/>
                  </a:lnTo>
                  <a:lnTo>
                    <a:pt x="2633427" y="553"/>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5" name="TextBox vii">
              <a:extLst>
                <a:ext uri="{FF2B5EF4-FFF2-40B4-BE49-F238E27FC236}">
                  <a16:creationId xmlns:a16="http://schemas.microsoft.com/office/drawing/2014/main" id="{0E57181C-E5C7-46DF-B63D-E5689476E730}"/>
                </a:ext>
              </a:extLst>
            </p:cNvPr>
            <p:cNvSpPr txBox="1"/>
            <p:nvPr/>
          </p:nvSpPr>
          <p:spPr>
            <a:xfrm>
              <a:off x="463152" y="6174324"/>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Postcode</a:t>
              </a:r>
            </a:p>
          </p:txBody>
        </p:sp>
      </p:grpSp>
      <p:grpSp>
        <p:nvGrpSpPr>
          <p:cNvPr id="47" name="!!vi">
            <a:extLst>
              <a:ext uri="{FF2B5EF4-FFF2-40B4-BE49-F238E27FC236}">
                <a16:creationId xmlns:a16="http://schemas.microsoft.com/office/drawing/2014/main" id="{B0F9E1AB-43CA-4CC1-818E-76E0B0A2FB20}"/>
              </a:ext>
            </a:extLst>
          </p:cNvPr>
          <p:cNvGrpSpPr/>
          <p:nvPr/>
        </p:nvGrpSpPr>
        <p:grpSpPr>
          <a:xfrm>
            <a:off x="4074853" y="1037625"/>
            <a:ext cx="3702850" cy="668366"/>
            <a:chOff x="137559" y="5011626"/>
            <a:chExt cx="6582845" cy="1188206"/>
          </a:xfrm>
          <a:blipFill>
            <a:blip r:embed="rId3"/>
            <a:stretch>
              <a:fillRect/>
            </a:stretch>
          </a:blipFill>
          <a:effectLst/>
        </p:grpSpPr>
        <p:sp>
          <p:nvSpPr>
            <p:cNvPr id="23" name="Rectangle: Rounded vi">
              <a:extLst>
                <a:ext uri="{FF2B5EF4-FFF2-40B4-BE49-F238E27FC236}">
                  <a16:creationId xmlns:a16="http://schemas.microsoft.com/office/drawing/2014/main" id="{C9908343-F768-4DAE-80D3-42DB97A53682}"/>
                </a:ext>
              </a:extLst>
            </p:cNvPr>
            <p:cNvSpPr/>
            <p:nvPr/>
          </p:nvSpPr>
          <p:spPr>
            <a:xfrm>
              <a:off x="317942" y="5258873"/>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7" name="Freeform: vi">
              <a:extLst>
                <a:ext uri="{FF2B5EF4-FFF2-40B4-BE49-F238E27FC236}">
                  <a16:creationId xmlns:a16="http://schemas.microsoft.com/office/drawing/2014/main" id="{AA4BA223-CEAC-409D-993B-A6608AEF3F11}"/>
                </a:ext>
              </a:extLst>
            </p:cNvPr>
            <p:cNvSpPr/>
            <p:nvPr/>
          </p:nvSpPr>
          <p:spPr>
            <a:xfrm>
              <a:off x="137559" y="5011626"/>
              <a:ext cx="6582845" cy="1188206"/>
            </a:xfrm>
            <a:custGeom>
              <a:avLst/>
              <a:gdLst>
                <a:gd name="connsiteX0" fmla="*/ 272 w 6582845"/>
                <a:gd name="connsiteY0" fmla="*/ 468 h 1188206"/>
                <a:gd name="connsiteX1" fmla="*/ 272 w 6582845"/>
                <a:gd name="connsiteY1" fmla="*/ 1001063 h 1188206"/>
                <a:gd name="connsiteX2" fmla="*/ 2633428 w 6582845"/>
                <a:gd name="connsiteY2" fmla="*/ 1001063 h 1188206"/>
                <a:gd name="connsiteX3" fmla="*/ 3061271 w 6582845"/>
                <a:gd name="connsiteY3" fmla="*/ 1001063 h 1188206"/>
                <a:gd name="connsiteX4" fmla="*/ 3192912 w 6582845"/>
                <a:gd name="connsiteY4" fmla="*/ 1188675 h 1188206"/>
                <a:gd name="connsiteX5" fmla="*/ 3324602 w 6582845"/>
                <a:gd name="connsiteY5" fmla="*/ 1001063 h 1188206"/>
                <a:gd name="connsiteX6" fmla="*/ 3390431 w 6582845"/>
                <a:gd name="connsiteY6" fmla="*/ 1001063 h 1188206"/>
                <a:gd name="connsiteX7" fmla="*/ 3418178 w 6582845"/>
                <a:gd name="connsiteY7" fmla="*/ 1016237 h 1188206"/>
                <a:gd name="connsiteX8" fmla="*/ 3415116 w 6582845"/>
                <a:gd name="connsiteY8" fmla="*/ 1051883 h 1188206"/>
                <a:gd name="connsiteX9" fmla="*/ 3390464 w 6582845"/>
                <a:gd name="connsiteY9" fmla="*/ 1126138 h 1188206"/>
                <a:gd name="connsiteX10" fmla="*/ 3403827 w 6582845"/>
                <a:gd name="connsiteY10" fmla="*/ 1169124 h 1188206"/>
                <a:gd name="connsiteX11" fmla="*/ 3456292 w 6582845"/>
                <a:gd name="connsiteY11" fmla="*/ 1188675 h 1188206"/>
                <a:gd name="connsiteX12" fmla="*/ 3508725 w 6582845"/>
                <a:gd name="connsiteY12" fmla="*/ 1169124 h 1188206"/>
                <a:gd name="connsiteX13" fmla="*/ 3522121 w 6582845"/>
                <a:gd name="connsiteY13" fmla="*/ 1126138 h 1188206"/>
                <a:gd name="connsiteX14" fmla="*/ 3497402 w 6582845"/>
                <a:gd name="connsiteY14" fmla="*/ 1051883 h 1188206"/>
                <a:gd name="connsiteX15" fmla="*/ 3494308 w 6582845"/>
                <a:gd name="connsiteY15" fmla="*/ 1016237 h 1188206"/>
                <a:gd name="connsiteX16" fmla="*/ 3522121 w 6582845"/>
                <a:gd name="connsiteY16" fmla="*/ 1001063 h 1188206"/>
                <a:gd name="connsiteX17" fmla="*/ 3587949 w 6582845"/>
                <a:gd name="connsiteY17" fmla="*/ 1001063 h 1188206"/>
                <a:gd name="connsiteX18" fmla="*/ 3949974 w 6582845"/>
                <a:gd name="connsiteY18" fmla="*/ 1001063 h 1188206"/>
                <a:gd name="connsiteX19" fmla="*/ 3949941 w 6582845"/>
                <a:gd name="connsiteY19" fmla="*/ 813485 h 1188206"/>
                <a:gd name="connsiteX20" fmla="*/ 3949941 w 6582845"/>
                <a:gd name="connsiteY20" fmla="*/ 375691 h 1188206"/>
                <a:gd name="connsiteX21" fmla="*/ 3949974 w 6582845"/>
                <a:gd name="connsiteY21" fmla="*/ 375691 h 1188206"/>
                <a:gd name="connsiteX22" fmla="*/ 3949974 w 6582845"/>
                <a:gd name="connsiteY22" fmla="*/ 1001063 h 1188206"/>
                <a:gd name="connsiteX23" fmla="*/ 6583118 w 6582845"/>
                <a:gd name="connsiteY23" fmla="*/ 1001063 h 1188206"/>
                <a:gd name="connsiteX24" fmla="*/ 6583118 w 6582845"/>
                <a:gd name="connsiteY24" fmla="*/ 468 h 1188206"/>
                <a:gd name="connsiteX25" fmla="*/ 3949974 w 6582845"/>
                <a:gd name="connsiteY25" fmla="*/ 468 h 1188206"/>
                <a:gd name="connsiteX26" fmla="*/ 3489174 w 6582845"/>
                <a:gd name="connsiteY26" fmla="*/ 468 h 1188206"/>
                <a:gd name="connsiteX27" fmla="*/ 3423345 w 6582845"/>
                <a:gd name="connsiteY27" fmla="*/ 468 h 1188206"/>
                <a:gd name="connsiteX28" fmla="*/ 3291721 w 6582845"/>
                <a:gd name="connsiteY28" fmla="*/ 188113 h 1188206"/>
                <a:gd name="connsiteX29" fmla="*/ 3160031 w 6582845"/>
                <a:gd name="connsiteY29" fmla="*/ 468 h 1188206"/>
                <a:gd name="connsiteX30" fmla="*/ 2633428 w 6582845"/>
                <a:gd name="connsiteY30" fmla="*/ 468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82845" h="1188206">
                  <a:moveTo>
                    <a:pt x="272" y="468"/>
                  </a:moveTo>
                  <a:lnTo>
                    <a:pt x="272" y="1001063"/>
                  </a:lnTo>
                  <a:lnTo>
                    <a:pt x="2633428" y="1001063"/>
                  </a:lnTo>
                  <a:lnTo>
                    <a:pt x="3061271" y="1001063"/>
                  </a:lnTo>
                  <a:lnTo>
                    <a:pt x="3192912" y="1188675"/>
                  </a:lnTo>
                  <a:lnTo>
                    <a:pt x="3324602" y="1001063"/>
                  </a:lnTo>
                  <a:lnTo>
                    <a:pt x="3390431" y="1001063"/>
                  </a:lnTo>
                  <a:cubicBezTo>
                    <a:pt x="3406888" y="1001063"/>
                    <a:pt x="3415084" y="1006955"/>
                    <a:pt x="3418178" y="1016237"/>
                  </a:cubicBezTo>
                  <a:cubicBezTo>
                    <a:pt x="3421271" y="1025519"/>
                    <a:pt x="3419231" y="1038191"/>
                    <a:pt x="3415116" y="1051883"/>
                  </a:cubicBezTo>
                  <a:cubicBezTo>
                    <a:pt x="3406888" y="1079235"/>
                    <a:pt x="3390464" y="1110504"/>
                    <a:pt x="3390464" y="1126138"/>
                  </a:cubicBezTo>
                  <a:cubicBezTo>
                    <a:pt x="3390464" y="1141772"/>
                    <a:pt x="3393887" y="1157406"/>
                    <a:pt x="3403827" y="1169124"/>
                  </a:cubicBezTo>
                  <a:cubicBezTo>
                    <a:pt x="3413767" y="1180841"/>
                    <a:pt x="3430257" y="1188675"/>
                    <a:pt x="3456292" y="1188675"/>
                  </a:cubicBezTo>
                  <a:cubicBezTo>
                    <a:pt x="3482327" y="1188675"/>
                    <a:pt x="3498785" y="1180841"/>
                    <a:pt x="3508725" y="1169124"/>
                  </a:cubicBezTo>
                  <a:cubicBezTo>
                    <a:pt x="3518698" y="1157406"/>
                    <a:pt x="3522121" y="1141772"/>
                    <a:pt x="3522121" y="1126138"/>
                  </a:cubicBezTo>
                  <a:cubicBezTo>
                    <a:pt x="3522121" y="1110504"/>
                    <a:pt x="3505631" y="1079235"/>
                    <a:pt x="3497402" y="1051883"/>
                  </a:cubicBezTo>
                  <a:cubicBezTo>
                    <a:pt x="3493288" y="1038191"/>
                    <a:pt x="3491247" y="1025519"/>
                    <a:pt x="3494308" y="1016237"/>
                  </a:cubicBezTo>
                  <a:cubicBezTo>
                    <a:pt x="3497402" y="1006955"/>
                    <a:pt x="3505664" y="1001063"/>
                    <a:pt x="3522121" y="1001063"/>
                  </a:cubicBezTo>
                  <a:lnTo>
                    <a:pt x="3587949" y="1001063"/>
                  </a:lnTo>
                  <a:lnTo>
                    <a:pt x="3949974" y="1001063"/>
                  </a:lnTo>
                  <a:lnTo>
                    <a:pt x="3949941" y="813485"/>
                  </a:lnTo>
                  <a:lnTo>
                    <a:pt x="3949941" y="375691"/>
                  </a:lnTo>
                  <a:lnTo>
                    <a:pt x="3949974" y="375691"/>
                  </a:lnTo>
                  <a:lnTo>
                    <a:pt x="3949974" y="1001063"/>
                  </a:lnTo>
                  <a:lnTo>
                    <a:pt x="6583118" y="1001063"/>
                  </a:lnTo>
                  <a:lnTo>
                    <a:pt x="6583118" y="468"/>
                  </a:lnTo>
                  <a:lnTo>
                    <a:pt x="3949974" y="468"/>
                  </a:lnTo>
                  <a:lnTo>
                    <a:pt x="3489174" y="468"/>
                  </a:lnTo>
                  <a:lnTo>
                    <a:pt x="3423345" y="468"/>
                  </a:lnTo>
                  <a:lnTo>
                    <a:pt x="3291721" y="188113"/>
                  </a:lnTo>
                  <a:lnTo>
                    <a:pt x="3160031" y="468"/>
                  </a:lnTo>
                  <a:lnTo>
                    <a:pt x="2633428" y="468"/>
                  </a:lnTo>
                  <a:close/>
                </a:path>
              </a:pathLst>
            </a:custGeom>
            <a:grpFill/>
            <a:ln w="18251"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4" name="TextBox vi">
              <a:extLst>
                <a:ext uri="{FF2B5EF4-FFF2-40B4-BE49-F238E27FC236}">
                  <a16:creationId xmlns:a16="http://schemas.microsoft.com/office/drawing/2014/main" id="{1E80FA84-8C5D-443F-9DC1-82B1BCB348AA}"/>
                </a:ext>
              </a:extLst>
            </p:cNvPr>
            <p:cNvSpPr txBox="1"/>
            <p:nvPr/>
          </p:nvSpPr>
          <p:spPr>
            <a:xfrm>
              <a:off x="465856" y="5143944"/>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City</a:t>
              </a:r>
            </a:p>
          </p:txBody>
        </p:sp>
      </p:grpSp>
      <p:grpSp>
        <p:nvGrpSpPr>
          <p:cNvPr id="46" name="!!v">
            <a:extLst>
              <a:ext uri="{FF2B5EF4-FFF2-40B4-BE49-F238E27FC236}">
                <a16:creationId xmlns:a16="http://schemas.microsoft.com/office/drawing/2014/main" id="{0899A278-8A6A-451F-BE5B-EAE65E5F06D8}"/>
              </a:ext>
            </a:extLst>
          </p:cNvPr>
          <p:cNvGrpSpPr/>
          <p:nvPr/>
        </p:nvGrpSpPr>
        <p:grpSpPr>
          <a:xfrm>
            <a:off x="4108038" y="5574388"/>
            <a:ext cx="3702868" cy="668366"/>
            <a:chOff x="137527" y="4011031"/>
            <a:chExt cx="6582877" cy="1188206"/>
          </a:xfrm>
          <a:blipFill>
            <a:blip r:embed="rId3"/>
            <a:stretch>
              <a:fillRect/>
            </a:stretch>
          </a:blipFill>
          <a:effectLst/>
        </p:grpSpPr>
        <p:sp>
          <p:nvSpPr>
            <p:cNvPr id="22" name="Rectangle: Rounded v">
              <a:extLst>
                <a:ext uri="{FF2B5EF4-FFF2-40B4-BE49-F238E27FC236}">
                  <a16:creationId xmlns:a16="http://schemas.microsoft.com/office/drawing/2014/main" id="{43D3985D-E59A-46EC-9E9D-09F1728ADFF3}"/>
                </a:ext>
              </a:extLst>
            </p:cNvPr>
            <p:cNvSpPr/>
            <p:nvPr/>
          </p:nvSpPr>
          <p:spPr>
            <a:xfrm>
              <a:off x="317942" y="426114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1" name="Freeform: Shape v">
              <a:extLst>
                <a:ext uri="{FF2B5EF4-FFF2-40B4-BE49-F238E27FC236}">
                  <a16:creationId xmlns:a16="http://schemas.microsoft.com/office/drawing/2014/main" id="{74E3413A-D516-448B-9F6E-5FB8FAACB845}"/>
                </a:ext>
              </a:extLst>
            </p:cNvPr>
            <p:cNvSpPr/>
            <p:nvPr/>
          </p:nvSpPr>
          <p:spPr>
            <a:xfrm>
              <a:off x="137527" y="4011031"/>
              <a:ext cx="6582877" cy="1188206"/>
            </a:xfrm>
            <a:custGeom>
              <a:avLst/>
              <a:gdLst>
                <a:gd name="connsiteX0" fmla="*/ 272 w 6582877"/>
                <a:gd name="connsiteY0" fmla="*/ 384 h 1188206"/>
                <a:gd name="connsiteX1" fmla="*/ 272 w 6582877"/>
                <a:gd name="connsiteY1" fmla="*/ 1000979 h 1188206"/>
                <a:gd name="connsiteX2" fmla="*/ 2633427 w 6582877"/>
                <a:gd name="connsiteY2" fmla="*/ 1000979 h 1188206"/>
                <a:gd name="connsiteX3" fmla="*/ 3160030 w 6582877"/>
                <a:gd name="connsiteY3" fmla="*/ 1000979 h 1188206"/>
                <a:gd name="connsiteX4" fmla="*/ 3291720 w 6582877"/>
                <a:gd name="connsiteY4" fmla="*/ 1188590 h 1188206"/>
                <a:gd name="connsiteX5" fmla="*/ 3423344 w 6582877"/>
                <a:gd name="connsiteY5" fmla="*/ 1000979 h 1188206"/>
                <a:gd name="connsiteX6" fmla="*/ 3489173 w 6582877"/>
                <a:gd name="connsiteY6" fmla="*/ 1000979 h 1188206"/>
                <a:gd name="connsiteX7" fmla="*/ 3949973 w 6582877"/>
                <a:gd name="connsiteY7" fmla="*/ 1000979 h 1188206"/>
                <a:gd name="connsiteX8" fmla="*/ 6583150 w 6582877"/>
                <a:gd name="connsiteY8" fmla="*/ 1000979 h 1188206"/>
                <a:gd name="connsiteX9" fmla="*/ 6583150 w 6582877"/>
                <a:gd name="connsiteY9" fmla="*/ 384 h 1188206"/>
                <a:gd name="connsiteX10" fmla="*/ 3949973 w 6582877"/>
                <a:gd name="connsiteY10" fmla="*/ 384 h 1188206"/>
                <a:gd name="connsiteX11" fmla="*/ 3587916 w 6582877"/>
                <a:gd name="connsiteY11" fmla="*/ 384 h 1188206"/>
                <a:gd name="connsiteX12" fmla="*/ 3522087 w 6582877"/>
                <a:gd name="connsiteY12" fmla="*/ 384 h 1188206"/>
                <a:gd name="connsiteX13" fmla="*/ 3390430 w 6582877"/>
                <a:gd name="connsiteY13" fmla="*/ 188028 h 1188206"/>
                <a:gd name="connsiteX14" fmla="*/ 3258773 w 6582877"/>
                <a:gd name="connsiteY14" fmla="*/ 384 h 1188206"/>
                <a:gd name="connsiteX15" fmla="*/ 3192944 w 6582877"/>
                <a:gd name="connsiteY15" fmla="*/ 384 h 1188206"/>
                <a:gd name="connsiteX16" fmla="*/ 3165164 w 6582877"/>
                <a:gd name="connsiteY16" fmla="*/ 15524 h 1188206"/>
                <a:gd name="connsiteX17" fmla="*/ 3168258 w 6582877"/>
                <a:gd name="connsiteY17" fmla="*/ 51203 h 1188206"/>
                <a:gd name="connsiteX18" fmla="*/ 3192944 w 6582877"/>
                <a:gd name="connsiteY18" fmla="*/ 125491 h 1188206"/>
                <a:gd name="connsiteX19" fmla="*/ 3179581 w 6582877"/>
                <a:gd name="connsiteY19" fmla="*/ 168477 h 1188206"/>
                <a:gd name="connsiteX20" fmla="*/ 3127115 w 6582877"/>
                <a:gd name="connsiteY20" fmla="*/ 188028 h 1188206"/>
                <a:gd name="connsiteX21" fmla="*/ 3074670 w 6582877"/>
                <a:gd name="connsiteY21" fmla="*/ 168477 h 1188206"/>
                <a:gd name="connsiteX22" fmla="*/ 3061300 w 6582877"/>
                <a:gd name="connsiteY22" fmla="*/ 125491 h 1188206"/>
                <a:gd name="connsiteX23" fmla="*/ 3085966 w 6582877"/>
                <a:gd name="connsiteY23" fmla="*/ 51203 h 1188206"/>
                <a:gd name="connsiteX24" fmla="*/ 3089060 w 6582877"/>
                <a:gd name="connsiteY24" fmla="*/ 15524 h 1188206"/>
                <a:gd name="connsiteX25" fmla="*/ 3061300 w 6582877"/>
                <a:gd name="connsiteY25" fmla="*/ 384 h 1188206"/>
                <a:gd name="connsiteX26" fmla="*/ 2633424 w 6582877"/>
                <a:gd name="connsiteY26" fmla="*/ 384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582877" h="1188206">
                  <a:moveTo>
                    <a:pt x="272" y="384"/>
                  </a:moveTo>
                  <a:lnTo>
                    <a:pt x="272" y="1000979"/>
                  </a:lnTo>
                  <a:lnTo>
                    <a:pt x="2633427" y="1000979"/>
                  </a:lnTo>
                  <a:lnTo>
                    <a:pt x="3160030" y="1000979"/>
                  </a:lnTo>
                  <a:lnTo>
                    <a:pt x="3291720" y="1188590"/>
                  </a:lnTo>
                  <a:lnTo>
                    <a:pt x="3423344" y="1000979"/>
                  </a:lnTo>
                  <a:lnTo>
                    <a:pt x="3489173" y="1000979"/>
                  </a:lnTo>
                  <a:lnTo>
                    <a:pt x="3949973" y="1000979"/>
                  </a:lnTo>
                  <a:lnTo>
                    <a:pt x="6583150" y="1000979"/>
                  </a:lnTo>
                  <a:lnTo>
                    <a:pt x="6583150" y="384"/>
                  </a:lnTo>
                  <a:lnTo>
                    <a:pt x="3949973" y="384"/>
                  </a:lnTo>
                  <a:lnTo>
                    <a:pt x="3587916" y="384"/>
                  </a:lnTo>
                  <a:lnTo>
                    <a:pt x="3522087" y="384"/>
                  </a:lnTo>
                  <a:lnTo>
                    <a:pt x="3390430" y="188028"/>
                  </a:lnTo>
                  <a:lnTo>
                    <a:pt x="3258773" y="384"/>
                  </a:lnTo>
                  <a:lnTo>
                    <a:pt x="3192944" y="384"/>
                  </a:lnTo>
                  <a:cubicBezTo>
                    <a:pt x="3176487" y="384"/>
                    <a:pt x="3168258" y="6243"/>
                    <a:pt x="3165164" y="15524"/>
                  </a:cubicBezTo>
                  <a:cubicBezTo>
                    <a:pt x="3162070" y="24806"/>
                    <a:pt x="3164144" y="37544"/>
                    <a:pt x="3168258" y="51203"/>
                  </a:cubicBezTo>
                  <a:cubicBezTo>
                    <a:pt x="3176487" y="78588"/>
                    <a:pt x="3192944" y="109857"/>
                    <a:pt x="3192944" y="125491"/>
                  </a:cubicBezTo>
                  <a:cubicBezTo>
                    <a:pt x="3192944" y="141125"/>
                    <a:pt x="3189521" y="156727"/>
                    <a:pt x="3179581" y="168477"/>
                  </a:cubicBezTo>
                  <a:cubicBezTo>
                    <a:pt x="3169641" y="180195"/>
                    <a:pt x="3153151" y="188028"/>
                    <a:pt x="3127115" y="188028"/>
                  </a:cubicBezTo>
                  <a:cubicBezTo>
                    <a:pt x="3101096" y="188028"/>
                    <a:pt x="3084620" y="180195"/>
                    <a:pt x="3074670" y="168477"/>
                  </a:cubicBezTo>
                  <a:cubicBezTo>
                    <a:pt x="3064720" y="156727"/>
                    <a:pt x="3061300" y="141125"/>
                    <a:pt x="3061300" y="125491"/>
                  </a:cubicBezTo>
                  <a:cubicBezTo>
                    <a:pt x="3061300" y="109857"/>
                    <a:pt x="3077737" y="78588"/>
                    <a:pt x="3085966" y="51203"/>
                  </a:cubicBezTo>
                  <a:cubicBezTo>
                    <a:pt x="3090080" y="37544"/>
                    <a:pt x="3092141" y="24839"/>
                    <a:pt x="3089060" y="15524"/>
                  </a:cubicBezTo>
                  <a:cubicBezTo>
                    <a:pt x="3085972" y="6243"/>
                    <a:pt x="3077757" y="384"/>
                    <a:pt x="3061300" y="384"/>
                  </a:cubicBezTo>
                  <a:lnTo>
                    <a:pt x="2633424" y="384"/>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41" name="TextBox v">
              <a:extLst>
                <a:ext uri="{FF2B5EF4-FFF2-40B4-BE49-F238E27FC236}">
                  <a16:creationId xmlns:a16="http://schemas.microsoft.com/office/drawing/2014/main" id="{FEAA704B-4C48-49B4-8BD0-0BC03009FF1F}"/>
                </a:ext>
              </a:extLst>
            </p:cNvPr>
            <p:cNvSpPr txBox="1"/>
            <p:nvPr/>
          </p:nvSpPr>
          <p:spPr>
            <a:xfrm>
              <a:off x="449632" y="4163312"/>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Area</a:t>
              </a:r>
            </a:p>
          </p:txBody>
        </p:sp>
      </p:grpSp>
      <p:grpSp>
        <p:nvGrpSpPr>
          <p:cNvPr id="45" name="!!iv">
            <a:extLst>
              <a:ext uri="{FF2B5EF4-FFF2-40B4-BE49-F238E27FC236}">
                <a16:creationId xmlns:a16="http://schemas.microsoft.com/office/drawing/2014/main" id="{0FE3CF64-1A90-4A37-B797-AA12DA6135EA}"/>
              </a:ext>
            </a:extLst>
          </p:cNvPr>
          <p:cNvGrpSpPr/>
          <p:nvPr/>
        </p:nvGrpSpPr>
        <p:grpSpPr>
          <a:xfrm>
            <a:off x="7862316" y="2090549"/>
            <a:ext cx="3702832" cy="668364"/>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181548"/>
              <a:ext cx="5760640"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Number and street</a:t>
              </a:r>
            </a:p>
          </p:txBody>
        </p:sp>
      </p:grpSp>
      <p:grpSp>
        <p:nvGrpSpPr>
          <p:cNvPr id="44" name="!!iii">
            <a:extLst>
              <a:ext uri="{FF2B5EF4-FFF2-40B4-BE49-F238E27FC236}">
                <a16:creationId xmlns:a16="http://schemas.microsoft.com/office/drawing/2014/main" id="{D8A6FCC1-A7EB-42F4-8650-BB25A8E7BB41}"/>
              </a:ext>
            </a:extLst>
          </p:cNvPr>
          <p:cNvGrpSpPr/>
          <p:nvPr/>
        </p:nvGrpSpPr>
        <p:grpSpPr>
          <a:xfrm>
            <a:off x="8114083" y="4456781"/>
            <a:ext cx="3702874" cy="668346"/>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4" y="2128899"/>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Company name</a:t>
              </a:r>
            </a:p>
          </p:txBody>
        </p:sp>
      </p:grpSp>
      <p:grpSp>
        <p:nvGrpSpPr>
          <p:cNvPr id="43" name="!!ii">
            <a:extLst>
              <a:ext uri="{FF2B5EF4-FFF2-40B4-BE49-F238E27FC236}">
                <a16:creationId xmlns:a16="http://schemas.microsoft.com/office/drawing/2014/main" id="{8101F68C-68E7-4D23-950A-7E4F94CADF6D}"/>
              </a:ext>
            </a:extLst>
          </p:cNvPr>
          <p:cNvGrpSpPr/>
          <p:nvPr/>
        </p:nvGrpSpPr>
        <p:grpSpPr>
          <a:xfrm>
            <a:off x="724838" y="2193450"/>
            <a:ext cx="3702873" cy="668357"/>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145887"/>
              <a:ext cx="5760641"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Position</a:t>
              </a:r>
            </a:p>
          </p:txBody>
        </p:sp>
      </p:grpSp>
      <p:grpSp>
        <p:nvGrpSpPr>
          <p:cNvPr id="42" name="!!i">
            <a:extLst>
              <a:ext uri="{FF2B5EF4-FFF2-40B4-BE49-F238E27FC236}">
                <a16:creationId xmlns:a16="http://schemas.microsoft.com/office/drawing/2014/main" id="{E9E4080B-25E0-4643-8AEC-FB63A300771D}"/>
              </a:ext>
            </a:extLst>
          </p:cNvPr>
          <p:cNvGrpSpPr/>
          <p:nvPr/>
        </p:nvGrpSpPr>
        <p:grpSpPr>
          <a:xfrm>
            <a:off x="375043" y="4163282"/>
            <a:ext cx="3779445" cy="668360"/>
            <a:chOff x="137491" y="5763"/>
            <a:chExt cx="6719014"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52010"/>
              <a:ext cx="6379834"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First name and surname</a:t>
              </a:r>
            </a:p>
          </p:txBody>
        </p:sp>
      </p:grpSp>
    </p:spTree>
    <p:extLst>
      <p:ext uri="{BB962C8B-B14F-4D97-AF65-F5344CB8AC3E}">
        <p14:creationId xmlns:p14="http://schemas.microsoft.com/office/powerpoint/2010/main" val="3236435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48" name="!!vii">
            <a:extLst>
              <a:ext uri="{FF2B5EF4-FFF2-40B4-BE49-F238E27FC236}">
                <a16:creationId xmlns:a16="http://schemas.microsoft.com/office/drawing/2014/main" id="{428C4196-9A29-4A7F-88FB-4E58B221163A}"/>
              </a:ext>
            </a:extLst>
          </p:cNvPr>
          <p:cNvGrpSpPr/>
          <p:nvPr/>
        </p:nvGrpSpPr>
        <p:grpSpPr>
          <a:xfrm>
            <a:off x="4244545" y="4344810"/>
            <a:ext cx="3702870" cy="668366"/>
            <a:chOff x="137524" y="6012221"/>
            <a:chExt cx="6582880" cy="1188206"/>
          </a:xfrm>
          <a:blipFill>
            <a:blip r:embed="rId3"/>
            <a:stretch>
              <a:fillRect/>
            </a:stretch>
          </a:blipFill>
          <a:effectLst/>
        </p:grpSpPr>
        <p:sp>
          <p:nvSpPr>
            <p:cNvPr id="24" name="Rectangle: Rounded vii">
              <a:extLst>
                <a:ext uri="{FF2B5EF4-FFF2-40B4-BE49-F238E27FC236}">
                  <a16:creationId xmlns:a16="http://schemas.microsoft.com/office/drawing/2014/main" id="{600E0DCC-1342-4D5D-BF4F-D13B5EA3F206}"/>
                </a:ext>
              </a:extLst>
            </p:cNvPr>
            <p:cNvSpPr/>
            <p:nvPr/>
          </p:nvSpPr>
          <p:spPr>
            <a:xfrm>
              <a:off x="317942" y="62919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2" name="Freeform: Shape vii">
              <a:extLst>
                <a:ext uri="{FF2B5EF4-FFF2-40B4-BE49-F238E27FC236}">
                  <a16:creationId xmlns:a16="http://schemas.microsoft.com/office/drawing/2014/main" id="{3C55B48F-5FF4-4348-9442-D5CA142B6779}"/>
                </a:ext>
              </a:extLst>
            </p:cNvPr>
            <p:cNvSpPr/>
            <p:nvPr/>
          </p:nvSpPr>
          <p:spPr>
            <a:xfrm>
              <a:off x="137524" y="6012221"/>
              <a:ext cx="6582880" cy="1188206"/>
            </a:xfrm>
            <a:custGeom>
              <a:avLst/>
              <a:gdLst>
                <a:gd name="connsiteX0" fmla="*/ 272 w 6582880"/>
                <a:gd name="connsiteY0" fmla="*/ 553 h 1188206"/>
                <a:gd name="connsiteX1" fmla="*/ 272 w 6582880"/>
                <a:gd name="connsiteY1" fmla="*/ 1001148 h 1188206"/>
                <a:gd name="connsiteX2" fmla="*/ 2633427 w 6582880"/>
                <a:gd name="connsiteY2" fmla="*/ 1001148 h 1188206"/>
                <a:gd name="connsiteX3" fmla="*/ 2962550 w 6582880"/>
                <a:gd name="connsiteY3" fmla="*/ 1001148 h 1188206"/>
                <a:gd name="connsiteX4" fmla="*/ 3094197 w 6582880"/>
                <a:gd name="connsiteY4" fmla="*/ 1188760 h 1188206"/>
                <a:gd name="connsiteX5" fmla="*/ 3225894 w 6582880"/>
                <a:gd name="connsiteY5" fmla="*/ 1001148 h 1188206"/>
                <a:gd name="connsiteX6" fmla="*/ 3291723 w 6582880"/>
                <a:gd name="connsiteY6" fmla="*/ 1001148 h 1188206"/>
                <a:gd name="connsiteX7" fmla="*/ 3319470 w 6582880"/>
                <a:gd name="connsiteY7" fmla="*/ 1016322 h 1188206"/>
                <a:gd name="connsiteX8" fmla="*/ 3316376 w 6582880"/>
                <a:gd name="connsiteY8" fmla="*/ 1051968 h 1188206"/>
                <a:gd name="connsiteX9" fmla="*/ 3291723 w 6582880"/>
                <a:gd name="connsiteY9" fmla="*/ 1126223 h 1188206"/>
                <a:gd name="connsiteX10" fmla="*/ 3305086 w 6582880"/>
                <a:gd name="connsiteY10" fmla="*/ 1169209 h 1188206"/>
                <a:gd name="connsiteX11" fmla="*/ 3357518 w 6582880"/>
                <a:gd name="connsiteY11" fmla="*/ 1188760 h 1188206"/>
                <a:gd name="connsiteX12" fmla="*/ 3409984 w 6582880"/>
                <a:gd name="connsiteY12" fmla="*/ 1169209 h 1188206"/>
                <a:gd name="connsiteX13" fmla="*/ 3423347 w 6582880"/>
                <a:gd name="connsiteY13" fmla="*/ 1126223 h 1188206"/>
                <a:gd name="connsiteX14" fmla="*/ 3398661 w 6582880"/>
                <a:gd name="connsiteY14" fmla="*/ 1051968 h 1188206"/>
                <a:gd name="connsiteX15" fmla="*/ 3395600 w 6582880"/>
                <a:gd name="connsiteY15" fmla="*/ 1016322 h 1188206"/>
                <a:gd name="connsiteX16" fmla="*/ 3423347 w 6582880"/>
                <a:gd name="connsiteY16" fmla="*/ 1001148 h 1188206"/>
                <a:gd name="connsiteX17" fmla="*/ 3489176 w 6582880"/>
                <a:gd name="connsiteY17" fmla="*/ 1001148 h 1188206"/>
                <a:gd name="connsiteX18" fmla="*/ 3516955 w 6582880"/>
                <a:gd name="connsiteY18" fmla="*/ 1016322 h 1188206"/>
                <a:gd name="connsiteX19" fmla="*/ 3513894 w 6582880"/>
                <a:gd name="connsiteY19" fmla="*/ 1051968 h 1188206"/>
                <a:gd name="connsiteX20" fmla="*/ 3489176 w 6582880"/>
                <a:gd name="connsiteY20" fmla="*/ 1126223 h 1188206"/>
                <a:gd name="connsiteX21" fmla="*/ 3502539 w 6582880"/>
                <a:gd name="connsiteY21" fmla="*/ 1169209 h 1188206"/>
                <a:gd name="connsiteX22" fmla="*/ 3555004 w 6582880"/>
                <a:gd name="connsiteY22" fmla="*/ 1188760 h 1188206"/>
                <a:gd name="connsiteX23" fmla="*/ 3607470 w 6582880"/>
                <a:gd name="connsiteY23" fmla="*/ 1169209 h 1188206"/>
                <a:gd name="connsiteX24" fmla="*/ 3620833 w 6582880"/>
                <a:gd name="connsiteY24" fmla="*/ 1126223 h 1188206"/>
                <a:gd name="connsiteX25" fmla="*/ 3596147 w 6582880"/>
                <a:gd name="connsiteY25" fmla="*/ 1051968 h 1188206"/>
                <a:gd name="connsiteX26" fmla="*/ 3593086 w 6582880"/>
                <a:gd name="connsiteY26" fmla="*/ 1016322 h 1188206"/>
                <a:gd name="connsiteX27" fmla="*/ 3620833 w 6582880"/>
                <a:gd name="connsiteY27" fmla="*/ 1001148 h 1188206"/>
                <a:gd name="connsiteX28" fmla="*/ 3686661 w 6582880"/>
                <a:gd name="connsiteY28" fmla="*/ 1001148 h 1188206"/>
                <a:gd name="connsiteX29" fmla="*/ 3949976 w 6582880"/>
                <a:gd name="connsiteY29" fmla="*/ 1001148 h 1188206"/>
                <a:gd name="connsiteX30" fmla="*/ 6583153 w 6582880"/>
                <a:gd name="connsiteY30" fmla="*/ 1001148 h 1188206"/>
                <a:gd name="connsiteX31" fmla="*/ 6583153 w 6582880"/>
                <a:gd name="connsiteY31" fmla="*/ 553 h 1188206"/>
                <a:gd name="connsiteX32" fmla="*/ 3949976 w 6582880"/>
                <a:gd name="connsiteY32" fmla="*/ 553 h 1188206"/>
                <a:gd name="connsiteX33" fmla="*/ 3587951 w 6582880"/>
                <a:gd name="connsiteY33" fmla="*/ 553 h 1188206"/>
                <a:gd name="connsiteX34" fmla="*/ 3522090 w 6582880"/>
                <a:gd name="connsiteY34" fmla="*/ 553 h 1188206"/>
                <a:gd name="connsiteX35" fmla="*/ 3494310 w 6582880"/>
                <a:gd name="connsiteY35" fmla="*/ 15726 h 1188206"/>
                <a:gd name="connsiteX36" fmla="*/ 3497404 w 6582880"/>
                <a:gd name="connsiteY36" fmla="*/ 51405 h 1188206"/>
                <a:gd name="connsiteX37" fmla="*/ 3522090 w 6582880"/>
                <a:gd name="connsiteY37" fmla="*/ 125660 h 1188206"/>
                <a:gd name="connsiteX38" fmla="*/ 3508694 w 6582880"/>
                <a:gd name="connsiteY38" fmla="*/ 168647 h 1188206"/>
                <a:gd name="connsiteX39" fmla="*/ 3456261 w 6582880"/>
                <a:gd name="connsiteY39" fmla="*/ 188197 h 1188206"/>
                <a:gd name="connsiteX40" fmla="*/ 3403796 w 6582880"/>
                <a:gd name="connsiteY40" fmla="*/ 168647 h 1188206"/>
                <a:gd name="connsiteX41" fmla="*/ 3390433 w 6582880"/>
                <a:gd name="connsiteY41" fmla="*/ 125660 h 1188206"/>
                <a:gd name="connsiteX42" fmla="*/ 3415118 w 6582880"/>
                <a:gd name="connsiteY42" fmla="*/ 51405 h 1188206"/>
                <a:gd name="connsiteX43" fmla="*/ 3418212 w 6582880"/>
                <a:gd name="connsiteY43" fmla="*/ 15726 h 1188206"/>
                <a:gd name="connsiteX44" fmla="*/ 3390433 w 6582880"/>
                <a:gd name="connsiteY44" fmla="*/ 553 h 1188206"/>
                <a:gd name="connsiteX45" fmla="*/ 3324604 w 6582880"/>
                <a:gd name="connsiteY45" fmla="*/ 553 h 1188206"/>
                <a:gd name="connsiteX46" fmla="*/ 3192947 w 6582880"/>
                <a:gd name="connsiteY46" fmla="*/ 188197 h 1188206"/>
                <a:gd name="connsiteX47" fmla="*/ 3061303 w 6582880"/>
                <a:gd name="connsiteY47" fmla="*/ 553 h 1188206"/>
                <a:gd name="connsiteX48" fmla="*/ 2633427 w 6582880"/>
                <a:gd name="connsiteY48" fmla="*/ 553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582880" h="1188206">
                  <a:moveTo>
                    <a:pt x="272" y="553"/>
                  </a:moveTo>
                  <a:lnTo>
                    <a:pt x="272" y="1001148"/>
                  </a:lnTo>
                  <a:lnTo>
                    <a:pt x="2633427" y="1001148"/>
                  </a:lnTo>
                  <a:lnTo>
                    <a:pt x="2962550" y="1001148"/>
                  </a:lnTo>
                  <a:lnTo>
                    <a:pt x="3094197" y="1188760"/>
                  </a:lnTo>
                  <a:lnTo>
                    <a:pt x="3225894" y="1001148"/>
                  </a:lnTo>
                  <a:lnTo>
                    <a:pt x="3291723" y="1001148"/>
                  </a:lnTo>
                  <a:cubicBezTo>
                    <a:pt x="3308180" y="1001148"/>
                    <a:pt x="3316376" y="1007040"/>
                    <a:pt x="3319470" y="1016322"/>
                  </a:cubicBezTo>
                  <a:cubicBezTo>
                    <a:pt x="3322563" y="1025603"/>
                    <a:pt x="3320490" y="1038275"/>
                    <a:pt x="3316376" y="1051968"/>
                  </a:cubicBezTo>
                  <a:cubicBezTo>
                    <a:pt x="3308147" y="1079320"/>
                    <a:pt x="3291723" y="1110588"/>
                    <a:pt x="3291723" y="1126223"/>
                  </a:cubicBezTo>
                  <a:cubicBezTo>
                    <a:pt x="3291723" y="1141857"/>
                    <a:pt x="3295146" y="1157491"/>
                    <a:pt x="3305086" y="1169209"/>
                  </a:cubicBezTo>
                  <a:cubicBezTo>
                    <a:pt x="3315026" y="1180926"/>
                    <a:pt x="3331516" y="1188760"/>
                    <a:pt x="3357518" y="1188760"/>
                  </a:cubicBezTo>
                  <a:cubicBezTo>
                    <a:pt x="3383554" y="1188760"/>
                    <a:pt x="3400044" y="1180926"/>
                    <a:pt x="3409984" y="1169209"/>
                  </a:cubicBezTo>
                  <a:cubicBezTo>
                    <a:pt x="3419924" y="1157491"/>
                    <a:pt x="3423347" y="1141857"/>
                    <a:pt x="3423347" y="1126223"/>
                  </a:cubicBezTo>
                  <a:cubicBezTo>
                    <a:pt x="3423347" y="1110588"/>
                    <a:pt x="3406890" y="1079320"/>
                    <a:pt x="3398661" y="1051968"/>
                  </a:cubicBezTo>
                  <a:cubicBezTo>
                    <a:pt x="3394547" y="1038275"/>
                    <a:pt x="3392506" y="1025603"/>
                    <a:pt x="3395600" y="1016322"/>
                  </a:cubicBezTo>
                  <a:cubicBezTo>
                    <a:pt x="3398694" y="1007040"/>
                    <a:pt x="3406890" y="1001148"/>
                    <a:pt x="3423347" y="1001148"/>
                  </a:cubicBezTo>
                  <a:lnTo>
                    <a:pt x="3489176" y="1001148"/>
                  </a:lnTo>
                  <a:cubicBezTo>
                    <a:pt x="3505633" y="1001148"/>
                    <a:pt x="3513861" y="1007040"/>
                    <a:pt x="3516955" y="1016322"/>
                  </a:cubicBezTo>
                  <a:cubicBezTo>
                    <a:pt x="3520016" y="1025603"/>
                    <a:pt x="3518009" y="1038275"/>
                    <a:pt x="3513894" y="1051968"/>
                  </a:cubicBezTo>
                  <a:cubicBezTo>
                    <a:pt x="3505666" y="1079320"/>
                    <a:pt x="3489176" y="1110588"/>
                    <a:pt x="3489176" y="1126223"/>
                  </a:cubicBezTo>
                  <a:cubicBezTo>
                    <a:pt x="3489176" y="1141857"/>
                    <a:pt x="3492599" y="1157491"/>
                    <a:pt x="3502539" y="1169209"/>
                  </a:cubicBezTo>
                  <a:cubicBezTo>
                    <a:pt x="3512512" y="1180926"/>
                    <a:pt x="3528969" y="1188760"/>
                    <a:pt x="3555004" y="1188760"/>
                  </a:cubicBezTo>
                  <a:cubicBezTo>
                    <a:pt x="3581039" y="1188760"/>
                    <a:pt x="3597497" y="1180926"/>
                    <a:pt x="3607470" y="1169209"/>
                  </a:cubicBezTo>
                  <a:cubicBezTo>
                    <a:pt x="3617410" y="1157491"/>
                    <a:pt x="3620833" y="1141857"/>
                    <a:pt x="3620833" y="1126223"/>
                  </a:cubicBezTo>
                  <a:cubicBezTo>
                    <a:pt x="3620833" y="1110588"/>
                    <a:pt x="3604376" y="1079320"/>
                    <a:pt x="3596147" y="1051968"/>
                  </a:cubicBezTo>
                  <a:cubicBezTo>
                    <a:pt x="3592033" y="1038275"/>
                    <a:pt x="3589992" y="1025603"/>
                    <a:pt x="3593086" y="1016322"/>
                  </a:cubicBezTo>
                  <a:cubicBezTo>
                    <a:pt x="3596147" y="1007040"/>
                    <a:pt x="3604376" y="1001148"/>
                    <a:pt x="3620833" y="1001148"/>
                  </a:cubicBezTo>
                  <a:lnTo>
                    <a:pt x="3686661" y="1001148"/>
                  </a:lnTo>
                  <a:lnTo>
                    <a:pt x="3949976" y="1001148"/>
                  </a:lnTo>
                  <a:lnTo>
                    <a:pt x="6583153" y="1001148"/>
                  </a:lnTo>
                  <a:lnTo>
                    <a:pt x="6583153" y="553"/>
                  </a:lnTo>
                  <a:lnTo>
                    <a:pt x="3949976" y="553"/>
                  </a:lnTo>
                  <a:lnTo>
                    <a:pt x="3587951" y="553"/>
                  </a:lnTo>
                  <a:lnTo>
                    <a:pt x="3522090" y="553"/>
                  </a:lnTo>
                  <a:cubicBezTo>
                    <a:pt x="3505633" y="553"/>
                    <a:pt x="3497404" y="6445"/>
                    <a:pt x="3494310" y="15726"/>
                  </a:cubicBezTo>
                  <a:cubicBezTo>
                    <a:pt x="3491249" y="25009"/>
                    <a:pt x="3493290" y="37713"/>
                    <a:pt x="3497404" y="51405"/>
                  </a:cubicBezTo>
                  <a:cubicBezTo>
                    <a:pt x="3505633" y="78757"/>
                    <a:pt x="3522090" y="110026"/>
                    <a:pt x="3522090" y="125660"/>
                  </a:cubicBezTo>
                  <a:cubicBezTo>
                    <a:pt x="3522090" y="141294"/>
                    <a:pt x="3518667" y="156929"/>
                    <a:pt x="3508694" y="168647"/>
                  </a:cubicBezTo>
                  <a:cubicBezTo>
                    <a:pt x="3498754" y="180364"/>
                    <a:pt x="3482297" y="188197"/>
                    <a:pt x="3456261" y="188197"/>
                  </a:cubicBezTo>
                  <a:cubicBezTo>
                    <a:pt x="3430226" y="188197"/>
                    <a:pt x="3413736" y="180364"/>
                    <a:pt x="3403796" y="168647"/>
                  </a:cubicBezTo>
                  <a:cubicBezTo>
                    <a:pt x="3393856" y="156929"/>
                    <a:pt x="3390433" y="141294"/>
                    <a:pt x="3390433" y="125660"/>
                  </a:cubicBezTo>
                  <a:cubicBezTo>
                    <a:pt x="3390433" y="110026"/>
                    <a:pt x="3406890" y="78757"/>
                    <a:pt x="3415118" y="51405"/>
                  </a:cubicBezTo>
                  <a:cubicBezTo>
                    <a:pt x="3419233" y="37713"/>
                    <a:pt x="3421306" y="25009"/>
                    <a:pt x="3418212" y="15726"/>
                  </a:cubicBezTo>
                  <a:cubicBezTo>
                    <a:pt x="3415118" y="6445"/>
                    <a:pt x="3406890" y="553"/>
                    <a:pt x="3390433" y="553"/>
                  </a:cubicBezTo>
                  <a:lnTo>
                    <a:pt x="3324604" y="553"/>
                  </a:lnTo>
                  <a:lnTo>
                    <a:pt x="3192947" y="188197"/>
                  </a:lnTo>
                  <a:lnTo>
                    <a:pt x="3061303" y="553"/>
                  </a:lnTo>
                  <a:lnTo>
                    <a:pt x="2633427" y="553"/>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5" name="TextBox vii">
              <a:extLst>
                <a:ext uri="{FF2B5EF4-FFF2-40B4-BE49-F238E27FC236}">
                  <a16:creationId xmlns:a16="http://schemas.microsoft.com/office/drawing/2014/main" id="{0E57181C-E5C7-46DF-B63D-E5689476E730}"/>
                </a:ext>
              </a:extLst>
            </p:cNvPr>
            <p:cNvSpPr txBox="1"/>
            <p:nvPr/>
          </p:nvSpPr>
          <p:spPr>
            <a:xfrm>
              <a:off x="463152" y="6174324"/>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Postcode</a:t>
              </a:r>
            </a:p>
          </p:txBody>
        </p:sp>
      </p:grpSp>
      <p:grpSp>
        <p:nvGrpSpPr>
          <p:cNvPr id="47" name="!!vi">
            <a:extLst>
              <a:ext uri="{FF2B5EF4-FFF2-40B4-BE49-F238E27FC236}">
                <a16:creationId xmlns:a16="http://schemas.microsoft.com/office/drawing/2014/main" id="{B0F9E1AB-43CA-4CC1-818E-76E0B0A2FB20}"/>
              </a:ext>
            </a:extLst>
          </p:cNvPr>
          <p:cNvGrpSpPr/>
          <p:nvPr/>
        </p:nvGrpSpPr>
        <p:grpSpPr>
          <a:xfrm>
            <a:off x="4244565" y="3781976"/>
            <a:ext cx="3702850" cy="668366"/>
            <a:chOff x="137559" y="5011626"/>
            <a:chExt cx="6582845" cy="1188206"/>
          </a:xfrm>
          <a:blipFill>
            <a:blip r:embed="rId3"/>
            <a:stretch>
              <a:fillRect/>
            </a:stretch>
          </a:blipFill>
          <a:effectLst/>
        </p:grpSpPr>
        <p:sp>
          <p:nvSpPr>
            <p:cNvPr id="23" name="Rectangle: Rounded vi">
              <a:extLst>
                <a:ext uri="{FF2B5EF4-FFF2-40B4-BE49-F238E27FC236}">
                  <a16:creationId xmlns:a16="http://schemas.microsoft.com/office/drawing/2014/main" id="{C9908343-F768-4DAE-80D3-42DB97A53682}"/>
                </a:ext>
              </a:extLst>
            </p:cNvPr>
            <p:cNvSpPr/>
            <p:nvPr/>
          </p:nvSpPr>
          <p:spPr>
            <a:xfrm>
              <a:off x="317942" y="5258873"/>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7" name="Freeform: vi">
              <a:extLst>
                <a:ext uri="{FF2B5EF4-FFF2-40B4-BE49-F238E27FC236}">
                  <a16:creationId xmlns:a16="http://schemas.microsoft.com/office/drawing/2014/main" id="{AA4BA223-CEAC-409D-993B-A6608AEF3F11}"/>
                </a:ext>
              </a:extLst>
            </p:cNvPr>
            <p:cNvSpPr/>
            <p:nvPr/>
          </p:nvSpPr>
          <p:spPr>
            <a:xfrm>
              <a:off x="137559" y="5011626"/>
              <a:ext cx="6582845" cy="1188206"/>
            </a:xfrm>
            <a:custGeom>
              <a:avLst/>
              <a:gdLst>
                <a:gd name="connsiteX0" fmla="*/ 272 w 6582845"/>
                <a:gd name="connsiteY0" fmla="*/ 468 h 1188206"/>
                <a:gd name="connsiteX1" fmla="*/ 272 w 6582845"/>
                <a:gd name="connsiteY1" fmla="*/ 1001063 h 1188206"/>
                <a:gd name="connsiteX2" fmla="*/ 2633428 w 6582845"/>
                <a:gd name="connsiteY2" fmla="*/ 1001063 h 1188206"/>
                <a:gd name="connsiteX3" fmla="*/ 3061271 w 6582845"/>
                <a:gd name="connsiteY3" fmla="*/ 1001063 h 1188206"/>
                <a:gd name="connsiteX4" fmla="*/ 3192912 w 6582845"/>
                <a:gd name="connsiteY4" fmla="*/ 1188675 h 1188206"/>
                <a:gd name="connsiteX5" fmla="*/ 3324602 w 6582845"/>
                <a:gd name="connsiteY5" fmla="*/ 1001063 h 1188206"/>
                <a:gd name="connsiteX6" fmla="*/ 3390431 w 6582845"/>
                <a:gd name="connsiteY6" fmla="*/ 1001063 h 1188206"/>
                <a:gd name="connsiteX7" fmla="*/ 3418178 w 6582845"/>
                <a:gd name="connsiteY7" fmla="*/ 1016237 h 1188206"/>
                <a:gd name="connsiteX8" fmla="*/ 3415116 w 6582845"/>
                <a:gd name="connsiteY8" fmla="*/ 1051883 h 1188206"/>
                <a:gd name="connsiteX9" fmla="*/ 3390464 w 6582845"/>
                <a:gd name="connsiteY9" fmla="*/ 1126138 h 1188206"/>
                <a:gd name="connsiteX10" fmla="*/ 3403827 w 6582845"/>
                <a:gd name="connsiteY10" fmla="*/ 1169124 h 1188206"/>
                <a:gd name="connsiteX11" fmla="*/ 3456292 w 6582845"/>
                <a:gd name="connsiteY11" fmla="*/ 1188675 h 1188206"/>
                <a:gd name="connsiteX12" fmla="*/ 3508725 w 6582845"/>
                <a:gd name="connsiteY12" fmla="*/ 1169124 h 1188206"/>
                <a:gd name="connsiteX13" fmla="*/ 3522121 w 6582845"/>
                <a:gd name="connsiteY13" fmla="*/ 1126138 h 1188206"/>
                <a:gd name="connsiteX14" fmla="*/ 3497402 w 6582845"/>
                <a:gd name="connsiteY14" fmla="*/ 1051883 h 1188206"/>
                <a:gd name="connsiteX15" fmla="*/ 3494308 w 6582845"/>
                <a:gd name="connsiteY15" fmla="*/ 1016237 h 1188206"/>
                <a:gd name="connsiteX16" fmla="*/ 3522121 w 6582845"/>
                <a:gd name="connsiteY16" fmla="*/ 1001063 h 1188206"/>
                <a:gd name="connsiteX17" fmla="*/ 3587949 w 6582845"/>
                <a:gd name="connsiteY17" fmla="*/ 1001063 h 1188206"/>
                <a:gd name="connsiteX18" fmla="*/ 3949974 w 6582845"/>
                <a:gd name="connsiteY18" fmla="*/ 1001063 h 1188206"/>
                <a:gd name="connsiteX19" fmla="*/ 3949941 w 6582845"/>
                <a:gd name="connsiteY19" fmla="*/ 813485 h 1188206"/>
                <a:gd name="connsiteX20" fmla="*/ 3949941 w 6582845"/>
                <a:gd name="connsiteY20" fmla="*/ 375691 h 1188206"/>
                <a:gd name="connsiteX21" fmla="*/ 3949974 w 6582845"/>
                <a:gd name="connsiteY21" fmla="*/ 375691 h 1188206"/>
                <a:gd name="connsiteX22" fmla="*/ 3949974 w 6582845"/>
                <a:gd name="connsiteY22" fmla="*/ 1001063 h 1188206"/>
                <a:gd name="connsiteX23" fmla="*/ 6583118 w 6582845"/>
                <a:gd name="connsiteY23" fmla="*/ 1001063 h 1188206"/>
                <a:gd name="connsiteX24" fmla="*/ 6583118 w 6582845"/>
                <a:gd name="connsiteY24" fmla="*/ 468 h 1188206"/>
                <a:gd name="connsiteX25" fmla="*/ 3949974 w 6582845"/>
                <a:gd name="connsiteY25" fmla="*/ 468 h 1188206"/>
                <a:gd name="connsiteX26" fmla="*/ 3489174 w 6582845"/>
                <a:gd name="connsiteY26" fmla="*/ 468 h 1188206"/>
                <a:gd name="connsiteX27" fmla="*/ 3423345 w 6582845"/>
                <a:gd name="connsiteY27" fmla="*/ 468 h 1188206"/>
                <a:gd name="connsiteX28" fmla="*/ 3291721 w 6582845"/>
                <a:gd name="connsiteY28" fmla="*/ 188113 h 1188206"/>
                <a:gd name="connsiteX29" fmla="*/ 3160031 w 6582845"/>
                <a:gd name="connsiteY29" fmla="*/ 468 h 1188206"/>
                <a:gd name="connsiteX30" fmla="*/ 2633428 w 6582845"/>
                <a:gd name="connsiteY30" fmla="*/ 468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82845" h="1188206">
                  <a:moveTo>
                    <a:pt x="272" y="468"/>
                  </a:moveTo>
                  <a:lnTo>
                    <a:pt x="272" y="1001063"/>
                  </a:lnTo>
                  <a:lnTo>
                    <a:pt x="2633428" y="1001063"/>
                  </a:lnTo>
                  <a:lnTo>
                    <a:pt x="3061271" y="1001063"/>
                  </a:lnTo>
                  <a:lnTo>
                    <a:pt x="3192912" y="1188675"/>
                  </a:lnTo>
                  <a:lnTo>
                    <a:pt x="3324602" y="1001063"/>
                  </a:lnTo>
                  <a:lnTo>
                    <a:pt x="3390431" y="1001063"/>
                  </a:lnTo>
                  <a:cubicBezTo>
                    <a:pt x="3406888" y="1001063"/>
                    <a:pt x="3415084" y="1006955"/>
                    <a:pt x="3418178" y="1016237"/>
                  </a:cubicBezTo>
                  <a:cubicBezTo>
                    <a:pt x="3421271" y="1025519"/>
                    <a:pt x="3419231" y="1038191"/>
                    <a:pt x="3415116" y="1051883"/>
                  </a:cubicBezTo>
                  <a:cubicBezTo>
                    <a:pt x="3406888" y="1079235"/>
                    <a:pt x="3390464" y="1110504"/>
                    <a:pt x="3390464" y="1126138"/>
                  </a:cubicBezTo>
                  <a:cubicBezTo>
                    <a:pt x="3390464" y="1141772"/>
                    <a:pt x="3393887" y="1157406"/>
                    <a:pt x="3403827" y="1169124"/>
                  </a:cubicBezTo>
                  <a:cubicBezTo>
                    <a:pt x="3413767" y="1180841"/>
                    <a:pt x="3430257" y="1188675"/>
                    <a:pt x="3456292" y="1188675"/>
                  </a:cubicBezTo>
                  <a:cubicBezTo>
                    <a:pt x="3482327" y="1188675"/>
                    <a:pt x="3498785" y="1180841"/>
                    <a:pt x="3508725" y="1169124"/>
                  </a:cubicBezTo>
                  <a:cubicBezTo>
                    <a:pt x="3518698" y="1157406"/>
                    <a:pt x="3522121" y="1141772"/>
                    <a:pt x="3522121" y="1126138"/>
                  </a:cubicBezTo>
                  <a:cubicBezTo>
                    <a:pt x="3522121" y="1110504"/>
                    <a:pt x="3505631" y="1079235"/>
                    <a:pt x="3497402" y="1051883"/>
                  </a:cubicBezTo>
                  <a:cubicBezTo>
                    <a:pt x="3493288" y="1038191"/>
                    <a:pt x="3491247" y="1025519"/>
                    <a:pt x="3494308" y="1016237"/>
                  </a:cubicBezTo>
                  <a:cubicBezTo>
                    <a:pt x="3497402" y="1006955"/>
                    <a:pt x="3505664" y="1001063"/>
                    <a:pt x="3522121" y="1001063"/>
                  </a:cubicBezTo>
                  <a:lnTo>
                    <a:pt x="3587949" y="1001063"/>
                  </a:lnTo>
                  <a:lnTo>
                    <a:pt x="3949974" y="1001063"/>
                  </a:lnTo>
                  <a:lnTo>
                    <a:pt x="3949941" y="813485"/>
                  </a:lnTo>
                  <a:lnTo>
                    <a:pt x="3949941" y="375691"/>
                  </a:lnTo>
                  <a:lnTo>
                    <a:pt x="3949974" y="375691"/>
                  </a:lnTo>
                  <a:lnTo>
                    <a:pt x="3949974" y="1001063"/>
                  </a:lnTo>
                  <a:lnTo>
                    <a:pt x="6583118" y="1001063"/>
                  </a:lnTo>
                  <a:lnTo>
                    <a:pt x="6583118" y="468"/>
                  </a:lnTo>
                  <a:lnTo>
                    <a:pt x="3949974" y="468"/>
                  </a:lnTo>
                  <a:lnTo>
                    <a:pt x="3489174" y="468"/>
                  </a:lnTo>
                  <a:lnTo>
                    <a:pt x="3423345" y="468"/>
                  </a:lnTo>
                  <a:lnTo>
                    <a:pt x="3291721" y="188113"/>
                  </a:lnTo>
                  <a:lnTo>
                    <a:pt x="3160031" y="468"/>
                  </a:lnTo>
                  <a:lnTo>
                    <a:pt x="2633428" y="468"/>
                  </a:lnTo>
                  <a:close/>
                </a:path>
              </a:pathLst>
            </a:custGeom>
            <a:grpFill/>
            <a:ln w="18251"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4" name="TextBox vi">
              <a:extLst>
                <a:ext uri="{FF2B5EF4-FFF2-40B4-BE49-F238E27FC236}">
                  <a16:creationId xmlns:a16="http://schemas.microsoft.com/office/drawing/2014/main" id="{1E80FA84-8C5D-443F-9DC1-82B1BCB348AA}"/>
                </a:ext>
              </a:extLst>
            </p:cNvPr>
            <p:cNvSpPr txBox="1"/>
            <p:nvPr/>
          </p:nvSpPr>
          <p:spPr>
            <a:xfrm>
              <a:off x="465856" y="5143944"/>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City</a:t>
              </a:r>
            </a:p>
          </p:txBody>
        </p:sp>
      </p:grpSp>
      <p:grpSp>
        <p:nvGrpSpPr>
          <p:cNvPr id="46" name="!!v">
            <a:extLst>
              <a:ext uri="{FF2B5EF4-FFF2-40B4-BE49-F238E27FC236}">
                <a16:creationId xmlns:a16="http://schemas.microsoft.com/office/drawing/2014/main" id="{0899A278-8A6A-451F-BE5B-EAE65E5F06D8}"/>
              </a:ext>
            </a:extLst>
          </p:cNvPr>
          <p:cNvGrpSpPr/>
          <p:nvPr/>
        </p:nvGrpSpPr>
        <p:grpSpPr>
          <a:xfrm>
            <a:off x="4244547" y="3219141"/>
            <a:ext cx="3702868" cy="668366"/>
            <a:chOff x="137527" y="4011031"/>
            <a:chExt cx="6582877" cy="1188206"/>
          </a:xfrm>
          <a:blipFill>
            <a:blip r:embed="rId3"/>
            <a:stretch>
              <a:fillRect/>
            </a:stretch>
          </a:blipFill>
          <a:effectLst/>
        </p:grpSpPr>
        <p:sp>
          <p:nvSpPr>
            <p:cNvPr id="22" name="Rectangle: Rounded v">
              <a:extLst>
                <a:ext uri="{FF2B5EF4-FFF2-40B4-BE49-F238E27FC236}">
                  <a16:creationId xmlns:a16="http://schemas.microsoft.com/office/drawing/2014/main" id="{43D3985D-E59A-46EC-9E9D-09F1728ADFF3}"/>
                </a:ext>
              </a:extLst>
            </p:cNvPr>
            <p:cNvSpPr/>
            <p:nvPr/>
          </p:nvSpPr>
          <p:spPr>
            <a:xfrm>
              <a:off x="317942" y="426114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1" name="Freeform: Shape v">
              <a:extLst>
                <a:ext uri="{FF2B5EF4-FFF2-40B4-BE49-F238E27FC236}">
                  <a16:creationId xmlns:a16="http://schemas.microsoft.com/office/drawing/2014/main" id="{74E3413A-D516-448B-9F6E-5FB8FAACB845}"/>
                </a:ext>
              </a:extLst>
            </p:cNvPr>
            <p:cNvSpPr/>
            <p:nvPr/>
          </p:nvSpPr>
          <p:spPr>
            <a:xfrm>
              <a:off x="137527" y="4011031"/>
              <a:ext cx="6582877" cy="1188206"/>
            </a:xfrm>
            <a:custGeom>
              <a:avLst/>
              <a:gdLst>
                <a:gd name="connsiteX0" fmla="*/ 272 w 6582877"/>
                <a:gd name="connsiteY0" fmla="*/ 384 h 1188206"/>
                <a:gd name="connsiteX1" fmla="*/ 272 w 6582877"/>
                <a:gd name="connsiteY1" fmla="*/ 1000979 h 1188206"/>
                <a:gd name="connsiteX2" fmla="*/ 2633427 w 6582877"/>
                <a:gd name="connsiteY2" fmla="*/ 1000979 h 1188206"/>
                <a:gd name="connsiteX3" fmla="*/ 3160030 w 6582877"/>
                <a:gd name="connsiteY3" fmla="*/ 1000979 h 1188206"/>
                <a:gd name="connsiteX4" fmla="*/ 3291720 w 6582877"/>
                <a:gd name="connsiteY4" fmla="*/ 1188590 h 1188206"/>
                <a:gd name="connsiteX5" fmla="*/ 3423344 w 6582877"/>
                <a:gd name="connsiteY5" fmla="*/ 1000979 h 1188206"/>
                <a:gd name="connsiteX6" fmla="*/ 3489173 w 6582877"/>
                <a:gd name="connsiteY6" fmla="*/ 1000979 h 1188206"/>
                <a:gd name="connsiteX7" fmla="*/ 3949973 w 6582877"/>
                <a:gd name="connsiteY7" fmla="*/ 1000979 h 1188206"/>
                <a:gd name="connsiteX8" fmla="*/ 6583150 w 6582877"/>
                <a:gd name="connsiteY8" fmla="*/ 1000979 h 1188206"/>
                <a:gd name="connsiteX9" fmla="*/ 6583150 w 6582877"/>
                <a:gd name="connsiteY9" fmla="*/ 384 h 1188206"/>
                <a:gd name="connsiteX10" fmla="*/ 3949973 w 6582877"/>
                <a:gd name="connsiteY10" fmla="*/ 384 h 1188206"/>
                <a:gd name="connsiteX11" fmla="*/ 3587916 w 6582877"/>
                <a:gd name="connsiteY11" fmla="*/ 384 h 1188206"/>
                <a:gd name="connsiteX12" fmla="*/ 3522087 w 6582877"/>
                <a:gd name="connsiteY12" fmla="*/ 384 h 1188206"/>
                <a:gd name="connsiteX13" fmla="*/ 3390430 w 6582877"/>
                <a:gd name="connsiteY13" fmla="*/ 188028 h 1188206"/>
                <a:gd name="connsiteX14" fmla="*/ 3258773 w 6582877"/>
                <a:gd name="connsiteY14" fmla="*/ 384 h 1188206"/>
                <a:gd name="connsiteX15" fmla="*/ 3192944 w 6582877"/>
                <a:gd name="connsiteY15" fmla="*/ 384 h 1188206"/>
                <a:gd name="connsiteX16" fmla="*/ 3165164 w 6582877"/>
                <a:gd name="connsiteY16" fmla="*/ 15524 h 1188206"/>
                <a:gd name="connsiteX17" fmla="*/ 3168258 w 6582877"/>
                <a:gd name="connsiteY17" fmla="*/ 51203 h 1188206"/>
                <a:gd name="connsiteX18" fmla="*/ 3192944 w 6582877"/>
                <a:gd name="connsiteY18" fmla="*/ 125491 h 1188206"/>
                <a:gd name="connsiteX19" fmla="*/ 3179581 w 6582877"/>
                <a:gd name="connsiteY19" fmla="*/ 168477 h 1188206"/>
                <a:gd name="connsiteX20" fmla="*/ 3127115 w 6582877"/>
                <a:gd name="connsiteY20" fmla="*/ 188028 h 1188206"/>
                <a:gd name="connsiteX21" fmla="*/ 3074670 w 6582877"/>
                <a:gd name="connsiteY21" fmla="*/ 168477 h 1188206"/>
                <a:gd name="connsiteX22" fmla="*/ 3061300 w 6582877"/>
                <a:gd name="connsiteY22" fmla="*/ 125491 h 1188206"/>
                <a:gd name="connsiteX23" fmla="*/ 3085966 w 6582877"/>
                <a:gd name="connsiteY23" fmla="*/ 51203 h 1188206"/>
                <a:gd name="connsiteX24" fmla="*/ 3089060 w 6582877"/>
                <a:gd name="connsiteY24" fmla="*/ 15524 h 1188206"/>
                <a:gd name="connsiteX25" fmla="*/ 3061300 w 6582877"/>
                <a:gd name="connsiteY25" fmla="*/ 384 h 1188206"/>
                <a:gd name="connsiteX26" fmla="*/ 2633424 w 6582877"/>
                <a:gd name="connsiteY26" fmla="*/ 384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582877" h="1188206">
                  <a:moveTo>
                    <a:pt x="272" y="384"/>
                  </a:moveTo>
                  <a:lnTo>
                    <a:pt x="272" y="1000979"/>
                  </a:lnTo>
                  <a:lnTo>
                    <a:pt x="2633427" y="1000979"/>
                  </a:lnTo>
                  <a:lnTo>
                    <a:pt x="3160030" y="1000979"/>
                  </a:lnTo>
                  <a:lnTo>
                    <a:pt x="3291720" y="1188590"/>
                  </a:lnTo>
                  <a:lnTo>
                    <a:pt x="3423344" y="1000979"/>
                  </a:lnTo>
                  <a:lnTo>
                    <a:pt x="3489173" y="1000979"/>
                  </a:lnTo>
                  <a:lnTo>
                    <a:pt x="3949973" y="1000979"/>
                  </a:lnTo>
                  <a:lnTo>
                    <a:pt x="6583150" y="1000979"/>
                  </a:lnTo>
                  <a:lnTo>
                    <a:pt x="6583150" y="384"/>
                  </a:lnTo>
                  <a:lnTo>
                    <a:pt x="3949973" y="384"/>
                  </a:lnTo>
                  <a:lnTo>
                    <a:pt x="3587916" y="384"/>
                  </a:lnTo>
                  <a:lnTo>
                    <a:pt x="3522087" y="384"/>
                  </a:lnTo>
                  <a:lnTo>
                    <a:pt x="3390430" y="188028"/>
                  </a:lnTo>
                  <a:lnTo>
                    <a:pt x="3258773" y="384"/>
                  </a:lnTo>
                  <a:lnTo>
                    <a:pt x="3192944" y="384"/>
                  </a:lnTo>
                  <a:cubicBezTo>
                    <a:pt x="3176487" y="384"/>
                    <a:pt x="3168258" y="6243"/>
                    <a:pt x="3165164" y="15524"/>
                  </a:cubicBezTo>
                  <a:cubicBezTo>
                    <a:pt x="3162070" y="24806"/>
                    <a:pt x="3164144" y="37544"/>
                    <a:pt x="3168258" y="51203"/>
                  </a:cubicBezTo>
                  <a:cubicBezTo>
                    <a:pt x="3176487" y="78588"/>
                    <a:pt x="3192944" y="109857"/>
                    <a:pt x="3192944" y="125491"/>
                  </a:cubicBezTo>
                  <a:cubicBezTo>
                    <a:pt x="3192944" y="141125"/>
                    <a:pt x="3189521" y="156727"/>
                    <a:pt x="3179581" y="168477"/>
                  </a:cubicBezTo>
                  <a:cubicBezTo>
                    <a:pt x="3169641" y="180195"/>
                    <a:pt x="3153151" y="188028"/>
                    <a:pt x="3127115" y="188028"/>
                  </a:cubicBezTo>
                  <a:cubicBezTo>
                    <a:pt x="3101096" y="188028"/>
                    <a:pt x="3084620" y="180195"/>
                    <a:pt x="3074670" y="168477"/>
                  </a:cubicBezTo>
                  <a:cubicBezTo>
                    <a:pt x="3064720" y="156727"/>
                    <a:pt x="3061300" y="141125"/>
                    <a:pt x="3061300" y="125491"/>
                  </a:cubicBezTo>
                  <a:cubicBezTo>
                    <a:pt x="3061300" y="109857"/>
                    <a:pt x="3077737" y="78588"/>
                    <a:pt x="3085966" y="51203"/>
                  </a:cubicBezTo>
                  <a:cubicBezTo>
                    <a:pt x="3090080" y="37544"/>
                    <a:pt x="3092141" y="24839"/>
                    <a:pt x="3089060" y="15524"/>
                  </a:cubicBezTo>
                  <a:cubicBezTo>
                    <a:pt x="3085972" y="6243"/>
                    <a:pt x="3077757" y="384"/>
                    <a:pt x="3061300" y="384"/>
                  </a:cubicBezTo>
                  <a:lnTo>
                    <a:pt x="2633424" y="384"/>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41" name="TextBox v">
              <a:extLst>
                <a:ext uri="{FF2B5EF4-FFF2-40B4-BE49-F238E27FC236}">
                  <a16:creationId xmlns:a16="http://schemas.microsoft.com/office/drawing/2014/main" id="{FEAA704B-4C48-49B4-8BD0-0BC03009FF1F}"/>
                </a:ext>
              </a:extLst>
            </p:cNvPr>
            <p:cNvSpPr txBox="1"/>
            <p:nvPr/>
          </p:nvSpPr>
          <p:spPr>
            <a:xfrm>
              <a:off x="449632" y="4163312"/>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Area</a:t>
              </a:r>
            </a:p>
          </p:txBody>
        </p:sp>
      </p:grpSp>
      <p:grpSp>
        <p:nvGrpSpPr>
          <p:cNvPr id="45" name="!!iv">
            <a:extLst>
              <a:ext uri="{FF2B5EF4-FFF2-40B4-BE49-F238E27FC236}">
                <a16:creationId xmlns:a16="http://schemas.microsoft.com/office/drawing/2014/main" id="{0FE3CF64-1A90-4A37-B797-AA12DA6135EA}"/>
              </a:ext>
            </a:extLst>
          </p:cNvPr>
          <p:cNvGrpSpPr/>
          <p:nvPr/>
        </p:nvGrpSpPr>
        <p:grpSpPr>
          <a:xfrm>
            <a:off x="4244546" y="2656308"/>
            <a:ext cx="3702832" cy="668364"/>
            <a:chOff x="137526" y="3010439"/>
            <a:chExt cx="6582812" cy="1188203"/>
          </a:xfrm>
          <a:blipFill>
            <a:blip r:embed="rId3"/>
            <a:stretch>
              <a:fillRect/>
            </a:stretch>
          </a:blipFill>
          <a:effectLst/>
        </p:grpSpPr>
        <p:sp>
          <p:nvSpPr>
            <p:cNvPr id="21" name="Rectangle: Rounded iv">
              <a:extLst>
                <a:ext uri="{FF2B5EF4-FFF2-40B4-BE49-F238E27FC236}">
                  <a16:creationId xmlns:a16="http://schemas.microsoft.com/office/drawing/2014/main" id="{CDC7AC88-0AE7-4A5C-95A3-AB9B6B4883A0}"/>
                </a:ext>
              </a:extLst>
            </p:cNvPr>
            <p:cNvSpPr/>
            <p:nvPr/>
          </p:nvSpPr>
          <p:spPr>
            <a:xfrm>
              <a:off x="317942" y="3263419"/>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10" name="Freeform: iv">
              <a:extLst>
                <a:ext uri="{FF2B5EF4-FFF2-40B4-BE49-F238E27FC236}">
                  <a16:creationId xmlns:a16="http://schemas.microsoft.com/office/drawing/2014/main" id="{67184316-4357-49C1-990F-49E68025FCBF}"/>
                </a:ext>
              </a:extLst>
            </p:cNvPr>
            <p:cNvSpPr/>
            <p:nvPr/>
          </p:nvSpPr>
          <p:spPr>
            <a:xfrm>
              <a:off x="137526" y="3010439"/>
              <a:ext cx="6582812" cy="1188203"/>
            </a:xfrm>
            <a:custGeom>
              <a:avLst/>
              <a:gdLst>
                <a:gd name="connsiteX0" fmla="*/ 272 w 6582812"/>
                <a:gd name="connsiteY0" fmla="*/ 299 h 1188203"/>
                <a:gd name="connsiteX1" fmla="*/ 272 w 6582812"/>
                <a:gd name="connsiteY1" fmla="*/ 1000891 h 1188203"/>
                <a:gd name="connsiteX2" fmla="*/ 2633392 w 6582812"/>
                <a:gd name="connsiteY2" fmla="*/ 1000891 h 1188203"/>
                <a:gd name="connsiteX3" fmla="*/ 3061268 w 6582812"/>
                <a:gd name="connsiteY3" fmla="*/ 1000891 h 1188203"/>
                <a:gd name="connsiteX4" fmla="*/ 3089028 w 6582812"/>
                <a:gd name="connsiteY4" fmla="*/ 1016032 h 1188203"/>
                <a:gd name="connsiteX5" fmla="*/ 3085967 w 6582812"/>
                <a:gd name="connsiteY5" fmla="*/ 1051678 h 1188203"/>
                <a:gd name="connsiteX6" fmla="*/ 3061271 w 6582812"/>
                <a:gd name="connsiteY6" fmla="*/ 1125965 h 1188203"/>
                <a:gd name="connsiteX7" fmla="*/ 3074638 w 6582812"/>
                <a:gd name="connsiteY7" fmla="*/ 1168985 h 1188203"/>
                <a:gd name="connsiteX8" fmla="*/ 3127083 w 6582812"/>
                <a:gd name="connsiteY8" fmla="*/ 1188503 h 1188203"/>
                <a:gd name="connsiteX9" fmla="*/ 3179549 w 6582812"/>
                <a:gd name="connsiteY9" fmla="*/ 1168985 h 1188203"/>
                <a:gd name="connsiteX10" fmla="*/ 3192912 w 6582812"/>
                <a:gd name="connsiteY10" fmla="*/ 1125965 h 1188203"/>
                <a:gd name="connsiteX11" fmla="*/ 3168226 w 6582812"/>
                <a:gd name="connsiteY11" fmla="*/ 1051678 h 1188203"/>
                <a:gd name="connsiteX12" fmla="*/ 3165165 w 6582812"/>
                <a:gd name="connsiteY12" fmla="*/ 1016032 h 1188203"/>
                <a:gd name="connsiteX13" fmla="*/ 3192912 w 6582812"/>
                <a:gd name="connsiteY13" fmla="*/ 1000891 h 1188203"/>
                <a:gd name="connsiteX14" fmla="*/ 3258741 w 6582812"/>
                <a:gd name="connsiteY14" fmla="*/ 1000891 h 1188203"/>
                <a:gd name="connsiteX15" fmla="*/ 3390398 w 6582812"/>
                <a:gd name="connsiteY15" fmla="*/ 1188503 h 1188203"/>
                <a:gd name="connsiteX16" fmla="*/ 3522088 w 6582812"/>
                <a:gd name="connsiteY16" fmla="*/ 1000891 h 1188203"/>
                <a:gd name="connsiteX17" fmla="*/ 3587917 w 6582812"/>
                <a:gd name="connsiteY17" fmla="*/ 1000891 h 1188203"/>
                <a:gd name="connsiteX18" fmla="*/ 3949941 w 6582812"/>
                <a:gd name="connsiteY18" fmla="*/ 1000891 h 1188203"/>
                <a:gd name="connsiteX19" fmla="*/ 6583085 w 6582812"/>
                <a:gd name="connsiteY19" fmla="*/ 1000891 h 1188203"/>
                <a:gd name="connsiteX20" fmla="*/ 6583085 w 6582812"/>
                <a:gd name="connsiteY20" fmla="*/ 299 h 1188203"/>
                <a:gd name="connsiteX21" fmla="*/ 3949941 w 6582812"/>
                <a:gd name="connsiteY21" fmla="*/ 299 h 1188203"/>
                <a:gd name="connsiteX22" fmla="*/ 3949941 w 6582812"/>
                <a:gd name="connsiteY22" fmla="*/ 312982 h 1188203"/>
                <a:gd name="connsiteX23" fmla="*/ 3949908 w 6582812"/>
                <a:gd name="connsiteY23" fmla="*/ 312982 h 1188203"/>
                <a:gd name="connsiteX24" fmla="*/ 3949941 w 6582812"/>
                <a:gd name="connsiteY24" fmla="*/ 299 h 1188203"/>
                <a:gd name="connsiteX25" fmla="*/ 3620831 w 6582812"/>
                <a:gd name="connsiteY25" fmla="*/ 299 h 1188203"/>
                <a:gd name="connsiteX26" fmla="*/ 3555002 w 6582812"/>
                <a:gd name="connsiteY26" fmla="*/ 299 h 1188203"/>
                <a:gd name="connsiteX27" fmla="*/ 3527223 w 6582812"/>
                <a:gd name="connsiteY27" fmla="*/ 15453 h 1188203"/>
                <a:gd name="connsiteX28" fmla="*/ 3530317 w 6582812"/>
                <a:gd name="connsiteY28" fmla="*/ 51132 h 1188203"/>
                <a:gd name="connsiteX29" fmla="*/ 3555002 w 6582812"/>
                <a:gd name="connsiteY29" fmla="*/ 125397 h 1188203"/>
                <a:gd name="connsiteX30" fmla="*/ 3541639 w 6582812"/>
                <a:gd name="connsiteY30" fmla="*/ 168390 h 1188203"/>
                <a:gd name="connsiteX31" fmla="*/ 3489174 w 6582812"/>
                <a:gd name="connsiteY31" fmla="*/ 187941 h 1188203"/>
                <a:gd name="connsiteX32" fmla="*/ 3436708 w 6582812"/>
                <a:gd name="connsiteY32" fmla="*/ 168390 h 1188203"/>
                <a:gd name="connsiteX33" fmla="*/ 3423345 w 6582812"/>
                <a:gd name="connsiteY33" fmla="*/ 125397 h 1188203"/>
                <a:gd name="connsiteX34" fmla="*/ 3448031 w 6582812"/>
                <a:gd name="connsiteY34" fmla="*/ 51132 h 1188203"/>
                <a:gd name="connsiteX35" fmla="*/ 3451092 w 6582812"/>
                <a:gd name="connsiteY35" fmla="*/ 15453 h 1188203"/>
                <a:gd name="connsiteX36" fmla="*/ 3423312 w 6582812"/>
                <a:gd name="connsiteY36" fmla="*/ 299 h 1188203"/>
                <a:gd name="connsiteX37" fmla="*/ 3357484 w 6582812"/>
                <a:gd name="connsiteY37" fmla="*/ 299 h 1188203"/>
                <a:gd name="connsiteX38" fmla="*/ 3329704 w 6582812"/>
                <a:gd name="connsiteY38" fmla="*/ 15453 h 1188203"/>
                <a:gd name="connsiteX39" fmla="*/ 3332798 w 6582812"/>
                <a:gd name="connsiteY39" fmla="*/ 51132 h 1188203"/>
                <a:gd name="connsiteX40" fmla="*/ 3357484 w 6582812"/>
                <a:gd name="connsiteY40" fmla="*/ 125397 h 1188203"/>
                <a:gd name="connsiteX41" fmla="*/ 3344120 w 6582812"/>
                <a:gd name="connsiteY41" fmla="*/ 168390 h 1188203"/>
                <a:gd name="connsiteX42" fmla="*/ 3291655 w 6582812"/>
                <a:gd name="connsiteY42" fmla="*/ 187941 h 1188203"/>
                <a:gd name="connsiteX43" fmla="*/ 3239222 w 6582812"/>
                <a:gd name="connsiteY43" fmla="*/ 168390 h 1188203"/>
                <a:gd name="connsiteX44" fmla="*/ 3225826 w 6582812"/>
                <a:gd name="connsiteY44" fmla="*/ 125397 h 1188203"/>
                <a:gd name="connsiteX45" fmla="*/ 3250512 w 6582812"/>
                <a:gd name="connsiteY45" fmla="*/ 51132 h 1188203"/>
                <a:gd name="connsiteX46" fmla="*/ 3253606 w 6582812"/>
                <a:gd name="connsiteY46" fmla="*/ 15453 h 1188203"/>
                <a:gd name="connsiteX47" fmla="*/ 3225793 w 6582812"/>
                <a:gd name="connsiteY47" fmla="*/ 299 h 1188203"/>
                <a:gd name="connsiteX48" fmla="*/ 3159998 w 6582812"/>
                <a:gd name="connsiteY48" fmla="*/ 299 h 1188203"/>
                <a:gd name="connsiteX49" fmla="*/ 3132218 w 6582812"/>
                <a:gd name="connsiteY49" fmla="*/ 15453 h 1188203"/>
                <a:gd name="connsiteX50" fmla="*/ 3135312 w 6582812"/>
                <a:gd name="connsiteY50" fmla="*/ 51132 h 1188203"/>
                <a:gd name="connsiteX51" fmla="*/ 3159998 w 6582812"/>
                <a:gd name="connsiteY51" fmla="*/ 125397 h 1188203"/>
                <a:gd name="connsiteX52" fmla="*/ 3146601 w 6582812"/>
                <a:gd name="connsiteY52" fmla="*/ 168390 h 1188203"/>
                <a:gd name="connsiteX53" fmla="*/ 3094159 w 6582812"/>
                <a:gd name="connsiteY53" fmla="*/ 187941 h 1188203"/>
                <a:gd name="connsiteX54" fmla="*/ 3041704 w 6582812"/>
                <a:gd name="connsiteY54" fmla="*/ 168390 h 1188203"/>
                <a:gd name="connsiteX55" fmla="*/ 3028334 w 6582812"/>
                <a:gd name="connsiteY55" fmla="*/ 125397 h 1188203"/>
                <a:gd name="connsiteX56" fmla="*/ 3053029 w 6582812"/>
                <a:gd name="connsiteY56" fmla="*/ 51132 h 1188203"/>
                <a:gd name="connsiteX57" fmla="*/ 3056123 w 6582812"/>
                <a:gd name="connsiteY57" fmla="*/ 15453 h 1188203"/>
                <a:gd name="connsiteX58" fmla="*/ 3028330 w 6582812"/>
                <a:gd name="connsiteY58" fmla="*/ 299 h 1188203"/>
                <a:gd name="connsiteX59" fmla="*/ 2633385 w 6582812"/>
                <a:gd name="connsiteY59" fmla="*/ 299 h 118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582812" h="1188203">
                  <a:moveTo>
                    <a:pt x="272" y="299"/>
                  </a:moveTo>
                  <a:lnTo>
                    <a:pt x="272" y="1000891"/>
                  </a:lnTo>
                  <a:lnTo>
                    <a:pt x="2633392" y="1000891"/>
                  </a:lnTo>
                  <a:lnTo>
                    <a:pt x="3061268" y="1000891"/>
                  </a:lnTo>
                  <a:cubicBezTo>
                    <a:pt x="3077725" y="1000891"/>
                    <a:pt x="3085940" y="1006750"/>
                    <a:pt x="3089028" y="1016032"/>
                  </a:cubicBezTo>
                  <a:cubicBezTo>
                    <a:pt x="3092115" y="1025313"/>
                    <a:pt x="3090081" y="1038018"/>
                    <a:pt x="3085967" y="1051678"/>
                  </a:cubicBezTo>
                  <a:cubicBezTo>
                    <a:pt x="3077738" y="1079063"/>
                    <a:pt x="3061271" y="1110331"/>
                    <a:pt x="3061271" y="1125965"/>
                  </a:cubicBezTo>
                  <a:cubicBezTo>
                    <a:pt x="3061271" y="1141600"/>
                    <a:pt x="3064694" y="1157234"/>
                    <a:pt x="3074638" y="1168985"/>
                  </a:cubicBezTo>
                  <a:cubicBezTo>
                    <a:pt x="3084591" y="1180702"/>
                    <a:pt x="3101064" y="1188503"/>
                    <a:pt x="3127083" y="1188503"/>
                  </a:cubicBezTo>
                  <a:cubicBezTo>
                    <a:pt x="3153119" y="1188503"/>
                    <a:pt x="3169609" y="1180702"/>
                    <a:pt x="3179549" y="1168985"/>
                  </a:cubicBezTo>
                  <a:cubicBezTo>
                    <a:pt x="3189489" y="1157234"/>
                    <a:pt x="3192912" y="1141600"/>
                    <a:pt x="3192912" y="1125965"/>
                  </a:cubicBezTo>
                  <a:cubicBezTo>
                    <a:pt x="3192912" y="1110331"/>
                    <a:pt x="3176455" y="1079063"/>
                    <a:pt x="3168226" y="1051678"/>
                  </a:cubicBezTo>
                  <a:cubicBezTo>
                    <a:pt x="3164112" y="1038018"/>
                    <a:pt x="3162071" y="1025347"/>
                    <a:pt x="3165165" y="1016032"/>
                  </a:cubicBezTo>
                  <a:cubicBezTo>
                    <a:pt x="3168259" y="1006750"/>
                    <a:pt x="3176455" y="1000891"/>
                    <a:pt x="3192912" y="1000891"/>
                  </a:cubicBezTo>
                  <a:lnTo>
                    <a:pt x="3258741" y="1000891"/>
                  </a:lnTo>
                  <a:lnTo>
                    <a:pt x="3390398" y="1188503"/>
                  </a:lnTo>
                  <a:lnTo>
                    <a:pt x="3522088" y="1000891"/>
                  </a:lnTo>
                  <a:lnTo>
                    <a:pt x="3587917" y="1000891"/>
                  </a:lnTo>
                  <a:lnTo>
                    <a:pt x="3949941" y="1000891"/>
                  </a:lnTo>
                  <a:lnTo>
                    <a:pt x="6583085" y="1000891"/>
                  </a:lnTo>
                  <a:lnTo>
                    <a:pt x="6583085" y="299"/>
                  </a:lnTo>
                  <a:lnTo>
                    <a:pt x="3949941" y="299"/>
                  </a:lnTo>
                  <a:lnTo>
                    <a:pt x="3949941" y="312982"/>
                  </a:lnTo>
                  <a:lnTo>
                    <a:pt x="3949908" y="312982"/>
                  </a:lnTo>
                  <a:lnTo>
                    <a:pt x="3949941" y="299"/>
                  </a:lnTo>
                  <a:lnTo>
                    <a:pt x="3620831" y="299"/>
                  </a:lnTo>
                  <a:lnTo>
                    <a:pt x="3555002" y="299"/>
                  </a:lnTo>
                  <a:cubicBezTo>
                    <a:pt x="3538545" y="299"/>
                    <a:pt x="3530284" y="6178"/>
                    <a:pt x="3527223" y="15453"/>
                  </a:cubicBezTo>
                  <a:cubicBezTo>
                    <a:pt x="3524129" y="24738"/>
                    <a:pt x="3526202" y="37453"/>
                    <a:pt x="3530317" y="51132"/>
                  </a:cubicBezTo>
                  <a:cubicBezTo>
                    <a:pt x="3538545" y="78494"/>
                    <a:pt x="3555002" y="109762"/>
                    <a:pt x="3555002" y="125397"/>
                  </a:cubicBezTo>
                  <a:cubicBezTo>
                    <a:pt x="3555002" y="141031"/>
                    <a:pt x="3551579" y="156639"/>
                    <a:pt x="3541639" y="168390"/>
                  </a:cubicBezTo>
                  <a:cubicBezTo>
                    <a:pt x="3531699" y="180107"/>
                    <a:pt x="3515209" y="187941"/>
                    <a:pt x="3489174" y="187941"/>
                  </a:cubicBezTo>
                  <a:cubicBezTo>
                    <a:pt x="3463138" y="187941"/>
                    <a:pt x="3446681" y="180107"/>
                    <a:pt x="3436708" y="168390"/>
                  </a:cubicBezTo>
                  <a:cubicBezTo>
                    <a:pt x="3426768" y="156639"/>
                    <a:pt x="3423345" y="141031"/>
                    <a:pt x="3423345" y="125397"/>
                  </a:cubicBezTo>
                  <a:cubicBezTo>
                    <a:pt x="3423345" y="109759"/>
                    <a:pt x="3439802" y="78494"/>
                    <a:pt x="3448031" y="51132"/>
                  </a:cubicBezTo>
                  <a:cubicBezTo>
                    <a:pt x="3452145" y="37453"/>
                    <a:pt x="3454153" y="24738"/>
                    <a:pt x="3451092" y="15453"/>
                  </a:cubicBezTo>
                  <a:cubicBezTo>
                    <a:pt x="3447998" y="6171"/>
                    <a:pt x="3439769" y="299"/>
                    <a:pt x="3423312" y="299"/>
                  </a:cubicBezTo>
                  <a:lnTo>
                    <a:pt x="3357484" y="299"/>
                  </a:lnTo>
                  <a:cubicBezTo>
                    <a:pt x="3341026" y="299"/>
                    <a:pt x="3332798" y="6178"/>
                    <a:pt x="3329704" y="15453"/>
                  </a:cubicBezTo>
                  <a:cubicBezTo>
                    <a:pt x="3326610" y="24738"/>
                    <a:pt x="3328684" y="37453"/>
                    <a:pt x="3332798" y="51132"/>
                  </a:cubicBezTo>
                  <a:cubicBezTo>
                    <a:pt x="3341026" y="78494"/>
                    <a:pt x="3357484" y="109762"/>
                    <a:pt x="3357484" y="125397"/>
                  </a:cubicBezTo>
                  <a:cubicBezTo>
                    <a:pt x="3357484" y="141031"/>
                    <a:pt x="3354060" y="156639"/>
                    <a:pt x="3344120" y="168390"/>
                  </a:cubicBezTo>
                  <a:cubicBezTo>
                    <a:pt x="3334180" y="180107"/>
                    <a:pt x="3317690" y="187941"/>
                    <a:pt x="3291655" y="187941"/>
                  </a:cubicBezTo>
                  <a:cubicBezTo>
                    <a:pt x="3265653" y="187941"/>
                    <a:pt x="3249163" y="180107"/>
                    <a:pt x="3239222" y="168390"/>
                  </a:cubicBezTo>
                  <a:cubicBezTo>
                    <a:pt x="3229249" y="156639"/>
                    <a:pt x="3225826" y="141031"/>
                    <a:pt x="3225826" y="125397"/>
                  </a:cubicBezTo>
                  <a:cubicBezTo>
                    <a:pt x="3225826" y="109759"/>
                    <a:pt x="3242283" y="78494"/>
                    <a:pt x="3250512" y="51132"/>
                  </a:cubicBezTo>
                  <a:cubicBezTo>
                    <a:pt x="3254626" y="37453"/>
                    <a:pt x="3256667" y="24738"/>
                    <a:pt x="3253606" y="15453"/>
                  </a:cubicBezTo>
                  <a:cubicBezTo>
                    <a:pt x="3250512" y="6171"/>
                    <a:pt x="3242251" y="299"/>
                    <a:pt x="3225793" y="299"/>
                  </a:cubicBezTo>
                  <a:lnTo>
                    <a:pt x="3159998" y="299"/>
                  </a:lnTo>
                  <a:cubicBezTo>
                    <a:pt x="3143541" y="299"/>
                    <a:pt x="3135312" y="6178"/>
                    <a:pt x="3132218" y="15453"/>
                  </a:cubicBezTo>
                  <a:cubicBezTo>
                    <a:pt x="3129124" y="24738"/>
                    <a:pt x="3131198" y="37453"/>
                    <a:pt x="3135312" y="51132"/>
                  </a:cubicBezTo>
                  <a:cubicBezTo>
                    <a:pt x="3143541" y="78494"/>
                    <a:pt x="3159998" y="109762"/>
                    <a:pt x="3159998" y="125397"/>
                  </a:cubicBezTo>
                  <a:cubicBezTo>
                    <a:pt x="3159998" y="141031"/>
                    <a:pt x="3156574" y="156639"/>
                    <a:pt x="3146601" y="168390"/>
                  </a:cubicBezTo>
                  <a:cubicBezTo>
                    <a:pt x="3136661" y="180107"/>
                    <a:pt x="3120171" y="187941"/>
                    <a:pt x="3094159" y="187941"/>
                  </a:cubicBezTo>
                  <a:cubicBezTo>
                    <a:pt x="3068131" y="187941"/>
                    <a:pt x="3051654" y="180107"/>
                    <a:pt x="3041704" y="168390"/>
                  </a:cubicBezTo>
                  <a:cubicBezTo>
                    <a:pt x="3031754" y="156639"/>
                    <a:pt x="3028334" y="141031"/>
                    <a:pt x="3028334" y="125397"/>
                  </a:cubicBezTo>
                  <a:cubicBezTo>
                    <a:pt x="3028334" y="109759"/>
                    <a:pt x="3044801" y="78494"/>
                    <a:pt x="3053029" y="51132"/>
                  </a:cubicBezTo>
                  <a:cubicBezTo>
                    <a:pt x="3057144" y="37453"/>
                    <a:pt x="3059204" y="24738"/>
                    <a:pt x="3056123" y="15453"/>
                  </a:cubicBezTo>
                  <a:cubicBezTo>
                    <a:pt x="3053036" y="6171"/>
                    <a:pt x="3044788" y="299"/>
                    <a:pt x="3028330" y="299"/>
                  </a:cubicBezTo>
                  <a:lnTo>
                    <a:pt x="2633385" y="299"/>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3" name="TextBox iv">
              <a:extLst>
                <a:ext uri="{FF2B5EF4-FFF2-40B4-BE49-F238E27FC236}">
                  <a16:creationId xmlns:a16="http://schemas.microsoft.com/office/drawing/2014/main" id="{4065BDCC-FF36-4833-866D-B17C27E78236}"/>
                </a:ext>
              </a:extLst>
            </p:cNvPr>
            <p:cNvSpPr txBox="1"/>
            <p:nvPr/>
          </p:nvSpPr>
          <p:spPr>
            <a:xfrm>
              <a:off x="468561" y="3181548"/>
              <a:ext cx="5760640"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Number and street</a:t>
              </a:r>
            </a:p>
          </p:txBody>
        </p:sp>
      </p:grpSp>
      <p:grpSp>
        <p:nvGrpSpPr>
          <p:cNvPr id="44" name="!!iii">
            <a:extLst>
              <a:ext uri="{FF2B5EF4-FFF2-40B4-BE49-F238E27FC236}">
                <a16:creationId xmlns:a16="http://schemas.microsoft.com/office/drawing/2014/main" id="{D8A6FCC1-A7EB-42F4-8650-BB25A8E7BB41}"/>
              </a:ext>
            </a:extLst>
          </p:cNvPr>
          <p:cNvGrpSpPr/>
          <p:nvPr/>
        </p:nvGrpSpPr>
        <p:grpSpPr>
          <a:xfrm>
            <a:off x="4244504" y="2093492"/>
            <a:ext cx="3702874" cy="668346"/>
            <a:chOff x="137451" y="2009877"/>
            <a:chExt cx="6582887" cy="1188170"/>
          </a:xfrm>
          <a:blipFill>
            <a:blip r:embed="rId3"/>
            <a:stretch>
              <a:fillRect/>
            </a:stretch>
          </a:blipFill>
          <a:effectLst/>
        </p:grpSpPr>
        <p:sp>
          <p:nvSpPr>
            <p:cNvPr id="20" name="Rectangle: Rounded iii">
              <a:extLst>
                <a:ext uri="{FF2B5EF4-FFF2-40B4-BE49-F238E27FC236}">
                  <a16:creationId xmlns:a16="http://schemas.microsoft.com/office/drawing/2014/main" id="{DA918FA8-62CD-4855-9F89-AB09A95C4654}"/>
                </a:ext>
              </a:extLst>
            </p:cNvPr>
            <p:cNvSpPr/>
            <p:nvPr/>
          </p:nvSpPr>
          <p:spPr>
            <a:xfrm>
              <a:off x="317942" y="2265692"/>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9" name="Freeform: Shape iii">
              <a:extLst>
                <a:ext uri="{FF2B5EF4-FFF2-40B4-BE49-F238E27FC236}">
                  <a16:creationId xmlns:a16="http://schemas.microsoft.com/office/drawing/2014/main" id="{F1831BC2-8D1E-44BF-B4EB-4FF4563A4CAE}"/>
                </a:ext>
              </a:extLst>
            </p:cNvPr>
            <p:cNvSpPr/>
            <p:nvPr/>
          </p:nvSpPr>
          <p:spPr>
            <a:xfrm>
              <a:off x="137451" y="2009877"/>
              <a:ext cx="6582887" cy="1188170"/>
            </a:xfrm>
            <a:custGeom>
              <a:avLst/>
              <a:gdLst>
                <a:gd name="connsiteX0" fmla="*/ 272 w 6582887"/>
                <a:gd name="connsiteY0" fmla="*/ 215 h 1188170"/>
                <a:gd name="connsiteX1" fmla="*/ 272 w 6582887"/>
                <a:gd name="connsiteY1" fmla="*/ 1000777 h 1188170"/>
                <a:gd name="connsiteX2" fmla="*/ 2633427 w 6582887"/>
                <a:gd name="connsiteY2" fmla="*/ 1000777 h 1188170"/>
                <a:gd name="connsiteX3" fmla="*/ 3028409 w 6582887"/>
                <a:gd name="connsiteY3" fmla="*/ 1000777 h 1188170"/>
                <a:gd name="connsiteX4" fmla="*/ 3056166 w 6582887"/>
                <a:gd name="connsiteY4" fmla="*/ 1015931 h 1188170"/>
                <a:gd name="connsiteX5" fmla="*/ 3053072 w 6582887"/>
                <a:gd name="connsiteY5" fmla="*/ 1051577 h 1188170"/>
                <a:gd name="connsiteX6" fmla="*/ 3028409 w 6582887"/>
                <a:gd name="connsiteY6" fmla="*/ 1125841 h 1188170"/>
                <a:gd name="connsiteX7" fmla="*/ 3041779 w 6582887"/>
                <a:gd name="connsiteY7" fmla="*/ 1168867 h 1188170"/>
                <a:gd name="connsiteX8" fmla="*/ 3094234 w 6582887"/>
                <a:gd name="connsiteY8" fmla="*/ 1188385 h 1188170"/>
                <a:gd name="connsiteX9" fmla="*/ 3146676 w 6582887"/>
                <a:gd name="connsiteY9" fmla="*/ 1168867 h 1188170"/>
                <a:gd name="connsiteX10" fmla="*/ 3160073 w 6582887"/>
                <a:gd name="connsiteY10" fmla="*/ 1125841 h 1188170"/>
                <a:gd name="connsiteX11" fmla="*/ 3135354 w 6582887"/>
                <a:gd name="connsiteY11" fmla="*/ 1051577 h 1188170"/>
                <a:gd name="connsiteX12" fmla="*/ 3132293 w 6582887"/>
                <a:gd name="connsiteY12" fmla="*/ 1015931 h 1188170"/>
                <a:gd name="connsiteX13" fmla="*/ 3160073 w 6582887"/>
                <a:gd name="connsiteY13" fmla="*/ 1000777 h 1188170"/>
                <a:gd name="connsiteX14" fmla="*/ 3225868 w 6582887"/>
                <a:gd name="connsiteY14" fmla="*/ 1000777 h 1188170"/>
                <a:gd name="connsiteX15" fmla="*/ 3253648 w 6582887"/>
                <a:gd name="connsiteY15" fmla="*/ 1015931 h 1188170"/>
                <a:gd name="connsiteX16" fmla="*/ 3250587 w 6582887"/>
                <a:gd name="connsiteY16" fmla="*/ 1051577 h 1188170"/>
                <a:gd name="connsiteX17" fmla="*/ 3225868 w 6582887"/>
                <a:gd name="connsiteY17" fmla="*/ 1125841 h 1188170"/>
                <a:gd name="connsiteX18" fmla="*/ 3239265 w 6582887"/>
                <a:gd name="connsiteY18" fmla="*/ 1168867 h 1188170"/>
                <a:gd name="connsiteX19" fmla="*/ 3291697 w 6582887"/>
                <a:gd name="connsiteY19" fmla="*/ 1188385 h 1188170"/>
                <a:gd name="connsiteX20" fmla="*/ 3344162 w 6582887"/>
                <a:gd name="connsiteY20" fmla="*/ 1168867 h 1188170"/>
                <a:gd name="connsiteX21" fmla="*/ 3357526 w 6582887"/>
                <a:gd name="connsiteY21" fmla="*/ 1125841 h 1188170"/>
                <a:gd name="connsiteX22" fmla="*/ 3332873 w 6582887"/>
                <a:gd name="connsiteY22" fmla="*/ 1051577 h 1188170"/>
                <a:gd name="connsiteX23" fmla="*/ 3329779 w 6582887"/>
                <a:gd name="connsiteY23" fmla="*/ 1015931 h 1188170"/>
                <a:gd name="connsiteX24" fmla="*/ 3357526 w 6582887"/>
                <a:gd name="connsiteY24" fmla="*/ 1000777 h 1188170"/>
                <a:gd name="connsiteX25" fmla="*/ 3423354 w 6582887"/>
                <a:gd name="connsiteY25" fmla="*/ 1000777 h 1188170"/>
                <a:gd name="connsiteX26" fmla="*/ 3451167 w 6582887"/>
                <a:gd name="connsiteY26" fmla="*/ 1015931 h 1188170"/>
                <a:gd name="connsiteX27" fmla="*/ 3448073 w 6582887"/>
                <a:gd name="connsiteY27" fmla="*/ 1051577 h 1188170"/>
                <a:gd name="connsiteX28" fmla="*/ 3423354 w 6582887"/>
                <a:gd name="connsiteY28" fmla="*/ 1125841 h 1188170"/>
                <a:gd name="connsiteX29" fmla="*/ 3436717 w 6582887"/>
                <a:gd name="connsiteY29" fmla="*/ 1168867 h 1188170"/>
                <a:gd name="connsiteX30" fmla="*/ 3489183 w 6582887"/>
                <a:gd name="connsiteY30" fmla="*/ 1188385 h 1188170"/>
                <a:gd name="connsiteX31" fmla="*/ 3541648 w 6582887"/>
                <a:gd name="connsiteY31" fmla="*/ 1168867 h 1188170"/>
                <a:gd name="connsiteX32" fmla="*/ 3555012 w 6582887"/>
                <a:gd name="connsiteY32" fmla="*/ 1125841 h 1188170"/>
                <a:gd name="connsiteX33" fmla="*/ 3530359 w 6582887"/>
                <a:gd name="connsiteY33" fmla="*/ 1051577 h 1188170"/>
                <a:gd name="connsiteX34" fmla="*/ 3527265 w 6582887"/>
                <a:gd name="connsiteY34" fmla="*/ 1015931 h 1188170"/>
                <a:gd name="connsiteX35" fmla="*/ 3555012 w 6582887"/>
                <a:gd name="connsiteY35" fmla="*/ 1000777 h 1188170"/>
                <a:gd name="connsiteX36" fmla="*/ 3620873 w 6582887"/>
                <a:gd name="connsiteY36" fmla="*/ 1000777 h 1188170"/>
                <a:gd name="connsiteX37" fmla="*/ 3949983 w 6582887"/>
                <a:gd name="connsiteY37" fmla="*/ 1000777 h 1188170"/>
                <a:gd name="connsiteX38" fmla="*/ 6583161 w 6582887"/>
                <a:gd name="connsiteY38" fmla="*/ 1000777 h 1188170"/>
                <a:gd name="connsiteX39" fmla="*/ 6583161 w 6582887"/>
                <a:gd name="connsiteY39" fmla="*/ 215 h 1188170"/>
                <a:gd name="connsiteX40" fmla="*/ 3949983 w 6582887"/>
                <a:gd name="connsiteY40" fmla="*/ 215 h 1188170"/>
                <a:gd name="connsiteX41" fmla="*/ 3522097 w 6582887"/>
                <a:gd name="connsiteY41" fmla="*/ 215 h 1188170"/>
                <a:gd name="connsiteX42" fmla="*/ 3456269 w 6582887"/>
                <a:gd name="connsiteY42" fmla="*/ 215 h 1188170"/>
                <a:gd name="connsiteX43" fmla="*/ 3428489 w 6582887"/>
                <a:gd name="connsiteY43" fmla="*/ 15372 h 1188170"/>
                <a:gd name="connsiteX44" fmla="*/ 3431583 w 6582887"/>
                <a:gd name="connsiteY44" fmla="*/ 51048 h 1188170"/>
                <a:gd name="connsiteX45" fmla="*/ 3456269 w 6582887"/>
                <a:gd name="connsiteY45" fmla="*/ 125312 h 1188170"/>
                <a:gd name="connsiteX46" fmla="*/ 3442872 w 6582887"/>
                <a:gd name="connsiteY46" fmla="*/ 168295 h 1188170"/>
                <a:gd name="connsiteX47" fmla="*/ 3390440 w 6582887"/>
                <a:gd name="connsiteY47" fmla="*/ 187846 h 1188170"/>
                <a:gd name="connsiteX48" fmla="*/ 3337975 w 6582887"/>
                <a:gd name="connsiteY48" fmla="*/ 168295 h 1188170"/>
                <a:gd name="connsiteX49" fmla="*/ 3324611 w 6582887"/>
                <a:gd name="connsiteY49" fmla="*/ 125312 h 1188170"/>
                <a:gd name="connsiteX50" fmla="*/ 3349297 w 6582887"/>
                <a:gd name="connsiteY50" fmla="*/ 51048 h 1188170"/>
                <a:gd name="connsiteX51" fmla="*/ 3352391 w 6582887"/>
                <a:gd name="connsiteY51" fmla="*/ 15372 h 1188170"/>
                <a:gd name="connsiteX52" fmla="*/ 3324611 w 6582887"/>
                <a:gd name="connsiteY52" fmla="*/ 215 h 1188170"/>
                <a:gd name="connsiteX53" fmla="*/ 3258783 w 6582887"/>
                <a:gd name="connsiteY53" fmla="*/ 215 h 1188170"/>
                <a:gd name="connsiteX54" fmla="*/ 3231036 w 6582887"/>
                <a:gd name="connsiteY54" fmla="*/ 15372 h 1188170"/>
                <a:gd name="connsiteX55" fmla="*/ 3234130 w 6582887"/>
                <a:gd name="connsiteY55" fmla="*/ 51048 h 1188170"/>
                <a:gd name="connsiteX56" fmla="*/ 3258783 w 6582887"/>
                <a:gd name="connsiteY56" fmla="*/ 125312 h 1188170"/>
                <a:gd name="connsiteX57" fmla="*/ 3245419 w 6582887"/>
                <a:gd name="connsiteY57" fmla="*/ 168295 h 1188170"/>
                <a:gd name="connsiteX58" fmla="*/ 3192954 w 6582887"/>
                <a:gd name="connsiteY58" fmla="*/ 187846 h 1188170"/>
                <a:gd name="connsiteX59" fmla="*/ 3140489 w 6582887"/>
                <a:gd name="connsiteY59" fmla="*/ 168295 h 1188170"/>
                <a:gd name="connsiteX60" fmla="*/ 3127126 w 6582887"/>
                <a:gd name="connsiteY60" fmla="*/ 125312 h 1188170"/>
                <a:gd name="connsiteX61" fmla="*/ 3151844 w 6582887"/>
                <a:gd name="connsiteY61" fmla="*/ 51048 h 1188170"/>
                <a:gd name="connsiteX62" fmla="*/ 3154905 w 6582887"/>
                <a:gd name="connsiteY62" fmla="*/ 15372 h 1188170"/>
                <a:gd name="connsiteX63" fmla="*/ 3127126 w 6582887"/>
                <a:gd name="connsiteY63" fmla="*/ 215 h 1188170"/>
                <a:gd name="connsiteX64" fmla="*/ 2633431 w 6582887"/>
                <a:gd name="connsiteY64" fmla="*/ 215 h 118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582887" h="1188170">
                  <a:moveTo>
                    <a:pt x="272" y="215"/>
                  </a:moveTo>
                  <a:lnTo>
                    <a:pt x="272" y="1000777"/>
                  </a:lnTo>
                  <a:lnTo>
                    <a:pt x="2633427" y="1000777"/>
                  </a:lnTo>
                  <a:lnTo>
                    <a:pt x="3028409" y="1000777"/>
                  </a:lnTo>
                  <a:cubicBezTo>
                    <a:pt x="3044866" y="1000777"/>
                    <a:pt x="3053081" y="1006649"/>
                    <a:pt x="3056166" y="1015931"/>
                  </a:cubicBezTo>
                  <a:cubicBezTo>
                    <a:pt x="3059253" y="1025212"/>
                    <a:pt x="3057186" y="1037897"/>
                    <a:pt x="3053072" y="1051577"/>
                  </a:cubicBezTo>
                  <a:cubicBezTo>
                    <a:pt x="3044843" y="1078938"/>
                    <a:pt x="3028409" y="1110207"/>
                    <a:pt x="3028409" y="1125841"/>
                  </a:cubicBezTo>
                  <a:cubicBezTo>
                    <a:pt x="3028409" y="1141479"/>
                    <a:pt x="3031832" y="1157116"/>
                    <a:pt x="3041779" y="1168867"/>
                  </a:cubicBezTo>
                  <a:cubicBezTo>
                    <a:pt x="3051729" y="1180585"/>
                    <a:pt x="3068206" y="1188385"/>
                    <a:pt x="3094234" y="1188385"/>
                  </a:cubicBezTo>
                  <a:cubicBezTo>
                    <a:pt x="3120246" y="1188385"/>
                    <a:pt x="3136737" y="1180585"/>
                    <a:pt x="3146676" y="1168867"/>
                  </a:cubicBezTo>
                  <a:cubicBezTo>
                    <a:pt x="3156650" y="1157116"/>
                    <a:pt x="3160073" y="1141476"/>
                    <a:pt x="3160073" y="1125841"/>
                  </a:cubicBezTo>
                  <a:cubicBezTo>
                    <a:pt x="3160073" y="1110207"/>
                    <a:pt x="3143583" y="1078938"/>
                    <a:pt x="3135354" y="1051577"/>
                  </a:cubicBezTo>
                  <a:cubicBezTo>
                    <a:pt x="3131240" y="1037897"/>
                    <a:pt x="3129232" y="1025216"/>
                    <a:pt x="3132293" y="1015931"/>
                  </a:cubicBezTo>
                  <a:cubicBezTo>
                    <a:pt x="3135387" y="1006649"/>
                    <a:pt x="3143616" y="1000777"/>
                    <a:pt x="3160073" y="1000777"/>
                  </a:cubicBezTo>
                  <a:lnTo>
                    <a:pt x="3225868" y="1000777"/>
                  </a:lnTo>
                  <a:cubicBezTo>
                    <a:pt x="3242326" y="1000777"/>
                    <a:pt x="3250554" y="1006649"/>
                    <a:pt x="3253648" y="1015931"/>
                  </a:cubicBezTo>
                  <a:cubicBezTo>
                    <a:pt x="3256742" y="1025212"/>
                    <a:pt x="3254701" y="1037897"/>
                    <a:pt x="3250587" y="1051577"/>
                  </a:cubicBezTo>
                  <a:cubicBezTo>
                    <a:pt x="3242359" y="1078938"/>
                    <a:pt x="3225868" y="1110207"/>
                    <a:pt x="3225868" y="1125841"/>
                  </a:cubicBezTo>
                  <a:cubicBezTo>
                    <a:pt x="3225868" y="1141479"/>
                    <a:pt x="3229324" y="1157116"/>
                    <a:pt x="3239265" y="1168867"/>
                  </a:cubicBezTo>
                  <a:cubicBezTo>
                    <a:pt x="3249205" y="1180585"/>
                    <a:pt x="3265695" y="1188385"/>
                    <a:pt x="3291697" y="1188385"/>
                  </a:cubicBezTo>
                  <a:cubicBezTo>
                    <a:pt x="3317732" y="1188385"/>
                    <a:pt x="3334222" y="1180585"/>
                    <a:pt x="3344162" y="1168867"/>
                  </a:cubicBezTo>
                  <a:cubicBezTo>
                    <a:pt x="3354102" y="1157116"/>
                    <a:pt x="3357526" y="1141476"/>
                    <a:pt x="3357526" y="1125841"/>
                  </a:cubicBezTo>
                  <a:cubicBezTo>
                    <a:pt x="3357526" y="1110207"/>
                    <a:pt x="3341101" y="1078938"/>
                    <a:pt x="3332873" y="1051577"/>
                  </a:cubicBezTo>
                  <a:cubicBezTo>
                    <a:pt x="3328759" y="1037897"/>
                    <a:pt x="3326685" y="1025216"/>
                    <a:pt x="3329779" y="1015931"/>
                  </a:cubicBezTo>
                  <a:cubicBezTo>
                    <a:pt x="3332873" y="1006649"/>
                    <a:pt x="3341069" y="1000777"/>
                    <a:pt x="3357526" y="1000777"/>
                  </a:cubicBezTo>
                  <a:lnTo>
                    <a:pt x="3423354" y="1000777"/>
                  </a:lnTo>
                  <a:cubicBezTo>
                    <a:pt x="3439811" y="1000777"/>
                    <a:pt x="3448073" y="1006649"/>
                    <a:pt x="3451167" y="1015931"/>
                  </a:cubicBezTo>
                  <a:cubicBezTo>
                    <a:pt x="3454228" y="1025212"/>
                    <a:pt x="3452187" y="1037897"/>
                    <a:pt x="3448073" y="1051577"/>
                  </a:cubicBezTo>
                  <a:cubicBezTo>
                    <a:pt x="3439844" y="1078938"/>
                    <a:pt x="3423354" y="1110207"/>
                    <a:pt x="3423354" y="1125841"/>
                  </a:cubicBezTo>
                  <a:cubicBezTo>
                    <a:pt x="3423354" y="1141479"/>
                    <a:pt x="3426777" y="1157116"/>
                    <a:pt x="3436717" y="1168867"/>
                  </a:cubicBezTo>
                  <a:cubicBezTo>
                    <a:pt x="3446691" y="1180585"/>
                    <a:pt x="3463148" y="1188385"/>
                    <a:pt x="3489183" y="1188385"/>
                  </a:cubicBezTo>
                  <a:cubicBezTo>
                    <a:pt x="3515218" y="1188385"/>
                    <a:pt x="3531675" y="1180585"/>
                    <a:pt x="3541648" y="1168867"/>
                  </a:cubicBezTo>
                  <a:cubicBezTo>
                    <a:pt x="3551588" y="1157116"/>
                    <a:pt x="3555012" y="1141476"/>
                    <a:pt x="3555012" y="1125841"/>
                  </a:cubicBezTo>
                  <a:cubicBezTo>
                    <a:pt x="3555012" y="1110207"/>
                    <a:pt x="3538587" y="1078938"/>
                    <a:pt x="3530359" y="1051577"/>
                  </a:cubicBezTo>
                  <a:cubicBezTo>
                    <a:pt x="3526244" y="1037897"/>
                    <a:pt x="3524171" y="1025216"/>
                    <a:pt x="3527265" y="1015931"/>
                  </a:cubicBezTo>
                  <a:cubicBezTo>
                    <a:pt x="3530326" y="1006649"/>
                    <a:pt x="3538554" y="1000777"/>
                    <a:pt x="3555012" y="1000777"/>
                  </a:cubicBezTo>
                  <a:lnTo>
                    <a:pt x="3620873" y="1000777"/>
                  </a:lnTo>
                  <a:lnTo>
                    <a:pt x="3949983" y="1000777"/>
                  </a:lnTo>
                  <a:lnTo>
                    <a:pt x="6583161" y="1000777"/>
                  </a:lnTo>
                  <a:lnTo>
                    <a:pt x="6583161" y="215"/>
                  </a:lnTo>
                  <a:lnTo>
                    <a:pt x="3949983" y="215"/>
                  </a:lnTo>
                  <a:lnTo>
                    <a:pt x="3522097" y="215"/>
                  </a:lnTo>
                  <a:lnTo>
                    <a:pt x="3456269" y="215"/>
                  </a:lnTo>
                  <a:cubicBezTo>
                    <a:pt x="3439811" y="215"/>
                    <a:pt x="3431583" y="6087"/>
                    <a:pt x="3428489" y="15372"/>
                  </a:cubicBezTo>
                  <a:cubicBezTo>
                    <a:pt x="3425428" y="24654"/>
                    <a:pt x="3427469" y="37368"/>
                    <a:pt x="3431583" y="51048"/>
                  </a:cubicBezTo>
                  <a:cubicBezTo>
                    <a:pt x="3439811" y="78409"/>
                    <a:pt x="3456269" y="109678"/>
                    <a:pt x="3456269" y="125312"/>
                  </a:cubicBezTo>
                  <a:cubicBezTo>
                    <a:pt x="3456269" y="140946"/>
                    <a:pt x="3452845" y="156571"/>
                    <a:pt x="3442872" y="168295"/>
                  </a:cubicBezTo>
                  <a:cubicBezTo>
                    <a:pt x="3432932" y="180022"/>
                    <a:pt x="3416475" y="187846"/>
                    <a:pt x="3390440" y="187846"/>
                  </a:cubicBezTo>
                  <a:cubicBezTo>
                    <a:pt x="3364405" y="187846"/>
                    <a:pt x="3347915" y="180022"/>
                    <a:pt x="3337975" y="168295"/>
                  </a:cubicBezTo>
                  <a:cubicBezTo>
                    <a:pt x="3328034" y="156568"/>
                    <a:pt x="3324611" y="140946"/>
                    <a:pt x="3324611" y="125312"/>
                  </a:cubicBezTo>
                  <a:cubicBezTo>
                    <a:pt x="3324611" y="109678"/>
                    <a:pt x="3341069" y="78409"/>
                    <a:pt x="3349297" y="51048"/>
                  </a:cubicBezTo>
                  <a:cubicBezTo>
                    <a:pt x="3353411" y="37368"/>
                    <a:pt x="3355485" y="24654"/>
                    <a:pt x="3352391" y="15372"/>
                  </a:cubicBezTo>
                  <a:cubicBezTo>
                    <a:pt x="3349297" y="6090"/>
                    <a:pt x="3341069" y="215"/>
                    <a:pt x="3324611" y="215"/>
                  </a:cubicBezTo>
                  <a:lnTo>
                    <a:pt x="3258783" y="215"/>
                  </a:lnTo>
                  <a:cubicBezTo>
                    <a:pt x="3242326" y="215"/>
                    <a:pt x="3234097" y="6087"/>
                    <a:pt x="3231036" y="15372"/>
                  </a:cubicBezTo>
                  <a:cubicBezTo>
                    <a:pt x="3227942" y="24654"/>
                    <a:pt x="3230016" y="37368"/>
                    <a:pt x="3234130" y="51048"/>
                  </a:cubicBezTo>
                  <a:cubicBezTo>
                    <a:pt x="3242359" y="78409"/>
                    <a:pt x="3258783" y="109678"/>
                    <a:pt x="3258783" y="125312"/>
                  </a:cubicBezTo>
                  <a:cubicBezTo>
                    <a:pt x="3258783" y="140946"/>
                    <a:pt x="3255360" y="156571"/>
                    <a:pt x="3245419" y="168295"/>
                  </a:cubicBezTo>
                  <a:cubicBezTo>
                    <a:pt x="3235447" y="180022"/>
                    <a:pt x="3218989" y="187846"/>
                    <a:pt x="3192954" y="187846"/>
                  </a:cubicBezTo>
                  <a:cubicBezTo>
                    <a:pt x="3166919" y="187846"/>
                    <a:pt x="3150462" y="180022"/>
                    <a:pt x="3140489" y="168295"/>
                  </a:cubicBezTo>
                  <a:cubicBezTo>
                    <a:pt x="3130548" y="156568"/>
                    <a:pt x="3127126" y="140946"/>
                    <a:pt x="3127126" y="125312"/>
                  </a:cubicBezTo>
                  <a:cubicBezTo>
                    <a:pt x="3127126" y="109678"/>
                    <a:pt x="3143616" y="78409"/>
                    <a:pt x="3151844" y="51048"/>
                  </a:cubicBezTo>
                  <a:cubicBezTo>
                    <a:pt x="3155958" y="37368"/>
                    <a:pt x="3157966" y="24654"/>
                    <a:pt x="3154905" y="15372"/>
                  </a:cubicBezTo>
                  <a:cubicBezTo>
                    <a:pt x="3151811" y="6090"/>
                    <a:pt x="3143583" y="215"/>
                    <a:pt x="3127126" y="215"/>
                  </a:cubicBezTo>
                  <a:lnTo>
                    <a:pt x="2633431" y="215"/>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2" name="TextBox iii">
              <a:extLst>
                <a:ext uri="{FF2B5EF4-FFF2-40B4-BE49-F238E27FC236}">
                  <a16:creationId xmlns:a16="http://schemas.microsoft.com/office/drawing/2014/main" id="{0DAEC95B-391E-47E3-A60C-0ED5BD6B690A}"/>
                </a:ext>
              </a:extLst>
            </p:cNvPr>
            <p:cNvSpPr txBox="1"/>
            <p:nvPr/>
          </p:nvSpPr>
          <p:spPr>
            <a:xfrm>
              <a:off x="471264" y="2128899"/>
              <a:ext cx="5760640"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Company name</a:t>
              </a:r>
            </a:p>
          </p:txBody>
        </p:sp>
      </p:grpSp>
      <p:grpSp>
        <p:nvGrpSpPr>
          <p:cNvPr id="43" name="!!ii">
            <a:extLst>
              <a:ext uri="{FF2B5EF4-FFF2-40B4-BE49-F238E27FC236}">
                <a16:creationId xmlns:a16="http://schemas.microsoft.com/office/drawing/2014/main" id="{8101F68C-68E7-4D23-950A-7E4F94CADF6D}"/>
              </a:ext>
            </a:extLst>
          </p:cNvPr>
          <p:cNvGrpSpPr/>
          <p:nvPr/>
        </p:nvGrpSpPr>
        <p:grpSpPr>
          <a:xfrm>
            <a:off x="4244504" y="1530659"/>
            <a:ext cx="3702873" cy="668357"/>
            <a:chOff x="137452" y="1009286"/>
            <a:chExt cx="6582886" cy="1188190"/>
          </a:xfrm>
          <a:blipFill>
            <a:blip r:embed="rId3"/>
            <a:stretch>
              <a:fillRect/>
            </a:stretch>
          </a:blipFill>
          <a:effectLst/>
        </p:grpSpPr>
        <p:sp>
          <p:nvSpPr>
            <p:cNvPr id="19" name="Rectangle: Rounded ii">
              <a:extLst>
                <a:ext uri="{FF2B5EF4-FFF2-40B4-BE49-F238E27FC236}">
                  <a16:creationId xmlns:a16="http://schemas.microsoft.com/office/drawing/2014/main" id="{A60CA2F8-2977-42B6-9987-569E3F7B5A9B}"/>
                </a:ext>
              </a:extLst>
            </p:cNvPr>
            <p:cNvSpPr/>
            <p:nvPr/>
          </p:nvSpPr>
          <p:spPr>
            <a:xfrm>
              <a:off x="317942" y="1267965"/>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8" name="Freeform: Shape ii">
              <a:extLst>
                <a:ext uri="{FF2B5EF4-FFF2-40B4-BE49-F238E27FC236}">
                  <a16:creationId xmlns:a16="http://schemas.microsoft.com/office/drawing/2014/main" id="{205D7B9B-83D4-4AD0-8418-253051FE2000}"/>
                </a:ext>
              </a:extLst>
            </p:cNvPr>
            <p:cNvSpPr/>
            <p:nvPr/>
          </p:nvSpPr>
          <p:spPr>
            <a:xfrm>
              <a:off x="137452" y="1009286"/>
              <a:ext cx="6582886" cy="1188190"/>
            </a:xfrm>
            <a:custGeom>
              <a:avLst/>
              <a:gdLst>
                <a:gd name="connsiteX0" fmla="*/ 272 w 6582886"/>
                <a:gd name="connsiteY0" fmla="*/ 130 h 1188190"/>
                <a:gd name="connsiteX1" fmla="*/ 272 w 6582886"/>
                <a:gd name="connsiteY1" fmla="*/ 1000722 h 1188190"/>
                <a:gd name="connsiteX2" fmla="*/ 2633426 w 6582886"/>
                <a:gd name="connsiteY2" fmla="*/ 1000722 h 1188190"/>
                <a:gd name="connsiteX3" fmla="*/ 3127124 w 6582886"/>
                <a:gd name="connsiteY3" fmla="*/ 1000722 h 1188190"/>
                <a:gd name="connsiteX4" fmla="*/ 3154904 w 6582886"/>
                <a:gd name="connsiteY4" fmla="*/ 1015879 h 1188190"/>
                <a:gd name="connsiteX5" fmla="*/ 3151810 w 6582886"/>
                <a:gd name="connsiteY5" fmla="*/ 1051525 h 1188190"/>
                <a:gd name="connsiteX6" fmla="*/ 3127124 w 6582886"/>
                <a:gd name="connsiteY6" fmla="*/ 1125787 h 1188190"/>
                <a:gd name="connsiteX7" fmla="*/ 3140487 w 6582886"/>
                <a:gd name="connsiteY7" fmla="*/ 1168802 h 1188190"/>
                <a:gd name="connsiteX8" fmla="*/ 3192953 w 6582886"/>
                <a:gd name="connsiteY8" fmla="*/ 1188321 h 1188190"/>
                <a:gd name="connsiteX9" fmla="*/ 3245451 w 6582886"/>
                <a:gd name="connsiteY9" fmla="*/ 1168802 h 1188190"/>
                <a:gd name="connsiteX10" fmla="*/ 3258814 w 6582886"/>
                <a:gd name="connsiteY10" fmla="*/ 1125787 h 1188190"/>
                <a:gd name="connsiteX11" fmla="*/ 3234129 w 6582886"/>
                <a:gd name="connsiteY11" fmla="*/ 1051525 h 1188190"/>
                <a:gd name="connsiteX12" fmla="*/ 3231035 w 6582886"/>
                <a:gd name="connsiteY12" fmla="*/ 1015879 h 1188190"/>
                <a:gd name="connsiteX13" fmla="*/ 3258814 w 6582886"/>
                <a:gd name="connsiteY13" fmla="*/ 1000722 h 1188190"/>
                <a:gd name="connsiteX14" fmla="*/ 3324643 w 6582886"/>
                <a:gd name="connsiteY14" fmla="*/ 1000722 h 1188190"/>
                <a:gd name="connsiteX15" fmla="*/ 3352390 w 6582886"/>
                <a:gd name="connsiteY15" fmla="*/ 1015879 h 1188190"/>
                <a:gd name="connsiteX16" fmla="*/ 3349296 w 6582886"/>
                <a:gd name="connsiteY16" fmla="*/ 1051525 h 1188190"/>
                <a:gd name="connsiteX17" fmla="*/ 3324643 w 6582886"/>
                <a:gd name="connsiteY17" fmla="*/ 1125787 h 1188190"/>
                <a:gd name="connsiteX18" fmla="*/ 3338006 w 6582886"/>
                <a:gd name="connsiteY18" fmla="*/ 1168802 h 1188190"/>
                <a:gd name="connsiteX19" fmla="*/ 3390472 w 6582886"/>
                <a:gd name="connsiteY19" fmla="*/ 1188321 h 1188190"/>
                <a:gd name="connsiteX20" fmla="*/ 3442937 w 6582886"/>
                <a:gd name="connsiteY20" fmla="*/ 1168802 h 1188190"/>
                <a:gd name="connsiteX21" fmla="*/ 3456300 w 6582886"/>
                <a:gd name="connsiteY21" fmla="*/ 1125787 h 1188190"/>
                <a:gd name="connsiteX22" fmla="*/ 3431582 w 6582886"/>
                <a:gd name="connsiteY22" fmla="*/ 1051525 h 1188190"/>
                <a:gd name="connsiteX23" fmla="*/ 3428488 w 6582886"/>
                <a:gd name="connsiteY23" fmla="*/ 1015879 h 1188190"/>
                <a:gd name="connsiteX24" fmla="*/ 3456300 w 6582886"/>
                <a:gd name="connsiteY24" fmla="*/ 1000722 h 1188190"/>
                <a:gd name="connsiteX25" fmla="*/ 3522129 w 6582886"/>
                <a:gd name="connsiteY25" fmla="*/ 1000722 h 1188190"/>
                <a:gd name="connsiteX26" fmla="*/ 3949982 w 6582886"/>
                <a:gd name="connsiteY26" fmla="*/ 1000722 h 1188190"/>
                <a:gd name="connsiteX27" fmla="*/ 6583159 w 6582886"/>
                <a:gd name="connsiteY27" fmla="*/ 1000722 h 1188190"/>
                <a:gd name="connsiteX28" fmla="*/ 6583159 w 6582886"/>
                <a:gd name="connsiteY28" fmla="*/ 130 h 1188190"/>
                <a:gd name="connsiteX29" fmla="*/ 3949982 w 6582886"/>
                <a:gd name="connsiteY29" fmla="*/ 130 h 1188190"/>
                <a:gd name="connsiteX30" fmla="*/ 3423353 w 6582886"/>
                <a:gd name="connsiteY30" fmla="*/ 130 h 1188190"/>
                <a:gd name="connsiteX31" fmla="*/ 3357524 w 6582886"/>
                <a:gd name="connsiteY31" fmla="*/ 130 h 1188190"/>
                <a:gd name="connsiteX32" fmla="*/ 3329745 w 6582886"/>
                <a:gd name="connsiteY32" fmla="*/ 15254 h 1188190"/>
                <a:gd name="connsiteX33" fmla="*/ 3332839 w 6582886"/>
                <a:gd name="connsiteY33" fmla="*/ 50930 h 1188190"/>
                <a:gd name="connsiteX34" fmla="*/ 3357524 w 6582886"/>
                <a:gd name="connsiteY34" fmla="*/ 125195 h 1188190"/>
                <a:gd name="connsiteX35" fmla="*/ 3344161 w 6582886"/>
                <a:gd name="connsiteY35" fmla="*/ 168178 h 1188190"/>
                <a:gd name="connsiteX36" fmla="*/ 3291696 w 6582886"/>
                <a:gd name="connsiteY36" fmla="*/ 187729 h 1188190"/>
                <a:gd name="connsiteX37" fmla="*/ 3239263 w 6582886"/>
                <a:gd name="connsiteY37" fmla="*/ 168178 h 1188190"/>
                <a:gd name="connsiteX38" fmla="*/ 3225900 w 6582886"/>
                <a:gd name="connsiteY38" fmla="*/ 125195 h 1188190"/>
                <a:gd name="connsiteX39" fmla="*/ 3250553 w 6582886"/>
                <a:gd name="connsiteY39" fmla="*/ 50930 h 1188190"/>
                <a:gd name="connsiteX40" fmla="*/ 3253647 w 6582886"/>
                <a:gd name="connsiteY40" fmla="*/ 15254 h 1188190"/>
                <a:gd name="connsiteX41" fmla="*/ 3225900 w 6582886"/>
                <a:gd name="connsiteY41" fmla="*/ 130 h 1188190"/>
                <a:gd name="connsiteX42" fmla="*/ 2633429 w 6582886"/>
                <a:gd name="connsiteY42" fmla="*/ 130 h 118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582886" h="1188190">
                  <a:moveTo>
                    <a:pt x="272" y="130"/>
                  </a:moveTo>
                  <a:lnTo>
                    <a:pt x="272" y="1000722"/>
                  </a:lnTo>
                  <a:lnTo>
                    <a:pt x="2633426" y="1000722"/>
                  </a:lnTo>
                  <a:lnTo>
                    <a:pt x="3127124" y="1000722"/>
                  </a:lnTo>
                  <a:cubicBezTo>
                    <a:pt x="3143581" y="1000722"/>
                    <a:pt x="3151843" y="1006600"/>
                    <a:pt x="3154904" y="1015879"/>
                  </a:cubicBezTo>
                  <a:cubicBezTo>
                    <a:pt x="3157998" y="1025161"/>
                    <a:pt x="3155924" y="1037843"/>
                    <a:pt x="3151810" y="1051525"/>
                  </a:cubicBezTo>
                  <a:cubicBezTo>
                    <a:pt x="3143614" y="1078884"/>
                    <a:pt x="3127124" y="1110152"/>
                    <a:pt x="3127124" y="1125787"/>
                  </a:cubicBezTo>
                  <a:cubicBezTo>
                    <a:pt x="3127124" y="1141424"/>
                    <a:pt x="3130547" y="1157075"/>
                    <a:pt x="3140487" y="1168802"/>
                  </a:cubicBezTo>
                  <a:cubicBezTo>
                    <a:pt x="3150460" y="1180526"/>
                    <a:pt x="3166918" y="1188321"/>
                    <a:pt x="3192953" y="1188321"/>
                  </a:cubicBezTo>
                  <a:cubicBezTo>
                    <a:pt x="3218988" y="1188321"/>
                    <a:pt x="3235478" y="1180526"/>
                    <a:pt x="3245451" y="1168802"/>
                  </a:cubicBezTo>
                  <a:cubicBezTo>
                    <a:pt x="3255391" y="1157075"/>
                    <a:pt x="3258814" y="1141421"/>
                    <a:pt x="3258814" y="1125787"/>
                  </a:cubicBezTo>
                  <a:cubicBezTo>
                    <a:pt x="3258814" y="1110152"/>
                    <a:pt x="3242357" y="1078884"/>
                    <a:pt x="3234129" y="1051525"/>
                  </a:cubicBezTo>
                  <a:cubicBezTo>
                    <a:pt x="3230014" y="1037843"/>
                    <a:pt x="3227941" y="1025161"/>
                    <a:pt x="3231035" y="1015879"/>
                  </a:cubicBezTo>
                  <a:cubicBezTo>
                    <a:pt x="3234096" y="1006594"/>
                    <a:pt x="3242357" y="1000722"/>
                    <a:pt x="3258814" y="1000722"/>
                  </a:cubicBezTo>
                  <a:lnTo>
                    <a:pt x="3324643" y="1000722"/>
                  </a:lnTo>
                  <a:cubicBezTo>
                    <a:pt x="3341100" y="1000722"/>
                    <a:pt x="3349296" y="1006600"/>
                    <a:pt x="3352390" y="1015879"/>
                  </a:cubicBezTo>
                  <a:cubicBezTo>
                    <a:pt x="3355484" y="1025161"/>
                    <a:pt x="3353410" y="1037843"/>
                    <a:pt x="3349296" y="1051525"/>
                  </a:cubicBezTo>
                  <a:cubicBezTo>
                    <a:pt x="3341067" y="1078884"/>
                    <a:pt x="3324643" y="1110152"/>
                    <a:pt x="3324643" y="1125787"/>
                  </a:cubicBezTo>
                  <a:cubicBezTo>
                    <a:pt x="3324643" y="1141424"/>
                    <a:pt x="3328066" y="1157075"/>
                    <a:pt x="3338006" y="1168802"/>
                  </a:cubicBezTo>
                  <a:cubicBezTo>
                    <a:pt x="3347946" y="1180526"/>
                    <a:pt x="3364436" y="1188321"/>
                    <a:pt x="3390472" y="1188321"/>
                  </a:cubicBezTo>
                  <a:cubicBezTo>
                    <a:pt x="3416507" y="1188321"/>
                    <a:pt x="3432964" y="1180526"/>
                    <a:pt x="3442937" y="1168802"/>
                  </a:cubicBezTo>
                  <a:cubicBezTo>
                    <a:pt x="3452877" y="1157075"/>
                    <a:pt x="3456300" y="1141421"/>
                    <a:pt x="3456300" y="1125787"/>
                  </a:cubicBezTo>
                  <a:cubicBezTo>
                    <a:pt x="3456300" y="1110152"/>
                    <a:pt x="3439810" y="1078884"/>
                    <a:pt x="3431582" y="1051525"/>
                  </a:cubicBezTo>
                  <a:cubicBezTo>
                    <a:pt x="3427467" y="1037843"/>
                    <a:pt x="3425426" y="1025161"/>
                    <a:pt x="3428488" y="1015879"/>
                  </a:cubicBezTo>
                  <a:cubicBezTo>
                    <a:pt x="3431582" y="1006594"/>
                    <a:pt x="3439843" y="1000722"/>
                    <a:pt x="3456300" y="1000722"/>
                  </a:cubicBezTo>
                  <a:lnTo>
                    <a:pt x="3522129" y="1000722"/>
                  </a:lnTo>
                  <a:lnTo>
                    <a:pt x="3949982" y="1000722"/>
                  </a:lnTo>
                  <a:lnTo>
                    <a:pt x="6583159" y="1000722"/>
                  </a:lnTo>
                  <a:lnTo>
                    <a:pt x="6583159" y="130"/>
                  </a:lnTo>
                  <a:lnTo>
                    <a:pt x="3949982" y="130"/>
                  </a:lnTo>
                  <a:lnTo>
                    <a:pt x="3423353" y="130"/>
                  </a:lnTo>
                  <a:lnTo>
                    <a:pt x="3357524" y="130"/>
                  </a:lnTo>
                  <a:cubicBezTo>
                    <a:pt x="3341067" y="130"/>
                    <a:pt x="3332839" y="5966"/>
                    <a:pt x="3329745" y="15254"/>
                  </a:cubicBezTo>
                  <a:cubicBezTo>
                    <a:pt x="3326651" y="24536"/>
                    <a:pt x="3328724" y="37251"/>
                    <a:pt x="3332839" y="50930"/>
                  </a:cubicBezTo>
                  <a:cubicBezTo>
                    <a:pt x="3341067" y="78289"/>
                    <a:pt x="3357524" y="109561"/>
                    <a:pt x="3357524" y="125195"/>
                  </a:cubicBezTo>
                  <a:cubicBezTo>
                    <a:pt x="3357524" y="140829"/>
                    <a:pt x="3354101" y="156450"/>
                    <a:pt x="3344161" y="168178"/>
                  </a:cubicBezTo>
                  <a:cubicBezTo>
                    <a:pt x="3334221" y="179902"/>
                    <a:pt x="3317731" y="187729"/>
                    <a:pt x="3291696" y="187729"/>
                  </a:cubicBezTo>
                  <a:cubicBezTo>
                    <a:pt x="3265693" y="187729"/>
                    <a:pt x="3249203" y="179902"/>
                    <a:pt x="3239263" y="168178"/>
                  </a:cubicBezTo>
                  <a:cubicBezTo>
                    <a:pt x="3229323" y="156450"/>
                    <a:pt x="3225900" y="140829"/>
                    <a:pt x="3225900" y="125195"/>
                  </a:cubicBezTo>
                  <a:cubicBezTo>
                    <a:pt x="3225900" y="109561"/>
                    <a:pt x="3242324" y="78289"/>
                    <a:pt x="3250553" y="50930"/>
                  </a:cubicBezTo>
                  <a:cubicBezTo>
                    <a:pt x="3254667" y="37251"/>
                    <a:pt x="3256741" y="24536"/>
                    <a:pt x="3253647" y="15254"/>
                  </a:cubicBezTo>
                  <a:cubicBezTo>
                    <a:pt x="3250553" y="5973"/>
                    <a:pt x="3242357" y="130"/>
                    <a:pt x="3225900" y="130"/>
                  </a:cubicBezTo>
                  <a:lnTo>
                    <a:pt x="2633429" y="130"/>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1" name="TextBox ii">
              <a:extLst>
                <a:ext uri="{FF2B5EF4-FFF2-40B4-BE49-F238E27FC236}">
                  <a16:creationId xmlns:a16="http://schemas.microsoft.com/office/drawing/2014/main" id="{BDBBAD71-274D-49F0-8BBD-3690DB7EC103}"/>
                </a:ext>
              </a:extLst>
            </p:cNvPr>
            <p:cNvSpPr txBox="1"/>
            <p:nvPr/>
          </p:nvSpPr>
          <p:spPr>
            <a:xfrm>
              <a:off x="473968" y="1145887"/>
              <a:ext cx="5760641" cy="779701"/>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Position</a:t>
              </a:r>
            </a:p>
          </p:txBody>
        </p:sp>
      </p:grpSp>
      <p:grpSp>
        <p:nvGrpSpPr>
          <p:cNvPr id="42" name="!!i">
            <a:extLst>
              <a:ext uri="{FF2B5EF4-FFF2-40B4-BE49-F238E27FC236}">
                <a16:creationId xmlns:a16="http://schemas.microsoft.com/office/drawing/2014/main" id="{E9E4080B-25E0-4643-8AEC-FB63A300771D}"/>
              </a:ext>
            </a:extLst>
          </p:cNvPr>
          <p:cNvGrpSpPr/>
          <p:nvPr/>
        </p:nvGrpSpPr>
        <p:grpSpPr>
          <a:xfrm>
            <a:off x="4244527" y="966178"/>
            <a:ext cx="3779445" cy="668360"/>
            <a:chOff x="137491" y="5763"/>
            <a:chExt cx="6719014" cy="1188196"/>
          </a:xfrm>
          <a:blipFill>
            <a:blip r:embed="rId3"/>
            <a:stretch>
              <a:fillRect/>
            </a:stretch>
          </a:blipFill>
          <a:effectLst/>
        </p:grpSpPr>
        <p:sp>
          <p:nvSpPr>
            <p:cNvPr id="18" name="Rectangle: Rounded i">
              <a:extLst>
                <a:ext uri="{FF2B5EF4-FFF2-40B4-BE49-F238E27FC236}">
                  <a16:creationId xmlns:a16="http://schemas.microsoft.com/office/drawing/2014/main" id="{A9E2B98B-4980-4CC9-B8C9-090BB06AFCA1}"/>
                </a:ext>
              </a:extLst>
            </p:cNvPr>
            <p:cNvSpPr/>
            <p:nvPr/>
          </p:nvSpPr>
          <p:spPr>
            <a:xfrm>
              <a:off x="317942" y="193368"/>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50" b="1">
                <a:solidFill>
                  <a:schemeClr val="accent5">
                    <a:lumMod val="50000"/>
                  </a:schemeClr>
                </a:solidFill>
                <a:latin typeface="Gill Sans MT" panose="020B0502020104020203" pitchFamily="34" charset="0"/>
              </a:endParaRPr>
            </a:p>
          </p:txBody>
        </p:sp>
        <p:sp>
          <p:nvSpPr>
            <p:cNvPr id="5" name="Freeform: Shape i">
              <a:extLst>
                <a:ext uri="{FF2B5EF4-FFF2-40B4-BE49-F238E27FC236}">
                  <a16:creationId xmlns:a16="http://schemas.microsoft.com/office/drawing/2014/main" id="{D420D4B8-C18B-4CE5-8FF6-3E218EE3B086}"/>
                </a:ext>
              </a:extLst>
            </p:cNvPr>
            <p:cNvSpPr/>
            <p:nvPr/>
          </p:nvSpPr>
          <p:spPr>
            <a:xfrm>
              <a:off x="137491" y="5763"/>
              <a:ext cx="6582847" cy="1188196"/>
            </a:xfrm>
            <a:custGeom>
              <a:avLst/>
              <a:gdLst>
                <a:gd name="connsiteX0" fmla="*/ 272 w 6582847"/>
                <a:gd name="connsiteY0" fmla="*/ 46 h 1188196"/>
                <a:gd name="connsiteX1" fmla="*/ 272 w 6582847"/>
                <a:gd name="connsiteY1" fmla="*/ 1000644 h 1188196"/>
                <a:gd name="connsiteX2" fmla="*/ 2633426 w 6582847"/>
                <a:gd name="connsiteY2" fmla="*/ 1000644 h 1188196"/>
                <a:gd name="connsiteX3" fmla="*/ 3225893 w 6582847"/>
                <a:gd name="connsiteY3" fmla="*/ 1000644 h 1188196"/>
                <a:gd name="connsiteX4" fmla="*/ 3253640 w 6582847"/>
                <a:gd name="connsiteY4" fmla="*/ 1015769 h 1188196"/>
                <a:gd name="connsiteX5" fmla="*/ 3250579 w 6582847"/>
                <a:gd name="connsiteY5" fmla="*/ 1051444 h 1188196"/>
                <a:gd name="connsiteX6" fmla="*/ 3225893 w 6582847"/>
                <a:gd name="connsiteY6" fmla="*/ 1125709 h 1188196"/>
                <a:gd name="connsiteX7" fmla="*/ 3239257 w 6582847"/>
                <a:gd name="connsiteY7" fmla="*/ 1168692 h 1188196"/>
                <a:gd name="connsiteX8" fmla="*/ 3291722 w 6582847"/>
                <a:gd name="connsiteY8" fmla="*/ 1188243 h 1188196"/>
                <a:gd name="connsiteX9" fmla="*/ 3344155 w 6582847"/>
                <a:gd name="connsiteY9" fmla="*/ 1168692 h 1188196"/>
                <a:gd name="connsiteX10" fmla="*/ 3357518 w 6582847"/>
                <a:gd name="connsiteY10" fmla="*/ 1125709 h 1188196"/>
                <a:gd name="connsiteX11" fmla="*/ 3332832 w 6582847"/>
                <a:gd name="connsiteY11" fmla="*/ 1051444 h 1188196"/>
                <a:gd name="connsiteX12" fmla="*/ 3329771 w 6582847"/>
                <a:gd name="connsiteY12" fmla="*/ 1015769 h 1188196"/>
                <a:gd name="connsiteX13" fmla="*/ 3357518 w 6582847"/>
                <a:gd name="connsiteY13" fmla="*/ 1000644 h 1188196"/>
                <a:gd name="connsiteX14" fmla="*/ 3423346 w 6582847"/>
                <a:gd name="connsiteY14" fmla="*/ 1000644 h 1188196"/>
                <a:gd name="connsiteX15" fmla="*/ 3949975 w 6582847"/>
                <a:gd name="connsiteY15" fmla="*/ 1000644 h 1188196"/>
                <a:gd name="connsiteX16" fmla="*/ 6583120 w 6582847"/>
                <a:gd name="connsiteY16" fmla="*/ 1000644 h 1188196"/>
                <a:gd name="connsiteX17" fmla="*/ 6583120 w 6582847"/>
                <a:gd name="connsiteY17" fmla="*/ 46 h 1188196"/>
                <a:gd name="connsiteX18" fmla="*/ 3949975 w 6582847"/>
                <a:gd name="connsiteY18" fmla="*/ 46 h 1188196"/>
                <a:gd name="connsiteX19" fmla="*/ 2633426 w 6582847"/>
                <a:gd name="connsiteY19" fmla="*/ 46 h 118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82847" h="1188196">
                  <a:moveTo>
                    <a:pt x="272" y="46"/>
                  </a:moveTo>
                  <a:lnTo>
                    <a:pt x="272" y="1000644"/>
                  </a:lnTo>
                  <a:lnTo>
                    <a:pt x="2633426" y="1000644"/>
                  </a:lnTo>
                  <a:lnTo>
                    <a:pt x="3225893" y="1000644"/>
                  </a:lnTo>
                  <a:cubicBezTo>
                    <a:pt x="3242351" y="1000644"/>
                    <a:pt x="3250546" y="1006477"/>
                    <a:pt x="3253640" y="1015769"/>
                  </a:cubicBezTo>
                  <a:cubicBezTo>
                    <a:pt x="3256734" y="1025050"/>
                    <a:pt x="3254693" y="1037765"/>
                    <a:pt x="3250579" y="1051444"/>
                  </a:cubicBezTo>
                  <a:cubicBezTo>
                    <a:pt x="3242351" y="1078806"/>
                    <a:pt x="3225893" y="1110075"/>
                    <a:pt x="3225893" y="1125709"/>
                  </a:cubicBezTo>
                  <a:cubicBezTo>
                    <a:pt x="3225893" y="1141347"/>
                    <a:pt x="3229316" y="1156964"/>
                    <a:pt x="3239257" y="1168692"/>
                  </a:cubicBezTo>
                  <a:cubicBezTo>
                    <a:pt x="3249197" y="1180416"/>
                    <a:pt x="3265687" y="1188243"/>
                    <a:pt x="3291722" y="1188243"/>
                  </a:cubicBezTo>
                  <a:cubicBezTo>
                    <a:pt x="3317724" y="1188243"/>
                    <a:pt x="3334214" y="1180416"/>
                    <a:pt x="3344155" y="1168692"/>
                  </a:cubicBezTo>
                  <a:cubicBezTo>
                    <a:pt x="3354127" y="1156964"/>
                    <a:pt x="3357518" y="1141343"/>
                    <a:pt x="3357518" y="1125709"/>
                  </a:cubicBezTo>
                  <a:cubicBezTo>
                    <a:pt x="3357518" y="1110078"/>
                    <a:pt x="3341061" y="1078806"/>
                    <a:pt x="3332832" y="1051444"/>
                  </a:cubicBezTo>
                  <a:cubicBezTo>
                    <a:pt x="3328718" y="1037765"/>
                    <a:pt x="3326677" y="1025050"/>
                    <a:pt x="3329771" y="1015769"/>
                  </a:cubicBezTo>
                  <a:cubicBezTo>
                    <a:pt x="3332865" y="1006487"/>
                    <a:pt x="3341061" y="1000644"/>
                    <a:pt x="3357518" y="1000644"/>
                  </a:cubicBezTo>
                  <a:lnTo>
                    <a:pt x="3423346" y="1000644"/>
                  </a:lnTo>
                  <a:lnTo>
                    <a:pt x="3949975" y="1000644"/>
                  </a:lnTo>
                  <a:lnTo>
                    <a:pt x="6583120" y="1000644"/>
                  </a:lnTo>
                  <a:lnTo>
                    <a:pt x="6583120" y="46"/>
                  </a:lnTo>
                  <a:lnTo>
                    <a:pt x="3949975" y="46"/>
                  </a:lnTo>
                  <a:lnTo>
                    <a:pt x="2633426" y="46"/>
                  </a:lnTo>
                  <a:close/>
                </a:path>
              </a:pathLst>
            </a:custGeom>
            <a:grpFill/>
            <a:ln w="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2250" b="1">
                <a:solidFill>
                  <a:schemeClr val="accent5">
                    <a:lumMod val="50000"/>
                  </a:schemeClr>
                </a:solidFill>
                <a:latin typeface="Gill Sans MT" panose="020B0502020104020203" pitchFamily="34" charset="0"/>
              </a:endParaRPr>
            </a:p>
          </p:txBody>
        </p:sp>
        <p:sp>
          <p:nvSpPr>
            <p:cNvPr id="30" name="Textbox i">
              <a:extLst>
                <a:ext uri="{FF2B5EF4-FFF2-40B4-BE49-F238E27FC236}">
                  <a16:creationId xmlns:a16="http://schemas.microsoft.com/office/drawing/2014/main" id="{A7BCC5C5-124E-4509-B7C7-6D6E47907A8B}"/>
                </a:ext>
              </a:extLst>
            </p:cNvPr>
            <p:cNvSpPr txBox="1"/>
            <p:nvPr/>
          </p:nvSpPr>
          <p:spPr>
            <a:xfrm>
              <a:off x="476671" y="152010"/>
              <a:ext cx="6379834" cy="779702"/>
            </a:xfrm>
            <a:prstGeom prst="rect">
              <a:avLst/>
            </a:prstGeom>
            <a:noFill/>
          </p:spPr>
          <p:txBody>
            <a:bodyPr wrap="square" rtlCol="0">
              <a:spAutoFit/>
            </a:bodyPr>
            <a:lstStyle/>
            <a:p>
              <a:r>
                <a:rPr lang="en-GB" sz="2250" b="1">
                  <a:solidFill>
                    <a:schemeClr val="accent5">
                      <a:lumMod val="50000"/>
                    </a:schemeClr>
                  </a:solidFill>
                  <a:latin typeface="Gill Sans MT" panose="020B0502020104020203" pitchFamily="34" charset="0"/>
                </a:rPr>
                <a:t>First name and surname</a:t>
              </a:r>
            </a:p>
          </p:txBody>
        </p:sp>
      </p:grpSp>
    </p:spTree>
    <p:extLst>
      <p:ext uri="{BB962C8B-B14F-4D97-AF65-F5344CB8AC3E}">
        <p14:creationId xmlns:p14="http://schemas.microsoft.com/office/powerpoint/2010/main" val="690251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165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5CA1FF-89D5-4CAB-A6AD-504DC1981432}"/>
              </a:ext>
            </a:extLst>
          </p:cNvPr>
          <p:cNvSpPr txBox="1"/>
          <p:nvPr/>
        </p:nvSpPr>
        <p:spPr>
          <a:xfrm>
            <a:off x="1631504" y="1844824"/>
            <a:ext cx="9217024" cy="2308324"/>
          </a:xfrm>
          <a:prstGeom prst="rect">
            <a:avLst/>
          </a:prstGeom>
          <a:noFill/>
        </p:spPr>
        <p:txBody>
          <a:bodyPr wrap="square" rtlCol="0">
            <a:spAutoFit/>
          </a:bodyPr>
          <a:lstStyle/>
          <a:p>
            <a:r>
              <a:rPr lang="en-GB" sz="4800" b="1">
                <a:solidFill>
                  <a:schemeClr val="bg1"/>
                </a:solidFill>
              </a:rPr>
              <a:t>Formal letter</a:t>
            </a:r>
            <a:r>
              <a:rPr lang="en-GB" sz="4800">
                <a:solidFill>
                  <a:schemeClr val="bg1"/>
                </a:solidFill>
              </a:rPr>
              <a:t>:</a:t>
            </a:r>
          </a:p>
          <a:p>
            <a:r>
              <a:rPr lang="en-GB" sz="4800">
                <a:solidFill>
                  <a:schemeClr val="bg1"/>
                </a:solidFill>
              </a:rPr>
              <a:t>Recipient’s surname is unknown but the position is known.</a:t>
            </a:r>
          </a:p>
        </p:txBody>
      </p:sp>
    </p:spTree>
    <p:extLst>
      <p:ext uri="{BB962C8B-B14F-4D97-AF65-F5344CB8AC3E}">
        <p14:creationId xmlns:p14="http://schemas.microsoft.com/office/powerpoint/2010/main" val="2404505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2" name="!!xii">
            <a:extLst>
              <a:ext uri="{FF2B5EF4-FFF2-40B4-BE49-F238E27FC236}">
                <a16:creationId xmlns:a16="http://schemas.microsoft.com/office/drawing/2014/main" id="{D4FEE2A3-995E-4BC7-84E1-79D8DA7D733C}"/>
              </a:ext>
            </a:extLst>
          </p:cNvPr>
          <p:cNvGrpSpPr>
            <a:grpSpLocks noChangeAspect="1"/>
          </p:cNvGrpSpPr>
          <p:nvPr/>
        </p:nvGrpSpPr>
        <p:grpSpPr>
          <a:xfrm>
            <a:off x="3766896" y="6107303"/>
            <a:ext cx="4667155" cy="513385"/>
            <a:chOff x="4168767" y="6317082"/>
            <a:chExt cx="3857153" cy="424286"/>
          </a:xfrm>
        </p:grpSpPr>
        <p:sp>
          <p:nvSpPr>
            <p:cNvPr id="3" name="Rectangle: xii">
              <a:extLst>
                <a:ext uri="{FF2B5EF4-FFF2-40B4-BE49-F238E27FC236}">
                  <a16:creationId xmlns:a16="http://schemas.microsoft.com/office/drawing/2014/main" id="{91AF68F8-C625-4844-A0E8-2449AF30A15C}"/>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 name="Freeform: xii" hidden="1">
              <a:extLst>
                <a:ext uri="{FF2B5EF4-FFF2-40B4-BE49-F238E27FC236}">
                  <a16:creationId xmlns:a16="http://schemas.microsoft.com/office/drawing/2014/main" id="{0BBD38D7-6F54-4B09-88F6-D8EF62731F3F}"/>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5" name="TextBox xii">
              <a:extLst>
                <a:ext uri="{FF2B5EF4-FFF2-40B4-BE49-F238E27FC236}">
                  <a16:creationId xmlns:a16="http://schemas.microsoft.com/office/drawing/2014/main" id="{8AB71EA1-5692-4DEE-8BB7-29AAA1A2D677}"/>
                </a:ext>
              </a:extLst>
            </p:cNvPr>
            <p:cNvSpPr txBox="1"/>
            <p:nvPr/>
          </p:nvSpPr>
          <p:spPr>
            <a:xfrm>
              <a:off x="4408108" y="6387958"/>
              <a:ext cx="2840019"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 first </a:t>
              </a:r>
              <a:r>
                <a:rPr lang="en-GB" sz="1200" b="1" err="1">
                  <a:solidFill>
                    <a:schemeClr val="accent5">
                      <a:lumMod val="50000"/>
                    </a:schemeClr>
                  </a:solidFill>
                  <a:latin typeface="Gill Sans Nova" panose="020B0602020104020203" pitchFamily="34" charset="0"/>
                </a:rPr>
                <a:t>name+surname</a:t>
              </a:r>
              <a:r>
                <a:rPr lang="en-GB" sz="1200" b="1">
                  <a:solidFill>
                    <a:schemeClr val="accent5">
                      <a:lumMod val="50000"/>
                    </a:schemeClr>
                  </a:solidFill>
                  <a:latin typeface="Gill Sans Nova" panose="020B0602020104020203" pitchFamily="34" charset="0"/>
                </a:rPr>
                <a:t>.</a:t>
              </a:r>
            </a:p>
          </p:txBody>
        </p:sp>
      </p:grpSp>
      <p:grpSp>
        <p:nvGrpSpPr>
          <p:cNvPr id="6" name="!!xi">
            <a:extLst>
              <a:ext uri="{FF2B5EF4-FFF2-40B4-BE49-F238E27FC236}">
                <a16:creationId xmlns:a16="http://schemas.microsoft.com/office/drawing/2014/main" id="{DACAEBA8-2A66-48DC-A2ED-063978D27A54}"/>
              </a:ext>
            </a:extLst>
          </p:cNvPr>
          <p:cNvGrpSpPr>
            <a:grpSpLocks noChangeAspect="1"/>
          </p:cNvGrpSpPr>
          <p:nvPr/>
        </p:nvGrpSpPr>
        <p:grpSpPr>
          <a:xfrm>
            <a:off x="477584" y="5567171"/>
            <a:ext cx="4667153" cy="513409"/>
            <a:chOff x="4168767" y="6005359"/>
            <a:chExt cx="3857151" cy="424305"/>
          </a:xfrm>
        </p:grpSpPr>
        <p:sp>
          <p:nvSpPr>
            <p:cNvPr id="7" name="Rectangle: ix">
              <a:extLst>
                <a:ext uri="{FF2B5EF4-FFF2-40B4-BE49-F238E27FC236}">
                  <a16:creationId xmlns:a16="http://schemas.microsoft.com/office/drawing/2014/main" id="{6AEBAEA4-058B-453E-9A2C-E942638136A7}"/>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8" name="Freeform: xi" hidden="1">
              <a:extLst>
                <a:ext uri="{FF2B5EF4-FFF2-40B4-BE49-F238E27FC236}">
                  <a16:creationId xmlns:a16="http://schemas.microsoft.com/office/drawing/2014/main" id="{8AE72AEA-F922-46A8-8773-4293BD0B4B71}"/>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9" name="TextBox xi">
              <a:extLst>
                <a:ext uri="{FF2B5EF4-FFF2-40B4-BE49-F238E27FC236}">
                  <a16:creationId xmlns:a16="http://schemas.microsoft.com/office/drawing/2014/main" id="{86150538-8D58-42C9-A098-751FA090974F}"/>
                </a:ext>
              </a:extLst>
            </p:cNvPr>
            <p:cNvSpPr txBox="1"/>
            <p:nvPr/>
          </p:nvSpPr>
          <p:spPr>
            <a:xfrm>
              <a:off x="4408109" y="6029096"/>
              <a:ext cx="1872208"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Yours faithfully,</a:t>
              </a:r>
            </a:p>
          </p:txBody>
        </p:sp>
      </p:grpSp>
      <p:grpSp>
        <p:nvGrpSpPr>
          <p:cNvPr id="10" name="!!x">
            <a:extLst>
              <a:ext uri="{FF2B5EF4-FFF2-40B4-BE49-F238E27FC236}">
                <a16:creationId xmlns:a16="http://schemas.microsoft.com/office/drawing/2014/main" id="{8892DB83-D230-46E1-821F-C7A0CE262EF1}"/>
              </a:ext>
            </a:extLst>
          </p:cNvPr>
          <p:cNvGrpSpPr>
            <a:grpSpLocks noChangeAspect="1"/>
          </p:cNvGrpSpPr>
          <p:nvPr/>
        </p:nvGrpSpPr>
        <p:grpSpPr>
          <a:xfrm>
            <a:off x="295682" y="2819760"/>
            <a:ext cx="4667155" cy="513387"/>
            <a:chOff x="4168767" y="5696768"/>
            <a:chExt cx="3857153" cy="424286"/>
          </a:xfrm>
        </p:grpSpPr>
        <p:sp>
          <p:nvSpPr>
            <p:cNvPr id="11" name="Rectangle: x" hidden="1">
              <a:extLst>
                <a:ext uri="{FF2B5EF4-FFF2-40B4-BE49-F238E27FC236}">
                  <a16:creationId xmlns:a16="http://schemas.microsoft.com/office/drawing/2014/main" id="{AC2AB7E9-75FE-45C2-8BB1-DBEE0005BFF6}"/>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2" name="Freeform: x">
              <a:extLst>
                <a:ext uri="{FF2B5EF4-FFF2-40B4-BE49-F238E27FC236}">
                  <a16:creationId xmlns:a16="http://schemas.microsoft.com/office/drawing/2014/main" id="{C16D1AB1-3000-467D-9880-43F40F8A98B4}"/>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41" name="!!ix">
            <a:extLst>
              <a:ext uri="{FF2B5EF4-FFF2-40B4-BE49-F238E27FC236}">
                <a16:creationId xmlns:a16="http://schemas.microsoft.com/office/drawing/2014/main" id="{058D49ED-81A3-4DA1-9712-8D2273EFDC34}"/>
              </a:ext>
            </a:extLst>
          </p:cNvPr>
          <p:cNvGrpSpPr>
            <a:grpSpLocks noChangeAspect="1"/>
          </p:cNvGrpSpPr>
          <p:nvPr/>
        </p:nvGrpSpPr>
        <p:grpSpPr>
          <a:xfrm>
            <a:off x="7339001" y="5155399"/>
            <a:ext cx="4667106" cy="833469"/>
            <a:chOff x="137596" y="8013378"/>
            <a:chExt cx="6582808" cy="1188206"/>
          </a:xfrm>
          <a:blipFill>
            <a:blip r:embed="rId2"/>
            <a:stretch>
              <a:fillRect/>
            </a:stretch>
          </a:blipFill>
          <a:effectLst/>
        </p:grpSpPr>
        <p:sp>
          <p:nvSpPr>
            <p:cNvPr id="42" name="Rectangle: Rounded ix">
              <a:extLst>
                <a:ext uri="{FF2B5EF4-FFF2-40B4-BE49-F238E27FC236}">
                  <a16:creationId xmlns:a16="http://schemas.microsoft.com/office/drawing/2014/main" id="{1D7EFCDD-EE49-4969-8633-FD499C0E7716}"/>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3" name="Freeform: ix" hidden="1">
              <a:extLst>
                <a:ext uri="{FF2B5EF4-FFF2-40B4-BE49-F238E27FC236}">
                  <a16:creationId xmlns:a16="http://schemas.microsoft.com/office/drawing/2014/main" id="{DBF822A2-E58D-4D8D-B5B4-994F30952CA3}"/>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p>
          </p:txBody>
        </p:sp>
        <p:sp>
          <p:nvSpPr>
            <p:cNvPr id="44" name="TextBox ix">
              <a:extLst>
                <a:ext uri="{FF2B5EF4-FFF2-40B4-BE49-F238E27FC236}">
                  <a16:creationId xmlns:a16="http://schemas.microsoft.com/office/drawing/2014/main" id="{E0F63477-74FA-4FDA-8DEF-C2B00FD414B7}"/>
                </a:ext>
              </a:extLst>
            </p:cNvPr>
            <p:cNvSpPr txBox="1"/>
            <p:nvPr/>
          </p:nvSpPr>
          <p:spPr>
            <a:xfrm>
              <a:off x="415457" y="8402796"/>
              <a:ext cx="5760640" cy="434383"/>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Body</a:t>
              </a:r>
            </a:p>
          </p:txBody>
        </p:sp>
      </p:grpSp>
      <p:grpSp>
        <p:nvGrpSpPr>
          <p:cNvPr id="13" name="!!viii">
            <a:extLst>
              <a:ext uri="{FF2B5EF4-FFF2-40B4-BE49-F238E27FC236}">
                <a16:creationId xmlns:a16="http://schemas.microsoft.com/office/drawing/2014/main" id="{73E9609B-EE2D-4A55-8D02-F1F14F2E7660}"/>
              </a:ext>
            </a:extLst>
          </p:cNvPr>
          <p:cNvGrpSpPr>
            <a:grpSpLocks noChangeAspect="1"/>
          </p:cNvGrpSpPr>
          <p:nvPr/>
        </p:nvGrpSpPr>
        <p:grpSpPr>
          <a:xfrm>
            <a:off x="295680" y="2232086"/>
            <a:ext cx="4667158" cy="513385"/>
            <a:chOff x="4168767" y="5079587"/>
            <a:chExt cx="3857155" cy="424285"/>
          </a:xfrm>
        </p:grpSpPr>
        <p:sp>
          <p:nvSpPr>
            <p:cNvPr id="14" name="Rectangle: viii" hidden="1">
              <a:extLst>
                <a:ext uri="{FF2B5EF4-FFF2-40B4-BE49-F238E27FC236}">
                  <a16:creationId xmlns:a16="http://schemas.microsoft.com/office/drawing/2014/main" id="{6B4D6B79-D8CB-4D06-8266-76BD94C4526C}"/>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5" name="Freeform: Shape viii">
              <a:extLst>
                <a:ext uri="{FF2B5EF4-FFF2-40B4-BE49-F238E27FC236}">
                  <a16:creationId xmlns:a16="http://schemas.microsoft.com/office/drawing/2014/main" id="{56749C6A-ABFC-43F4-B3E4-3806E2E502FA}"/>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16" name="!!vii">
            <a:extLst>
              <a:ext uri="{FF2B5EF4-FFF2-40B4-BE49-F238E27FC236}">
                <a16:creationId xmlns:a16="http://schemas.microsoft.com/office/drawing/2014/main" id="{A9CC70C6-9E73-4F1A-A5F3-45259675BB00}"/>
              </a:ext>
            </a:extLst>
          </p:cNvPr>
          <p:cNvGrpSpPr>
            <a:grpSpLocks noChangeAspect="1"/>
          </p:cNvGrpSpPr>
          <p:nvPr/>
        </p:nvGrpSpPr>
        <p:grpSpPr>
          <a:xfrm>
            <a:off x="6188263" y="2872379"/>
            <a:ext cx="4667158" cy="513410"/>
            <a:chOff x="4168767" y="4230816"/>
            <a:chExt cx="3857155" cy="424305"/>
          </a:xfrm>
        </p:grpSpPr>
        <p:sp>
          <p:nvSpPr>
            <p:cNvPr id="17" name="Rectangle: vii">
              <a:extLst>
                <a:ext uri="{FF2B5EF4-FFF2-40B4-BE49-F238E27FC236}">
                  <a16:creationId xmlns:a16="http://schemas.microsoft.com/office/drawing/2014/main" id="{0F34E0AE-681E-4B98-8865-0A7228EEB116}"/>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18" name="Freeform: vii" hidden="1">
              <a:extLst>
                <a:ext uri="{FF2B5EF4-FFF2-40B4-BE49-F238E27FC236}">
                  <a16:creationId xmlns:a16="http://schemas.microsoft.com/office/drawing/2014/main" id="{CB9ABA8A-8A7E-4019-B407-AEB08971D278}"/>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19" name="TextBox vii">
              <a:extLst>
                <a:ext uri="{FF2B5EF4-FFF2-40B4-BE49-F238E27FC236}">
                  <a16:creationId xmlns:a16="http://schemas.microsoft.com/office/drawing/2014/main" id="{8C41B74F-468D-4ECF-B9C2-14EAF9151445}"/>
                </a:ext>
              </a:extLst>
            </p:cNvPr>
            <p:cNvSpPr txBox="1"/>
            <p:nvPr/>
          </p:nvSpPr>
          <p:spPr>
            <a:xfrm>
              <a:off x="4294137" y="4275616"/>
              <a:ext cx="2593951" cy="251817"/>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Dear Sir/Madam,</a:t>
              </a:r>
            </a:p>
          </p:txBody>
        </p:sp>
      </p:grpSp>
      <p:grpSp>
        <p:nvGrpSpPr>
          <p:cNvPr id="20" name="!!vi">
            <a:extLst>
              <a:ext uri="{FF2B5EF4-FFF2-40B4-BE49-F238E27FC236}">
                <a16:creationId xmlns:a16="http://schemas.microsoft.com/office/drawing/2014/main" id="{C8CB0EAE-8FE2-49F6-A656-42F6D7E9BC5D}"/>
              </a:ext>
            </a:extLst>
          </p:cNvPr>
          <p:cNvGrpSpPr>
            <a:grpSpLocks noChangeAspect="1"/>
          </p:cNvGrpSpPr>
          <p:nvPr/>
        </p:nvGrpSpPr>
        <p:grpSpPr>
          <a:xfrm>
            <a:off x="295682" y="1591162"/>
            <a:ext cx="4667155" cy="513414"/>
            <a:chOff x="4168767" y="4149080"/>
            <a:chExt cx="3857153" cy="424309"/>
          </a:xfrm>
        </p:grpSpPr>
        <p:sp>
          <p:nvSpPr>
            <p:cNvPr id="21" name="Rectangle: vi" hidden="1">
              <a:extLst>
                <a:ext uri="{FF2B5EF4-FFF2-40B4-BE49-F238E27FC236}">
                  <a16:creationId xmlns:a16="http://schemas.microsoft.com/office/drawing/2014/main" id="{1A8DC8A3-EDE0-44BB-B542-88B6AEC7F49A}"/>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2" name="Freeform: vi">
              <a:extLst>
                <a:ext uri="{FF2B5EF4-FFF2-40B4-BE49-F238E27FC236}">
                  <a16:creationId xmlns:a16="http://schemas.microsoft.com/office/drawing/2014/main" id="{32AA8889-B81E-46CB-8BBC-51478CE8FD0C}"/>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23" name="!!v">
            <a:extLst>
              <a:ext uri="{FF2B5EF4-FFF2-40B4-BE49-F238E27FC236}">
                <a16:creationId xmlns:a16="http://schemas.microsoft.com/office/drawing/2014/main" id="{CD45B115-B589-4DD2-9B26-DCD2DB9F9629}"/>
              </a:ext>
            </a:extLst>
          </p:cNvPr>
          <p:cNvGrpSpPr>
            <a:grpSpLocks noChangeAspect="1"/>
          </p:cNvGrpSpPr>
          <p:nvPr/>
        </p:nvGrpSpPr>
        <p:grpSpPr>
          <a:xfrm>
            <a:off x="1861841" y="3848539"/>
            <a:ext cx="4667231" cy="1553908"/>
            <a:chOff x="4167513" y="2780928"/>
            <a:chExt cx="3857215" cy="1284222"/>
          </a:xfrm>
        </p:grpSpPr>
        <p:sp>
          <p:nvSpPr>
            <p:cNvPr id="24" name="Rectangle: v">
              <a:extLst>
                <a:ext uri="{FF2B5EF4-FFF2-40B4-BE49-F238E27FC236}">
                  <a16:creationId xmlns:a16="http://schemas.microsoft.com/office/drawing/2014/main" id="{D50411E7-01A4-492B-8A5F-396EC9338A71}"/>
                </a:ext>
              </a:extLst>
            </p:cNvPr>
            <p:cNvSpPr/>
            <p:nvPr/>
          </p:nvSpPr>
          <p:spPr>
            <a:xfrm>
              <a:off x="4257700" y="2925048"/>
              <a:ext cx="3672408" cy="93600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5" name="Freeform: v" hidden="1">
              <a:extLst>
                <a:ext uri="{FF2B5EF4-FFF2-40B4-BE49-F238E27FC236}">
                  <a16:creationId xmlns:a16="http://schemas.microsoft.com/office/drawing/2014/main" id="{B337B05A-00C7-4332-99A9-6422324BAD04}"/>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26" name="TextBox v">
              <a:extLst>
                <a:ext uri="{FF2B5EF4-FFF2-40B4-BE49-F238E27FC236}">
                  <a16:creationId xmlns:a16="http://schemas.microsoft.com/office/drawing/2014/main" id="{3221B2C2-7CD7-442A-80E2-A8391BF0262B}"/>
                </a:ext>
              </a:extLst>
            </p:cNvPr>
            <p:cNvSpPr txBox="1"/>
            <p:nvPr/>
          </p:nvSpPr>
          <p:spPr>
            <a:xfrm>
              <a:off x="4329708" y="2953214"/>
              <a:ext cx="2702396" cy="755452"/>
            </a:xfrm>
            <a:prstGeom prst="rect">
              <a:avLst/>
            </a:prstGeom>
            <a:noFill/>
            <a:scene3d>
              <a:camera prst="orthographicFront"/>
              <a:lightRig rig="threePt" dir="t"/>
            </a:scene3d>
            <a:sp3d>
              <a:bevelT w="38100" h="38100"/>
            </a:sp3d>
          </p:spPr>
          <p:txBody>
            <a:bodyPr wrap="square" lIns="91440" tIns="45720" rIns="91440" bIns="45720" rtlCol="0" anchor="t">
              <a:spAutoFit/>
            </a:bodyPr>
            <a:lstStyle/>
            <a:p>
              <a:r>
                <a:rPr lang="en-GB" sz="1200" b="1">
                  <a:solidFill>
                    <a:schemeClr val="accent5">
                      <a:lumMod val="50000"/>
                    </a:schemeClr>
                  </a:solidFill>
                  <a:latin typeface="Gill Sans Nova"/>
                </a:rPr>
                <a:t>Position</a:t>
              </a:r>
            </a:p>
            <a:p>
              <a:r>
                <a:rPr lang="en-GB" sz="1200" b="1">
                  <a:solidFill>
                    <a:schemeClr val="accent5">
                      <a:lumMod val="50000"/>
                    </a:schemeClr>
                  </a:solidFill>
                  <a:latin typeface="Gill Sans Nova"/>
                </a:rPr>
                <a:t>Company name</a:t>
              </a:r>
            </a:p>
            <a:p>
              <a:r>
                <a:rPr lang="en-GB" sz="1200" b="1">
                  <a:solidFill>
                    <a:schemeClr val="accent5">
                      <a:lumMod val="50000"/>
                    </a:schemeClr>
                  </a:solidFill>
                  <a:latin typeface="Gill Sans Nova" panose="020B0602020104020203" pitchFamily="34" charset="0"/>
                </a:rPr>
                <a:t>Their address</a:t>
              </a:r>
            </a:p>
            <a:p>
              <a:r>
                <a:rPr lang="en-GB" sz="1200" b="1">
                  <a:solidFill>
                    <a:schemeClr val="accent5">
                      <a:lumMod val="50000"/>
                    </a:schemeClr>
                  </a:solidFill>
                  <a:latin typeface="Gill Sans Nova" panose="020B0602020104020203" pitchFamily="34" charset="0"/>
                </a:rPr>
                <a:t>Their postcode</a:t>
              </a:r>
            </a:p>
          </p:txBody>
        </p:sp>
      </p:grpSp>
      <p:grpSp>
        <p:nvGrpSpPr>
          <p:cNvPr id="27" name="!!iv">
            <a:extLst>
              <a:ext uri="{FF2B5EF4-FFF2-40B4-BE49-F238E27FC236}">
                <a16:creationId xmlns:a16="http://schemas.microsoft.com/office/drawing/2014/main" id="{2F385975-3E45-4795-B3FB-E5846769E51A}"/>
              </a:ext>
            </a:extLst>
          </p:cNvPr>
          <p:cNvGrpSpPr>
            <a:grpSpLocks noChangeAspect="1"/>
          </p:cNvGrpSpPr>
          <p:nvPr/>
        </p:nvGrpSpPr>
        <p:grpSpPr>
          <a:xfrm>
            <a:off x="295705" y="987720"/>
            <a:ext cx="4667108" cy="513379"/>
            <a:chOff x="4168786" y="2452292"/>
            <a:chExt cx="3857114" cy="424280"/>
          </a:xfrm>
        </p:grpSpPr>
        <p:sp>
          <p:nvSpPr>
            <p:cNvPr id="28" name="Rectangle: iv" hidden="1">
              <a:extLst>
                <a:ext uri="{FF2B5EF4-FFF2-40B4-BE49-F238E27FC236}">
                  <a16:creationId xmlns:a16="http://schemas.microsoft.com/office/drawing/2014/main" id="{D9701666-6583-4517-97AF-1A22D97580D9}"/>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iv">
              <a:extLst>
                <a:ext uri="{FF2B5EF4-FFF2-40B4-BE49-F238E27FC236}">
                  <a16:creationId xmlns:a16="http://schemas.microsoft.com/office/drawing/2014/main" id="{FE65FB6E-B0A4-4C4F-92F9-B9E9DBCA1DEF}"/>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30" name="!!iii">
            <a:extLst>
              <a:ext uri="{FF2B5EF4-FFF2-40B4-BE49-F238E27FC236}">
                <a16:creationId xmlns:a16="http://schemas.microsoft.com/office/drawing/2014/main" id="{702D62BB-33C2-47BC-9731-6CA961E64300}"/>
              </a:ext>
            </a:extLst>
          </p:cNvPr>
          <p:cNvGrpSpPr>
            <a:grpSpLocks noChangeAspect="1"/>
          </p:cNvGrpSpPr>
          <p:nvPr/>
        </p:nvGrpSpPr>
        <p:grpSpPr>
          <a:xfrm>
            <a:off x="5133905" y="1497873"/>
            <a:ext cx="4667135" cy="513379"/>
            <a:chOff x="4168767" y="2143721"/>
            <a:chExt cx="3857136" cy="424280"/>
          </a:xfrm>
        </p:grpSpPr>
        <p:sp>
          <p:nvSpPr>
            <p:cNvPr id="31" name="Rectangle: iii">
              <a:extLst>
                <a:ext uri="{FF2B5EF4-FFF2-40B4-BE49-F238E27FC236}">
                  <a16:creationId xmlns:a16="http://schemas.microsoft.com/office/drawing/2014/main" id="{05DAD87A-771A-45AF-B349-62AEA85D59F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hidden="1">
              <a:extLst>
                <a:ext uri="{FF2B5EF4-FFF2-40B4-BE49-F238E27FC236}">
                  <a16:creationId xmlns:a16="http://schemas.microsoft.com/office/drawing/2014/main" id="{2DD687A4-92BD-4344-BDE4-5B6734F0B996}"/>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33" name="TextBox iii">
              <a:extLst>
                <a:ext uri="{FF2B5EF4-FFF2-40B4-BE49-F238E27FC236}">
                  <a16:creationId xmlns:a16="http://schemas.microsoft.com/office/drawing/2014/main" id="{395ED6E9-73CC-4A7F-9599-41650C0F336E}"/>
                </a:ext>
              </a:extLst>
            </p:cNvPr>
            <p:cNvSpPr txBox="1"/>
            <p:nvPr/>
          </p:nvSpPr>
          <p:spPr>
            <a:xfrm>
              <a:off x="7032104" y="2150152"/>
              <a:ext cx="792088" cy="251817"/>
            </a:xfrm>
            <a:prstGeom prst="rect">
              <a:avLst/>
            </a:prstGeom>
            <a:noFill/>
            <a:scene3d>
              <a:camera prst="orthographicFront"/>
              <a:lightRig rig="threePt" dir="t"/>
            </a:scene3d>
            <a:sp3d>
              <a:bevelT w="38100" h="38100"/>
            </a:sp3d>
          </p:spPr>
          <p:txBody>
            <a:bodyPr wrap="square" rtlCol="0">
              <a:spAutoFit/>
            </a:bodyPr>
            <a:lstStyle/>
            <a:p>
              <a:pPr algn="r"/>
              <a:r>
                <a:rPr lang="en-GB" sz="1200" b="1">
                  <a:solidFill>
                    <a:schemeClr val="accent5">
                      <a:lumMod val="50000"/>
                    </a:schemeClr>
                  </a:solidFill>
                  <a:latin typeface="Gill Sans Nova" panose="020B0602020104020203" pitchFamily="34" charset="0"/>
                </a:rPr>
                <a:t>Date</a:t>
              </a:r>
            </a:p>
          </p:txBody>
        </p:sp>
      </p:grpSp>
      <p:grpSp>
        <p:nvGrpSpPr>
          <p:cNvPr id="34" name="!!ii">
            <a:extLst>
              <a:ext uri="{FF2B5EF4-FFF2-40B4-BE49-F238E27FC236}">
                <a16:creationId xmlns:a16="http://schemas.microsoft.com/office/drawing/2014/main" id="{3340CE59-0D82-4822-9486-35DFE4D4C388}"/>
              </a:ext>
            </a:extLst>
          </p:cNvPr>
          <p:cNvGrpSpPr>
            <a:grpSpLocks noChangeAspect="1"/>
          </p:cNvGrpSpPr>
          <p:nvPr/>
        </p:nvGrpSpPr>
        <p:grpSpPr>
          <a:xfrm>
            <a:off x="295678" y="380991"/>
            <a:ext cx="4667163" cy="516298"/>
            <a:chOff x="4168767" y="1823823"/>
            <a:chExt cx="3857159" cy="426693"/>
          </a:xfrm>
        </p:grpSpPr>
        <p:sp>
          <p:nvSpPr>
            <p:cNvPr id="35" name="Rectangle: ii" hidden="1">
              <a:extLst>
                <a:ext uri="{FF2B5EF4-FFF2-40B4-BE49-F238E27FC236}">
                  <a16:creationId xmlns:a16="http://schemas.microsoft.com/office/drawing/2014/main" id="{A09E0895-9AE5-4EC4-84C1-A3A1E39930D9}"/>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6" name="Freeform: ii">
              <a:extLst>
                <a:ext uri="{FF2B5EF4-FFF2-40B4-BE49-F238E27FC236}">
                  <a16:creationId xmlns:a16="http://schemas.microsoft.com/office/drawing/2014/main" id="{EFAB8DDE-B8A6-4706-9596-9E08C3B11F57}"/>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
            <a:extLst>
              <a:ext uri="{FF2B5EF4-FFF2-40B4-BE49-F238E27FC236}">
                <a16:creationId xmlns:a16="http://schemas.microsoft.com/office/drawing/2014/main" id="{D0DD98ED-E812-4B6A-AB60-915B82F3FD6F}"/>
              </a:ext>
            </a:extLst>
          </p:cNvPr>
          <p:cNvGrpSpPr/>
          <p:nvPr/>
        </p:nvGrpSpPr>
        <p:grpSpPr>
          <a:xfrm>
            <a:off x="7464152" y="3837195"/>
            <a:ext cx="4242937" cy="1067845"/>
            <a:chOff x="4036275" y="686019"/>
            <a:chExt cx="4287817" cy="970768"/>
          </a:xfrm>
          <a:effectLst>
            <a:outerShdw blurRad="63500" sx="102000" sy="102000" algn="ctr" rotWithShape="0">
              <a:prstClr val="black">
                <a:alpha val="40000"/>
              </a:prstClr>
            </a:outerShdw>
          </a:effectLst>
        </p:grpSpPr>
        <p:sp>
          <p:nvSpPr>
            <p:cNvPr id="46" name="Rectangle: i">
              <a:extLst>
                <a:ext uri="{FF2B5EF4-FFF2-40B4-BE49-F238E27FC236}">
                  <a16:creationId xmlns:a16="http://schemas.microsoft.com/office/drawing/2014/main" id="{D23C4F39-1098-462E-8DD2-F198DE4F1973}"/>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Shape 46" hidden="1">
              <a:extLst>
                <a:ext uri="{FF2B5EF4-FFF2-40B4-BE49-F238E27FC236}">
                  <a16:creationId xmlns:a16="http://schemas.microsoft.com/office/drawing/2014/main" id="{A54A15EF-F030-4E79-AA66-1DF8343AA8D5}"/>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48" name="TextBox i">
              <a:extLst>
                <a:ext uri="{FF2B5EF4-FFF2-40B4-BE49-F238E27FC236}">
                  <a16:creationId xmlns:a16="http://schemas.microsoft.com/office/drawing/2014/main" id="{101F3D0C-0F49-4374-B67B-608DE3C65C7B}"/>
                </a:ext>
              </a:extLst>
            </p:cNvPr>
            <p:cNvSpPr txBox="1"/>
            <p:nvPr/>
          </p:nvSpPr>
          <p:spPr>
            <a:xfrm>
              <a:off x="6835103" y="716082"/>
              <a:ext cx="1276316" cy="646331"/>
            </a:xfrm>
            <a:prstGeom prst="rect">
              <a:avLst/>
            </a:prstGeom>
            <a:noFill/>
          </p:spPr>
          <p:txBody>
            <a:bodyPr wrap="square" rtlCol="0">
              <a:spAutoFit/>
            </a:bodyPr>
            <a:lstStyle/>
            <a:p>
              <a:pPr algn="r"/>
              <a:endParaRPr lang="en-GB" sz="1200">
                <a:solidFill>
                  <a:schemeClr val="accent5">
                    <a:lumMod val="50000"/>
                  </a:schemeClr>
                </a:solidFill>
                <a:latin typeface="Gill Sans Nova" panose="020B0602020104020203" pitchFamily="34" charset="0"/>
              </a:endParaRPr>
            </a:p>
            <a:p>
              <a:pPr algn="r"/>
              <a:r>
                <a:rPr lang="en-GB" sz="1200" b="1">
                  <a:solidFill>
                    <a:schemeClr val="accent5">
                      <a:lumMod val="50000"/>
                    </a:schemeClr>
                  </a:solidFill>
                  <a:latin typeface="Gill Sans Nova" panose="020B0602020104020203" pitchFamily="34" charset="0"/>
                </a:rPr>
                <a:t>Your address</a:t>
              </a:r>
            </a:p>
            <a:p>
              <a:pPr algn="r"/>
              <a:r>
                <a:rPr lang="en-GB" sz="1200" b="1">
                  <a:solidFill>
                    <a:schemeClr val="accent5">
                      <a:lumMod val="50000"/>
                    </a:schemeClr>
                  </a:solidFill>
                  <a:latin typeface="Gill Sans Nova" panose="020B0602020104020203" pitchFamily="34" charset="0"/>
                </a:rPr>
                <a:t>Your postcode</a:t>
              </a:r>
            </a:p>
          </p:txBody>
        </p:sp>
      </p:grpSp>
    </p:spTree>
    <p:extLst>
      <p:ext uri="{BB962C8B-B14F-4D97-AF65-F5344CB8AC3E}">
        <p14:creationId xmlns:p14="http://schemas.microsoft.com/office/powerpoint/2010/main" val="2991787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2" name="!!xii">
            <a:extLst>
              <a:ext uri="{FF2B5EF4-FFF2-40B4-BE49-F238E27FC236}">
                <a16:creationId xmlns:a16="http://schemas.microsoft.com/office/drawing/2014/main" id="{D4FEE2A3-995E-4BC7-84E1-79D8DA7D733C}"/>
              </a:ext>
            </a:extLst>
          </p:cNvPr>
          <p:cNvGrpSpPr>
            <a:grpSpLocks noChangeAspect="1"/>
          </p:cNvGrpSpPr>
          <p:nvPr/>
        </p:nvGrpSpPr>
        <p:grpSpPr>
          <a:xfrm>
            <a:off x="3766896" y="6107303"/>
            <a:ext cx="4667155" cy="513385"/>
            <a:chOff x="4168767" y="6317082"/>
            <a:chExt cx="3857153" cy="424286"/>
          </a:xfrm>
        </p:grpSpPr>
        <p:sp>
          <p:nvSpPr>
            <p:cNvPr id="3" name="Rectangle: xii" hidden="1">
              <a:extLst>
                <a:ext uri="{FF2B5EF4-FFF2-40B4-BE49-F238E27FC236}">
                  <a16:creationId xmlns:a16="http://schemas.microsoft.com/office/drawing/2014/main" id="{91AF68F8-C625-4844-A0E8-2449AF30A15C}"/>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 name="Freeform: xii">
              <a:extLst>
                <a:ext uri="{FF2B5EF4-FFF2-40B4-BE49-F238E27FC236}">
                  <a16:creationId xmlns:a16="http://schemas.microsoft.com/office/drawing/2014/main" id="{0BBD38D7-6F54-4B09-88F6-D8EF62731F3F}"/>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5" name="TextBox xii">
              <a:extLst>
                <a:ext uri="{FF2B5EF4-FFF2-40B4-BE49-F238E27FC236}">
                  <a16:creationId xmlns:a16="http://schemas.microsoft.com/office/drawing/2014/main" id="{8AB71EA1-5692-4DEE-8BB7-29AAA1A2D677}"/>
                </a:ext>
              </a:extLst>
            </p:cNvPr>
            <p:cNvSpPr txBox="1"/>
            <p:nvPr/>
          </p:nvSpPr>
          <p:spPr>
            <a:xfrm>
              <a:off x="4408108" y="6387958"/>
              <a:ext cx="2840019"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 first </a:t>
              </a:r>
              <a:r>
                <a:rPr lang="en-GB" sz="1200" b="1" err="1">
                  <a:solidFill>
                    <a:schemeClr val="accent5">
                      <a:lumMod val="50000"/>
                    </a:schemeClr>
                  </a:solidFill>
                  <a:latin typeface="Gill Sans Nova" panose="020B0602020104020203" pitchFamily="34" charset="0"/>
                </a:rPr>
                <a:t>name+surname</a:t>
              </a:r>
              <a:r>
                <a:rPr lang="en-GB" sz="1200" b="1">
                  <a:solidFill>
                    <a:schemeClr val="accent5">
                      <a:lumMod val="50000"/>
                    </a:schemeClr>
                  </a:solidFill>
                  <a:latin typeface="Gill Sans Nova" panose="020B0602020104020203" pitchFamily="34" charset="0"/>
                </a:rPr>
                <a:t>.</a:t>
              </a:r>
            </a:p>
          </p:txBody>
        </p:sp>
      </p:grpSp>
      <p:grpSp>
        <p:nvGrpSpPr>
          <p:cNvPr id="6" name="!!xi">
            <a:extLst>
              <a:ext uri="{FF2B5EF4-FFF2-40B4-BE49-F238E27FC236}">
                <a16:creationId xmlns:a16="http://schemas.microsoft.com/office/drawing/2014/main" id="{DACAEBA8-2A66-48DC-A2ED-063978D27A54}"/>
              </a:ext>
            </a:extLst>
          </p:cNvPr>
          <p:cNvGrpSpPr>
            <a:grpSpLocks noChangeAspect="1"/>
          </p:cNvGrpSpPr>
          <p:nvPr/>
        </p:nvGrpSpPr>
        <p:grpSpPr>
          <a:xfrm>
            <a:off x="477584" y="5567171"/>
            <a:ext cx="4667153" cy="513409"/>
            <a:chOff x="4168767" y="6005359"/>
            <a:chExt cx="3857151" cy="424305"/>
          </a:xfrm>
        </p:grpSpPr>
        <p:sp>
          <p:nvSpPr>
            <p:cNvPr id="7" name="Rectangle: ix" hidden="1">
              <a:extLst>
                <a:ext uri="{FF2B5EF4-FFF2-40B4-BE49-F238E27FC236}">
                  <a16:creationId xmlns:a16="http://schemas.microsoft.com/office/drawing/2014/main" id="{6AEBAEA4-058B-453E-9A2C-E942638136A7}"/>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8" name="Freeform: xi">
              <a:extLst>
                <a:ext uri="{FF2B5EF4-FFF2-40B4-BE49-F238E27FC236}">
                  <a16:creationId xmlns:a16="http://schemas.microsoft.com/office/drawing/2014/main" id="{8AE72AEA-F922-46A8-8773-4293BD0B4B71}"/>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9" name="TextBox xi">
              <a:extLst>
                <a:ext uri="{FF2B5EF4-FFF2-40B4-BE49-F238E27FC236}">
                  <a16:creationId xmlns:a16="http://schemas.microsoft.com/office/drawing/2014/main" id="{86150538-8D58-42C9-A098-751FA090974F}"/>
                </a:ext>
              </a:extLst>
            </p:cNvPr>
            <p:cNvSpPr txBox="1"/>
            <p:nvPr/>
          </p:nvSpPr>
          <p:spPr>
            <a:xfrm>
              <a:off x="4408109" y="6029096"/>
              <a:ext cx="1872208"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Yours faithfully,</a:t>
              </a:r>
            </a:p>
          </p:txBody>
        </p:sp>
      </p:grpSp>
      <p:grpSp>
        <p:nvGrpSpPr>
          <p:cNvPr id="10" name="!!x">
            <a:extLst>
              <a:ext uri="{FF2B5EF4-FFF2-40B4-BE49-F238E27FC236}">
                <a16:creationId xmlns:a16="http://schemas.microsoft.com/office/drawing/2014/main" id="{8892DB83-D230-46E1-821F-C7A0CE262EF1}"/>
              </a:ext>
            </a:extLst>
          </p:cNvPr>
          <p:cNvGrpSpPr>
            <a:grpSpLocks noChangeAspect="1"/>
          </p:cNvGrpSpPr>
          <p:nvPr/>
        </p:nvGrpSpPr>
        <p:grpSpPr>
          <a:xfrm>
            <a:off x="295682" y="2819760"/>
            <a:ext cx="4667155" cy="513387"/>
            <a:chOff x="4168767" y="5696768"/>
            <a:chExt cx="3857153" cy="424286"/>
          </a:xfrm>
        </p:grpSpPr>
        <p:sp>
          <p:nvSpPr>
            <p:cNvPr id="11" name="Rectangle: x" hidden="1">
              <a:extLst>
                <a:ext uri="{FF2B5EF4-FFF2-40B4-BE49-F238E27FC236}">
                  <a16:creationId xmlns:a16="http://schemas.microsoft.com/office/drawing/2014/main" id="{AC2AB7E9-75FE-45C2-8BB1-DBEE0005BFF6}"/>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2" name="Freeform: x">
              <a:extLst>
                <a:ext uri="{FF2B5EF4-FFF2-40B4-BE49-F238E27FC236}">
                  <a16:creationId xmlns:a16="http://schemas.microsoft.com/office/drawing/2014/main" id="{C16D1AB1-3000-467D-9880-43F40F8A98B4}"/>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41" name="!!ix">
            <a:extLst>
              <a:ext uri="{FF2B5EF4-FFF2-40B4-BE49-F238E27FC236}">
                <a16:creationId xmlns:a16="http://schemas.microsoft.com/office/drawing/2014/main" id="{058D49ED-81A3-4DA1-9712-8D2273EFDC34}"/>
              </a:ext>
            </a:extLst>
          </p:cNvPr>
          <p:cNvGrpSpPr>
            <a:grpSpLocks noChangeAspect="1"/>
          </p:cNvGrpSpPr>
          <p:nvPr/>
        </p:nvGrpSpPr>
        <p:grpSpPr>
          <a:xfrm>
            <a:off x="7339001" y="5155399"/>
            <a:ext cx="4667106" cy="833469"/>
            <a:chOff x="137596" y="8013378"/>
            <a:chExt cx="6582808" cy="1188206"/>
          </a:xfrm>
          <a:blipFill>
            <a:blip r:embed="rId2"/>
            <a:stretch>
              <a:fillRect/>
            </a:stretch>
          </a:blipFill>
          <a:effectLst/>
        </p:grpSpPr>
        <p:sp>
          <p:nvSpPr>
            <p:cNvPr id="42" name="Rectangle: Rounded ix">
              <a:extLst>
                <a:ext uri="{FF2B5EF4-FFF2-40B4-BE49-F238E27FC236}">
                  <a16:creationId xmlns:a16="http://schemas.microsoft.com/office/drawing/2014/main" id="{1D7EFCDD-EE49-4969-8633-FD499C0E7716}"/>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3" name="Freeform: ix">
              <a:extLst>
                <a:ext uri="{FF2B5EF4-FFF2-40B4-BE49-F238E27FC236}">
                  <a16:creationId xmlns:a16="http://schemas.microsoft.com/office/drawing/2014/main" id="{DBF822A2-E58D-4D8D-B5B4-994F30952CA3}"/>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p>
          </p:txBody>
        </p:sp>
        <p:sp>
          <p:nvSpPr>
            <p:cNvPr id="44" name="TextBox ix">
              <a:extLst>
                <a:ext uri="{FF2B5EF4-FFF2-40B4-BE49-F238E27FC236}">
                  <a16:creationId xmlns:a16="http://schemas.microsoft.com/office/drawing/2014/main" id="{E0F63477-74FA-4FDA-8DEF-C2B00FD414B7}"/>
                </a:ext>
              </a:extLst>
            </p:cNvPr>
            <p:cNvSpPr txBox="1"/>
            <p:nvPr/>
          </p:nvSpPr>
          <p:spPr>
            <a:xfrm>
              <a:off x="415457" y="8228783"/>
              <a:ext cx="5760640" cy="434383"/>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Body</a:t>
              </a:r>
            </a:p>
          </p:txBody>
        </p:sp>
      </p:grpSp>
      <p:grpSp>
        <p:nvGrpSpPr>
          <p:cNvPr id="13" name="!!viii">
            <a:extLst>
              <a:ext uri="{FF2B5EF4-FFF2-40B4-BE49-F238E27FC236}">
                <a16:creationId xmlns:a16="http://schemas.microsoft.com/office/drawing/2014/main" id="{73E9609B-EE2D-4A55-8D02-F1F14F2E7660}"/>
              </a:ext>
            </a:extLst>
          </p:cNvPr>
          <p:cNvGrpSpPr>
            <a:grpSpLocks noChangeAspect="1"/>
          </p:cNvGrpSpPr>
          <p:nvPr/>
        </p:nvGrpSpPr>
        <p:grpSpPr>
          <a:xfrm>
            <a:off x="295680" y="2232086"/>
            <a:ext cx="4667158" cy="513385"/>
            <a:chOff x="4168767" y="5079587"/>
            <a:chExt cx="3857155" cy="424285"/>
          </a:xfrm>
        </p:grpSpPr>
        <p:sp>
          <p:nvSpPr>
            <p:cNvPr id="14" name="Rectangle: viii" hidden="1">
              <a:extLst>
                <a:ext uri="{FF2B5EF4-FFF2-40B4-BE49-F238E27FC236}">
                  <a16:creationId xmlns:a16="http://schemas.microsoft.com/office/drawing/2014/main" id="{6B4D6B79-D8CB-4D06-8266-76BD94C4526C}"/>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5" name="Freeform: Shape viii">
              <a:extLst>
                <a:ext uri="{FF2B5EF4-FFF2-40B4-BE49-F238E27FC236}">
                  <a16:creationId xmlns:a16="http://schemas.microsoft.com/office/drawing/2014/main" id="{56749C6A-ABFC-43F4-B3E4-3806E2E502FA}"/>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16" name="!!vii">
            <a:extLst>
              <a:ext uri="{FF2B5EF4-FFF2-40B4-BE49-F238E27FC236}">
                <a16:creationId xmlns:a16="http://schemas.microsoft.com/office/drawing/2014/main" id="{A9CC70C6-9E73-4F1A-A5F3-45259675BB00}"/>
              </a:ext>
            </a:extLst>
          </p:cNvPr>
          <p:cNvGrpSpPr>
            <a:grpSpLocks noChangeAspect="1"/>
          </p:cNvGrpSpPr>
          <p:nvPr/>
        </p:nvGrpSpPr>
        <p:grpSpPr>
          <a:xfrm>
            <a:off x="6188263" y="2872379"/>
            <a:ext cx="4667158" cy="513410"/>
            <a:chOff x="4168767" y="4230816"/>
            <a:chExt cx="3857155" cy="424305"/>
          </a:xfrm>
        </p:grpSpPr>
        <p:sp>
          <p:nvSpPr>
            <p:cNvPr id="17" name="Rectangle: vii" hidden="1">
              <a:extLst>
                <a:ext uri="{FF2B5EF4-FFF2-40B4-BE49-F238E27FC236}">
                  <a16:creationId xmlns:a16="http://schemas.microsoft.com/office/drawing/2014/main" id="{0F34E0AE-681E-4B98-8865-0A7228EEB116}"/>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18" name="Freeform: vii">
              <a:extLst>
                <a:ext uri="{FF2B5EF4-FFF2-40B4-BE49-F238E27FC236}">
                  <a16:creationId xmlns:a16="http://schemas.microsoft.com/office/drawing/2014/main" id="{CB9ABA8A-8A7E-4019-B407-AEB08971D278}"/>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19" name="TextBox vii">
              <a:extLst>
                <a:ext uri="{FF2B5EF4-FFF2-40B4-BE49-F238E27FC236}">
                  <a16:creationId xmlns:a16="http://schemas.microsoft.com/office/drawing/2014/main" id="{8C41B74F-468D-4ECF-B9C2-14EAF9151445}"/>
                </a:ext>
              </a:extLst>
            </p:cNvPr>
            <p:cNvSpPr txBox="1"/>
            <p:nvPr/>
          </p:nvSpPr>
          <p:spPr>
            <a:xfrm>
              <a:off x="4294137" y="4275616"/>
              <a:ext cx="2593951" cy="251817"/>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Dear Sir/Madam,</a:t>
              </a:r>
            </a:p>
          </p:txBody>
        </p:sp>
      </p:grpSp>
      <p:grpSp>
        <p:nvGrpSpPr>
          <p:cNvPr id="20" name="!!vi">
            <a:extLst>
              <a:ext uri="{FF2B5EF4-FFF2-40B4-BE49-F238E27FC236}">
                <a16:creationId xmlns:a16="http://schemas.microsoft.com/office/drawing/2014/main" id="{C8CB0EAE-8FE2-49F6-A656-42F6D7E9BC5D}"/>
              </a:ext>
            </a:extLst>
          </p:cNvPr>
          <p:cNvGrpSpPr>
            <a:grpSpLocks noChangeAspect="1"/>
          </p:cNvGrpSpPr>
          <p:nvPr/>
        </p:nvGrpSpPr>
        <p:grpSpPr>
          <a:xfrm>
            <a:off x="295682" y="1591162"/>
            <a:ext cx="4667155" cy="513414"/>
            <a:chOff x="4168767" y="4149080"/>
            <a:chExt cx="3857153" cy="424309"/>
          </a:xfrm>
        </p:grpSpPr>
        <p:sp>
          <p:nvSpPr>
            <p:cNvPr id="21" name="Rectangle: vi" hidden="1">
              <a:extLst>
                <a:ext uri="{FF2B5EF4-FFF2-40B4-BE49-F238E27FC236}">
                  <a16:creationId xmlns:a16="http://schemas.microsoft.com/office/drawing/2014/main" id="{1A8DC8A3-EDE0-44BB-B542-88B6AEC7F49A}"/>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2" name="Freeform: vi">
              <a:extLst>
                <a:ext uri="{FF2B5EF4-FFF2-40B4-BE49-F238E27FC236}">
                  <a16:creationId xmlns:a16="http://schemas.microsoft.com/office/drawing/2014/main" id="{32AA8889-B81E-46CB-8BBC-51478CE8FD0C}"/>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23" name="!!v">
            <a:extLst>
              <a:ext uri="{FF2B5EF4-FFF2-40B4-BE49-F238E27FC236}">
                <a16:creationId xmlns:a16="http://schemas.microsoft.com/office/drawing/2014/main" id="{CD45B115-B589-4DD2-9B26-DCD2DB9F9629}"/>
              </a:ext>
            </a:extLst>
          </p:cNvPr>
          <p:cNvGrpSpPr>
            <a:grpSpLocks noChangeAspect="1"/>
          </p:cNvGrpSpPr>
          <p:nvPr/>
        </p:nvGrpSpPr>
        <p:grpSpPr>
          <a:xfrm>
            <a:off x="1861841" y="3848539"/>
            <a:ext cx="4667231" cy="1553908"/>
            <a:chOff x="4167513" y="2780928"/>
            <a:chExt cx="3857215" cy="1284222"/>
          </a:xfrm>
        </p:grpSpPr>
        <p:sp>
          <p:nvSpPr>
            <p:cNvPr id="24" name="Rectangle: v">
              <a:extLst>
                <a:ext uri="{FF2B5EF4-FFF2-40B4-BE49-F238E27FC236}">
                  <a16:creationId xmlns:a16="http://schemas.microsoft.com/office/drawing/2014/main" id="{D50411E7-01A4-492B-8A5F-396EC9338A71}"/>
                </a:ext>
              </a:extLst>
            </p:cNvPr>
            <p:cNvSpPr/>
            <p:nvPr/>
          </p:nvSpPr>
          <p:spPr>
            <a:xfrm>
              <a:off x="4257700" y="2925048"/>
              <a:ext cx="3672408" cy="93600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5" name="Freeform: v">
              <a:extLst>
                <a:ext uri="{FF2B5EF4-FFF2-40B4-BE49-F238E27FC236}">
                  <a16:creationId xmlns:a16="http://schemas.microsoft.com/office/drawing/2014/main" id="{B337B05A-00C7-4332-99A9-6422324BAD04}"/>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26" name="TextBox v">
              <a:extLst>
                <a:ext uri="{FF2B5EF4-FFF2-40B4-BE49-F238E27FC236}">
                  <a16:creationId xmlns:a16="http://schemas.microsoft.com/office/drawing/2014/main" id="{3221B2C2-7CD7-442A-80E2-A8391BF0262B}"/>
                </a:ext>
              </a:extLst>
            </p:cNvPr>
            <p:cNvSpPr txBox="1"/>
            <p:nvPr/>
          </p:nvSpPr>
          <p:spPr>
            <a:xfrm>
              <a:off x="4329708" y="2953214"/>
              <a:ext cx="2702396" cy="755452"/>
            </a:xfrm>
            <a:prstGeom prst="rect">
              <a:avLst/>
            </a:prstGeom>
            <a:noFill/>
            <a:scene3d>
              <a:camera prst="orthographicFront"/>
              <a:lightRig rig="threePt" dir="t"/>
            </a:scene3d>
            <a:sp3d>
              <a:bevelT w="38100" h="38100"/>
            </a:sp3d>
          </p:spPr>
          <p:txBody>
            <a:bodyPr wrap="square" lIns="91440" tIns="45720" rIns="91440" bIns="45720" rtlCol="0" anchor="t">
              <a:spAutoFit/>
            </a:bodyPr>
            <a:lstStyle/>
            <a:p>
              <a:r>
                <a:rPr lang="en-GB" sz="1200" b="1">
                  <a:solidFill>
                    <a:schemeClr val="accent5">
                      <a:lumMod val="50000"/>
                    </a:schemeClr>
                  </a:solidFill>
                  <a:latin typeface="Gill Sans Nova"/>
                </a:rPr>
                <a:t>Position</a:t>
              </a:r>
            </a:p>
            <a:p>
              <a:r>
                <a:rPr lang="en-GB" sz="1200" b="1">
                  <a:solidFill>
                    <a:schemeClr val="accent5">
                      <a:lumMod val="50000"/>
                    </a:schemeClr>
                  </a:solidFill>
                  <a:latin typeface="Gill Sans Nova"/>
                </a:rPr>
                <a:t>Company name</a:t>
              </a:r>
            </a:p>
            <a:p>
              <a:r>
                <a:rPr lang="en-GB" sz="1200" b="1">
                  <a:solidFill>
                    <a:schemeClr val="accent5">
                      <a:lumMod val="50000"/>
                    </a:schemeClr>
                  </a:solidFill>
                  <a:latin typeface="Gill Sans Nova" panose="020B0602020104020203" pitchFamily="34" charset="0"/>
                </a:rPr>
                <a:t>Their address</a:t>
              </a:r>
            </a:p>
            <a:p>
              <a:r>
                <a:rPr lang="en-GB" sz="1200" b="1">
                  <a:solidFill>
                    <a:schemeClr val="accent5">
                      <a:lumMod val="50000"/>
                    </a:schemeClr>
                  </a:solidFill>
                  <a:latin typeface="Gill Sans Nova" panose="020B0602020104020203" pitchFamily="34" charset="0"/>
                </a:rPr>
                <a:t>Their postcode</a:t>
              </a:r>
            </a:p>
          </p:txBody>
        </p:sp>
      </p:grpSp>
      <p:grpSp>
        <p:nvGrpSpPr>
          <p:cNvPr id="27" name="!!iv">
            <a:extLst>
              <a:ext uri="{FF2B5EF4-FFF2-40B4-BE49-F238E27FC236}">
                <a16:creationId xmlns:a16="http://schemas.microsoft.com/office/drawing/2014/main" id="{2F385975-3E45-4795-B3FB-E5846769E51A}"/>
              </a:ext>
            </a:extLst>
          </p:cNvPr>
          <p:cNvGrpSpPr>
            <a:grpSpLocks noChangeAspect="1"/>
          </p:cNvGrpSpPr>
          <p:nvPr/>
        </p:nvGrpSpPr>
        <p:grpSpPr>
          <a:xfrm>
            <a:off x="295705" y="987720"/>
            <a:ext cx="4667108" cy="513379"/>
            <a:chOff x="4168786" y="2452292"/>
            <a:chExt cx="3857114" cy="424280"/>
          </a:xfrm>
        </p:grpSpPr>
        <p:sp>
          <p:nvSpPr>
            <p:cNvPr id="28" name="Rectangle: iv" hidden="1">
              <a:extLst>
                <a:ext uri="{FF2B5EF4-FFF2-40B4-BE49-F238E27FC236}">
                  <a16:creationId xmlns:a16="http://schemas.microsoft.com/office/drawing/2014/main" id="{D9701666-6583-4517-97AF-1A22D97580D9}"/>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iv">
              <a:extLst>
                <a:ext uri="{FF2B5EF4-FFF2-40B4-BE49-F238E27FC236}">
                  <a16:creationId xmlns:a16="http://schemas.microsoft.com/office/drawing/2014/main" id="{FE65FB6E-B0A4-4C4F-92F9-B9E9DBCA1DEF}"/>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30" name="!!iii">
            <a:extLst>
              <a:ext uri="{FF2B5EF4-FFF2-40B4-BE49-F238E27FC236}">
                <a16:creationId xmlns:a16="http://schemas.microsoft.com/office/drawing/2014/main" id="{702D62BB-33C2-47BC-9731-6CA961E64300}"/>
              </a:ext>
            </a:extLst>
          </p:cNvPr>
          <p:cNvGrpSpPr>
            <a:grpSpLocks noChangeAspect="1"/>
          </p:cNvGrpSpPr>
          <p:nvPr/>
        </p:nvGrpSpPr>
        <p:grpSpPr>
          <a:xfrm>
            <a:off x="5133905" y="1497873"/>
            <a:ext cx="4667135" cy="513379"/>
            <a:chOff x="4168767" y="2143721"/>
            <a:chExt cx="3857136" cy="424280"/>
          </a:xfrm>
        </p:grpSpPr>
        <p:sp>
          <p:nvSpPr>
            <p:cNvPr id="31" name="Rectangle: iii" hidden="1">
              <a:extLst>
                <a:ext uri="{FF2B5EF4-FFF2-40B4-BE49-F238E27FC236}">
                  <a16:creationId xmlns:a16="http://schemas.microsoft.com/office/drawing/2014/main" id="{05DAD87A-771A-45AF-B349-62AEA85D59F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a:extLst>
                <a:ext uri="{FF2B5EF4-FFF2-40B4-BE49-F238E27FC236}">
                  <a16:creationId xmlns:a16="http://schemas.microsoft.com/office/drawing/2014/main" id="{2DD687A4-92BD-4344-BDE4-5B6734F0B996}"/>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33" name="TextBox iii">
              <a:extLst>
                <a:ext uri="{FF2B5EF4-FFF2-40B4-BE49-F238E27FC236}">
                  <a16:creationId xmlns:a16="http://schemas.microsoft.com/office/drawing/2014/main" id="{395ED6E9-73CC-4A7F-9599-41650C0F336E}"/>
                </a:ext>
              </a:extLst>
            </p:cNvPr>
            <p:cNvSpPr txBox="1"/>
            <p:nvPr/>
          </p:nvSpPr>
          <p:spPr>
            <a:xfrm>
              <a:off x="7032104" y="2150152"/>
              <a:ext cx="792088" cy="251817"/>
            </a:xfrm>
            <a:prstGeom prst="rect">
              <a:avLst/>
            </a:prstGeom>
            <a:noFill/>
            <a:scene3d>
              <a:camera prst="orthographicFront"/>
              <a:lightRig rig="threePt" dir="t"/>
            </a:scene3d>
            <a:sp3d>
              <a:bevelT w="38100" h="38100"/>
            </a:sp3d>
          </p:spPr>
          <p:txBody>
            <a:bodyPr wrap="square" rtlCol="0">
              <a:spAutoFit/>
            </a:bodyPr>
            <a:lstStyle/>
            <a:p>
              <a:pPr algn="r"/>
              <a:r>
                <a:rPr lang="en-GB" sz="1200" b="1">
                  <a:solidFill>
                    <a:schemeClr val="accent5">
                      <a:lumMod val="50000"/>
                    </a:schemeClr>
                  </a:solidFill>
                  <a:latin typeface="Gill Sans Nova" panose="020B0602020104020203" pitchFamily="34" charset="0"/>
                </a:rPr>
                <a:t>Date</a:t>
              </a:r>
            </a:p>
          </p:txBody>
        </p:sp>
      </p:grpSp>
      <p:grpSp>
        <p:nvGrpSpPr>
          <p:cNvPr id="34" name="!!ii">
            <a:extLst>
              <a:ext uri="{FF2B5EF4-FFF2-40B4-BE49-F238E27FC236}">
                <a16:creationId xmlns:a16="http://schemas.microsoft.com/office/drawing/2014/main" id="{3340CE59-0D82-4822-9486-35DFE4D4C388}"/>
              </a:ext>
            </a:extLst>
          </p:cNvPr>
          <p:cNvGrpSpPr>
            <a:grpSpLocks noChangeAspect="1"/>
          </p:cNvGrpSpPr>
          <p:nvPr/>
        </p:nvGrpSpPr>
        <p:grpSpPr>
          <a:xfrm>
            <a:off x="295678" y="380991"/>
            <a:ext cx="4667163" cy="516298"/>
            <a:chOff x="4168767" y="1823823"/>
            <a:chExt cx="3857159" cy="426693"/>
          </a:xfrm>
        </p:grpSpPr>
        <p:sp>
          <p:nvSpPr>
            <p:cNvPr id="35" name="Rectangle: ii" hidden="1">
              <a:extLst>
                <a:ext uri="{FF2B5EF4-FFF2-40B4-BE49-F238E27FC236}">
                  <a16:creationId xmlns:a16="http://schemas.microsoft.com/office/drawing/2014/main" id="{A09E0895-9AE5-4EC4-84C1-A3A1E39930D9}"/>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6" name="Freeform: ii">
              <a:extLst>
                <a:ext uri="{FF2B5EF4-FFF2-40B4-BE49-F238E27FC236}">
                  <a16:creationId xmlns:a16="http://schemas.microsoft.com/office/drawing/2014/main" id="{EFAB8DDE-B8A6-4706-9596-9E08C3B11F57}"/>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
            <a:extLst>
              <a:ext uri="{FF2B5EF4-FFF2-40B4-BE49-F238E27FC236}">
                <a16:creationId xmlns:a16="http://schemas.microsoft.com/office/drawing/2014/main" id="{D0DD98ED-E812-4B6A-AB60-915B82F3FD6F}"/>
              </a:ext>
            </a:extLst>
          </p:cNvPr>
          <p:cNvGrpSpPr/>
          <p:nvPr/>
        </p:nvGrpSpPr>
        <p:grpSpPr>
          <a:xfrm>
            <a:off x="7464152" y="3837195"/>
            <a:ext cx="4242937" cy="1067845"/>
            <a:chOff x="4036275" y="686019"/>
            <a:chExt cx="4287817" cy="970768"/>
          </a:xfrm>
          <a:effectLst>
            <a:outerShdw blurRad="63500" sx="102000" sy="102000" algn="ctr" rotWithShape="0">
              <a:prstClr val="black">
                <a:alpha val="40000"/>
              </a:prstClr>
            </a:outerShdw>
          </a:effectLst>
        </p:grpSpPr>
        <p:sp>
          <p:nvSpPr>
            <p:cNvPr id="46" name="Rectangle: i" hidden="1">
              <a:extLst>
                <a:ext uri="{FF2B5EF4-FFF2-40B4-BE49-F238E27FC236}">
                  <a16:creationId xmlns:a16="http://schemas.microsoft.com/office/drawing/2014/main" id="{D23C4F39-1098-462E-8DD2-F198DE4F1973}"/>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Shape 46">
              <a:extLst>
                <a:ext uri="{FF2B5EF4-FFF2-40B4-BE49-F238E27FC236}">
                  <a16:creationId xmlns:a16="http://schemas.microsoft.com/office/drawing/2014/main" id="{A54A15EF-F030-4E79-AA66-1DF8343AA8D5}"/>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48" name="TextBox i">
              <a:extLst>
                <a:ext uri="{FF2B5EF4-FFF2-40B4-BE49-F238E27FC236}">
                  <a16:creationId xmlns:a16="http://schemas.microsoft.com/office/drawing/2014/main" id="{101F3D0C-0F49-4374-B67B-608DE3C65C7B}"/>
                </a:ext>
              </a:extLst>
            </p:cNvPr>
            <p:cNvSpPr txBox="1"/>
            <p:nvPr/>
          </p:nvSpPr>
          <p:spPr>
            <a:xfrm>
              <a:off x="6835103" y="716082"/>
              <a:ext cx="1276316" cy="646331"/>
            </a:xfrm>
            <a:prstGeom prst="rect">
              <a:avLst/>
            </a:prstGeom>
            <a:noFill/>
          </p:spPr>
          <p:txBody>
            <a:bodyPr wrap="square" rtlCol="0">
              <a:spAutoFit/>
            </a:bodyPr>
            <a:lstStyle/>
            <a:p>
              <a:pPr algn="r"/>
              <a:endParaRPr lang="en-GB" sz="1200">
                <a:solidFill>
                  <a:schemeClr val="accent5">
                    <a:lumMod val="50000"/>
                  </a:schemeClr>
                </a:solidFill>
                <a:latin typeface="Gill Sans Nova" panose="020B0602020104020203" pitchFamily="34" charset="0"/>
              </a:endParaRPr>
            </a:p>
            <a:p>
              <a:pPr algn="r"/>
              <a:r>
                <a:rPr lang="en-GB" sz="1200" b="1">
                  <a:solidFill>
                    <a:schemeClr val="accent5">
                      <a:lumMod val="50000"/>
                    </a:schemeClr>
                  </a:solidFill>
                  <a:latin typeface="Gill Sans Nova" panose="020B0602020104020203" pitchFamily="34" charset="0"/>
                </a:rPr>
                <a:t>Your address</a:t>
              </a:r>
            </a:p>
            <a:p>
              <a:pPr algn="r"/>
              <a:r>
                <a:rPr lang="en-GB" sz="1200" b="1">
                  <a:solidFill>
                    <a:schemeClr val="accent5">
                      <a:lumMod val="50000"/>
                    </a:schemeClr>
                  </a:solidFill>
                  <a:latin typeface="Gill Sans Nova" panose="020B0602020104020203" pitchFamily="34" charset="0"/>
                </a:rPr>
                <a:t>Your postcode</a:t>
              </a:r>
            </a:p>
          </p:txBody>
        </p:sp>
      </p:grpSp>
    </p:spTree>
    <p:extLst>
      <p:ext uri="{BB962C8B-B14F-4D97-AF65-F5344CB8AC3E}">
        <p14:creationId xmlns:p14="http://schemas.microsoft.com/office/powerpoint/2010/main" val="275939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2" name="!!xii">
            <a:extLst>
              <a:ext uri="{FF2B5EF4-FFF2-40B4-BE49-F238E27FC236}">
                <a16:creationId xmlns:a16="http://schemas.microsoft.com/office/drawing/2014/main" id="{D4FEE2A3-995E-4BC7-84E1-79D8DA7D733C}"/>
              </a:ext>
            </a:extLst>
          </p:cNvPr>
          <p:cNvGrpSpPr>
            <a:grpSpLocks noChangeAspect="1"/>
          </p:cNvGrpSpPr>
          <p:nvPr/>
        </p:nvGrpSpPr>
        <p:grpSpPr>
          <a:xfrm>
            <a:off x="3979039" y="6130638"/>
            <a:ext cx="4242868" cy="466714"/>
            <a:chOff x="4168767" y="6317082"/>
            <a:chExt cx="3857153" cy="424286"/>
          </a:xfrm>
        </p:grpSpPr>
        <p:sp>
          <p:nvSpPr>
            <p:cNvPr id="3" name="Rectangle: xii">
              <a:extLst>
                <a:ext uri="{FF2B5EF4-FFF2-40B4-BE49-F238E27FC236}">
                  <a16:creationId xmlns:a16="http://schemas.microsoft.com/office/drawing/2014/main" id="{91AF68F8-C625-4844-A0E8-2449AF30A15C}"/>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 name="Freeform: xii">
              <a:extLst>
                <a:ext uri="{FF2B5EF4-FFF2-40B4-BE49-F238E27FC236}">
                  <a16:creationId xmlns:a16="http://schemas.microsoft.com/office/drawing/2014/main" id="{0BBD38D7-6F54-4B09-88F6-D8EF62731F3F}"/>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5" name="TextBox xii">
              <a:extLst>
                <a:ext uri="{FF2B5EF4-FFF2-40B4-BE49-F238E27FC236}">
                  <a16:creationId xmlns:a16="http://schemas.microsoft.com/office/drawing/2014/main" id="{8AB71EA1-5692-4DEE-8BB7-29AAA1A2D677}"/>
                </a:ext>
              </a:extLst>
            </p:cNvPr>
            <p:cNvSpPr txBox="1"/>
            <p:nvPr/>
          </p:nvSpPr>
          <p:spPr>
            <a:xfrm>
              <a:off x="4408108" y="6387958"/>
              <a:ext cx="2840019"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 first </a:t>
              </a:r>
              <a:r>
                <a:rPr lang="en-GB" sz="1200" b="1" err="1">
                  <a:solidFill>
                    <a:schemeClr val="accent5">
                      <a:lumMod val="50000"/>
                    </a:schemeClr>
                  </a:solidFill>
                  <a:latin typeface="Gill Sans Nova" panose="020B0602020104020203" pitchFamily="34" charset="0"/>
                </a:rPr>
                <a:t>name+surname</a:t>
              </a:r>
              <a:r>
                <a:rPr lang="en-GB" sz="1200" b="1">
                  <a:solidFill>
                    <a:schemeClr val="accent5">
                      <a:lumMod val="50000"/>
                    </a:schemeClr>
                  </a:solidFill>
                  <a:latin typeface="Gill Sans Nova" panose="020B0602020104020203" pitchFamily="34" charset="0"/>
                </a:rPr>
                <a:t>.</a:t>
              </a:r>
            </a:p>
          </p:txBody>
        </p:sp>
      </p:grpSp>
      <p:grpSp>
        <p:nvGrpSpPr>
          <p:cNvPr id="6" name="!!xi">
            <a:extLst>
              <a:ext uri="{FF2B5EF4-FFF2-40B4-BE49-F238E27FC236}">
                <a16:creationId xmlns:a16="http://schemas.microsoft.com/office/drawing/2014/main" id="{DACAEBA8-2A66-48DC-A2ED-063978D27A54}"/>
              </a:ext>
            </a:extLst>
          </p:cNvPr>
          <p:cNvGrpSpPr>
            <a:grpSpLocks noChangeAspect="1"/>
          </p:cNvGrpSpPr>
          <p:nvPr/>
        </p:nvGrpSpPr>
        <p:grpSpPr>
          <a:xfrm>
            <a:off x="3975909" y="5786372"/>
            <a:ext cx="4242866" cy="466735"/>
            <a:chOff x="4168767" y="6005359"/>
            <a:chExt cx="3857151" cy="424305"/>
          </a:xfrm>
        </p:grpSpPr>
        <p:sp>
          <p:nvSpPr>
            <p:cNvPr id="7" name="Rectangle: ix">
              <a:extLst>
                <a:ext uri="{FF2B5EF4-FFF2-40B4-BE49-F238E27FC236}">
                  <a16:creationId xmlns:a16="http://schemas.microsoft.com/office/drawing/2014/main" id="{6AEBAEA4-058B-453E-9A2C-E942638136A7}"/>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8" name="Freeform: xi">
              <a:extLst>
                <a:ext uri="{FF2B5EF4-FFF2-40B4-BE49-F238E27FC236}">
                  <a16:creationId xmlns:a16="http://schemas.microsoft.com/office/drawing/2014/main" id="{8AE72AEA-F922-46A8-8773-4293BD0B4B71}"/>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sp>
          <p:nvSpPr>
            <p:cNvPr id="9" name="TextBox xi">
              <a:extLst>
                <a:ext uri="{FF2B5EF4-FFF2-40B4-BE49-F238E27FC236}">
                  <a16:creationId xmlns:a16="http://schemas.microsoft.com/office/drawing/2014/main" id="{86150538-8D58-42C9-A098-751FA090974F}"/>
                </a:ext>
              </a:extLst>
            </p:cNvPr>
            <p:cNvSpPr txBox="1"/>
            <p:nvPr/>
          </p:nvSpPr>
          <p:spPr>
            <a:xfrm>
              <a:off x="4408109" y="6029096"/>
              <a:ext cx="1872208" cy="251818"/>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Yours faithfully,</a:t>
              </a:r>
            </a:p>
          </p:txBody>
        </p:sp>
      </p:grpSp>
      <p:grpSp>
        <p:nvGrpSpPr>
          <p:cNvPr id="10" name="!!x">
            <a:extLst>
              <a:ext uri="{FF2B5EF4-FFF2-40B4-BE49-F238E27FC236}">
                <a16:creationId xmlns:a16="http://schemas.microsoft.com/office/drawing/2014/main" id="{8892DB83-D230-46E1-821F-C7A0CE262EF1}"/>
              </a:ext>
            </a:extLst>
          </p:cNvPr>
          <p:cNvGrpSpPr>
            <a:grpSpLocks noChangeAspect="1"/>
          </p:cNvGrpSpPr>
          <p:nvPr/>
        </p:nvGrpSpPr>
        <p:grpSpPr>
          <a:xfrm>
            <a:off x="3975909" y="5441446"/>
            <a:ext cx="4242868" cy="466715"/>
            <a:chOff x="4168767" y="5696768"/>
            <a:chExt cx="3857153" cy="424286"/>
          </a:xfrm>
        </p:grpSpPr>
        <p:sp>
          <p:nvSpPr>
            <p:cNvPr id="11" name="Rectangle: x">
              <a:extLst>
                <a:ext uri="{FF2B5EF4-FFF2-40B4-BE49-F238E27FC236}">
                  <a16:creationId xmlns:a16="http://schemas.microsoft.com/office/drawing/2014/main" id="{AC2AB7E9-75FE-45C2-8BB1-DBEE0005BFF6}"/>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2" name="Freeform: x">
              <a:extLst>
                <a:ext uri="{FF2B5EF4-FFF2-40B4-BE49-F238E27FC236}">
                  <a16:creationId xmlns:a16="http://schemas.microsoft.com/office/drawing/2014/main" id="{C16D1AB1-3000-467D-9880-43F40F8A98B4}"/>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41" name="!!ix">
            <a:extLst>
              <a:ext uri="{FF2B5EF4-FFF2-40B4-BE49-F238E27FC236}">
                <a16:creationId xmlns:a16="http://schemas.microsoft.com/office/drawing/2014/main" id="{058D49ED-81A3-4DA1-9712-8D2273EFDC34}"/>
              </a:ext>
            </a:extLst>
          </p:cNvPr>
          <p:cNvGrpSpPr>
            <a:grpSpLocks noChangeAspect="1"/>
          </p:cNvGrpSpPr>
          <p:nvPr/>
        </p:nvGrpSpPr>
        <p:grpSpPr>
          <a:xfrm>
            <a:off x="3974652" y="4793112"/>
            <a:ext cx="4242824" cy="757699"/>
            <a:chOff x="137596" y="8013378"/>
            <a:chExt cx="6582808" cy="1188206"/>
          </a:xfrm>
          <a:blipFill>
            <a:blip r:embed="rId2"/>
            <a:stretch>
              <a:fillRect/>
            </a:stretch>
          </a:blipFill>
          <a:effectLst/>
        </p:grpSpPr>
        <p:sp>
          <p:nvSpPr>
            <p:cNvPr id="42" name="Rectangle: Rounded ix">
              <a:extLst>
                <a:ext uri="{FF2B5EF4-FFF2-40B4-BE49-F238E27FC236}">
                  <a16:creationId xmlns:a16="http://schemas.microsoft.com/office/drawing/2014/main" id="{1D7EFCDD-EE49-4969-8633-FD499C0E7716}"/>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43" name="Freeform: ix">
              <a:extLst>
                <a:ext uri="{FF2B5EF4-FFF2-40B4-BE49-F238E27FC236}">
                  <a16:creationId xmlns:a16="http://schemas.microsoft.com/office/drawing/2014/main" id="{DBF822A2-E58D-4D8D-B5B4-994F30952CA3}"/>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p>
          </p:txBody>
        </p:sp>
        <p:sp>
          <p:nvSpPr>
            <p:cNvPr id="44" name="TextBox ix">
              <a:extLst>
                <a:ext uri="{FF2B5EF4-FFF2-40B4-BE49-F238E27FC236}">
                  <a16:creationId xmlns:a16="http://schemas.microsoft.com/office/drawing/2014/main" id="{E0F63477-74FA-4FDA-8DEF-C2B00FD414B7}"/>
                </a:ext>
              </a:extLst>
            </p:cNvPr>
            <p:cNvSpPr txBox="1"/>
            <p:nvPr/>
          </p:nvSpPr>
          <p:spPr>
            <a:xfrm>
              <a:off x="415457" y="8228783"/>
              <a:ext cx="5760640" cy="434383"/>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Body</a:t>
              </a:r>
            </a:p>
          </p:txBody>
        </p:sp>
      </p:grpSp>
      <p:grpSp>
        <p:nvGrpSpPr>
          <p:cNvPr id="13" name="!!viii">
            <a:extLst>
              <a:ext uri="{FF2B5EF4-FFF2-40B4-BE49-F238E27FC236}">
                <a16:creationId xmlns:a16="http://schemas.microsoft.com/office/drawing/2014/main" id="{73E9609B-EE2D-4A55-8D02-F1F14F2E7660}"/>
              </a:ext>
            </a:extLst>
          </p:cNvPr>
          <p:cNvGrpSpPr>
            <a:grpSpLocks noChangeAspect="1"/>
          </p:cNvGrpSpPr>
          <p:nvPr/>
        </p:nvGrpSpPr>
        <p:grpSpPr>
          <a:xfrm>
            <a:off x="3975909" y="4456039"/>
            <a:ext cx="4242871" cy="466714"/>
            <a:chOff x="4168767" y="5079587"/>
            <a:chExt cx="3857155" cy="424285"/>
          </a:xfrm>
        </p:grpSpPr>
        <p:sp>
          <p:nvSpPr>
            <p:cNvPr id="14" name="Rectangle: viii">
              <a:extLst>
                <a:ext uri="{FF2B5EF4-FFF2-40B4-BE49-F238E27FC236}">
                  <a16:creationId xmlns:a16="http://schemas.microsoft.com/office/drawing/2014/main" id="{6B4D6B79-D8CB-4D06-8266-76BD94C4526C}"/>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5" name="Freeform: Shape viii">
              <a:extLst>
                <a:ext uri="{FF2B5EF4-FFF2-40B4-BE49-F238E27FC236}">
                  <a16:creationId xmlns:a16="http://schemas.microsoft.com/office/drawing/2014/main" id="{56749C6A-ABFC-43F4-B3E4-3806E2E502FA}"/>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p>
          </p:txBody>
        </p:sp>
      </p:grpSp>
      <p:grpSp>
        <p:nvGrpSpPr>
          <p:cNvPr id="16" name="!!vii">
            <a:extLst>
              <a:ext uri="{FF2B5EF4-FFF2-40B4-BE49-F238E27FC236}">
                <a16:creationId xmlns:a16="http://schemas.microsoft.com/office/drawing/2014/main" id="{A9CC70C6-9E73-4F1A-A5F3-45259675BB00}"/>
              </a:ext>
            </a:extLst>
          </p:cNvPr>
          <p:cNvGrpSpPr>
            <a:grpSpLocks noChangeAspect="1"/>
          </p:cNvGrpSpPr>
          <p:nvPr/>
        </p:nvGrpSpPr>
        <p:grpSpPr>
          <a:xfrm>
            <a:off x="3975909" y="4110653"/>
            <a:ext cx="4242871" cy="466736"/>
            <a:chOff x="4168767" y="4230816"/>
            <a:chExt cx="3857155" cy="424305"/>
          </a:xfrm>
        </p:grpSpPr>
        <p:sp>
          <p:nvSpPr>
            <p:cNvPr id="17" name="Rectangle: vii">
              <a:extLst>
                <a:ext uri="{FF2B5EF4-FFF2-40B4-BE49-F238E27FC236}">
                  <a16:creationId xmlns:a16="http://schemas.microsoft.com/office/drawing/2014/main" id="{0F34E0AE-681E-4B98-8865-0A7228EEB116}"/>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18" name="Freeform: vii">
              <a:extLst>
                <a:ext uri="{FF2B5EF4-FFF2-40B4-BE49-F238E27FC236}">
                  <a16:creationId xmlns:a16="http://schemas.microsoft.com/office/drawing/2014/main" id="{CB9ABA8A-8A7E-4019-B407-AEB08971D278}"/>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19" name="TextBox vii">
              <a:extLst>
                <a:ext uri="{FF2B5EF4-FFF2-40B4-BE49-F238E27FC236}">
                  <a16:creationId xmlns:a16="http://schemas.microsoft.com/office/drawing/2014/main" id="{8C41B74F-468D-4ECF-B9C2-14EAF9151445}"/>
                </a:ext>
              </a:extLst>
            </p:cNvPr>
            <p:cNvSpPr txBox="1"/>
            <p:nvPr/>
          </p:nvSpPr>
          <p:spPr>
            <a:xfrm>
              <a:off x="4294137" y="4275616"/>
              <a:ext cx="2593951" cy="251817"/>
            </a:xfrm>
            <a:prstGeom prst="rect">
              <a:avLst/>
            </a:prstGeom>
            <a:noFill/>
          </p:spPr>
          <p:txBody>
            <a:bodyPr wrap="square" rtlCol="0">
              <a:spAutoFit/>
            </a:bodyPr>
            <a:lstStyle/>
            <a:p>
              <a:r>
                <a:rPr lang="en-GB" sz="1200" b="1">
                  <a:solidFill>
                    <a:schemeClr val="accent5">
                      <a:lumMod val="50000"/>
                    </a:schemeClr>
                  </a:solidFill>
                  <a:latin typeface="Gill Sans Nova" panose="020B0602020104020203" pitchFamily="34" charset="0"/>
                </a:rPr>
                <a:t>Dear Sir/Madam,</a:t>
              </a:r>
            </a:p>
          </p:txBody>
        </p:sp>
      </p:grpSp>
      <p:grpSp>
        <p:nvGrpSpPr>
          <p:cNvPr id="20" name="!!vi">
            <a:extLst>
              <a:ext uri="{FF2B5EF4-FFF2-40B4-BE49-F238E27FC236}">
                <a16:creationId xmlns:a16="http://schemas.microsoft.com/office/drawing/2014/main" id="{C8CB0EAE-8FE2-49F6-A656-42F6D7E9BC5D}"/>
              </a:ext>
            </a:extLst>
          </p:cNvPr>
          <p:cNvGrpSpPr>
            <a:grpSpLocks noChangeAspect="1"/>
          </p:cNvGrpSpPr>
          <p:nvPr/>
        </p:nvGrpSpPr>
        <p:grpSpPr>
          <a:xfrm>
            <a:off x="3975909" y="3765268"/>
            <a:ext cx="4242868" cy="466740"/>
            <a:chOff x="4168767" y="4149080"/>
            <a:chExt cx="3857153" cy="424309"/>
          </a:xfrm>
        </p:grpSpPr>
        <p:sp>
          <p:nvSpPr>
            <p:cNvPr id="21" name="Rectangle: vi">
              <a:extLst>
                <a:ext uri="{FF2B5EF4-FFF2-40B4-BE49-F238E27FC236}">
                  <a16:creationId xmlns:a16="http://schemas.microsoft.com/office/drawing/2014/main" id="{1A8DC8A3-EDE0-44BB-B542-88B6AEC7F49A}"/>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2" name="Freeform: vi">
              <a:extLst>
                <a:ext uri="{FF2B5EF4-FFF2-40B4-BE49-F238E27FC236}">
                  <a16:creationId xmlns:a16="http://schemas.microsoft.com/office/drawing/2014/main" id="{32AA8889-B81E-46CB-8BBC-51478CE8FD0C}"/>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23" name="!!v">
            <a:extLst>
              <a:ext uri="{FF2B5EF4-FFF2-40B4-BE49-F238E27FC236}">
                <a16:creationId xmlns:a16="http://schemas.microsoft.com/office/drawing/2014/main" id="{CD45B115-B589-4DD2-9B26-DCD2DB9F9629}"/>
              </a:ext>
            </a:extLst>
          </p:cNvPr>
          <p:cNvGrpSpPr>
            <a:grpSpLocks noChangeAspect="1"/>
          </p:cNvGrpSpPr>
          <p:nvPr/>
        </p:nvGrpSpPr>
        <p:grpSpPr>
          <a:xfrm>
            <a:off x="3974652" y="2465370"/>
            <a:ext cx="4242937" cy="1412644"/>
            <a:chOff x="4167513" y="2780928"/>
            <a:chExt cx="3857215" cy="1284222"/>
          </a:xfrm>
        </p:grpSpPr>
        <p:sp>
          <p:nvSpPr>
            <p:cNvPr id="24" name="Rectangle: v">
              <a:extLst>
                <a:ext uri="{FF2B5EF4-FFF2-40B4-BE49-F238E27FC236}">
                  <a16:creationId xmlns:a16="http://schemas.microsoft.com/office/drawing/2014/main" id="{D50411E7-01A4-492B-8A5F-396EC9338A71}"/>
                </a:ext>
              </a:extLst>
            </p:cNvPr>
            <p:cNvSpPr/>
            <p:nvPr/>
          </p:nvSpPr>
          <p:spPr>
            <a:xfrm>
              <a:off x="4257700" y="2925048"/>
              <a:ext cx="3672408" cy="93600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5" name="Freeform: v">
              <a:extLst>
                <a:ext uri="{FF2B5EF4-FFF2-40B4-BE49-F238E27FC236}">
                  <a16:creationId xmlns:a16="http://schemas.microsoft.com/office/drawing/2014/main" id="{B337B05A-00C7-4332-99A9-6422324BAD04}"/>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26" name="TextBox v">
              <a:extLst>
                <a:ext uri="{FF2B5EF4-FFF2-40B4-BE49-F238E27FC236}">
                  <a16:creationId xmlns:a16="http://schemas.microsoft.com/office/drawing/2014/main" id="{3221B2C2-7CD7-442A-80E2-A8391BF0262B}"/>
                </a:ext>
              </a:extLst>
            </p:cNvPr>
            <p:cNvSpPr txBox="1"/>
            <p:nvPr/>
          </p:nvSpPr>
          <p:spPr>
            <a:xfrm>
              <a:off x="4329708" y="2953214"/>
              <a:ext cx="2702396" cy="755452"/>
            </a:xfrm>
            <a:prstGeom prst="rect">
              <a:avLst/>
            </a:prstGeom>
            <a:noFill/>
            <a:scene3d>
              <a:camera prst="orthographicFront"/>
              <a:lightRig rig="threePt" dir="t"/>
            </a:scene3d>
            <a:sp3d>
              <a:bevelT w="38100" h="38100"/>
            </a:sp3d>
          </p:spPr>
          <p:txBody>
            <a:bodyPr wrap="square" lIns="91440" tIns="45720" rIns="91440" bIns="45720" rtlCol="0" anchor="t">
              <a:spAutoFit/>
            </a:bodyPr>
            <a:lstStyle/>
            <a:p>
              <a:r>
                <a:rPr lang="en-GB" sz="1200" b="1">
                  <a:solidFill>
                    <a:schemeClr val="accent5">
                      <a:lumMod val="50000"/>
                    </a:schemeClr>
                  </a:solidFill>
                  <a:latin typeface="Gill Sans Nova"/>
                </a:rPr>
                <a:t>Position</a:t>
              </a:r>
            </a:p>
            <a:p>
              <a:r>
                <a:rPr lang="en-GB" sz="1200" b="1">
                  <a:solidFill>
                    <a:schemeClr val="accent5">
                      <a:lumMod val="50000"/>
                    </a:schemeClr>
                  </a:solidFill>
                  <a:latin typeface="Gill Sans Nova"/>
                </a:rPr>
                <a:t>Company name</a:t>
              </a:r>
            </a:p>
            <a:p>
              <a:r>
                <a:rPr lang="en-GB" sz="1200" b="1">
                  <a:solidFill>
                    <a:schemeClr val="accent5">
                      <a:lumMod val="50000"/>
                    </a:schemeClr>
                  </a:solidFill>
                  <a:latin typeface="Gill Sans Nova" panose="020B0602020104020203" pitchFamily="34" charset="0"/>
                </a:rPr>
                <a:t>Their address</a:t>
              </a:r>
            </a:p>
            <a:p>
              <a:r>
                <a:rPr lang="en-GB" sz="1200" b="1">
                  <a:solidFill>
                    <a:schemeClr val="accent5">
                      <a:lumMod val="50000"/>
                    </a:schemeClr>
                  </a:solidFill>
                  <a:latin typeface="Gill Sans Nova" panose="020B0602020104020203" pitchFamily="34" charset="0"/>
                </a:rPr>
                <a:t>Their postcode</a:t>
              </a:r>
            </a:p>
          </p:txBody>
        </p:sp>
      </p:grpSp>
      <p:grpSp>
        <p:nvGrpSpPr>
          <p:cNvPr id="27" name="!!iv">
            <a:extLst>
              <a:ext uri="{FF2B5EF4-FFF2-40B4-BE49-F238E27FC236}">
                <a16:creationId xmlns:a16="http://schemas.microsoft.com/office/drawing/2014/main" id="{2F385975-3E45-4795-B3FB-E5846769E51A}"/>
              </a:ext>
            </a:extLst>
          </p:cNvPr>
          <p:cNvGrpSpPr>
            <a:grpSpLocks noChangeAspect="1"/>
          </p:cNvGrpSpPr>
          <p:nvPr/>
        </p:nvGrpSpPr>
        <p:grpSpPr>
          <a:xfrm>
            <a:off x="3974658" y="2113713"/>
            <a:ext cx="4242825" cy="466708"/>
            <a:chOff x="4168786" y="2452292"/>
            <a:chExt cx="3857114" cy="424280"/>
          </a:xfrm>
        </p:grpSpPr>
        <p:sp>
          <p:nvSpPr>
            <p:cNvPr id="28" name="Rectangle: iv">
              <a:extLst>
                <a:ext uri="{FF2B5EF4-FFF2-40B4-BE49-F238E27FC236}">
                  <a16:creationId xmlns:a16="http://schemas.microsoft.com/office/drawing/2014/main" id="{D9701666-6583-4517-97AF-1A22D97580D9}"/>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iv">
              <a:extLst>
                <a:ext uri="{FF2B5EF4-FFF2-40B4-BE49-F238E27FC236}">
                  <a16:creationId xmlns:a16="http://schemas.microsoft.com/office/drawing/2014/main" id="{FE65FB6E-B0A4-4C4F-92F9-B9E9DBCA1DEF}"/>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30" name="!!iii">
            <a:extLst>
              <a:ext uri="{FF2B5EF4-FFF2-40B4-BE49-F238E27FC236}">
                <a16:creationId xmlns:a16="http://schemas.microsoft.com/office/drawing/2014/main" id="{702D62BB-33C2-47BC-9731-6CA961E64300}"/>
              </a:ext>
            </a:extLst>
          </p:cNvPr>
          <p:cNvGrpSpPr>
            <a:grpSpLocks noChangeAspect="1"/>
          </p:cNvGrpSpPr>
          <p:nvPr/>
        </p:nvGrpSpPr>
        <p:grpSpPr>
          <a:xfrm>
            <a:off x="3975910" y="1789625"/>
            <a:ext cx="4242850" cy="466708"/>
            <a:chOff x="4168767" y="2143721"/>
            <a:chExt cx="3857136" cy="424280"/>
          </a:xfrm>
        </p:grpSpPr>
        <p:sp>
          <p:nvSpPr>
            <p:cNvPr id="31" name="Rectangle: iii">
              <a:extLst>
                <a:ext uri="{FF2B5EF4-FFF2-40B4-BE49-F238E27FC236}">
                  <a16:creationId xmlns:a16="http://schemas.microsoft.com/office/drawing/2014/main" id="{05DAD87A-771A-45AF-B349-62AEA85D59F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a:extLst>
                <a:ext uri="{FF2B5EF4-FFF2-40B4-BE49-F238E27FC236}">
                  <a16:creationId xmlns:a16="http://schemas.microsoft.com/office/drawing/2014/main" id="{2DD687A4-92BD-4344-BDE4-5B6734F0B996}"/>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33" name="TextBox iii">
              <a:extLst>
                <a:ext uri="{FF2B5EF4-FFF2-40B4-BE49-F238E27FC236}">
                  <a16:creationId xmlns:a16="http://schemas.microsoft.com/office/drawing/2014/main" id="{395ED6E9-73CC-4A7F-9599-41650C0F336E}"/>
                </a:ext>
              </a:extLst>
            </p:cNvPr>
            <p:cNvSpPr txBox="1"/>
            <p:nvPr/>
          </p:nvSpPr>
          <p:spPr>
            <a:xfrm>
              <a:off x="7032104" y="2150152"/>
              <a:ext cx="792088" cy="251817"/>
            </a:xfrm>
            <a:prstGeom prst="rect">
              <a:avLst/>
            </a:prstGeom>
            <a:noFill/>
            <a:scene3d>
              <a:camera prst="orthographicFront"/>
              <a:lightRig rig="threePt" dir="t"/>
            </a:scene3d>
            <a:sp3d>
              <a:bevelT w="38100" h="38100"/>
            </a:sp3d>
          </p:spPr>
          <p:txBody>
            <a:bodyPr wrap="square" rtlCol="0">
              <a:spAutoFit/>
            </a:bodyPr>
            <a:lstStyle/>
            <a:p>
              <a:pPr algn="r"/>
              <a:r>
                <a:rPr lang="en-GB" sz="1200" b="1">
                  <a:solidFill>
                    <a:schemeClr val="accent5">
                      <a:lumMod val="50000"/>
                    </a:schemeClr>
                  </a:solidFill>
                  <a:latin typeface="Gill Sans Nova" panose="020B0602020104020203" pitchFamily="34" charset="0"/>
                </a:rPr>
                <a:t>Date</a:t>
              </a:r>
            </a:p>
          </p:txBody>
        </p:sp>
      </p:grpSp>
      <p:grpSp>
        <p:nvGrpSpPr>
          <p:cNvPr id="34" name="!!ii">
            <a:extLst>
              <a:ext uri="{FF2B5EF4-FFF2-40B4-BE49-F238E27FC236}">
                <a16:creationId xmlns:a16="http://schemas.microsoft.com/office/drawing/2014/main" id="{3340CE59-0D82-4822-9486-35DFE4D4C388}"/>
              </a:ext>
            </a:extLst>
          </p:cNvPr>
          <p:cNvGrpSpPr>
            <a:grpSpLocks noChangeAspect="1"/>
          </p:cNvGrpSpPr>
          <p:nvPr/>
        </p:nvGrpSpPr>
        <p:grpSpPr>
          <a:xfrm>
            <a:off x="3975909" y="1465416"/>
            <a:ext cx="4242875" cy="469362"/>
            <a:chOff x="4168767" y="1823823"/>
            <a:chExt cx="3857159" cy="426693"/>
          </a:xfrm>
        </p:grpSpPr>
        <p:sp>
          <p:nvSpPr>
            <p:cNvPr id="35" name="Rectangle: ii">
              <a:extLst>
                <a:ext uri="{FF2B5EF4-FFF2-40B4-BE49-F238E27FC236}">
                  <a16:creationId xmlns:a16="http://schemas.microsoft.com/office/drawing/2014/main" id="{A09E0895-9AE5-4EC4-84C1-A3A1E39930D9}"/>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6" name="Freeform: ii">
              <a:extLst>
                <a:ext uri="{FF2B5EF4-FFF2-40B4-BE49-F238E27FC236}">
                  <a16:creationId xmlns:a16="http://schemas.microsoft.com/office/drawing/2014/main" id="{EFAB8DDE-B8A6-4706-9596-9E08C3B11F57}"/>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
            <a:extLst>
              <a:ext uri="{FF2B5EF4-FFF2-40B4-BE49-F238E27FC236}">
                <a16:creationId xmlns:a16="http://schemas.microsoft.com/office/drawing/2014/main" id="{D0DD98ED-E812-4B6A-AB60-915B82F3FD6F}"/>
              </a:ext>
            </a:extLst>
          </p:cNvPr>
          <p:cNvGrpSpPr/>
          <p:nvPr/>
        </p:nvGrpSpPr>
        <p:grpSpPr>
          <a:xfrm>
            <a:off x="3974539" y="618985"/>
            <a:ext cx="4242937" cy="970768"/>
            <a:chOff x="4036275" y="686019"/>
            <a:chExt cx="4287817" cy="970768"/>
          </a:xfrm>
          <a:effectLst>
            <a:outerShdw blurRad="63500" sx="102000" sy="102000" algn="ctr" rotWithShape="0">
              <a:prstClr val="black">
                <a:alpha val="40000"/>
              </a:prstClr>
            </a:outerShdw>
          </a:effectLst>
        </p:grpSpPr>
        <p:sp>
          <p:nvSpPr>
            <p:cNvPr id="46" name="Rectangle: i">
              <a:extLst>
                <a:ext uri="{FF2B5EF4-FFF2-40B4-BE49-F238E27FC236}">
                  <a16:creationId xmlns:a16="http://schemas.microsoft.com/office/drawing/2014/main" id="{D23C4F39-1098-462E-8DD2-F198DE4F1973}"/>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Shape 46">
              <a:extLst>
                <a:ext uri="{FF2B5EF4-FFF2-40B4-BE49-F238E27FC236}">
                  <a16:creationId xmlns:a16="http://schemas.microsoft.com/office/drawing/2014/main" id="{A54A15EF-F030-4E79-AA66-1DF8343AA8D5}"/>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48" name="TextBox i">
              <a:extLst>
                <a:ext uri="{FF2B5EF4-FFF2-40B4-BE49-F238E27FC236}">
                  <a16:creationId xmlns:a16="http://schemas.microsoft.com/office/drawing/2014/main" id="{101F3D0C-0F49-4374-B67B-608DE3C65C7B}"/>
                </a:ext>
              </a:extLst>
            </p:cNvPr>
            <p:cNvSpPr txBox="1"/>
            <p:nvPr/>
          </p:nvSpPr>
          <p:spPr>
            <a:xfrm>
              <a:off x="6835103" y="716082"/>
              <a:ext cx="1276316" cy="646331"/>
            </a:xfrm>
            <a:prstGeom prst="rect">
              <a:avLst/>
            </a:prstGeom>
            <a:noFill/>
          </p:spPr>
          <p:txBody>
            <a:bodyPr wrap="square" rtlCol="0">
              <a:spAutoFit/>
            </a:bodyPr>
            <a:lstStyle/>
            <a:p>
              <a:pPr algn="r"/>
              <a:endParaRPr lang="en-GB" sz="1200">
                <a:solidFill>
                  <a:schemeClr val="accent5">
                    <a:lumMod val="50000"/>
                  </a:schemeClr>
                </a:solidFill>
                <a:latin typeface="Gill Sans Nova" panose="020B0602020104020203" pitchFamily="34" charset="0"/>
              </a:endParaRPr>
            </a:p>
            <a:p>
              <a:pPr algn="r"/>
              <a:r>
                <a:rPr lang="en-GB" sz="1200" b="1">
                  <a:solidFill>
                    <a:schemeClr val="accent5">
                      <a:lumMod val="50000"/>
                    </a:schemeClr>
                  </a:solidFill>
                  <a:latin typeface="Gill Sans Nova" panose="020B0602020104020203" pitchFamily="34" charset="0"/>
                </a:rPr>
                <a:t>Your address</a:t>
              </a:r>
            </a:p>
            <a:p>
              <a:pPr algn="r"/>
              <a:r>
                <a:rPr lang="en-GB" sz="1200" b="1">
                  <a:solidFill>
                    <a:schemeClr val="accent5">
                      <a:lumMod val="50000"/>
                    </a:schemeClr>
                  </a:solidFill>
                  <a:latin typeface="Gill Sans Nova" panose="020B0602020104020203" pitchFamily="34" charset="0"/>
                </a:rPr>
                <a:t>Your postcode</a:t>
              </a:r>
            </a:p>
          </p:txBody>
        </p:sp>
      </p:grpSp>
    </p:spTree>
    <p:extLst>
      <p:ext uri="{BB962C8B-B14F-4D97-AF65-F5344CB8AC3E}">
        <p14:creationId xmlns:p14="http://schemas.microsoft.com/office/powerpoint/2010/main" val="2833454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3BF07-8560-43D5-A37A-3A7453BDA7A2}"/>
              </a:ext>
            </a:extLst>
          </p:cNvPr>
          <p:cNvSpPr txBox="1"/>
          <p:nvPr/>
        </p:nvSpPr>
        <p:spPr>
          <a:xfrm>
            <a:off x="3575720" y="2420888"/>
            <a:ext cx="4536504" cy="923330"/>
          </a:xfrm>
          <a:prstGeom prst="rect">
            <a:avLst/>
          </a:prstGeom>
          <a:noFill/>
        </p:spPr>
        <p:txBody>
          <a:bodyPr wrap="square" rtlCol="0">
            <a:spAutoFit/>
          </a:bodyPr>
          <a:lstStyle/>
          <a:p>
            <a:r>
              <a:rPr lang="en-GB" sz="5400">
                <a:solidFill>
                  <a:schemeClr val="bg1"/>
                </a:solidFill>
              </a:rPr>
              <a:t>Example</a:t>
            </a:r>
          </a:p>
        </p:txBody>
      </p:sp>
    </p:spTree>
    <p:extLst>
      <p:ext uri="{BB962C8B-B14F-4D97-AF65-F5344CB8AC3E}">
        <p14:creationId xmlns:p14="http://schemas.microsoft.com/office/powerpoint/2010/main" val="607804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84" name="!!xii">
            <a:extLst>
              <a:ext uri="{FF2B5EF4-FFF2-40B4-BE49-F238E27FC236}">
                <a16:creationId xmlns:a16="http://schemas.microsoft.com/office/drawing/2014/main" id="{E22041DC-E271-4734-91CA-6D8E2D084E99}"/>
              </a:ext>
            </a:extLst>
          </p:cNvPr>
          <p:cNvGrpSpPr>
            <a:grpSpLocks noChangeAspect="1"/>
          </p:cNvGrpSpPr>
          <p:nvPr/>
        </p:nvGrpSpPr>
        <p:grpSpPr>
          <a:xfrm>
            <a:off x="388005" y="3707275"/>
            <a:ext cx="4291853" cy="472101"/>
            <a:chOff x="4168767" y="6317082"/>
            <a:chExt cx="3857153" cy="424286"/>
          </a:xfrm>
        </p:grpSpPr>
        <p:sp>
          <p:nvSpPr>
            <p:cNvPr id="61" name="Rectangle: xii">
              <a:extLst>
                <a:ext uri="{FF2B5EF4-FFF2-40B4-BE49-F238E27FC236}">
                  <a16:creationId xmlns:a16="http://schemas.microsoft.com/office/drawing/2014/main" id="{58A05627-425F-4BAF-BDAB-C57691F2842A}"/>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9" name="Freeform: xii" hidden="1">
              <a:extLst>
                <a:ext uri="{FF2B5EF4-FFF2-40B4-BE49-F238E27FC236}">
                  <a16:creationId xmlns:a16="http://schemas.microsoft.com/office/drawing/2014/main" id="{169DD93A-3841-4761-A645-D50DEF67DC72}"/>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2" name="TextBox xii">
              <a:extLst>
                <a:ext uri="{FF2B5EF4-FFF2-40B4-BE49-F238E27FC236}">
                  <a16:creationId xmlns:a16="http://schemas.microsoft.com/office/drawing/2014/main" id="{0A879643-4DC4-450F-9C84-7911B60C85A8}"/>
                </a:ext>
              </a:extLst>
            </p:cNvPr>
            <p:cNvSpPr txBox="1"/>
            <p:nvPr/>
          </p:nvSpPr>
          <p:spPr>
            <a:xfrm>
              <a:off x="4408108" y="6350152"/>
              <a:ext cx="2840019" cy="276999"/>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John Doe.</a:t>
              </a:r>
            </a:p>
          </p:txBody>
        </p:sp>
      </p:grpSp>
      <p:grpSp>
        <p:nvGrpSpPr>
          <p:cNvPr id="83" name="!!xi">
            <a:extLst>
              <a:ext uri="{FF2B5EF4-FFF2-40B4-BE49-F238E27FC236}">
                <a16:creationId xmlns:a16="http://schemas.microsoft.com/office/drawing/2014/main" id="{C396ABC4-6526-40D8-80DE-0D4677A9FF71}"/>
              </a:ext>
            </a:extLst>
          </p:cNvPr>
          <p:cNvGrpSpPr>
            <a:grpSpLocks noChangeAspect="1"/>
          </p:cNvGrpSpPr>
          <p:nvPr/>
        </p:nvGrpSpPr>
        <p:grpSpPr>
          <a:xfrm>
            <a:off x="388006" y="5019261"/>
            <a:ext cx="4291851" cy="472126"/>
            <a:chOff x="4168767" y="6005359"/>
            <a:chExt cx="3857151" cy="424305"/>
          </a:xfrm>
        </p:grpSpPr>
        <p:sp>
          <p:nvSpPr>
            <p:cNvPr id="60" name="Rectangle: ix">
              <a:extLst>
                <a:ext uri="{FF2B5EF4-FFF2-40B4-BE49-F238E27FC236}">
                  <a16:creationId xmlns:a16="http://schemas.microsoft.com/office/drawing/2014/main" id="{31B95129-C33B-49F0-B47E-27CD83F1C21C}"/>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7" name="Freeform: xi" hidden="1">
              <a:extLst>
                <a:ext uri="{FF2B5EF4-FFF2-40B4-BE49-F238E27FC236}">
                  <a16:creationId xmlns:a16="http://schemas.microsoft.com/office/drawing/2014/main" id="{DC2AE546-F9A1-4304-8628-C58F77DCC765}"/>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1" name="TextBox xi">
              <a:extLst>
                <a:ext uri="{FF2B5EF4-FFF2-40B4-BE49-F238E27FC236}">
                  <a16:creationId xmlns:a16="http://schemas.microsoft.com/office/drawing/2014/main" id="{BBD8C7C6-5280-42E6-A210-EB0717D76083}"/>
                </a:ext>
              </a:extLst>
            </p:cNvPr>
            <p:cNvSpPr txBox="1"/>
            <p:nvPr/>
          </p:nvSpPr>
          <p:spPr>
            <a:xfrm>
              <a:off x="4408109" y="6050162"/>
              <a:ext cx="1872208" cy="24894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Yours faithfully,</a:t>
              </a:r>
            </a:p>
          </p:txBody>
        </p:sp>
      </p:grpSp>
      <p:grpSp>
        <p:nvGrpSpPr>
          <p:cNvPr id="80" name="!!x">
            <a:extLst>
              <a:ext uri="{FF2B5EF4-FFF2-40B4-BE49-F238E27FC236}">
                <a16:creationId xmlns:a16="http://schemas.microsoft.com/office/drawing/2014/main" id="{34DE547B-03CD-49B0-9FB5-36BBC4CDC72B}"/>
              </a:ext>
            </a:extLst>
          </p:cNvPr>
          <p:cNvGrpSpPr>
            <a:grpSpLocks noChangeAspect="1"/>
          </p:cNvGrpSpPr>
          <p:nvPr/>
        </p:nvGrpSpPr>
        <p:grpSpPr>
          <a:xfrm>
            <a:off x="388005" y="3026476"/>
            <a:ext cx="4291853" cy="472101"/>
            <a:chOff x="4168767" y="5696768"/>
            <a:chExt cx="3857153" cy="424286"/>
          </a:xfrm>
        </p:grpSpPr>
        <p:sp>
          <p:nvSpPr>
            <p:cNvPr id="59" name="Rectangle: x" hidden="1">
              <a:extLst>
                <a:ext uri="{FF2B5EF4-FFF2-40B4-BE49-F238E27FC236}">
                  <a16:creationId xmlns:a16="http://schemas.microsoft.com/office/drawing/2014/main" id="{994DB5E1-9020-47D3-BFCF-B627FEE29B7D}"/>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8" name="Freeform: x">
              <a:extLst>
                <a:ext uri="{FF2B5EF4-FFF2-40B4-BE49-F238E27FC236}">
                  <a16:creationId xmlns:a16="http://schemas.microsoft.com/office/drawing/2014/main" id="{6779803D-485F-47D7-80E9-E6A75752BBE1}"/>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73" name="!!viii">
            <a:extLst>
              <a:ext uri="{FF2B5EF4-FFF2-40B4-BE49-F238E27FC236}">
                <a16:creationId xmlns:a16="http://schemas.microsoft.com/office/drawing/2014/main" id="{4D2452DC-D8AA-4F9E-8333-DB92646196D5}"/>
              </a:ext>
            </a:extLst>
          </p:cNvPr>
          <p:cNvGrpSpPr>
            <a:grpSpLocks noChangeAspect="1"/>
          </p:cNvGrpSpPr>
          <p:nvPr/>
        </p:nvGrpSpPr>
        <p:grpSpPr>
          <a:xfrm>
            <a:off x="388004" y="2455413"/>
            <a:ext cx="4291855" cy="472100"/>
            <a:chOff x="4168767" y="5079587"/>
            <a:chExt cx="3857155" cy="424285"/>
          </a:xfrm>
        </p:grpSpPr>
        <p:sp>
          <p:nvSpPr>
            <p:cNvPr id="57" name="Rectangle: viii" hidden="1">
              <a:extLst>
                <a:ext uri="{FF2B5EF4-FFF2-40B4-BE49-F238E27FC236}">
                  <a16:creationId xmlns:a16="http://schemas.microsoft.com/office/drawing/2014/main" id="{69404A5D-5BC4-4AF5-93C6-8A09663DB6C5}"/>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Shape viii">
              <a:extLst>
                <a:ext uri="{FF2B5EF4-FFF2-40B4-BE49-F238E27FC236}">
                  <a16:creationId xmlns:a16="http://schemas.microsoft.com/office/drawing/2014/main" id="{8FE5DCC6-2913-489B-8D3E-99925E087263}"/>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72" name="!!vii">
            <a:extLst>
              <a:ext uri="{FF2B5EF4-FFF2-40B4-BE49-F238E27FC236}">
                <a16:creationId xmlns:a16="http://schemas.microsoft.com/office/drawing/2014/main" id="{7F4245C3-D813-4DC6-B308-AB97DAC67E79}"/>
              </a:ext>
            </a:extLst>
          </p:cNvPr>
          <p:cNvGrpSpPr>
            <a:grpSpLocks noChangeAspect="1"/>
          </p:cNvGrpSpPr>
          <p:nvPr/>
        </p:nvGrpSpPr>
        <p:grpSpPr>
          <a:xfrm>
            <a:off x="388004" y="4345624"/>
            <a:ext cx="4291855" cy="472121"/>
            <a:chOff x="4168767" y="4230816"/>
            <a:chExt cx="3857155" cy="424305"/>
          </a:xfrm>
        </p:grpSpPr>
        <p:sp>
          <p:nvSpPr>
            <p:cNvPr id="56" name="Rectangle: vii">
              <a:extLst>
                <a:ext uri="{FF2B5EF4-FFF2-40B4-BE49-F238E27FC236}">
                  <a16:creationId xmlns:a16="http://schemas.microsoft.com/office/drawing/2014/main" id="{FEBE2BAB-8531-40DE-B1FE-A8BBB891B909}"/>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5" name="Freeform: vii" hidden="1">
              <a:extLst>
                <a:ext uri="{FF2B5EF4-FFF2-40B4-BE49-F238E27FC236}">
                  <a16:creationId xmlns:a16="http://schemas.microsoft.com/office/drawing/2014/main" id="{8E1FC8BB-DA3A-47D6-8523-FEA236D13DD9}"/>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71" name="TextBox vii">
              <a:extLst>
                <a:ext uri="{FF2B5EF4-FFF2-40B4-BE49-F238E27FC236}">
                  <a16:creationId xmlns:a16="http://schemas.microsoft.com/office/drawing/2014/main" id="{F097F214-E3BF-4766-9521-3D98AF1AB386}"/>
                </a:ext>
              </a:extLst>
            </p:cNvPr>
            <p:cNvSpPr txBox="1"/>
            <p:nvPr/>
          </p:nvSpPr>
          <p:spPr>
            <a:xfrm>
              <a:off x="4294137" y="4240980"/>
              <a:ext cx="2593951" cy="248945"/>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Dear Sir/Madam,</a:t>
              </a:r>
            </a:p>
          </p:txBody>
        </p:sp>
      </p:grpSp>
      <p:grpSp>
        <p:nvGrpSpPr>
          <p:cNvPr id="70" name="!!vi">
            <a:extLst>
              <a:ext uri="{FF2B5EF4-FFF2-40B4-BE49-F238E27FC236}">
                <a16:creationId xmlns:a16="http://schemas.microsoft.com/office/drawing/2014/main" id="{1558BED8-79A7-4CC0-8D74-A12419D35F16}"/>
              </a:ext>
            </a:extLst>
          </p:cNvPr>
          <p:cNvGrpSpPr>
            <a:grpSpLocks noChangeAspect="1"/>
          </p:cNvGrpSpPr>
          <p:nvPr/>
        </p:nvGrpSpPr>
        <p:grpSpPr>
          <a:xfrm>
            <a:off x="388005" y="1848827"/>
            <a:ext cx="4291853" cy="472126"/>
            <a:chOff x="4168767" y="4149080"/>
            <a:chExt cx="3857153" cy="424309"/>
          </a:xfrm>
        </p:grpSpPr>
        <p:sp>
          <p:nvSpPr>
            <p:cNvPr id="55" name="Rectangle: vi" hidden="1">
              <a:extLst>
                <a:ext uri="{FF2B5EF4-FFF2-40B4-BE49-F238E27FC236}">
                  <a16:creationId xmlns:a16="http://schemas.microsoft.com/office/drawing/2014/main" id="{5778B1E3-A13A-41F2-898C-F33D41CBAC4C}"/>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0" name="Freeform: vi">
              <a:extLst>
                <a:ext uri="{FF2B5EF4-FFF2-40B4-BE49-F238E27FC236}">
                  <a16:creationId xmlns:a16="http://schemas.microsoft.com/office/drawing/2014/main" id="{EAB3EB7C-1254-46A3-A6CD-4251310F21BD}"/>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18" name="!!v">
            <a:extLst>
              <a:ext uri="{FF2B5EF4-FFF2-40B4-BE49-F238E27FC236}">
                <a16:creationId xmlns:a16="http://schemas.microsoft.com/office/drawing/2014/main" id="{A45CF171-ACCD-43BD-815F-29FECE9D4B1B}"/>
              </a:ext>
            </a:extLst>
          </p:cNvPr>
          <p:cNvGrpSpPr>
            <a:grpSpLocks noChangeAspect="1"/>
          </p:cNvGrpSpPr>
          <p:nvPr/>
        </p:nvGrpSpPr>
        <p:grpSpPr>
          <a:xfrm>
            <a:off x="5698756" y="4173767"/>
            <a:ext cx="4291924" cy="1428953"/>
            <a:chOff x="4167513" y="2780928"/>
            <a:chExt cx="3857215" cy="1284222"/>
          </a:xfrm>
        </p:grpSpPr>
        <p:sp>
          <p:nvSpPr>
            <p:cNvPr id="66" name="Rectangle: v">
              <a:extLst>
                <a:ext uri="{FF2B5EF4-FFF2-40B4-BE49-F238E27FC236}">
                  <a16:creationId xmlns:a16="http://schemas.microsoft.com/office/drawing/2014/main" id="{8D2345AD-1B35-46A7-82E0-E559522588CC}"/>
                </a:ext>
              </a:extLst>
            </p:cNvPr>
            <p:cNvSpPr/>
            <p:nvPr/>
          </p:nvSpPr>
          <p:spPr>
            <a:xfrm>
              <a:off x="4257700" y="2826767"/>
              <a:ext cx="3672408" cy="1132561"/>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65" name="Freeform: v" hidden="1">
              <a:extLst>
                <a:ext uri="{FF2B5EF4-FFF2-40B4-BE49-F238E27FC236}">
                  <a16:creationId xmlns:a16="http://schemas.microsoft.com/office/drawing/2014/main" id="{97C96376-9B07-442A-AB7F-14B28C1F9760}"/>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9" name="TextBox v">
              <a:extLst>
                <a:ext uri="{FF2B5EF4-FFF2-40B4-BE49-F238E27FC236}">
                  <a16:creationId xmlns:a16="http://schemas.microsoft.com/office/drawing/2014/main" id="{EC19200D-2028-4E31-A912-34503201767D}"/>
                </a:ext>
              </a:extLst>
            </p:cNvPr>
            <p:cNvSpPr txBox="1"/>
            <p:nvPr/>
          </p:nvSpPr>
          <p:spPr>
            <a:xfrm>
              <a:off x="4329708" y="2841789"/>
              <a:ext cx="1950609" cy="1078755"/>
            </a:xfrm>
            <a:prstGeom prst="rect">
              <a:avLst/>
            </a:prstGeom>
            <a:noFill/>
            <a:scene3d>
              <a:camera prst="orthographicFront"/>
              <a:lightRig rig="threePt" dir="t"/>
            </a:scene3d>
            <a:sp3d>
              <a:bevelT w="38100" h="38100"/>
            </a:sp3d>
          </p:spPr>
          <p:txBody>
            <a:bodyPr wrap="square" rtlCol="0">
              <a:spAutoFit/>
            </a:bodyPr>
            <a:lstStyle/>
            <a:p>
              <a:r>
                <a:rPr lang="en-GB" sz="1200">
                  <a:solidFill>
                    <a:schemeClr val="accent5">
                      <a:lumMod val="50000"/>
                    </a:schemeClr>
                  </a:solidFill>
                  <a:latin typeface="Gill Sans Nova" panose="020B0602020104020203" pitchFamily="34" charset="0"/>
                </a:rPr>
                <a:t>Customer Service Manager</a:t>
              </a:r>
            </a:p>
            <a:p>
              <a:r>
                <a:rPr lang="en-GB" sz="1200">
                  <a:solidFill>
                    <a:schemeClr val="accent5">
                      <a:lumMod val="50000"/>
                    </a:schemeClr>
                  </a:solidFill>
                  <a:latin typeface="Gill Sans Nova" panose="020B0602020104020203" pitchFamily="34" charset="0"/>
                </a:rPr>
                <a:t>Widgets Ltd</a:t>
              </a:r>
            </a:p>
            <a:p>
              <a:r>
                <a:rPr lang="en-GB" sz="1200">
                  <a:solidFill>
                    <a:schemeClr val="accent5">
                      <a:lumMod val="50000"/>
                    </a:schemeClr>
                  </a:solidFill>
                  <a:latin typeface="Gill Sans Nova" panose="020B0602020104020203" pitchFamily="34" charset="0"/>
                </a:rPr>
                <a:t>99 Fake Street</a:t>
              </a:r>
            </a:p>
            <a:p>
              <a:r>
                <a:rPr lang="en-GB" sz="1200">
                  <a:solidFill>
                    <a:schemeClr val="accent5">
                      <a:lumMod val="50000"/>
                    </a:schemeClr>
                  </a:solidFill>
                  <a:latin typeface="Gill Sans Nova" panose="020B0602020104020203" pitchFamily="34" charset="0"/>
                </a:rPr>
                <a:t>City Centre</a:t>
              </a:r>
            </a:p>
            <a:p>
              <a:r>
                <a:rPr lang="en-GB" sz="1200">
                  <a:solidFill>
                    <a:schemeClr val="accent5">
                      <a:lumMod val="50000"/>
                    </a:schemeClr>
                  </a:solidFill>
                  <a:latin typeface="Gill Sans Nova" panose="020B0602020104020203" pitchFamily="34" charset="0"/>
                </a:rPr>
                <a:t>Cardiff</a:t>
              </a:r>
            </a:p>
            <a:p>
              <a:r>
                <a:rPr lang="en-GB" sz="1200">
                  <a:solidFill>
                    <a:schemeClr val="accent5">
                      <a:lumMod val="50000"/>
                    </a:schemeClr>
                  </a:solidFill>
                  <a:latin typeface="Gill Sans Nova" panose="020B0602020104020203" pitchFamily="34" charset="0"/>
                </a:rPr>
                <a:t>CF10 7HE</a:t>
              </a:r>
            </a:p>
          </p:txBody>
        </p:sp>
      </p:grpSp>
      <p:grpSp>
        <p:nvGrpSpPr>
          <p:cNvPr id="5" name="!!iv">
            <a:extLst>
              <a:ext uri="{FF2B5EF4-FFF2-40B4-BE49-F238E27FC236}">
                <a16:creationId xmlns:a16="http://schemas.microsoft.com/office/drawing/2014/main" id="{600C716D-C001-43FF-A254-51BCBD3BF52B}"/>
              </a:ext>
            </a:extLst>
          </p:cNvPr>
          <p:cNvGrpSpPr>
            <a:grpSpLocks noChangeAspect="1"/>
          </p:cNvGrpSpPr>
          <p:nvPr/>
        </p:nvGrpSpPr>
        <p:grpSpPr>
          <a:xfrm>
            <a:off x="388026" y="1226139"/>
            <a:ext cx="4291811" cy="472095"/>
            <a:chOff x="4168786" y="2452292"/>
            <a:chExt cx="3857114" cy="424280"/>
          </a:xfrm>
        </p:grpSpPr>
        <p:sp>
          <p:nvSpPr>
            <p:cNvPr id="53" name="Rectangle: iv" hidden="1">
              <a:extLst>
                <a:ext uri="{FF2B5EF4-FFF2-40B4-BE49-F238E27FC236}">
                  <a16:creationId xmlns:a16="http://schemas.microsoft.com/office/drawing/2014/main" id="{3106A230-5EF0-4B73-8851-274A438FEF33}"/>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3" name="Freeform: iv">
              <a:extLst>
                <a:ext uri="{FF2B5EF4-FFF2-40B4-BE49-F238E27FC236}">
                  <a16:creationId xmlns:a16="http://schemas.microsoft.com/office/drawing/2014/main" id="{AAC1E9E3-5851-4B63-A9AA-5ED15C784FCD}"/>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 name="!!iii">
            <a:extLst>
              <a:ext uri="{FF2B5EF4-FFF2-40B4-BE49-F238E27FC236}">
                <a16:creationId xmlns:a16="http://schemas.microsoft.com/office/drawing/2014/main" id="{9A56FC3E-AD55-4077-BCD1-F11E6C597B7C}"/>
              </a:ext>
            </a:extLst>
          </p:cNvPr>
          <p:cNvGrpSpPr>
            <a:grpSpLocks noChangeAspect="1"/>
          </p:cNvGrpSpPr>
          <p:nvPr/>
        </p:nvGrpSpPr>
        <p:grpSpPr>
          <a:xfrm>
            <a:off x="388014" y="5664792"/>
            <a:ext cx="4291834" cy="472095"/>
            <a:chOff x="4168767" y="2143721"/>
            <a:chExt cx="3857136" cy="424280"/>
          </a:xfrm>
        </p:grpSpPr>
        <p:sp>
          <p:nvSpPr>
            <p:cNvPr id="52" name="Rectangle: iii">
              <a:extLst>
                <a:ext uri="{FF2B5EF4-FFF2-40B4-BE49-F238E27FC236}">
                  <a16:creationId xmlns:a16="http://schemas.microsoft.com/office/drawing/2014/main" id="{73203378-2555-4F7F-BC4F-145AD42D9CA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hidden="1">
              <a:extLst>
                <a:ext uri="{FF2B5EF4-FFF2-40B4-BE49-F238E27FC236}">
                  <a16:creationId xmlns:a16="http://schemas.microsoft.com/office/drawing/2014/main" id="{8ECA55AD-FB47-4A15-BD66-6C1F901B5F12}"/>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2" name="TextBox iii">
              <a:extLst>
                <a:ext uri="{FF2B5EF4-FFF2-40B4-BE49-F238E27FC236}">
                  <a16:creationId xmlns:a16="http://schemas.microsoft.com/office/drawing/2014/main" id="{AA9C626E-A694-40F2-8DE0-377CBAD6A0C3}"/>
                </a:ext>
              </a:extLst>
            </p:cNvPr>
            <p:cNvSpPr txBox="1"/>
            <p:nvPr/>
          </p:nvSpPr>
          <p:spPr>
            <a:xfrm>
              <a:off x="6280317" y="2150152"/>
              <a:ext cx="1543875" cy="276999"/>
            </a:xfrm>
            <a:prstGeom prst="rect">
              <a:avLst/>
            </a:prstGeom>
            <a:noFill/>
            <a:scene3d>
              <a:camera prst="orthographicFront"/>
              <a:lightRig rig="threePt" dir="t"/>
            </a:scene3d>
            <a:sp3d>
              <a:bevelT w="38100" h="38100"/>
            </a:sp3d>
          </p:spPr>
          <p:txBody>
            <a:bodyPr wrap="square" rtlCol="0">
              <a:spAutoFit/>
            </a:bodyPr>
            <a:lstStyle/>
            <a:p>
              <a:pPr algn="r"/>
              <a:r>
                <a:rPr lang="en-GB" sz="1200">
                  <a:solidFill>
                    <a:schemeClr val="accent5">
                      <a:lumMod val="50000"/>
                    </a:schemeClr>
                  </a:solidFill>
                  <a:latin typeface="Gill Sans Nova" panose="020B0602020104020203" pitchFamily="34" charset="0"/>
                </a:rPr>
                <a:t>7 February 2022</a:t>
              </a:r>
            </a:p>
          </p:txBody>
        </p:sp>
      </p:grpSp>
      <p:grpSp>
        <p:nvGrpSpPr>
          <p:cNvPr id="6" name="!!ii">
            <a:extLst>
              <a:ext uri="{FF2B5EF4-FFF2-40B4-BE49-F238E27FC236}">
                <a16:creationId xmlns:a16="http://schemas.microsoft.com/office/drawing/2014/main" id="{C741AC34-BB64-48E8-A283-E199A8115642}"/>
              </a:ext>
            </a:extLst>
          </p:cNvPr>
          <p:cNvGrpSpPr>
            <a:grpSpLocks noChangeAspect="1"/>
          </p:cNvGrpSpPr>
          <p:nvPr/>
        </p:nvGrpSpPr>
        <p:grpSpPr>
          <a:xfrm>
            <a:off x="388001" y="620688"/>
            <a:ext cx="4291860" cy="474780"/>
            <a:chOff x="4168767" y="1823823"/>
            <a:chExt cx="3857159" cy="426693"/>
          </a:xfrm>
        </p:grpSpPr>
        <p:sp>
          <p:nvSpPr>
            <p:cNvPr id="54" name="Rectangle: ii" hidden="1">
              <a:extLst>
                <a:ext uri="{FF2B5EF4-FFF2-40B4-BE49-F238E27FC236}">
                  <a16:creationId xmlns:a16="http://schemas.microsoft.com/office/drawing/2014/main" id="{A6D71300-7F0C-4801-8D49-897AFEBB387E}"/>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1" name="Freeform: ii">
              <a:extLst>
                <a:ext uri="{FF2B5EF4-FFF2-40B4-BE49-F238E27FC236}">
                  <a16:creationId xmlns:a16="http://schemas.microsoft.com/office/drawing/2014/main" id="{5C0CCA0B-4CCA-4D6F-BD84-A3FAD0DAC31D}"/>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x">
            <a:extLst>
              <a:ext uri="{FF2B5EF4-FFF2-40B4-BE49-F238E27FC236}">
                <a16:creationId xmlns:a16="http://schemas.microsoft.com/office/drawing/2014/main" id="{5B46A5D2-B324-4677-B86D-220DB8FAF7DA}"/>
              </a:ext>
            </a:extLst>
          </p:cNvPr>
          <p:cNvGrpSpPr>
            <a:grpSpLocks noChangeAspect="1"/>
          </p:cNvGrpSpPr>
          <p:nvPr/>
        </p:nvGrpSpPr>
        <p:grpSpPr>
          <a:xfrm>
            <a:off x="5951984" y="1440584"/>
            <a:ext cx="4268761" cy="762333"/>
            <a:chOff x="137596" y="8013378"/>
            <a:chExt cx="6582808" cy="1188206"/>
          </a:xfrm>
          <a:blipFill>
            <a:blip r:embed="rId2"/>
            <a:stretch>
              <a:fillRect/>
            </a:stretch>
          </a:blipFill>
          <a:effectLst/>
        </p:grpSpPr>
        <p:sp>
          <p:nvSpPr>
            <p:cNvPr id="46" name="Rectangle: Rounded ix">
              <a:extLst>
                <a:ext uri="{FF2B5EF4-FFF2-40B4-BE49-F238E27FC236}">
                  <a16:creationId xmlns:a16="http://schemas.microsoft.com/office/drawing/2014/main" id="{949AE808-2AEC-42D9-BD96-A8D505169C4A}"/>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ix" hidden="1">
              <a:extLst>
                <a:ext uri="{FF2B5EF4-FFF2-40B4-BE49-F238E27FC236}">
                  <a16:creationId xmlns:a16="http://schemas.microsoft.com/office/drawing/2014/main" id="{D139C3E6-B5B6-47E9-A545-84AA85CF038D}"/>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latin typeface="Gill Sans Nova" panose="020B0602020104020203" pitchFamily="34" charset="0"/>
              </a:endParaRPr>
            </a:p>
          </p:txBody>
        </p:sp>
        <p:sp>
          <p:nvSpPr>
            <p:cNvPr id="48" name="TextBox ix">
              <a:extLst>
                <a:ext uri="{FF2B5EF4-FFF2-40B4-BE49-F238E27FC236}">
                  <a16:creationId xmlns:a16="http://schemas.microsoft.com/office/drawing/2014/main" id="{24781BBC-76F2-441F-817C-0C908959F9A4}"/>
                </a:ext>
              </a:extLst>
            </p:cNvPr>
            <p:cNvSpPr txBox="1"/>
            <p:nvPr/>
          </p:nvSpPr>
          <p:spPr>
            <a:xfrm>
              <a:off x="415457" y="8228783"/>
              <a:ext cx="5760640" cy="48040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Body</a:t>
              </a:r>
            </a:p>
          </p:txBody>
        </p:sp>
      </p:grpSp>
      <p:grpSp>
        <p:nvGrpSpPr>
          <p:cNvPr id="2" name="!!i">
            <a:extLst>
              <a:ext uri="{FF2B5EF4-FFF2-40B4-BE49-F238E27FC236}">
                <a16:creationId xmlns:a16="http://schemas.microsoft.com/office/drawing/2014/main" id="{A8125C6D-8BFE-4474-9102-E17B19918DC1}"/>
              </a:ext>
            </a:extLst>
          </p:cNvPr>
          <p:cNvGrpSpPr/>
          <p:nvPr/>
        </p:nvGrpSpPr>
        <p:grpSpPr>
          <a:xfrm>
            <a:off x="6960096" y="2856068"/>
            <a:ext cx="4305027" cy="970768"/>
            <a:chOff x="4036275" y="686019"/>
            <a:chExt cx="4287817" cy="970768"/>
          </a:xfrm>
          <a:effectLst>
            <a:outerShdw blurRad="63500" sx="102000" sy="102000" algn="ctr" rotWithShape="0">
              <a:prstClr val="black">
                <a:alpha val="40000"/>
              </a:prstClr>
            </a:outerShdw>
          </a:effectLst>
        </p:grpSpPr>
        <p:sp>
          <p:nvSpPr>
            <p:cNvPr id="22" name="Rectangle: i">
              <a:extLst>
                <a:ext uri="{FF2B5EF4-FFF2-40B4-BE49-F238E27FC236}">
                  <a16:creationId xmlns:a16="http://schemas.microsoft.com/office/drawing/2014/main" id="{19CD42D8-C125-4FDD-933E-4EA66304FD40}"/>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9" name="Freeform: Shape 48" hidden="1">
              <a:extLst>
                <a:ext uri="{FF2B5EF4-FFF2-40B4-BE49-F238E27FC236}">
                  <a16:creationId xmlns:a16="http://schemas.microsoft.com/office/drawing/2014/main" id="{D80A3C09-6B8E-4784-93A1-23B0AACC6244}"/>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50" name="TextBox i">
              <a:extLst>
                <a:ext uri="{FF2B5EF4-FFF2-40B4-BE49-F238E27FC236}">
                  <a16:creationId xmlns:a16="http://schemas.microsoft.com/office/drawing/2014/main" id="{2448D258-3734-40D7-8594-4811A2447A2A}"/>
                </a:ext>
              </a:extLst>
            </p:cNvPr>
            <p:cNvSpPr txBox="1"/>
            <p:nvPr/>
          </p:nvSpPr>
          <p:spPr>
            <a:xfrm>
              <a:off x="6956201" y="716082"/>
              <a:ext cx="1155218" cy="830997"/>
            </a:xfrm>
            <a:prstGeom prst="rect">
              <a:avLst/>
            </a:prstGeom>
            <a:noFill/>
          </p:spPr>
          <p:txBody>
            <a:bodyPr wrap="square" rtlCol="0">
              <a:spAutoFit/>
            </a:bodyPr>
            <a:lstStyle/>
            <a:p>
              <a:pPr algn="r"/>
              <a:r>
                <a:rPr lang="en-GB" sz="1200">
                  <a:solidFill>
                    <a:schemeClr val="accent5">
                      <a:lumMod val="50000"/>
                    </a:schemeClr>
                  </a:solidFill>
                  <a:latin typeface="Gill Sans Nova" panose="020B0602020104020203" pitchFamily="34" charset="0"/>
                </a:rPr>
                <a:t>99 Fake St</a:t>
              </a:r>
            </a:p>
            <a:p>
              <a:pPr algn="r"/>
              <a:r>
                <a:rPr lang="en-GB" sz="1200">
                  <a:solidFill>
                    <a:schemeClr val="accent5">
                      <a:lumMod val="50000"/>
                    </a:schemeClr>
                  </a:solidFill>
                  <a:latin typeface="Gill Sans Nova" panose="020B0602020104020203" pitchFamily="34" charset="0"/>
                </a:rPr>
                <a:t>Splott</a:t>
              </a:r>
            </a:p>
            <a:p>
              <a:pPr algn="r"/>
              <a:r>
                <a:rPr lang="en-GB" sz="1200">
                  <a:solidFill>
                    <a:schemeClr val="accent5">
                      <a:lumMod val="50000"/>
                    </a:schemeClr>
                  </a:solidFill>
                  <a:latin typeface="Gill Sans Nova" panose="020B0602020104020203" pitchFamily="34" charset="0"/>
                </a:rPr>
                <a:t>Cardiff</a:t>
              </a:r>
            </a:p>
            <a:p>
              <a:pPr algn="r"/>
              <a:r>
                <a:rPr lang="en-GB" sz="1200">
                  <a:solidFill>
                    <a:schemeClr val="accent5">
                      <a:lumMod val="50000"/>
                    </a:schemeClr>
                  </a:solidFill>
                  <a:latin typeface="Gill Sans Nova" panose="020B0602020104020203" pitchFamily="34" charset="0"/>
                </a:rPr>
                <a:t>CF16 8XY</a:t>
              </a:r>
            </a:p>
          </p:txBody>
        </p:sp>
      </p:grpSp>
    </p:spTree>
    <p:extLst>
      <p:ext uri="{BB962C8B-B14F-4D97-AF65-F5344CB8AC3E}">
        <p14:creationId xmlns:p14="http://schemas.microsoft.com/office/powerpoint/2010/main" val="1249964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84" name="!!xii">
            <a:extLst>
              <a:ext uri="{FF2B5EF4-FFF2-40B4-BE49-F238E27FC236}">
                <a16:creationId xmlns:a16="http://schemas.microsoft.com/office/drawing/2014/main" id="{E22041DC-E271-4734-91CA-6D8E2D084E99}"/>
              </a:ext>
            </a:extLst>
          </p:cNvPr>
          <p:cNvGrpSpPr>
            <a:grpSpLocks noChangeAspect="1"/>
          </p:cNvGrpSpPr>
          <p:nvPr/>
        </p:nvGrpSpPr>
        <p:grpSpPr>
          <a:xfrm>
            <a:off x="388005" y="3707275"/>
            <a:ext cx="4291853" cy="472101"/>
            <a:chOff x="4168767" y="6317082"/>
            <a:chExt cx="3857153" cy="424286"/>
          </a:xfrm>
        </p:grpSpPr>
        <p:sp>
          <p:nvSpPr>
            <p:cNvPr id="61" name="Rectangle: xii" hidden="1">
              <a:extLst>
                <a:ext uri="{FF2B5EF4-FFF2-40B4-BE49-F238E27FC236}">
                  <a16:creationId xmlns:a16="http://schemas.microsoft.com/office/drawing/2014/main" id="{58A05627-425F-4BAF-BDAB-C57691F2842A}"/>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9" name="Freeform: xii">
              <a:extLst>
                <a:ext uri="{FF2B5EF4-FFF2-40B4-BE49-F238E27FC236}">
                  <a16:creationId xmlns:a16="http://schemas.microsoft.com/office/drawing/2014/main" id="{169DD93A-3841-4761-A645-D50DEF67DC72}"/>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2" name="TextBox xii">
              <a:extLst>
                <a:ext uri="{FF2B5EF4-FFF2-40B4-BE49-F238E27FC236}">
                  <a16:creationId xmlns:a16="http://schemas.microsoft.com/office/drawing/2014/main" id="{0A879643-4DC4-450F-9C84-7911B60C85A8}"/>
                </a:ext>
              </a:extLst>
            </p:cNvPr>
            <p:cNvSpPr txBox="1"/>
            <p:nvPr/>
          </p:nvSpPr>
          <p:spPr>
            <a:xfrm>
              <a:off x="4408108" y="6350152"/>
              <a:ext cx="2840019" cy="276999"/>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John Doe.</a:t>
              </a:r>
            </a:p>
          </p:txBody>
        </p:sp>
      </p:grpSp>
      <p:grpSp>
        <p:nvGrpSpPr>
          <p:cNvPr id="83" name="!!xi">
            <a:extLst>
              <a:ext uri="{FF2B5EF4-FFF2-40B4-BE49-F238E27FC236}">
                <a16:creationId xmlns:a16="http://schemas.microsoft.com/office/drawing/2014/main" id="{C396ABC4-6526-40D8-80DE-0D4677A9FF71}"/>
              </a:ext>
            </a:extLst>
          </p:cNvPr>
          <p:cNvGrpSpPr>
            <a:grpSpLocks noChangeAspect="1"/>
          </p:cNvGrpSpPr>
          <p:nvPr/>
        </p:nvGrpSpPr>
        <p:grpSpPr>
          <a:xfrm>
            <a:off x="388006" y="5019261"/>
            <a:ext cx="4291851" cy="472126"/>
            <a:chOff x="4168767" y="6005359"/>
            <a:chExt cx="3857151" cy="424305"/>
          </a:xfrm>
        </p:grpSpPr>
        <p:sp>
          <p:nvSpPr>
            <p:cNvPr id="60" name="Rectangle: ix" hidden="1">
              <a:extLst>
                <a:ext uri="{FF2B5EF4-FFF2-40B4-BE49-F238E27FC236}">
                  <a16:creationId xmlns:a16="http://schemas.microsoft.com/office/drawing/2014/main" id="{31B95129-C33B-49F0-B47E-27CD83F1C21C}"/>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7" name="Freeform: xi">
              <a:extLst>
                <a:ext uri="{FF2B5EF4-FFF2-40B4-BE49-F238E27FC236}">
                  <a16:creationId xmlns:a16="http://schemas.microsoft.com/office/drawing/2014/main" id="{DC2AE546-F9A1-4304-8628-C58F77DCC765}"/>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1" name="TextBox xi">
              <a:extLst>
                <a:ext uri="{FF2B5EF4-FFF2-40B4-BE49-F238E27FC236}">
                  <a16:creationId xmlns:a16="http://schemas.microsoft.com/office/drawing/2014/main" id="{BBD8C7C6-5280-42E6-A210-EB0717D76083}"/>
                </a:ext>
              </a:extLst>
            </p:cNvPr>
            <p:cNvSpPr txBox="1"/>
            <p:nvPr/>
          </p:nvSpPr>
          <p:spPr>
            <a:xfrm>
              <a:off x="4408109" y="6050162"/>
              <a:ext cx="1872208" cy="24894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Yours faithfully,</a:t>
              </a:r>
            </a:p>
          </p:txBody>
        </p:sp>
      </p:grpSp>
      <p:grpSp>
        <p:nvGrpSpPr>
          <p:cNvPr id="80" name="!!x">
            <a:extLst>
              <a:ext uri="{FF2B5EF4-FFF2-40B4-BE49-F238E27FC236}">
                <a16:creationId xmlns:a16="http://schemas.microsoft.com/office/drawing/2014/main" id="{34DE547B-03CD-49B0-9FB5-36BBC4CDC72B}"/>
              </a:ext>
            </a:extLst>
          </p:cNvPr>
          <p:cNvGrpSpPr>
            <a:grpSpLocks noChangeAspect="1"/>
          </p:cNvGrpSpPr>
          <p:nvPr/>
        </p:nvGrpSpPr>
        <p:grpSpPr>
          <a:xfrm>
            <a:off x="388005" y="3026476"/>
            <a:ext cx="4291853" cy="472101"/>
            <a:chOff x="4168767" y="5696768"/>
            <a:chExt cx="3857153" cy="424286"/>
          </a:xfrm>
        </p:grpSpPr>
        <p:sp>
          <p:nvSpPr>
            <p:cNvPr id="59" name="Rectangle: x" hidden="1">
              <a:extLst>
                <a:ext uri="{FF2B5EF4-FFF2-40B4-BE49-F238E27FC236}">
                  <a16:creationId xmlns:a16="http://schemas.microsoft.com/office/drawing/2014/main" id="{994DB5E1-9020-47D3-BFCF-B627FEE29B7D}"/>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8" name="Freeform: x">
              <a:extLst>
                <a:ext uri="{FF2B5EF4-FFF2-40B4-BE49-F238E27FC236}">
                  <a16:creationId xmlns:a16="http://schemas.microsoft.com/office/drawing/2014/main" id="{6779803D-485F-47D7-80E9-E6A75752BBE1}"/>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x">
            <a:extLst>
              <a:ext uri="{FF2B5EF4-FFF2-40B4-BE49-F238E27FC236}">
                <a16:creationId xmlns:a16="http://schemas.microsoft.com/office/drawing/2014/main" id="{5B46A5D2-B324-4677-B86D-220DB8FAF7DA}"/>
              </a:ext>
            </a:extLst>
          </p:cNvPr>
          <p:cNvGrpSpPr>
            <a:grpSpLocks noChangeAspect="1"/>
          </p:cNvGrpSpPr>
          <p:nvPr/>
        </p:nvGrpSpPr>
        <p:grpSpPr>
          <a:xfrm>
            <a:off x="5951984" y="1440584"/>
            <a:ext cx="4268761" cy="762333"/>
            <a:chOff x="137596" y="8013378"/>
            <a:chExt cx="6582808" cy="1188206"/>
          </a:xfrm>
          <a:blipFill>
            <a:blip r:embed="rId2"/>
            <a:stretch>
              <a:fillRect/>
            </a:stretch>
          </a:blipFill>
          <a:effectLst/>
        </p:grpSpPr>
        <p:sp>
          <p:nvSpPr>
            <p:cNvPr id="46" name="Rectangle: Rounded ix">
              <a:extLst>
                <a:ext uri="{FF2B5EF4-FFF2-40B4-BE49-F238E27FC236}">
                  <a16:creationId xmlns:a16="http://schemas.microsoft.com/office/drawing/2014/main" id="{949AE808-2AEC-42D9-BD96-A8D505169C4A}"/>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ix">
              <a:extLst>
                <a:ext uri="{FF2B5EF4-FFF2-40B4-BE49-F238E27FC236}">
                  <a16:creationId xmlns:a16="http://schemas.microsoft.com/office/drawing/2014/main" id="{D139C3E6-B5B6-47E9-A545-84AA85CF038D}"/>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latin typeface="Gill Sans Nova" panose="020B0602020104020203" pitchFamily="34" charset="0"/>
              </a:endParaRPr>
            </a:p>
          </p:txBody>
        </p:sp>
        <p:sp>
          <p:nvSpPr>
            <p:cNvPr id="48" name="TextBox ix">
              <a:extLst>
                <a:ext uri="{FF2B5EF4-FFF2-40B4-BE49-F238E27FC236}">
                  <a16:creationId xmlns:a16="http://schemas.microsoft.com/office/drawing/2014/main" id="{24781BBC-76F2-441F-817C-0C908959F9A4}"/>
                </a:ext>
              </a:extLst>
            </p:cNvPr>
            <p:cNvSpPr txBox="1"/>
            <p:nvPr/>
          </p:nvSpPr>
          <p:spPr>
            <a:xfrm>
              <a:off x="415457" y="8228783"/>
              <a:ext cx="5760640" cy="48040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Body</a:t>
              </a:r>
            </a:p>
          </p:txBody>
        </p:sp>
      </p:grpSp>
      <p:grpSp>
        <p:nvGrpSpPr>
          <p:cNvPr id="73" name="!!viii">
            <a:extLst>
              <a:ext uri="{FF2B5EF4-FFF2-40B4-BE49-F238E27FC236}">
                <a16:creationId xmlns:a16="http://schemas.microsoft.com/office/drawing/2014/main" id="{4D2452DC-D8AA-4F9E-8333-DB92646196D5}"/>
              </a:ext>
            </a:extLst>
          </p:cNvPr>
          <p:cNvGrpSpPr>
            <a:grpSpLocks noChangeAspect="1"/>
          </p:cNvGrpSpPr>
          <p:nvPr/>
        </p:nvGrpSpPr>
        <p:grpSpPr>
          <a:xfrm>
            <a:off x="388004" y="2455413"/>
            <a:ext cx="4291855" cy="472100"/>
            <a:chOff x="4168767" y="5079587"/>
            <a:chExt cx="3857155" cy="424285"/>
          </a:xfrm>
        </p:grpSpPr>
        <p:sp>
          <p:nvSpPr>
            <p:cNvPr id="57" name="Rectangle: viii" hidden="1">
              <a:extLst>
                <a:ext uri="{FF2B5EF4-FFF2-40B4-BE49-F238E27FC236}">
                  <a16:creationId xmlns:a16="http://schemas.microsoft.com/office/drawing/2014/main" id="{69404A5D-5BC4-4AF5-93C6-8A09663DB6C5}"/>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Shape viii">
              <a:extLst>
                <a:ext uri="{FF2B5EF4-FFF2-40B4-BE49-F238E27FC236}">
                  <a16:creationId xmlns:a16="http://schemas.microsoft.com/office/drawing/2014/main" id="{8FE5DCC6-2913-489B-8D3E-99925E087263}"/>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72" name="!!vii">
            <a:extLst>
              <a:ext uri="{FF2B5EF4-FFF2-40B4-BE49-F238E27FC236}">
                <a16:creationId xmlns:a16="http://schemas.microsoft.com/office/drawing/2014/main" id="{7F4245C3-D813-4DC6-B308-AB97DAC67E79}"/>
              </a:ext>
            </a:extLst>
          </p:cNvPr>
          <p:cNvGrpSpPr>
            <a:grpSpLocks noChangeAspect="1"/>
          </p:cNvGrpSpPr>
          <p:nvPr/>
        </p:nvGrpSpPr>
        <p:grpSpPr>
          <a:xfrm>
            <a:off x="388004" y="4345624"/>
            <a:ext cx="4291855" cy="472121"/>
            <a:chOff x="4168767" y="4230816"/>
            <a:chExt cx="3857155" cy="424305"/>
          </a:xfrm>
        </p:grpSpPr>
        <p:sp>
          <p:nvSpPr>
            <p:cNvPr id="56" name="Rectangle: vii" hidden="1">
              <a:extLst>
                <a:ext uri="{FF2B5EF4-FFF2-40B4-BE49-F238E27FC236}">
                  <a16:creationId xmlns:a16="http://schemas.microsoft.com/office/drawing/2014/main" id="{FEBE2BAB-8531-40DE-B1FE-A8BBB891B909}"/>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5" name="Freeform: vii">
              <a:extLst>
                <a:ext uri="{FF2B5EF4-FFF2-40B4-BE49-F238E27FC236}">
                  <a16:creationId xmlns:a16="http://schemas.microsoft.com/office/drawing/2014/main" id="{8E1FC8BB-DA3A-47D6-8523-FEA236D13DD9}"/>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71" name="TextBox vii">
              <a:extLst>
                <a:ext uri="{FF2B5EF4-FFF2-40B4-BE49-F238E27FC236}">
                  <a16:creationId xmlns:a16="http://schemas.microsoft.com/office/drawing/2014/main" id="{F097F214-E3BF-4766-9521-3D98AF1AB386}"/>
                </a:ext>
              </a:extLst>
            </p:cNvPr>
            <p:cNvSpPr txBox="1"/>
            <p:nvPr/>
          </p:nvSpPr>
          <p:spPr>
            <a:xfrm>
              <a:off x="4294137" y="4240980"/>
              <a:ext cx="2593951" cy="248945"/>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Dear Sir/Madam,</a:t>
              </a:r>
            </a:p>
          </p:txBody>
        </p:sp>
      </p:grpSp>
      <p:grpSp>
        <p:nvGrpSpPr>
          <p:cNvPr id="70" name="!!vi">
            <a:extLst>
              <a:ext uri="{FF2B5EF4-FFF2-40B4-BE49-F238E27FC236}">
                <a16:creationId xmlns:a16="http://schemas.microsoft.com/office/drawing/2014/main" id="{1558BED8-79A7-4CC0-8D74-A12419D35F16}"/>
              </a:ext>
            </a:extLst>
          </p:cNvPr>
          <p:cNvGrpSpPr>
            <a:grpSpLocks noChangeAspect="1"/>
          </p:cNvGrpSpPr>
          <p:nvPr/>
        </p:nvGrpSpPr>
        <p:grpSpPr>
          <a:xfrm>
            <a:off x="388005" y="1848827"/>
            <a:ext cx="4291853" cy="472126"/>
            <a:chOff x="4168767" y="4149080"/>
            <a:chExt cx="3857153" cy="424309"/>
          </a:xfrm>
        </p:grpSpPr>
        <p:sp>
          <p:nvSpPr>
            <p:cNvPr id="55" name="Rectangle: vi" hidden="1">
              <a:extLst>
                <a:ext uri="{FF2B5EF4-FFF2-40B4-BE49-F238E27FC236}">
                  <a16:creationId xmlns:a16="http://schemas.microsoft.com/office/drawing/2014/main" id="{5778B1E3-A13A-41F2-898C-F33D41CBAC4C}"/>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0" name="Freeform: vi">
              <a:extLst>
                <a:ext uri="{FF2B5EF4-FFF2-40B4-BE49-F238E27FC236}">
                  <a16:creationId xmlns:a16="http://schemas.microsoft.com/office/drawing/2014/main" id="{EAB3EB7C-1254-46A3-A6CD-4251310F21BD}"/>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18" name="!!v">
            <a:extLst>
              <a:ext uri="{FF2B5EF4-FFF2-40B4-BE49-F238E27FC236}">
                <a16:creationId xmlns:a16="http://schemas.microsoft.com/office/drawing/2014/main" id="{A45CF171-ACCD-43BD-815F-29FECE9D4B1B}"/>
              </a:ext>
            </a:extLst>
          </p:cNvPr>
          <p:cNvGrpSpPr>
            <a:grpSpLocks noChangeAspect="1"/>
          </p:cNvGrpSpPr>
          <p:nvPr/>
        </p:nvGrpSpPr>
        <p:grpSpPr>
          <a:xfrm>
            <a:off x="5698756" y="4173767"/>
            <a:ext cx="4291924" cy="1428953"/>
            <a:chOff x="4167513" y="2780928"/>
            <a:chExt cx="3857215" cy="1284222"/>
          </a:xfrm>
        </p:grpSpPr>
        <p:sp>
          <p:nvSpPr>
            <p:cNvPr id="66" name="Rectangle: v" hidden="1">
              <a:extLst>
                <a:ext uri="{FF2B5EF4-FFF2-40B4-BE49-F238E27FC236}">
                  <a16:creationId xmlns:a16="http://schemas.microsoft.com/office/drawing/2014/main" id="{8D2345AD-1B35-46A7-82E0-E559522588CC}"/>
                </a:ext>
              </a:extLst>
            </p:cNvPr>
            <p:cNvSpPr/>
            <p:nvPr/>
          </p:nvSpPr>
          <p:spPr>
            <a:xfrm>
              <a:off x="4257700" y="2826767"/>
              <a:ext cx="3672408" cy="1132561"/>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65" name="Freeform: v">
              <a:extLst>
                <a:ext uri="{FF2B5EF4-FFF2-40B4-BE49-F238E27FC236}">
                  <a16:creationId xmlns:a16="http://schemas.microsoft.com/office/drawing/2014/main" id="{97C96376-9B07-442A-AB7F-14B28C1F9760}"/>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9" name="TextBox v">
              <a:extLst>
                <a:ext uri="{FF2B5EF4-FFF2-40B4-BE49-F238E27FC236}">
                  <a16:creationId xmlns:a16="http://schemas.microsoft.com/office/drawing/2014/main" id="{EC19200D-2028-4E31-A912-34503201767D}"/>
                </a:ext>
              </a:extLst>
            </p:cNvPr>
            <p:cNvSpPr txBox="1"/>
            <p:nvPr/>
          </p:nvSpPr>
          <p:spPr>
            <a:xfrm>
              <a:off x="4329708" y="2841789"/>
              <a:ext cx="1950609" cy="1078755"/>
            </a:xfrm>
            <a:prstGeom prst="rect">
              <a:avLst/>
            </a:prstGeom>
            <a:noFill/>
            <a:scene3d>
              <a:camera prst="orthographicFront"/>
              <a:lightRig rig="threePt" dir="t"/>
            </a:scene3d>
            <a:sp3d>
              <a:bevelT w="38100" h="38100"/>
            </a:sp3d>
          </p:spPr>
          <p:txBody>
            <a:bodyPr wrap="square" rtlCol="0">
              <a:spAutoFit/>
            </a:bodyPr>
            <a:lstStyle/>
            <a:p>
              <a:r>
                <a:rPr lang="en-GB" sz="1200">
                  <a:solidFill>
                    <a:schemeClr val="accent5">
                      <a:lumMod val="50000"/>
                    </a:schemeClr>
                  </a:solidFill>
                  <a:latin typeface="Gill Sans Nova" panose="020B0602020104020203" pitchFamily="34" charset="0"/>
                </a:rPr>
                <a:t>Customer Service Manager</a:t>
              </a:r>
            </a:p>
            <a:p>
              <a:r>
                <a:rPr lang="en-GB" sz="1200">
                  <a:solidFill>
                    <a:schemeClr val="accent5">
                      <a:lumMod val="50000"/>
                    </a:schemeClr>
                  </a:solidFill>
                  <a:latin typeface="Gill Sans Nova" panose="020B0602020104020203" pitchFamily="34" charset="0"/>
                </a:rPr>
                <a:t>Widgets Ltd</a:t>
              </a:r>
            </a:p>
            <a:p>
              <a:r>
                <a:rPr lang="en-GB" sz="1200">
                  <a:solidFill>
                    <a:schemeClr val="accent5">
                      <a:lumMod val="50000"/>
                    </a:schemeClr>
                  </a:solidFill>
                  <a:latin typeface="Gill Sans Nova" panose="020B0602020104020203" pitchFamily="34" charset="0"/>
                </a:rPr>
                <a:t>99 Fake Street</a:t>
              </a:r>
            </a:p>
            <a:p>
              <a:r>
                <a:rPr lang="en-GB" sz="1200">
                  <a:solidFill>
                    <a:schemeClr val="accent5">
                      <a:lumMod val="50000"/>
                    </a:schemeClr>
                  </a:solidFill>
                  <a:latin typeface="Gill Sans Nova" panose="020B0602020104020203" pitchFamily="34" charset="0"/>
                </a:rPr>
                <a:t>City Centre</a:t>
              </a:r>
            </a:p>
            <a:p>
              <a:r>
                <a:rPr lang="en-GB" sz="1200">
                  <a:solidFill>
                    <a:schemeClr val="accent5">
                      <a:lumMod val="50000"/>
                    </a:schemeClr>
                  </a:solidFill>
                  <a:latin typeface="Gill Sans Nova" panose="020B0602020104020203" pitchFamily="34" charset="0"/>
                </a:rPr>
                <a:t>Cardiff</a:t>
              </a:r>
            </a:p>
            <a:p>
              <a:r>
                <a:rPr lang="en-GB" sz="1200">
                  <a:solidFill>
                    <a:schemeClr val="accent5">
                      <a:lumMod val="50000"/>
                    </a:schemeClr>
                  </a:solidFill>
                  <a:latin typeface="Gill Sans Nova" panose="020B0602020104020203" pitchFamily="34" charset="0"/>
                </a:rPr>
                <a:t>CF10 7HE</a:t>
              </a:r>
            </a:p>
          </p:txBody>
        </p:sp>
      </p:grpSp>
      <p:grpSp>
        <p:nvGrpSpPr>
          <p:cNvPr id="5" name="!!iv">
            <a:extLst>
              <a:ext uri="{FF2B5EF4-FFF2-40B4-BE49-F238E27FC236}">
                <a16:creationId xmlns:a16="http://schemas.microsoft.com/office/drawing/2014/main" id="{600C716D-C001-43FF-A254-51BCBD3BF52B}"/>
              </a:ext>
            </a:extLst>
          </p:cNvPr>
          <p:cNvGrpSpPr>
            <a:grpSpLocks noChangeAspect="1"/>
          </p:cNvGrpSpPr>
          <p:nvPr/>
        </p:nvGrpSpPr>
        <p:grpSpPr>
          <a:xfrm>
            <a:off x="388026" y="1226139"/>
            <a:ext cx="4291811" cy="472095"/>
            <a:chOff x="4168786" y="2452292"/>
            <a:chExt cx="3857114" cy="424280"/>
          </a:xfrm>
        </p:grpSpPr>
        <p:sp>
          <p:nvSpPr>
            <p:cNvPr id="53" name="Rectangle: iv" hidden="1">
              <a:extLst>
                <a:ext uri="{FF2B5EF4-FFF2-40B4-BE49-F238E27FC236}">
                  <a16:creationId xmlns:a16="http://schemas.microsoft.com/office/drawing/2014/main" id="{3106A230-5EF0-4B73-8851-274A438FEF33}"/>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3" name="Freeform: iv">
              <a:extLst>
                <a:ext uri="{FF2B5EF4-FFF2-40B4-BE49-F238E27FC236}">
                  <a16:creationId xmlns:a16="http://schemas.microsoft.com/office/drawing/2014/main" id="{AAC1E9E3-5851-4B63-A9AA-5ED15C784FCD}"/>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 name="!!iii">
            <a:extLst>
              <a:ext uri="{FF2B5EF4-FFF2-40B4-BE49-F238E27FC236}">
                <a16:creationId xmlns:a16="http://schemas.microsoft.com/office/drawing/2014/main" id="{9A56FC3E-AD55-4077-BCD1-F11E6C597B7C}"/>
              </a:ext>
            </a:extLst>
          </p:cNvPr>
          <p:cNvGrpSpPr>
            <a:grpSpLocks noChangeAspect="1"/>
          </p:cNvGrpSpPr>
          <p:nvPr/>
        </p:nvGrpSpPr>
        <p:grpSpPr>
          <a:xfrm>
            <a:off x="388014" y="5664792"/>
            <a:ext cx="4291834" cy="472095"/>
            <a:chOff x="4168767" y="2143721"/>
            <a:chExt cx="3857136" cy="424280"/>
          </a:xfrm>
        </p:grpSpPr>
        <p:sp>
          <p:nvSpPr>
            <p:cNvPr id="52" name="Rectangle: iii" hidden="1">
              <a:extLst>
                <a:ext uri="{FF2B5EF4-FFF2-40B4-BE49-F238E27FC236}">
                  <a16:creationId xmlns:a16="http://schemas.microsoft.com/office/drawing/2014/main" id="{73203378-2555-4F7F-BC4F-145AD42D9CA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a:extLst>
                <a:ext uri="{FF2B5EF4-FFF2-40B4-BE49-F238E27FC236}">
                  <a16:creationId xmlns:a16="http://schemas.microsoft.com/office/drawing/2014/main" id="{8ECA55AD-FB47-4A15-BD66-6C1F901B5F12}"/>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2" name="TextBox iii">
              <a:extLst>
                <a:ext uri="{FF2B5EF4-FFF2-40B4-BE49-F238E27FC236}">
                  <a16:creationId xmlns:a16="http://schemas.microsoft.com/office/drawing/2014/main" id="{AA9C626E-A694-40F2-8DE0-377CBAD6A0C3}"/>
                </a:ext>
              </a:extLst>
            </p:cNvPr>
            <p:cNvSpPr txBox="1"/>
            <p:nvPr/>
          </p:nvSpPr>
          <p:spPr>
            <a:xfrm>
              <a:off x="6280317" y="2150152"/>
              <a:ext cx="1543875" cy="276999"/>
            </a:xfrm>
            <a:prstGeom prst="rect">
              <a:avLst/>
            </a:prstGeom>
            <a:noFill/>
            <a:scene3d>
              <a:camera prst="orthographicFront"/>
              <a:lightRig rig="threePt" dir="t"/>
            </a:scene3d>
            <a:sp3d>
              <a:bevelT w="38100" h="38100"/>
            </a:sp3d>
          </p:spPr>
          <p:txBody>
            <a:bodyPr wrap="square" rtlCol="0">
              <a:spAutoFit/>
            </a:bodyPr>
            <a:lstStyle/>
            <a:p>
              <a:pPr algn="r"/>
              <a:r>
                <a:rPr lang="en-GB" sz="1200">
                  <a:solidFill>
                    <a:schemeClr val="accent5">
                      <a:lumMod val="50000"/>
                    </a:schemeClr>
                  </a:solidFill>
                  <a:latin typeface="Gill Sans Nova" panose="020B0602020104020203" pitchFamily="34" charset="0"/>
                </a:rPr>
                <a:t>7 February 2022</a:t>
              </a:r>
            </a:p>
          </p:txBody>
        </p:sp>
      </p:grpSp>
      <p:grpSp>
        <p:nvGrpSpPr>
          <p:cNvPr id="6" name="!!ii">
            <a:extLst>
              <a:ext uri="{FF2B5EF4-FFF2-40B4-BE49-F238E27FC236}">
                <a16:creationId xmlns:a16="http://schemas.microsoft.com/office/drawing/2014/main" id="{C741AC34-BB64-48E8-A283-E199A8115642}"/>
              </a:ext>
            </a:extLst>
          </p:cNvPr>
          <p:cNvGrpSpPr>
            <a:grpSpLocks noChangeAspect="1"/>
          </p:cNvGrpSpPr>
          <p:nvPr/>
        </p:nvGrpSpPr>
        <p:grpSpPr>
          <a:xfrm>
            <a:off x="388001" y="620688"/>
            <a:ext cx="4291860" cy="474780"/>
            <a:chOff x="4168767" y="1823823"/>
            <a:chExt cx="3857159" cy="426693"/>
          </a:xfrm>
        </p:grpSpPr>
        <p:sp>
          <p:nvSpPr>
            <p:cNvPr id="54" name="Rectangle: ii" hidden="1">
              <a:extLst>
                <a:ext uri="{FF2B5EF4-FFF2-40B4-BE49-F238E27FC236}">
                  <a16:creationId xmlns:a16="http://schemas.microsoft.com/office/drawing/2014/main" id="{A6D71300-7F0C-4801-8D49-897AFEBB387E}"/>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1" name="Freeform: ii">
              <a:extLst>
                <a:ext uri="{FF2B5EF4-FFF2-40B4-BE49-F238E27FC236}">
                  <a16:creationId xmlns:a16="http://schemas.microsoft.com/office/drawing/2014/main" id="{5C0CCA0B-4CCA-4D6F-BD84-A3FAD0DAC31D}"/>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2" name="!!i">
            <a:extLst>
              <a:ext uri="{FF2B5EF4-FFF2-40B4-BE49-F238E27FC236}">
                <a16:creationId xmlns:a16="http://schemas.microsoft.com/office/drawing/2014/main" id="{A8125C6D-8BFE-4474-9102-E17B19918DC1}"/>
              </a:ext>
            </a:extLst>
          </p:cNvPr>
          <p:cNvGrpSpPr/>
          <p:nvPr/>
        </p:nvGrpSpPr>
        <p:grpSpPr>
          <a:xfrm>
            <a:off x="6960096" y="2856068"/>
            <a:ext cx="4305027" cy="970768"/>
            <a:chOff x="4036275" y="686019"/>
            <a:chExt cx="4287817" cy="970768"/>
          </a:xfrm>
        </p:grpSpPr>
        <p:sp>
          <p:nvSpPr>
            <p:cNvPr id="22" name="Rectangle: i" hidden="1">
              <a:extLst>
                <a:ext uri="{FF2B5EF4-FFF2-40B4-BE49-F238E27FC236}">
                  <a16:creationId xmlns:a16="http://schemas.microsoft.com/office/drawing/2014/main" id="{19CD42D8-C125-4FDD-933E-4EA66304FD40}"/>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9" name="Freeform: Shape 48">
              <a:extLst>
                <a:ext uri="{FF2B5EF4-FFF2-40B4-BE49-F238E27FC236}">
                  <a16:creationId xmlns:a16="http://schemas.microsoft.com/office/drawing/2014/main" id="{D80A3C09-6B8E-4784-93A1-23B0AACC6244}"/>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50" name="TextBox i">
              <a:extLst>
                <a:ext uri="{FF2B5EF4-FFF2-40B4-BE49-F238E27FC236}">
                  <a16:creationId xmlns:a16="http://schemas.microsoft.com/office/drawing/2014/main" id="{2448D258-3734-40D7-8594-4811A2447A2A}"/>
                </a:ext>
              </a:extLst>
            </p:cNvPr>
            <p:cNvSpPr txBox="1"/>
            <p:nvPr/>
          </p:nvSpPr>
          <p:spPr>
            <a:xfrm>
              <a:off x="6956201" y="716082"/>
              <a:ext cx="1155218" cy="830997"/>
            </a:xfrm>
            <a:prstGeom prst="rect">
              <a:avLst/>
            </a:prstGeom>
            <a:noFill/>
          </p:spPr>
          <p:txBody>
            <a:bodyPr wrap="square" rtlCol="0">
              <a:spAutoFit/>
            </a:bodyPr>
            <a:lstStyle/>
            <a:p>
              <a:pPr algn="r"/>
              <a:r>
                <a:rPr lang="en-GB" sz="1200">
                  <a:solidFill>
                    <a:schemeClr val="accent5">
                      <a:lumMod val="50000"/>
                    </a:schemeClr>
                  </a:solidFill>
                  <a:latin typeface="Gill Sans Nova" panose="020B0602020104020203" pitchFamily="34" charset="0"/>
                </a:rPr>
                <a:t>99 Fake St</a:t>
              </a:r>
            </a:p>
            <a:p>
              <a:pPr algn="r"/>
              <a:r>
                <a:rPr lang="en-GB" sz="1200">
                  <a:solidFill>
                    <a:schemeClr val="accent5">
                      <a:lumMod val="50000"/>
                    </a:schemeClr>
                  </a:solidFill>
                  <a:latin typeface="Gill Sans Nova" panose="020B0602020104020203" pitchFamily="34" charset="0"/>
                </a:rPr>
                <a:t>Splott</a:t>
              </a:r>
            </a:p>
            <a:p>
              <a:pPr algn="r"/>
              <a:r>
                <a:rPr lang="en-GB" sz="1200">
                  <a:solidFill>
                    <a:schemeClr val="accent5">
                      <a:lumMod val="50000"/>
                    </a:schemeClr>
                  </a:solidFill>
                  <a:latin typeface="Gill Sans Nova" panose="020B0602020104020203" pitchFamily="34" charset="0"/>
                </a:rPr>
                <a:t>Cardiff</a:t>
              </a:r>
            </a:p>
            <a:p>
              <a:pPr algn="r"/>
              <a:r>
                <a:rPr lang="en-GB" sz="1200">
                  <a:solidFill>
                    <a:schemeClr val="accent5">
                      <a:lumMod val="50000"/>
                    </a:schemeClr>
                  </a:solidFill>
                  <a:latin typeface="Gill Sans Nova" panose="020B0602020104020203" pitchFamily="34" charset="0"/>
                </a:rPr>
                <a:t>CF16 8XY</a:t>
              </a:r>
            </a:p>
          </p:txBody>
        </p:sp>
      </p:grpSp>
    </p:spTree>
    <p:extLst>
      <p:ext uri="{BB962C8B-B14F-4D97-AF65-F5344CB8AC3E}">
        <p14:creationId xmlns:p14="http://schemas.microsoft.com/office/powerpoint/2010/main" val="149937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grpSp>
        <p:nvGrpSpPr>
          <p:cNvPr id="84" name="!!xii">
            <a:extLst>
              <a:ext uri="{FF2B5EF4-FFF2-40B4-BE49-F238E27FC236}">
                <a16:creationId xmlns:a16="http://schemas.microsoft.com/office/drawing/2014/main" id="{E22041DC-E271-4734-91CA-6D8E2D084E99}"/>
              </a:ext>
            </a:extLst>
          </p:cNvPr>
          <p:cNvGrpSpPr>
            <a:grpSpLocks noChangeAspect="1"/>
          </p:cNvGrpSpPr>
          <p:nvPr/>
        </p:nvGrpSpPr>
        <p:grpSpPr>
          <a:xfrm>
            <a:off x="4044020" y="6115002"/>
            <a:ext cx="4291853" cy="472101"/>
            <a:chOff x="4168767" y="6317082"/>
            <a:chExt cx="3857153" cy="424286"/>
          </a:xfrm>
        </p:grpSpPr>
        <p:sp>
          <p:nvSpPr>
            <p:cNvPr id="61" name="Rectangle: xii">
              <a:extLst>
                <a:ext uri="{FF2B5EF4-FFF2-40B4-BE49-F238E27FC236}">
                  <a16:creationId xmlns:a16="http://schemas.microsoft.com/office/drawing/2014/main" id="{58A05627-425F-4BAF-BDAB-C57691F2842A}"/>
                </a:ext>
              </a:extLst>
            </p:cNvPr>
            <p:cNvSpPr/>
            <p:nvPr/>
          </p:nvSpPr>
          <p:spPr>
            <a:xfrm>
              <a:off x="4252367" y="635146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9" name="Freeform: xii">
              <a:extLst>
                <a:ext uri="{FF2B5EF4-FFF2-40B4-BE49-F238E27FC236}">
                  <a16:creationId xmlns:a16="http://schemas.microsoft.com/office/drawing/2014/main" id="{169DD93A-3841-4761-A645-D50DEF67DC72}"/>
                </a:ext>
              </a:extLst>
            </p:cNvPr>
            <p:cNvSpPr/>
            <p:nvPr/>
          </p:nvSpPr>
          <p:spPr>
            <a:xfrm>
              <a:off x="4168767" y="6317082"/>
              <a:ext cx="3857153" cy="424286"/>
            </a:xfrm>
            <a:custGeom>
              <a:avLst/>
              <a:gdLst>
                <a:gd name="connsiteX0" fmla="*/ 521 w 6857161"/>
                <a:gd name="connsiteY0" fmla="*/ 512 h 754286"/>
                <a:gd name="connsiteX1" fmla="*/ 521 w 6857161"/>
                <a:gd name="connsiteY1" fmla="*/ 549084 h 754286"/>
                <a:gd name="connsiteX2" fmla="*/ 2743380 w 6857161"/>
                <a:gd name="connsiteY2" fmla="*/ 549084 h 754286"/>
                <a:gd name="connsiteX3" fmla="*/ 3086237 w 6857161"/>
                <a:gd name="connsiteY3" fmla="*/ 549084 h 754286"/>
                <a:gd name="connsiteX4" fmla="*/ 3189094 w 6857161"/>
                <a:gd name="connsiteY4" fmla="*/ 651975 h 754286"/>
                <a:gd name="connsiteX5" fmla="*/ 3086237 w 6857161"/>
                <a:gd name="connsiteY5" fmla="*/ 754799 h 754286"/>
                <a:gd name="connsiteX6" fmla="*/ 3360523 w 6857161"/>
                <a:gd name="connsiteY6" fmla="*/ 754799 h 754286"/>
                <a:gd name="connsiteX7" fmla="*/ 3257666 w 6857161"/>
                <a:gd name="connsiteY7" fmla="*/ 651975 h 754286"/>
                <a:gd name="connsiteX8" fmla="*/ 3360523 w 6857161"/>
                <a:gd name="connsiteY8" fmla="*/ 549084 h 754286"/>
                <a:gd name="connsiteX9" fmla="*/ 3429094 w 6857161"/>
                <a:gd name="connsiteY9" fmla="*/ 549084 h 754286"/>
                <a:gd name="connsiteX10" fmla="*/ 3458032 w 6857161"/>
                <a:gd name="connsiteY10" fmla="*/ 565713 h 754286"/>
                <a:gd name="connsiteX11" fmla="*/ 3454809 w 6857161"/>
                <a:gd name="connsiteY11" fmla="*/ 604798 h 754286"/>
                <a:gd name="connsiteX12" fmla="*/ 3429094 w 6857161"/>
                <a:gd name="connsiteY12" fmla="*/ 686227 h 754286"/>
                <a:gd name="connsiteX13" fmla="*/ 3443015 w 6857161"/>
                <a:gd name="connsiteY13" fmla="*/ 733370 h 754286"/>
                <a:gd name="connsiteX14" fmla="*/ 3497666 w 6857161"/>
                <a:gd name="connsiteY14" fmla="*/ 754799 h 754286"/>
                <a:gd name="connsiteX15" fmla="*/ 3552318 w 6857161"/>
                <a:gd name="connsiteY15" fmla="*/ 733370 h 754286"/>
                <a:gd name="connsiteX16" fmla="*/ 3566237 w 6857161"/>
                <a:gd name="connsiteY16" fmla="*/ 686227 h 754286"/>
                <a:gd name="connsiteX17" fmla="*/ 3540523 w 6857161"/>
                <a:gd name="connsiteY17" fmla="*/ 604798 h 754286"/>
                <a:gd name="connsiteX18" fmla="*/ 3537335 w 6857161"/>
                <a:gd name="connsiteY18" fmla="*/ 565713 h 754286"/>
                <a:gd name="connsiteX19" fmla="*/ 3566237 w 6857161"/>
                <a:gd name="connsiteY19" fmla="*/ 549084 h 754286"/>
                <a:gd name="connsiteX20" fmla="*/ 3634809 w 6857161"/>
                <a:gd name="connsiteY20" fmla="*/ 549084 h 754286"/>
                <a:gd name="connsiteX21" fmla="*/ 3663712 w 6857161"/>
                <a:gd name="connsiteY21" fmla="*/ 565713 h 754286"/>
                <a:gd name="connsiteX22" fmla="*/ 3660523 w 6857161"/>
                <a:gd name="connsiteY22" fmla="*/ 604798 h 754286"/>
                <a:gd name="connsiteX23" fmla="*/ 3634809 w 6857161"/>
                <a:gd name="connsiteY23" fmla="*/ 686227 h 754286"/>
                <a:gd name="connsiteX24" fmla="*/ 3648729 w 6857161"/>
                <a:gd name="connsiteY24" fmla="*/ 733370 h 754286"/>
                <a:gd name="connsiteX25" fmla="*/ 3703380 w 6857161"/>
                <a:gd name="connsiteY25" fmla="*/ 754799 h 754286"/>
                <a:gd name="connsiteX26" fmla="*/ 3757998 w 6857161"/>
                <a:gd name="connsiteY26" fmla="*/ 733370 h 754286"/>
                <a:gd name="connsiteX27" fmla="*/ 3771952 w 6857161"/>
                <a:gd name="connsiteY27" fmla="*/ 686227 h 754286"/>
                <a:gd name="connsiteX28" fmla="*/ 3746203 w 6857161"/>
                <a:gd name="connsiteY28" fmla="*/ 604798 h 754286"/>
                <a:gd name="connsiteX29" fmla="*/ 3743015 w 6857161"/>
                <a:gd name="connsiteY29" fmla="*/ 565713 h 754286"/>
                <a:gd name="connsiteX30" fmla="*/ 3771952 w 6857161"/>
                <a:gd name="connsiteY30" fmla="*/ 549084 h 754286"/>
                <a:gd name="connsiteX31" fmla="*/ 3840523 w 6857161"/>
                <a:gd name="connsiteY31" fmla="*/ 549084 h 754286"/>
                <a:gd name="connsiteX32" fmla="*/ 4114809 w 6857161"/>
                <a:gd name="connsiteY32" fmla="*/ 549084 h 754286"/>
                <a:gd name="connsiteX33" fmla="*/ 6857682 w 6857161"/>
                <a:gd name="connsiteY33" fmla="*/ 549084 h 754286"/>
                <a:gd name="connsiteX34" fmla="*/ 6857682 w 6857161"/>
                <a:gd name="connsiteY34" fmla="*/ 512 h 754286"/>
                <a:gd name="connsiteX35" fmla="*/ 4114809 w 6857161"/>
                <a:gd name="connsiteY35" fmla="*/ 512 h 754286"/>
                <a:gd name="connsiteX36" fmla="*/ 3737666 w 6857161"/>
                <a:gd name="connsiteY36" fmla="*/ 512 h 754286"/>
                <a:gd name="connsiteX37" fmla="*/ 3669061 w 6857161"/>
                <a:gd name="connsiteY37" fmla="*/ 512 h 754286"/>
                <a:gd name="connsiteX38" fmla="*/ 3640158 w 6857161"/>
                <a:gd name="connsiteY38" fmla="*/ 17141 h 754286"/>
                <a:gd name="connsiteX39" fmla="*/ 3643380 w 6857161"/>
                <a:gd name="connsiteY39" fmla="*/ 56261 h 754286"/>
                <a:gd name="connsiteX40" fmla="*/ 3669061 w 6857161"/>
                <a:gd name="connsiteY40" fmla="*/ 137689 h 754286"/>
                <a:gd name="connsiteX41" fmla="*/ 3655140 w 6857161"/>
                <a:gd name="connsiteY41" fmla="*/ 184832 h 754286"/>
                <a:gd name="connsiteX42" fmla="*/ 3600489 w 6857161"/>
                <a:gd name="connsiteY42" fmla="*/ 206261 h 754286"/>
                <a:gd name="connsiteX43" fmla="*/ 3545872 w 6857161"/>
                <a:gd name="connsiteY43" fmla="*/ 184832 h 754286"/>
                <a:gd name="connsiteX44" fmla="*/ 3531952 w 6857161"/>
                <a:gd name="connsiteY44" fmla="*/ 137689 h 754286"/>
                <a:gd name="connsiteX45" fmla="*/ 3557666 w 6857161"/>
                <a:gd name="connsiteY45" fmla="*/ 56261 h 754286"/>
                <a:gd name="connsiteX46" fmla="*/ 3560889 w 6857161"/>
                <a:gd name="connsiteY46" fmla="*/ 17141 h 754286"/>
                <a:gd name="connsiteX47" fmla="*/ 3531952 w 6857161"/>
                <a:gd name="connsiteY47" fmla="*/ 512 h 754286"/>
                <a:gd name="connsiteX48" fmla="*/ 3463380 w 6857161"/>
                <a:gd name="connsiteY48" fmla="*/ 512 h 754286"/>
                <a:gd name="connsiteX49" fmla="*/ 3360523 w 6857161"/>
                <a:gd name="connsiteY49" fmla="*/ 103404 h 754286"/>
                <a:gd name="connsiteX50" fmla="*/ 3463380 w 6857161"/>
                <a:gd name="connsiteY50" fmla="*/ 206261 h 754286"/>
                <a:gd name="connsiteX51" fmla="*/ 3189094 w 6857161"/>
                <a:gd name="connsiteY51" fmla="*/ 206261 h 754286"/>
                <a:gd name="connsiteX52" fmla="*/ 3291951 w 6857161"/>
                <a:gd name="connsiteY52" fmla="*/ 103404 h 754286"/>
                <a:gd name="connsiteX53" fmla="*/ 3189094 w 6857161"/>
                <a:gd name="connsiteY53" fmla="*/ 512 h 754286"/>
                <a:gd name="connsiteX54" fmla="*/ 2743414 w 6857161"/>
                <a:gd name="connsiteY54" fmla="*/ 512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7161" h="754286">
                  <a:moveTo>
                    <a:pt x="521" y="512"/>
                  </a:moveTo>
                  <a:lnTo>
                    <a:pt x="521" y="549084"/>
                  </a:lnTo>
                  <a:lnTo>
                    <a:pt x="2743380" y="549084"/>
                  </a:lnTo>
                  <a:lnTo>
                    <a:pt x="3086237" y="549084"/>
                  </a:lnTo>
                  <a:lnTo>
                    <a:pt x="3189094" y="651975"/>
                  </a:lnTo>
                  <a:lnTo>
                    <a:pt x="3086237" y="754799"/>
                  </a:lnTo>
                  <a:lnTo>
                    <a:pt x="3360523" y="754799"/>
                  </a:lnTo>
                  <a:lnTo>
                    <a:pt x="3257666" y="651975"/>
                  </a:lnTo>
                  <a:lnTo>
                    <a:pt x="3360523" y="549084"/>
                  </a:lnTo>
                  <a:lnTo>
                    <a:pt x="3429094" y="549084"/>
                  </a:lnTo>
                  <a:cubicBezTo>
                    <a:pt x="3446237" y="549084"/>
                    <a:pt x="3454809" y="555529"/>
                    <a:pt x="3458032" y="565713"/>
                  </a:cubicBezTo>
                  <a:cubicBezTo>
                    <a:pt x="3461221" y="575896"/>
                    <a:pt x="3459094" y="589815"/>
                    <a:pt x="3454809" y="604798"/>
                  </a:cubicBezTo>
                  <a:cubicBezTo>
                    <a:pt x="3446237" y="634799"/>
                    <a:pt x="3429094" y="669084"/>
                    <a:pt x="3429094" y="686227"/>
                  </a:cubicBezTo>
                  <a:cubicBezTo>
                    <a:pt x="3429094" y="703370"/>
                    <a:pt x="3432660" y="720513"/>
                    <a:pt x="3443015" y="733370"/>
                  </a:cubicBezTo>
                  <a:cubicBezTo>
                    <a:pt x="3453403" y="746227"/>
                    <a:pt x="3470546" y="754799"/>
                    <a:pt x="3497666" y="754799"/>
                  </a:cubicBezTo>
                  <a:cubicBezTo>
                    <a:pt x="3524786" y="754799"/>
                    <a:pt x="3541929" y="746227"/>
                    <a:pt x="3552318" y="733370"/>
                  </a:cubicBezTo>
                  <a:cubicBezTo>
                    <a:pt x="3562672" y="720513"/>
                    <a:pt x="3566237" y="703370"/>
                    <a:pt x="3566237" y="686227"/>
                  </a:cubicBezTo>
                  <a:cubicBezTo>
                    <a:pt x="3566237" y="669084"/>
                    <a:pt x="3549094" y="634799"/>
                    <a:pt x="3540523" y="604798"/>
                  </a:cubicBezTo>
                  <a:cubicBezTo>
                    <a:pt x="3536237" y="589815"/>
                    <a:pt x="3534112" y="575896"/>
                    <a:pt x="3537335" y="565713"/>
                  </a:cubicBezTo>
                  <a:cubicBezTo>
                    <a:pt x="3540523" y="555529"/>
                    <a:pt x="3549094" y="549084"/>
                    <a:pt x="3566237" y="549084"/>
                  </a:cubicBezTo>
                  <a:lnTo>
                    <a:pt x="3634809" y="549084"/>
                  </a:lnTo>
                  <a:cubicBezTo>
                    <a:pt x="3651952" y="549084"/>
                    <a:pt x="3660489" y="555529"/>
                    <a:pt x="3663712" y="565713"/>
                  </a:cubicBezTo>
                  <a:cubicBezTo>
                    <a:pt x="3666935" y="575896"/>
                    <a:pt x="3664809" y="589815"/>
                    <a:pt x="3660523" y="604798"/>
                  </a:cubicBezTo>
                  <a:cubicBezTo>
                    <a:pt x="3651952" y="634799"/>
                    <a:pt x="3634809" y="669084"/>
                    <a:pt x="3634809" y="686227"/>
                  </a:cubicBezTo>
                  <a:cubicBezTo>
                    <a:pt x="3634809" y="703370"/>
                    <a:pt x="3638375" y="720513"/>
                    <a:pt x="3648729" y="733370"/>
                  </a:cubicBezTo>
                  <a:cubicBezTo>
                    <a:pt x="3659083" y="746227"/>
                    <a:pt x="3676260" y="754799"/>
                    <a:pt x="3703380" y="754799"/>
                  </a:cubicBezTo>
                  <a:cubicBezTo>
                    <a:pt x="3730500" y="754799"/>
                    <a:pt x="3747643" y="746227"/>
                    <a:pt x="3757998" y="733370"/>
                  </a:cubicBezTo>
                  <a:cubicBezTo>
                    <a:pt x="3768386" y="720513"/>
                    <a:pt x="3771952" y="703370"/>
                    <a:pt x="3771952" y="686227"/>
                  </a:cubicBezTo>
                  <a:cubicBezTo>
                    <a:pt x="3771952" y="669084"/>
                    <a:pt x="3754775" y="634799"/>
                    <a:pt x="3746203" y="604798"/>
                  </a:cubicBezTo>
                  <a:cubicBezTo>
                    <a:pt x="3741918" y="589815"/>
                    <a:pt x="3739826" y="575896"/>
                    <a:pt x="3743015" y="565713"/>
                  </a:cubicBezTo>
                  <a:cubicBezTo>
                    <a:pt x="3746237" y="555529"/>
                    <a:pt x="3754809" y="549084"/>
                    <a:pt x="3771952" y="549084"/>
                  </a:cubicBezTo>
                  <a:lnTo>
                    <a:pt x="3840523" y="549084"/>
                  </a:lnTo>
                  <a:lnTo>
                    <a:pt x="4114809" y="549084"/>
                  </a:lnTo>
                  <a:lnTo>
                    <a:pt x="6857682" y="549084"/>
                  </a:lnTo>
                  <a:lnTo>
                    <a:pt x="6857682" y="512"/>
                  </a:lnTo>
                  <a:lnTo>
                    <a:pt x="4114809" y="512"/>
                  </a:lnTo>
                  <a:lnTo>
                    <a:pt x="3737666" y="512"/>
                  </a:lnTo>
                  <a:lnTo>
                    <a:pt x="3669061" y="512"/>
                  </a:lnTo>
                  <a:cubicBezTo>
                    <a:pt x="3651918" y="512"/>
                    <a:pt x="3643380" y="6958"/>
                    <a:pt x="3640158" y="17141"/>
                  </a:cubicBezTo>
                  <a:cubicBezTo>
                    <a:pt x="3636935" y="27324"/>
                    <a:pt x="3639095" y="41243"/>
                    <a:pt x="3643380" y="56261"/>
                  </a:cubicBezTo>
                  <a:cubicBezTo>
                    <a:pt x="3651952" y="86261"/>
                    <a:pt x="3669061" y="120546"/>
                    <a:pt x="3669061" y="137689"/>
                  </a:cubicBezTo>
                  <a:cubicBezTo>
                    <a:pt x="3669061" y="154832"/>
                    <a:pt x="3665495" y="171975"/>
                    <a:pt x="3655140" y="184832"/>
                  </a:cubicBezTo>
                  <a:cubicBezTo>
                    <a:pt x="3644786" y="197689"/>
                    <a:pt x="3627609" y="206261"/>
                    <a:pt x="3600489" y="206261"/>
                  </a:cubicBezTo>
                  <a:cubicBezTo>
                    <a:pt x="3573403" y="206261"/>
                    <a:pt x="3556226" y="197689"/>
                    <a:pt x="3545872" y="184832"/>
                  </a:cubicBezTo>
                  <a:cubicBezTo>
                    <a:pt x="3535517" y="171975"/>
                    <a:pt x="3531952" y="154832"/>
                    <a:pt x="3531952" y="137689"/>
                  </a:cubicBezTo>
                  <a:cubicBezTo>
                    <a:pt x="3531952" y="120546"/>
                    <a:pt x="3549094" y="86261"/>
                    <a:pt x="3557666" y="56261"/>
                  </a:cubicBezTo>
                  <a:cubicBezTo>
                    <a:pt x="3561952" y="41243"/>
                    <a:pt x="3564112" y="27324"/>
                    <a:pt x="3560889" y="17141"/>
                  </a:cubicBezTo>
                  <a:cubicBezTo>
                    <a:pt x="3557666" y="6958"/>
                    <a:pt x="3549094" y="512"/>
                    <a:pt x="3531952" y="512"/>
                  </a:cubicBezTo>
                  <a:lnTo>
                    <a:pt x="3463380" y="512"/>
                  </a:lnTo>
                  <a:lnTo>
                    <a:pt x="3360523" y="103404"/>
                  </a:lnTo>
                  <a:lnTo>
                    <a:pt x="3463380" y="206261"/>
                  </a:lnTo>
                  <a:lnTo>
                    <a:pt x="3189094" y="206261"/>
                  </a:lnTo>
                  <a:lnTo>
                    <a:pt x="3291951" y="103404"/>
                  </a:lnTo>
                  <a:lnTo>
                    <a:pt x="3189094" y="512"/>
                  </a:lnTo>
                  <a:lnTo>
                    <a:pt x="2743414" y="5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2" name="TextBox xii">
              <a:extLst>
                <a:ext uri="{FF2B5EF4-FFF2-40B4-BE49-F238E27FC236}">
                  <a16:creationId xmlns:a16="http://schemas.microsoft.com/office/drawing/2014/main" id="{0A879643-4DC4-450F-9C84-7911B60C85A8}"/>
                </a:ext>
              </a:extLst>
            </p:cNvPr>
            <p:cNvSpPr txBox="1"/>
            <p:nvPr/>
          </p:nvSpPr>
          <p:spPr>
            <a:xfrm>
              <a:off x="4408108" y="6350152"/>
              <a:ext cx="2840019" cy="276999"/>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John Doe.</a:t>
              </a:r>
            </a:p>
          </p:txBody>
        </p:sp>
      </p:grpSp>
      <p:grpSp>
        <p:nvGrpSpPr>
          <p:cNvPr id="83" name="!!xi">
            <a:extLst>
              <a:ext uri="{FF2B5EF4-FFF2-40B4-BE49-F238E27FC236}">
                <a16:creationId xmlns:a16="http://schemas.microsoft.com/office/drawing/2014/main" id="{C396ABC4-6526-40D8-80DE-0D4677A9FF71}"/>
              </a:ext>
            </a:extLst>
          </p:cNvPr>
          <p:cNvGrpSpPr>
            <a:grpSpLocks noChangeAspect="1"/>
          </p:cNvGrpSpPr>
          <p:nvPr/>
        </p:nvGrpSpPr>
        <p:grpSpPr>
          <a:xfrm>
            <a:off x="4044021" y="5762088"/>
            <a:ext cx="4291851" cy="472126"/>
            <a:chOff x="4168767" y="6005359"/>
            <a:chExt cx="3857151" cy="424305"/>
          </a:xfrm>
        </p:grpSpPr>
        <p:sp>
          <p:nvSpPr>
            <p:cNvPr id="60" name="Rectangle: ix">
              <a:extLst>
                <a:ext uri="{FF2B5EF4-FFF2-40B4-BE49-F238E27FC236}">
                  <a16:creationId xmlns:a16="http://schemas.microsoft.com/office/drawing/2014/main" id="{31B95129-C33B-49F0-B47E-27CD83F1C21C}"/>
                </a:ext>
              </a:extLst>
            </p:cNvPr>
            <p:cNvSpPr/>
            <p:nvPr/>
          </p:nvSpPr>
          <p:spPr>
            <a:xfrm>
              <a:off x="4252367" y="6040796"/>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7" name="Freeform: xi">
              <a:extLst>
                <a:ext uri="{FF2B5EF4-FFF2-40B4-BE49-F238E27FC236}">
                  <a16:creationId xmlns:a16="http://schemas.microsoft.com/office/drawing/2014/main" id="{DC2AE546-F9A1-4304-8628-C58F77DCC765}"/>
                </a:ext>
              </a:extLst>
            </p:cNvPr>
            <p:cNvSpPr/>
            <p:nvPr/>
          </p:nvSpPr>
          <p:spPr>
            <a:xfrm>
              <a:off x="4168767" y="6005359"/>
              <a:ext cx="3857151" cy="424305"/>
            </a:xfrm>
            <a:custGeom>
              <a:avLst/>
              <a:gdLst>
                <a:gd name="connsiteX0" fmla="*/ 2743414 w 6857157"/>
                <a:gd name="connsiteY0" fmla="*/ 468 h 754320"/>
                <a:gd name="connsiteX1" fmla="*/ 2743414 w 6857157"/>
                <a:gd name="connsiteY1" fmla="*/ 502 h 754320"/>
                <a:gd name="connsiteX2" fmla="*/ 521 w 6857157"/>
                <a:gd name="connsiteY2" fmla="*/ 502 h 754320"/>
                <a:gd name="connsiteX3" fmla="*/ 521 w 6857157"/>
                <a:gd name="connsiteY3" fmla="*/ 549074 h 754320"/>
                <a:gd name="connsiteX4" fmla="*/ 2743414 w 6857157"/>
                <a:gd name="connsiteY4" fmla="*/ 549074 h 754320"/>
                <a:gd name="connsiteX5" fmla="*/ 3189094 w 6857157"/>
                <a:gd name="connsiteY5" fmla="*/ 549074 h 754320"/>
                <a:gd name="connsiteX6" fmla="*/ 3291986 w 6857157"/>
                <a:gd name="connsiteY6" fmla="*/ 651931 h 754320"/>
                <a:gd name="connsiteX7" fmla="*/ 3189094 w 6857157"/>
                <a:gd name="connsiteY7" fmla="*/ 754789 h 754320"/>
                <a:gd name="connsiteX8" fmla="*/ 3463380 w 6857157"/>
                <a:gd name="connsiteY8" fmla="*/ 754789 h 754320"/>
                <a:gd name="connsiteX9" fmla="*/ 3360523 w 6857157"/>
                <a:gd name="connsiteY9" fmla="*/ 651931 h 754320"/>
                <a:gd name="connsiteX10" fmla="*/ 3463380 w 6857157"/>
                <a:gd name="connsiteY10" fmla="*/ 549074 h 754320"/>
                <a:gd name="connsiteX11" fmla="*/ 3531986 w 6857157"/>
                <a:gd name="connsiteY11" fmla="*/ 549074 h 754320"/>
                <a:gd name="connsiteX12" fmla="*/ 3560889 w 6857157"/>
                <a:gd name="connsiteY12" fmla="*/ 565668 h 754320"/>
                <a:gd name="connsiteX13" fmla="*/ 3557666 w 6857157"/>
                <a:gd name="connsiteY13" fmla="*/ 604789 h 754320"/>
                <a:gd name="connsiteX14" fmla="*/ 3531986 w 6857157"/>
                <a:gd name="connsiteY14" fmla="*/ 686217 h 754320"/>
                <a:gd name="connsiteX15" fmla="*/ 3545906 w 6857157"/>
                <a:gd name="connsiteY15" fmla="*/ 733360 h 754320"/>
                <a:gd name="connsiteX16" fmla="*/ 3600523 w 6857157"/>
                <a:gd name="connsiteY16" fmla="*/ 754789 h 754320"/>
                <a:gd name="connsiteX17" fmla="*/ 3655175 w 6857157"/>
                <a:gd name="connsiteY17" fmla="*/ 733360 h 754320"/>
                <a:gd name="connsiteX18" fmla="*/ 3669095 w 6857157"/>
                <a:gd name="connsiteY18" fmla="*/ 686217 h 754320"/>
                <a:gd name="connsiteX19" fmla="*/ 3643380 w 6857157"/>
                <a:gd name="connsiteY19" fmla="*/ 604789 h 754320"/>
                <a:gd name="connsiteX20" fmla="*/ 3640158 w 6857157"/>
                <a:gd name="connsiteY20" fmla="*/ 565668 h 754320"/>
                <a:gd name="connsiteX21" fmla="*/ 3669095 w 6857157"/>
                <a:gd name="connsiteY21" fmla="*/ 549074 h 754320"/>
                <a:gd name="connsiteX22" fmla="*/ 3737666 w 6857157"/>
                <a:gd name="connsiteY22" fmla="*/ 549074 h 754320"/>
                <a:gd name="connsiteX23" fmla="*/ 4114809 w 6857157"/>
                <a:gd name="connsiteY23" fmla="*/ 549074 h 754320"/>
                <a:gd name="connsiteX24" fmla="*/ 4114809 w 6857157"/>
                <a:gd name="connsiteY24" fmla="*/ 549040 h 754320"/>
                <a:gd name="connsiteX25" fmla="*/ 6857679 w 6857157"/>
                <a:gd name="connsiteY25" fmla="*/ 549040 h 754320"/>
                <a:gd name="connsiteX26" fmla="*/ 6857679 w 6857157"/>
                <a:gd name="connsiteY26" fmla="*/ 468 h 754320"/>
                <a:gd name="connsiteX27" fmla="*/ 4114809 w 6857157"/>
                <a:gd name="connsiteY27" fmla="*/ 468 h 754320"/>
                <a:gd name="connsiteX28" fmla="*/ 3634809 w 6857157"/>
                <a:gd name="connsiteY28" fmla="*/ 468 h 754320"/>
                <a:gd name="connsiteX29" fmla="*/ 3566237 w 6857157"/>
                <a:gd name="connsiteY29" fmla="*/ 468 h 754320"/>
                <a:gd name="connsiteX30" fmla="*/ 3463380 w 6857157"/>
                <a:gd name="connsiteY30" fmla="*/ 103360 h 754320"/>
                <a:gd name="connsiteX31" fmla="*/ 3566237 w 6857157"/>
                <a:gd name="connsiteY31" fmla="*/ 206217 h 754320"/>
                <a:gd name="connsiteX32" fmla="*/ 3291917 w 6857157"/>
                <a:gd name="connsiteY32" fmla="*/ 206217 h 754320"/>
                <a:gd name="connsiteX33" fmla="*/ 3394809 w 6857157"/>
                <a:gd name="connsiteY33" fmla="*/ 103360 h 754320"/>
                <a:gd name="connsiteX34" fmla="*/ 3291917 w 6857157"/>
                <a:gd name="connsiteY34" fmla="*/ 468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57" h="754320">
                  <a:moveTo>
                    <a:pt x="2743414" y="468"/>
                  </a:moveTo>
                  <a:lnTo>
                    <a:pt x="2743414" y="502"/>
                  </a:lnTo>
                  <a:lnTo>
                    <a:pt x="521" y="502"/>
                  </a:lnTo>
                  <a:lnTo>
                    <a:pt x="521" y="549074"/>
                  </a:lnTo>
                  <a:lnTo>
                    <a:pt x="2743414" y="549074"/>
                  </a:lnTo>
                  <a:lnTo>
                    <a:pt x="3189094" y="549074"/>
                  </a:lnTo>
                  <a:lnTo>
                    <a:pt x="3291986" y="651931"/>
                  </a:lnTo>
                  <a:lnTo>
                    <a:pt x="3189094" y="754789"/>
                  </a:lnTo>
                  <a:lnTo>
                    <a:pt x="3463380" y="754789"/>
                  </a:lnTo>
                  <a:lnTo>
                    <a:pt x="3360523" y="651931"/>
                  </a:lnTo>
                  <a:lnTo>
                    <a:pt x="3463380" y="549074"/>
                  </a:lnTo>
                  <a:lnTo>
                    <a:pt x="3531986" y="549074"/>
                  </a:lnTo>
                  <a:cubicBezTo>
                    <a:pt x="3549129" y="549074"/>
                    <a:pt x="3557666" y="555486"/>
                    <a:pt x="3560889" y="565668"/>
                  </a:cubicBezTo>
                  <a:cubicBezTo>
                    <a:pt x="3564112" y="575851"/>
                    <a:pt x="3561952" y="589805"/>
                    <a:pt x="3557666" y="604789"/>
                  </a:cubicBezTo>
                  <a:cubicBezTo>
                    <a:pt x="3549094" y="634789"/>
                    <a:pt x="3531986" y="669074"/>
                    <a:pt x="3531986" y="686217"/>
                  </a:cubicBezTo>
                  <a:cubicBezTo>
                    <a:pt x="3531986" y="703360"/>
                    <a:pt x="3535552" y="720503"/>
                    <a:pt x="3545906" y="733360"/>
                  </a:cubicBezTo>
                  <a:cubicBezTo>
                    <a:pt x="3556260" y="746217"/>
                    <a:pt x="3573438" y="754789"/>
                    <a:pt x="3600523" y="754789"/>
                  </a:cubicBezTo>
                  <a:cubicBezTo>
                    <a:pt x="3627643" y="754789"/>
                    <a:pt x="3644821" y="746217"/>
                    <a:pt x="3655175" y="733360"/>
                  </a:cubicBezTo>
                  <a:cubicBezTo>
                    <a:pt x="3665529" y="720503"/>
                    <a:pt x="3669095" y="703360"/>
                    <a:pt x="3669095" y="686217"/>
                  </a:cubicBezTo>
                  <a:cubicBezTo>
                    <a:pt x="3669095" y="669074"/>
                    <a:pt x="3651952" y="634789"/>
                    <a:pt x="3643380" y="604789"/>
                  </a:cubicBezTo>
                  <a:cubicBezTo>
                    <a:pt x="3639095" y="589771"/>
                    <a:pt x="3636935" y="575851"/>
                    <a:pt x="3640158" y="565668"/>
                  </a:cubicBezTo>
                  <a:cubicBezTo>
                    <a:pt x="3643380" y="555486"/>
                    <a:pt x="3651952" y="549074"/>
                    <a:pt x="3669095" y="549074"/>
                  </a:cubicBezTo>
                  <a:lnTo>
                    <a:pt x="3737666" y="549074"/>
                  </a:lnTo>
                  <a:lnTo>
                    <a:pt x="4114809" y="549074"/>
                  </a:lnTo>
                  <a:lnTo>
                    <a:pt x="4114809" y="549040"/>
                  </a:lnTo>
                  <a:lnTo>
                    <a:pt x="6857679" y="549040"/>
                  </a:lnTo>
                  <a:lnTo>
                    <a:pt x="6857679" y="468"/>
                  </a:lnTo>
                  <a:lnTo>
                    <a:pt x="4114809" y="468"/>
                  </a:lnTo>
                  <a:lnTo>
                    <a:pt x="3634809" y="468"/>
                  </a:lnTo>
                  <a:lnTo>
                    <a:pt x="3566237" y="468"/>
                  </a:lnTo>
                  <a:lnTo>
                    <a:pt x="3463380" y="103360"/>
                  </a:lnTo>
                  <a:lnTo>
                    <a:pt x="3566237" y="206217"/>
                  </a:lnTo>
                  <a:lnTo>
                    <a:pt x="3291917" y="206217"/>
                  </a:lnTo>
                  <a:lnTo>
                    <a:pt x="3394809" y="103360"/>
                  </a:lnTo>
                  <a:lnTo>
                    <a:pt x="3291917" y="468"/>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81" name="TextBox xi">
              <a:extLst>
                <a:ext uri="{FF2B5EF4-FFF2-40B4-BE49-F238E27FC236}">
                  <a16:creationId xmlns:a16="http://schemas.microsoft.com/office/drawing/2014/main" id="{BBD8C7C6-5280-42E6-A210-EB0717D76083}"/>
                </a:ext>
              </a:extLst>
            </p:cNvPr>
            <p:cNvSpPr txBox="1"/>
            <p:nvPr/>
          </p:nvSpPr>
          <p:spPr>
            <a:xfrm>
              <a:off x="4408109" y="6050162"/>
              <a:ext cx="1872208" cy="24894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Yours faithfully,</a:t>
              </a:r>
            </a:p>
          </p:txBody>
        </p:sp>
      </p:grpSp>
      <p:grpSp>
        <p:nvGrpSpPr>
          <p:cNvPr id="80" name="!!x">
            <a:extLst>
              <a:ext uri="{FF2B5EF4-FFF2-40B4-BE49-F238E27FC236}">
                <a16:creationId xmlns:a16="http://schemas.microsoft.com/office/drawing/2014/main" id="{34DE547B-03CD-49B0-9FB5-36BBC4CDC72B}"/>
              </a:ext>
            </a:extLst>
          </p:cNvPr>
          <p:cNvGrpSpPr>
            <a:grpSpLocks noChangeAspect="1"/>
          </p:cNvGrpSpPr>
          <p:nvPr/>
        </p:nvGrpSpPr>
        <p:grpSpPr>
          <a:xfrm>
            <a:off x="4044020" y="5415435"/>
            <a:ext cx="4291853" cy="472101"/>
            <a:chOff x="4168767" y="5696768"/>
            <a:chExt cx="3857153" cy="424286"/>
          </a:xfrm>
        </p:grpSpPr>
        <p:sp>
          <p:nvSpPr>
            <p:cNvPr id="59" name="Rectangle: x">
              <a:extLst>
                <a:ext uri="{FF2B5EF4-FFF2-40B4-BE49-F238E27FC236}">
                  <a16:creationId xmlns:a16="http://schemas.microsoft.com/office/drawing/2014/main" id="{994DB5E1-9020-47D3-BFCF-B627FEE29B7D}"/>
                </a:ext>
              </a:extLst>
            </p:cNvPr>
            <p:cNvSpPr/>
            <p:nvPr/>
          </p:nvSpPr>
          <p:spPr>
            <a:xfrm>
              <a:off x="4252367" y="5730124"/>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8" name="Freeform: x">
              <a:extLst>
                <a:ext uri="{FF2B5EF4-FFF2-40B4-BE49-F238E27FC236}">
                  <a16:creationId xmlns:a16="http://schemas.microsoft.com/office/drawing/2014/main" id="{6779803D-485F-47D7-80E9-E6A75752BBE1}"/>
                </a:ext>
              </a:extLst>
            </p:cNvPr>
            <p:cNvSpPr/>
            <p:nvPr/>
          </p:nvSpPr>
          <p:spPr>
            <a:xfrm>
              <a:off x="4168767" y="5696768"/>
              <a:ext cx="3857153" cy="424286"/>
            </a:xfrm>
            <a:custGeom>
              <a:avLst/>
              <a:gdLst>
                <a:gd name="connsiteX0" fmla="*/ 2743414 w 6857161"/>
                <a:gd name="connsiteY0" fmla="*/ 423 h 754286"/>
                <a:gd name="connsiteX1" fmla="*/ 2743414 w 6857161"/>
                <a:gd name="connsiteY1" fmla="*/ 457 h 754286"/>
                <a:gd name="connsiteX2" fmla="*/ 521 w 6857161"/>
                <a:gd name="connsiteY2" fmla="*/ 457 h 754286"/>
                <a:gd name="connsiteX3" fmla="*/ 521 w 6857161"/>
                <a:gd name="connsiteY3" fmla="*/ 549029 h 754286"/>
                <a:gd name="connsiteX4" fmla="*/ 2743414 w 6857161"/>
                <a:gd name="connsiteY4" fmla="*/ 549029 h 754286"/>
                <a:gd name="connsiteX5" fmla="*/ 2743414 w 6857161"/>
                <a:gd name="connsiteY5" fmla="*/ 548995 h 754286"/>
                <a:gd name="connsiteX6" fmla="*/ 3291986 w 6857161"/>
                <a:gd name="connsiteY6" fmla="*/ 548995 h 754286"/>
                <a:gd name="connsiteX7" fmla="*/ 3394809 w 6857161"/>
                <a:gd name="connsiteY7" fmla="*/ 651852 h 754286"/>
                <a:gd name="connsiteX8" fmla="*/ 3291986 w 6857161"/>
                <a:gd name="connsiteY8" fmla="*/ 754710 h 754286"/>
                <a:gd name="connsiteX9" fmla="*/ 3566237 w 6857161"/>
                <a:gd name="connsiteY9" fmla="*/ 754710 h 754286"/>
                <a:gd name="connsiteX10" fmla="*/ 3463415 w 6857161"/>
                <a:gd name="connsiteY10" fmla="*/ 651852 h 754286"/>
                <a:gd name="connsiteX11" fmla="*/ 3566237 w 6857161"/>
                <a:gd name="connsiteY11" fmla="*/ 548995 h 754286"/>
                <a:gd name="connsiteX12" fmla="*/ 3634809 w 6857161"/>
                <a:gd name="connsiteY12" fmla="*/ 548995 h 754286"/>
                <a:gd name="connsiteX13" fmla="*/ 4114809 w 6857161"/>
                <a:gd name="connsiteY13" fmla="*/ 548995 h 754286"/>
                <a:gd name="connsiteX14" fmla="*/ 6857682 w 6857161"/>
                <a:gd name="connsiteY14" fmla="*/ 548995 h 754286"/>
                <a:gd name="connsiteX15" fmla="*/ 6857682 w 6857161"/>
                <a:gd name="connsiteY15" fmla="*/ 423 h 754286"/>
                <a:gd name="connsiteX16" fmla="*/ 4114809 w 6857161"/>
                <a:gd name="connsiteY16" fmla="*/ 423 h 754286"/>
                <a:gd name="connsiteX17" fmla="*/ 3737632 w 6857161"/>
                <a:gd name="connsiteY17" fmla="*/ 423 h 754286"/>
                <a:gd name="connsiteX18" fmla="*/ 3669061 w 6857161"/>
                <a:gd name="connsiteY18" fmla="*/ 423 h 754286"/>
                <a:gd name="connsiteX19" fmla="*/ 3566237 w 6857161"/>
                <a:gd name="connsiteY19" fmla="*/ 103281 h 754286"/>
                <a:gd name="connsiteX20" fmla="*/ 3669061 w 6857161"/>
                <a:gd name="connsiteY20" fmla="*/ 206172 h 754286"/>
                <a:gd name="connsiteX21" fmla="*/ 3394809 w 6857161"/>
                <a:gd name="connsiteY21" fmla="*/ 206172 h 754286"/>
                <a:gd name="connsiteX22" fmla="*/ 3497666 w 6857161"/>
                <a:gd name="connsiteY22" fmla="*/ 103281 h 754286"/>
                <a:gd name="connsiteX23" fmla="*/ 3394809 w 6857161"/>
                <a:gd name="connsiteY23" fmla="*/ 423 h 754286"/>
                <a:gd name="connsiteX24" fmla="*/ 3326237 w 6857161"/>
                <a:gd name="connsiteY24" fmla="*/ 423 h 754286"/>
                <a:gd name="connsiteX25" fmla="*/ 3297300 w 6857161"/>
                <a:gd name="connsiteY25" fmla="*/ 17052 h 754286"/>
                <a:gd name="connsiteX26" fmla="*/ 3300523 w 6857161"/>
                <a:gd name="connsiteY26" fmla="*/ 56172 h 754286"/>
                <a:gd name="connsiteX27" fmla="*/ 3326237 w 6857161"/>
                <a:gd name="connsiteY27" fmla="*/ 137600 h 754286"/>
                <a:gd name="connsiteX28" fmla="*/ 3312318 w 6857161"/>
                <a:gd name="connsiteY28" fmla="*/ 184709 h 754286"/>
                <a:gd name="connsiteX29" fmla="*/ 3257666 w 6857161"/>
                <a:gd name="connsiteY29" fmla="*/ 206172 h 754286"/>
                <a:gd name="connsiteX30" fmla="*/ 3203014 w 6857161"/>
                <a:gd name="connsiteY30" fmla="*/ 184709 h 754286"/>
                <a:gd name="connsiteX31" fmla="*/ 3189094 w 6857161"/>
                <a:gd name="connsiteY31" fmla="*/ 137600 h 754286"/>
                <a:gd name="connsiteX32" fmla="*/ 3214809 w 6857161"/>
                <a:gd name="connsiteY32" fmla="*/ 56172 h 754286"/>
                <a:gd name="connsiteX33" fmla="*/ 3218032 w 6857161"/>
                <a:gd name="connsiteY33" fmla="*/ 17052 h 754286"/>
                <a:gd name="connsiteX34" fmla="*/ 3189094 w 6857161"/>
                <a:gd name="connsiteY34" fmla="*/ 423 h 75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161" h="754286">
                  <a:moveTo>
                    <a:pt x="2743414" y="423"/>
                  </a:moveTo>
                  <a:lnTo>
                    <a:pt x="2743414" y="457"/>
                  </a:lnTo>
                  <a:lnTo>
                    <a:pt x="521" y="457"/>
                  </a:lnTo>
                  <a:lnTo>
                    <a:pt x="521" y="549029"/>
                  </a:lnTo>
                  <a:lnTo>
                    <a:pt x="2743414" y="549029"/>
                  </a:lnTo>
                  <a:lnTo>
                    <a:pt x="2743414" y="548995"/>
                  </a:lnTo>
                  <a:lnTo>
                    <a:pt x="3291986" y="548995"/>
                  </a:lnTo>
                  <a:lnTo>
                    <a:pt x="3394809" y="651852"/>
                  </a:lnTo>
                  <a:lnTo>
                    <a:pt x="3291986" y="754710"/>
                  </a:lnTo>
                  <a:lnTo>
                    <a:pt x="3566237" y="754710"/>
                  </a:lnTo>
                  <a:lnTo>
                    <a:pt x="3463415" y="651852"/>
                  </a:lnTo>
                  <a:lnTo>
                    <a:pt x="3566237" y="548995"/>
                  </a:lnTo>
                  <a:lnTo>
                    <a:pt x="3634809" y="548995"/>
                  </a:lnTo>
                  <a:lnTo>
                    <a:pt x="4114809" y="548995"/>
                  </a:lnTo>
                  <a:lnTo>
                    <a:pt x="6857682" y="548995"/>
                  </a:lnTo>
                  <a:lnTo>
                    <a:pt x="6857682" y="423"/>
                  </a:lnTo>
                  <a:lnTo>
                    <a:pt x="4114809" y="423"/>
                  </a:lnTo>
                  <a:lnTo>
                    <a:pt x="3737632" y="423"/>
                  </a:lnTo>
                  <a:lnTo>
                    <a:pt x="3669061" y="423"/>
                  </a:lnTo>
                  <a:lnTo>
                    <a:pt x="3566237" y="103281"/>
                  </a:lnTo>
                  <a:lnTo>
                    <a:pt x="3669061" y="206172"/>
                  </a:lnTo>
                  <a:lnTo>
                    <a:pt x="3394809" y="206172"/>
                  </a:lnTo>
                  <a:lnTo>
                    <a:pt x="3497666" y="103281"/>
                  </a:lnTo>
                  <a:lnTo>
                    <a:pt x="3394809" y="423"/>
                  </a:lnTo>
                  <a:lnTo>
                    <a:pt x="3326237" y="423"/>
                  </a:lnTo>
                  <a:cubicBezTo>
                    <a:pt x="3309094" y="423"/>
                    <a:pt x="3300489" y="6869"/>
                    <a:pt x="3297300" y="17052"/>
                  </a:cubicBezTo>
                  <a:cubicBezTo>
                    <a:pt x="3294078" y="27235"/>
                    <a:pt x="3296237" y="41154"/>
                    <a:pt x="3300523" y="56172"/>
                  </a:cubicBezTo>
                  <a:cubicBezTo>
                    <a:pt x="3309094" y="86172"/>
                    <a:pt x="3326237" y="120457"/>
                    <a:pt x="3326237" y="137600"/>
                  </a:cubicBezTo>
                  <a:cubicBezTo>
                    <a:pt x="3326237" y="154743"/>
                    <a:pt x="3322672" y="171852"/>
                    <a:pt x="3312318" y="184709"/>
                  </a:cubicBezTo>
                  <a:cubicBezTo>
                    <a:pt x="3301929" y="197566"/>
                    <a:pt x="3284786" y="206172"/>
                    <a:pt x="3257666" y="206172"/>
                  </a:cubicBezTo>
                  <a:cubicBezTo>
                    <a:pt x="3230546" y="206172"/>
                    <a:pt x="3213403" y="197566"/>
                    <a:pt x="3203014" y="184709"/>
                  </a:cubicBezTo>
                  <a:cubicBezTo>
                    <a:pt x="3192660" y="171886"/>
                    <a:pt x="3189094" y="154743"/>
                    <a:pt x="3189094" y="137600"/>
                  </a:cubicBezTo>
                  <a:cubicBezTo>
                    <a:pt x="3189094" y="120457"/>
                    <a:pt x="3206237" y="86172"/>
                    <a:pt x="3214809" y="56172"/>
                  </a:cubicBezTo>
                  <a:cubicBezTo>
                    <a:pt x="3219094" y="41154"/>
                    <a:pt x="3221220" y="27235"/>
                    <a:pt x="3218032" y="17052"/>
                  </a:cubicBezTo>
                  <a:cubicBezTo>
                    <a:pt x="3214809" y="6869"/>
                    <a:pt x="3206237" y="423"/>
                    <a:pt x="3189094" y="423"/>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73" name="!!viii">
            <a:extLst>
              <a:ext uri="{FF2B5EF4-FFF2-40B4-BE49-F238E27FC236}">
                <a16:creationId xmlns:a16="http://schemas.microsoft.com/office/drawing/2014/main" id="{4D2452DC-D8AA-4F9E-8333-DB92646196D5}"/>
              </a:ext>
            </a:extLst>
          </p:cNvPr>
          <p:cNvGrpSpPr>
            <a:grpSpLocks noChangeAspect="1"/>
          </p:cNvGrpSpPr>
          <p:nvPr/>
        </p:nvGrpSpPr>
        <p:grpSpPr>
          <a:xfrm>
            <a:off x="4044019" y="4406206"/>
            <a:ext cx="4291855" cy="472100"/>
            <a:chOff x="4168767" y="5079587"/>
            <a:chExt cx="3857155" cy="424285"/>
          </a:xfrm>
        </p:grpSpPr>
        <p:sp>
          <p:nvSpPr>
            <p:cNvPr id="57" name="Rectangle: viii">
              <a:extLst>
                <a:ext uri="{FF2B5EF4-FFF2-40B4-BE49-F238E27FC236}">
                  <a16:creationId xmlns:a16="http://schemas.microsoft.com/office/drawing/2014/main" id="{69404A5D-5BC4-4AF5-93C6-8A09663DB6C5}"/>
                </a:ext>
              </a:extLst>
            </p:cNvPr>
            <p:cNvSpPr/>
            <p:nvPr/>
          </p:nvSpPr>
          <p:spPr>
            <a:xfrm>
              <a:off x="4252367" y="5108780"/>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29" name="Freeform: Shape viii">
              <a:extLst>
                <a:ext uri="{FF2B5EF4-FFF2-40B4-BE49-F238E27FC236}">
                  <a16:creationId xmlns:a16="http://schemas.microsoft.com/office/drawing/2014/main" id="{8FE5DCC6-2913-489B-8D3E-99925E087263}"/>
                </a:ext>
              </a:extLst>
            </p:cNvPr>
            <p:cNvSpPr/>
            <p:nvPr/>
          </p:nvSpPr>
          <p:spPr>
            <a:xfrm>
              <a:off x="4168767" y="5079587"/>
              <a:ext cx="3857155" cy="424285"/>
            </a:xfrm>
            <a:custGeom>
              <a:avLst/>
              <a:gdLst>
                <a:gd name="connsiteX0" fmla="*/ 2743414 w 6857164"/>
                <a:gd name="connsiteY0" fmla="*/ 334 h 754285"/>
                <a:gd name="connsiteX1" fmla="*/ 2743414 w 6857164"/>
                <a:gd name="connsiteY1" fmla="*/ 369 h 754285"/>
                <a:gd name="connsiteX2" fmla="*/ 521 w 6857164"/>
                <a:gd name="connsiteY2" fmla="*/ 369 h 754285"/>
                <a:gd name="connsiteX3" fmla="*/ 521 w 6857164"/>
                <a:gd name="connsiteY3" fmla="*/ 548941 h 754285"/>
                <a:gd name="connsiteX4" fmla="*/ 2743414 w 6857164"/>
                <a:gd name="connsiteY4" fmla="*/ 548941 h 754285"/>
                <a:gd name="connsiteX5" fmla="*/ 2743414 w 6857164"/>
                <a:gd name="connsiteY5" fmla="*/ 548906 h 754285"/>
                <a:gd name="connsiteX6" fmla="*/ 2811951 w 6857164"/>
                <a:gd name="connsiteY6" fmla="*/ 548906 h 754285"/>
                <a:gd name="connsiteX7" fmla="*/ 2949094 w 6857164"/>
                <a:gd name="connsiteY7" fmla="*/ 754620 h 754285"/>
                <a:gd name="connsiteX8" fmla="*/ 3086237 w 6857164"/>
                <a:gd name="connsiteY8" fmla="*/ 548906 h 754285"/>
                <a:gd name="connsiteX9" fmla="*/ 3154809 w 6857164"/>
                <a:gd name="connsiteY9" fmla="*/ 548906 h 754285"/>
                <a:gd name="connsiteX10" fmla="*/ 3183746 w 6857164"/>
                <a:gd name="connsiteY10" fmla="*/ 565535 h 754285"/>
                <a:gd name="connsiteX11" fmla="*/ 3180523 w 6857164"/>
                <a:gd name="connsiteY11" fmla="*/ 604620 h 754285"/>
                <a:gd name="connsiteX12" fmla="*/ 3154809 w 6857164"/>
                <a:gd name="connsiteY12" fmla="*/ 686049 h 754285"/>
                <a:gd name="connsiteX13" fmla="*/ 3168729 w 6857164"/>
                <a:gd name="connsiteY13" fmla="*/ 733158 h 754285"/>
                <a:gd name="connsiteX14" fmla="*/ 3223380 w 6857164"/>
                <a:gd name="connsiteY14" fmla="*/ 754620 h 754285"/>
                <a:gd name="connsiteX15" fmla="*/ 3278032 w 6857164"/>
                <a:gd name="connsiteY15" fmla="*/ 733158 h 754285"/>
                <a:gd name="connsiteX16" fmla="*/ 3291986 w 6857164"/>
                <a:gd name="connsiteY16" fmla="*/ 686049 h 754285"/>
                <a:gd name="connsiteX17" fmla="*/ 3266237 w 6857164"/>
                <a:gd name="connsiteY17" fmla="*/ 604620 h 754285"/>
                <a:gd name="connsiteX18" fmla="*/ 3263014 w 6857164"/>
                <a:gd name="connsiteY18" fmla="*/ 565535 h 754285"/>
                <a:gd name="connsiteX19" fmla="*/ 3291986 w 6857164"/>
                <a:gd name="connsiteY19" fmla="*/ 548906 h 754285"/>
                <a:gd name="connsiteX20" fmla="*/ 3360523 w 6857164"/>
                <a:gd name="connsiteY20" fmla="*/ 548906 h 754285"/>
                <a:gd name="connsiteX21" fmla="*/ 3389460 w 6857164"/>
                <a:gd name="connsiteY21" fmla="*/ 565535 h 754285"/>
                <a:gd name="connsiteX22" fmla="*/ 3386237 w 6857164"/>
                <a:gd name="connsiteY22" fmla="*/ 604620 h 754285"/>
                <a:gd name="connsiteX23" fmla="*/ 3360557 w 6857164"/>
                <a:gd name="connsiteY23" fmla="*/ 686049 h 754285"/>
                <a:gd name="connsiteX24" fmla="*/ 3374478 w 6857164"/>
                <a:gd name="connsiteY24" fmla="*/ 733158 h 754285"/>
                <a:gd name="connsiteX25" fmla="*/ 3429094 w 6857164"/>
                <a:gd name="connsiteY25" fmla="*/ 754620 h 754285"/>
                <a:gd name="connsiteX26" fmla="*/ 3483746 w 6857164"/>
                <a:gd name="connsiteY26" fmla="*/ 733158 h 754285"/>
                <a:gd name="connsiteX27" fmla="*/ 3497666 w 6857164"/>
                <a:gd name="connsiteY27" fmla="*/ 686049 h 754285"/>
                <a:gd name="connsiteX28" fmla="*/ 3471952 w 6857164"/>
                <a:gd name="connsiteY28" fmla="*/ 604620 h 754285"/>
                <a:gd name="connsiteX29" fmla="*/ 3468729 w 6857164"/>
                <a:gd name="connsiteY29" fmla="*/ 565535 h 754285"/>
                <a:gd name="connsiteX30" fmla="*/ 3497666 w 6857164"/>
                <a:gd name="connsiteY30" fmla="*/ 548906 h 754285"/>
                <a:gd name="connsiteX31" fmla="*/ 3566237 w 6857164"/>
                <a:gd name="connsiteY31" fmla="*/ 548906 h 754285"/>
                <a:gd name="connsiteX32" fmla="*/ 3595140 w 6857164"/>
                <a:gd name="connsiteY32" fmla="*/ 565535 h 754285"/>
                <a:gd name="connsiteX33" fmla="*/ 3591952 w 6857164"/>
                <a:gd name="connsiteY33" fmla="*/ 604620 h 754285"/>
                <a:gd name="connsiteX34" fmla="*/ 3566237 w 6857164"/>
                <a:gd name="connsiteY34" fmla="*/ 686049 h 754285"/>
                <a:gd name="connsiteX35" fmla="*/ 3580158 w 6857164"/>
                <a:gd name="connsiteY35" fmla="*/ 733158 h 754285"/>
                <a:gd name="connsiteX36" fmla="*/ 3634809 w 6857164"/>
                <a:gd name="connsiteY36" fmla="*/ 754620 h 754285"/>
                <a:gd name="connsiteX37" fmla="*/ 3689461 w 6857164"/>
                <a:gd name="connsiteY37" fmla="*/ 733158 h 754285"/>
                <a:gd name="connsiteX38" fmla="*/ 3703380 w 6857164"/>
                <a:gd name="connsiteY38" fmla="*/ 686049 h 754285"/>
                <a:gd name="connsiteX39" fmla="*/ 3677666 w 6857164"/>
                <a:gd name="connsiteY39" fmla="*/ 604620 h 754285"/>
                <a:gd name="connsiteX40" fmla="*/ 3674478 w 6857164"/>
                <a:gd name="connsiteY40" fmla="*/ 565535 h 754285"/>
                <a:gd name="connsiteX41" fmla="*/ 3703380 w 6857164"/>
                <a:gd name="connsiteY41" fmla="*/ 548906 h 754285"/>
                <a:gd name="connsiteX42" fmla="*/ 3771952 w 6857164"/>
                <a:gd name="connsiteY42" fmla="*/ 548906 h 754285"/>
                <a:gd name="connsiteX43" fmla="*/ 4114809 w 6857164"/>
                <a:gd name="connsiteY43" fmla="*/ 548906 h 754285"/>
                <a:gd name="connsiteX44" fmla="*/ 6857686 w 6857164"/>
                <a:gd name="connsiteY44" fmla="*/ 548906 h 754285"/>
                <a:gd name="connsiteX45" fmla="*/ 6857686 w 6857164"/>
                <a:gd name="connsiteY45" fmla="*/ 334 h 754285"/>
                <a:gd name="connsiteX46" fmla="*/ 4114809 w 6857164"/>
                <a:gd name="connsiteY46" fmla="*/ 334 h 754285"/>
                <a:gd name="connsiteX47" fmla="*/ 3840523 w 6857164"/>
                <a:gd name="connsiteY47" fmla="*/ 334 h 754285"/>
                <a:gd name="connsiteX48" fmla="*/ 3771952 w 6857164"/>
                <a:gd name="connsiteY48" fmla="*/ 334 h 754285"/>
                <a:gd name="connsiteX49" fmla="*/ 3743015 w 6857164"/>
                <a:gd name="connsiteY49" fmla="*/ 16963 h 754285"/>
                <a:gd name="connsiteX50" fmla="*/ 3746237 w 6857164"/>
                <a:gd name="connsiteY50" fmla="*/ 56083 h 754285"/>
                <a:gd name="connsiteX51" fmla="*/ 3771952 w 6857164"/>
                <a:gd name="connsiteY51" fmla="*/ 137512 h 754285"/>
                <a:gd name="connsiteX52" fmla="*/ 3758032 w 6857164"/>
                <a:gd name="connsiteY52" fmla="*/ 184620 h 754285"/>
                <a:gd name="connsiteX53" fmla="*/ 3703380 w 6857164"/>
                <a:gd name="connsiteY53" fmla="*/ 206083 h 754285"/>
                <a:gd name="connsiteX54" fmla="*/ 3648729 w 6857164"/>
                <a:gd name="connsiteY54" fmla="*/ 184620 h 754285"/>
                <a:gd name="connsiteX55" fmla="*/ 3634809 w 6857164"/>
                <a:gd name="connsiteY55" fmla="*/ 137512 h 754285"/>
                <a:gd name="connsiteX56" fmla="*/ 3660523 w 6857164"/>
                <a:gd name="connsiteY56" fmla="*/ 56083 h 754285"/>
                <a:gd name="connsiteX57" fmla="*/ 3663712 w 6857164"/>
                <a:gd name="connsiteY57" fmla="*/ 16963 h 754285"/>
                <a:gd name="connsiteX58" fmla="*/ 3634809 w 6857164"/>
                <a:gd name="connsiteY58" fmla="*/ 334 h 754285"/>
                <a:gd name="connsiteX59" fmla="*/ 3566237 w 6857164"/>
                <a:gd name="connsiteY59" fmla="*/ 334 h 754285"/>
                <a:gd name="connsiteX60" fmla="*/ 3537335 w 6857164"/>
                <a:gd name="connsiteY60" fmla="*/ 16963 h 754285"/>
                <a:gd name="connsiteX61" fmla="*/ 3540523 w 6857164"/>
                <a:gd name="connsiteY61" fmla="*/ 56083 h 754285"/>
                <a:gd name="connsiteX62" fmla="*/ 3566237 w 6857164"/>
                <a:gd name="connsiteY62" fmla="*/ 137512 h 754285"/>
                <a:gd name="connsiteX63" fmla="*/ 3552318 w 6857164"/>
                <a:gd name="connsiteY63" fmla="*/ 184620 h 754285"/>
                <a:gd name="connsiteX64" fmla="*/ 3497666 w 6857164"/>
                <a:gd name="connsiteY64" fmla="*/ 206083 h 754285"/>
                <a:gd name="connsiteX65" fmla="*/ 3443015 w 6857164"/>
                <a:gd name="connsiteY65" fmla="*/ 184620 h 754285"/>
                <a:gd name="connsiteX66" fmla="*/ 3429094 w 6857164"/>
                <a:gd name="connsiteY66" fmla="*/ 137512 h 754285"/>
                <a:gd name="connsiteX67" fmla="*/ 3454809 w 6857164"/>
                <a:gd name="connsiteY67" fmla="*/ 56083 h 754285"/>
                <a:gd name="connsiteX68" fmla="*/ 3458032 w 6857164"/>
                <a:gd name="connsiteY68" fmla="*/ 16963 h 754285"/>
                <a:gd name="connsiteX69" fmla="*/ 3429094 w 6857164"/>
                <a:gd name="connsiteY69" fmla="*/ 334 h 754285"/>
                <a:gd name="connsiteX70" fmla="*/ 3360523 w 6857164"/>
                <a:gd name="connsiteY70" fmla="*/ 334 h 754285"/>
                <a:gd name="connsiteX71" fmla="*/ 3223380 w 6857164"/>
                <a:gd name="connsiteY71" fmla="*/ 206083 h 754285"/>
                <a:gd name="connsiteX72" fmla="*/ 3086237 w 6857164"/>
                <a:gd name="connsiteY72" fmla="*/ 334 h 75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857164" h="754285">
                  <a:moveTo>
                    <a:pt x="2743414" y="334"/>
                  </a:moveTo>
                  <a:lnTo>
                    <a:pt x="2743414" y="369"/>
                  </a:lnTo>
                  <a:lnTo>
                    <a:pt x="521" y="369"/>
                  </a:lnTo>
                  <a:lnTo>
                    <a:pt x="521" y="548941"/>
                  </a:lnTo>
                  <a:lnTo>
                    <a:pt x="2743414" y="548941"/>
                  </a:lnTo>
                  <a:lnTo>
                    <a:pt x="2743414" y="548906"/>
                  </a:lnTo>
                  <a:lnTo>
                    <a:pt x="2811951" y="548906"/>
                  </a:lnTo>
                  <a:lnTo>
                    <a:pt x="2949094" y="754620"/>
                  </a:lnTo>
                  <a:lnTo>
                    <a:pt x="3086237" y="548906"/>
                  </a:lnTo>
                  <a:lnTo>
                    <a:pt x="3154809" y="548906"/>
                  </a:lnTo>
                  <a:cubicBezTo>
                    <a:pt x="3171951" y="548906"/>
                    <a:pt x="3180523" y="555352"/>
                    <a:pt x="3183746" y="565535"/>
                  </a:cubicBezTo>
                  <a:cubicBezTo>
                    <a:pt x="3186969" y="575718"/>
                    <a:pt x="3184809" y="589604"/>
                    <a:pt x="3180523" y="604620"/>
                  </a:cubicBezTo>
                  <a:cubicBezTo>
                    <a:pt x="3171951" y="634620"/>
                    <a:pt x="3154809" y="668906"/>
                    <a:pt x="3154809" y="686049"/>
                  </a:cubicBezTo>
                  <a:cubicBezTo>
                    <a:pt x="3154809" y="703192"/>
                    <a:pt x="3158374" y="720301"/>
                    <a:pt x="3168729" y="733158"/>
                  </a:cubicBezTo>
                  <a:cubicBezTo>
                    <a:pt x="3179083" y="746015"/>
                    <a:pt x="3196260" y="754620"/>
                    <a:pt x="3223380" y="754620"/>
                  </a:cubicBezTo>
                  <a:cubicBezTo>
                    <a:pt x="3250466" y="754620"/>
                    <a:pt x="3267677" y="746015"/>
                    <a:pt x="3278032" y="733158"/>
                  </a:cubicBezTo>
                  <a:cubicBezTo>
                    <a:pt x="3288420" y="720301"/>
                    <a:pt x="3291986" y="703192"/>
                    <a:pt x="3291986" y="686049"/>
                  </a:cubicBezTo>
                  <a:cubicBezTo>
                    <a:pt x="3291986" y="668906"/>
                    <a:pt x="3274809" y="634620"/>
                    <a:pt x="3266237" y="604620"/>
                  </a:cubicBezTo>
                  <a:cubicBezTo>
                    <a:pt x="3261951" y="589604"/>
                    <a:pt x="3259826" y="575718"/>
                    <a:pt x="3263014" y="565535"/>
                  </a:cubicBezTo>
                  <a:cubicBezTo>
                    <a:pt x="3266237" y="555352"/>
                    <a:pt x="3274843" y="548906"/>
                    <a:pt x="3291986" y="548906"/>
                  </a:cubicBezTo>
                  <a:lnTo>
                    <a:pt x="3360523" y="548906"/>
                  </a:lnTo>
                  <a:cubicBezTo>
                    <a:pt x="3377666" y="548906"/>
                    <a:pt x="3386237" y="555352"/>
                    <a:pt x="3389460" y="565535"/>
                  </a:cubicBezTo>
                  <a:cubicBezTo>
                    <a:pt x="3392683" y="575718"/>
                    <a:pt x="3390523" y="589604"/>
                    <a:pt x="3386237" y="604620"/>
                  </a:cubicBezTo>
                  <a:cubicBezTo>
                    <a:pt x="3377666" y="634620"/>
                    <a:pt x="3360557" y="668906"/>
                    <a:pt x="3360557" y="686049"/>
                  </a:cubicBezTo>
                  <a:cubicBezTo>
                    <a:pt x="3360557" y="703192"/>
                    <a:pt x="3364123" y="720301"/>
                    <a:pt x="3374478" y="733158"/>
                  </a:cubicBezTo>
                  <a:cubicBezTo>
                    <a:pt x="3384832" y="746015"/>
                    <a:pt x="3402009" y="754620"/>
                    <a:pt x="3429094" y="754620"/>
                  </a:cubicBezTo>
                  <a:cubicBezTo>
                    <a:pt x="3456214" y="754620"/>
                    <a:pt x="3473392" y="746015"/>
                    <a:pt x="3483746" y="733158"/>
                  </a:cubicBezTo>
                  <a:cubicBezTo>
                    <a:pt x="3494101" y="720301"/>
                    <a:pt x="3497666" y="703192"/>
                    <a:pt x="3497666" y="686049"/>
                  </a:cubicBezTo>
                  <a:cubicBezTo>
                    <a:pt x="3497666" y="668906"/>
                    <a:pt x="3480523" y="634620"/>
                    <a:pt x="3471952" y="604620"/>
                  </a:cubicBezTo>
                  <a:cubicBezTo>
                    <a:pt x="3467666" y="589604"/>
                    <a:pt x="3465506" y="575718"/>
                    <a:pt x="3468729" y="565535"/>
                  </a:cubicBezTo>
                  <a:cubicBezTo>
                    <a:pt x="3471952" y="555352"/>
                    <a:pt x="3480523" y="548906"/>
                    <a:pt x="3497666" y="548906"/>
                  </a:cubicBezTo>
                  <a:lnTo>
                    <a:pt x="3566237" y="548906"/>
                  </a:lnTo>
                  <a:cubicBezTo>
                    <a:pt x="3583380" y="548906"/>
                    <a:pt x="3591952" y="555352"/>
                    <a:pt x="3595140" y="565535"/>
                  </a:cubicBezTo>
                  <a:cubicBezTo>
                    <a:pt x="3598363" y="575718"/>
                    <a:pt x="3596237" y="589604"/>
                    <a:pt x="3591952" y="604620"/>
                  </a:cubicBezTo>
                  <a:cubicBezTo>
                    <a:pt x="3583380" y="634620"/>
                    <a:pt x="3566237" y="668906"/>
                    <a:pt x="3566237" y="686049"/>
                  </a:cubicBezTo>
                  <a:cubicBezTo>
                    <a:pt x="3566237" y="703192"/>
                    <a:pt x="3569803" y="720301"/>
                    <a:pt x="3580158" y="733158"/>
                  </a:cubicBezTo>
                  <a:cubicBezTo>
                    <a:pt x="3590546" y="746015"/>
                    <a:pt x="3607689" y="754620"/>
                    <a:pt x="3634809" y="754620"/>
                  </a:cubicBezTo>
                  <a:cubicBezTo>
                    <a:pt x="3661929" y="754620"/>
                    <a:pt x="3679072" y="746015"/>
                    <a:pt x="3689461" y="733158"/>
                  </a:cubicBezTo>
                  <a:cubicBezTo>
                    <a:pt x="3699815" y="720301"/>
                    <a:pt x="3703380" y="703192"/>
                    <a:pt x="3703380" y="686049"/>
                  </a:cubicBezTo>
                  <a:cubicBezTo>
                    <a:pt x="3703380" y="668906"/>
                    <a:pt x="3686237" y="634620"/>
                    <a:pt x="3677666" y="604620"/>
                  </a:cubicBezTo>
                  <a:cubicBezTo>
                    <a:pt x="3673380" y="589604"/>
                    <a:pt x="3671255" y="575718"/>
                    <a:pt x="3674478" y="565535"/>
                  </a:cubicBezTo>
                  <a:cubicBezTo>
                    <a:pt x="3677666" y="555352"/>
                    <a:pt x="3686237" y="548906"/>
                    <a:pt x="3703380" y="548906"/>
                  </a:cubicBezTo>
                  <a:lnTo>
                    <a:pt x="3771952" y="548906"/>
                  </a:lnTo>
                  <a:lnTo>
                    <a:pt x="4114809" y="548906"/>
                  </a:lnTo>
                  <a:lnTo>
                    <a:pt x="6857686" y="548906"/>
                  </a:lnTo>
                  <a:lnTo>
                    <a:pt x="6857686" y="334"/>
                  </a:lnTo>
                  <a:lnTo>
                    <a:pt x="4114809" y="334"/>
                  </a:lnTo>
                  <a:lnTo>
                    <a:pt x="3840523" y="334"/>
                  </a:lnTo>
                  <a:lnTo>
                    <a:pt x="3771952" y="334"/>
                  </a:lnTo>
                  <a:cubicBezTo>
                    <a:pt x="3754809" y="334"/>
                    <a:pt x="3746237" y="6780"/>
                    <a:pt x="3743015" y="16963"/>
                  </a:cubicBezTo>
                  <a:cubicBezTo>
                    <a:pt x="3739826" y="27112"/>
                    <a:pt x="3741952" y="41066"/>
                    <a:pt x="3746237" y="56083"/>
                  </a:cubicBezTo>
                  <a:cubicBezTo>
                    <a:pt x="3754809" y="86083"/>
                    <a:pt x="3771952" y="120369"/>
                    <a:pt x="3771952" y="137512"/>
                  </a:cubicBezTo>
                  <a:cubicBezTo>
                    <a:pt x="3771952" y="154655"/>
                    <a:pt x="3768386" y="171763"/>
                    <a:pt x="3758032" y="184620"/>
                  </a:cubicBezTo>
                  <a:cubicBezTo>
                    <a:pt x="3747643" y="197477"/>
                    <a:pt x="3730500" y="206083"/>
                    <a:pt x="3703380" y="206083"/>
                  </a:cubicBezTo>
                  <a:cubicBezTo>
                    <a:pt x="3676260" y="206083"/>
                    <a:pt x="3659083" y="197477"/>
                    <a:pt x="3648729" y="184620"/>
                  </a:cubicBezTo>
                  <a:cubicBezTo>
                    <a:pt x="3638375" y="171763"/>
                    <a:pt x="3634809" y="154655"/>
                    <a:pt x="3634809" y="137512"/>
                  </a:cubicBezTo>
                  <a:cubicBezTo>
                    <a:pt x="3634809" y="120369"/>
                    <a:pt x="3651952" y="86083"/>
                    <a:pt x="3660523" y="56083"/>
                  </a:cubicBezTo>
                  <a:cubicBezTo>
                    <a:pt x="3664809" y="41066"/>
                    <a:pt x="3666935" y="27146"/>
                    <a:pt x="3663712" y="16963"/>
                  </a:cubicBezTo>
                  <a:cubicBezTo>
                    <a:pt x="3660523" y="6780"/>
                    <a:pt x="3651952" y="334"/>
                    <a:pt x="3634809" y="334"/>
                  </a:cubicBezTo>
                  <a:lnTo>
                    <a:pt x="3566237" y="334"/>
                  </a:lnTo>
                  <a:cubicBezTo>
                    <a:pt x="3549094" y="334"/>
                    <a:pt x="3540523" y="6780"/>
                    <a:pt x="3537335" y="16963"/>
                  </a:cubicBezTo>
                  <a:cubicBezTo>
                    <a:pt x="3534112" y="27112"/>
                    <a:pt x="3536237" y="41066"/>
                    <a:pt x="3540523" y="56083"/>
                  </a:cubicBezTo>
                  <a:cubicBezTo>
                    <a:pt x="3549094" y="86083"/>
                    <a:pt x="3566237" y="120369"/>
                    <a:pt x="3566237" y="137512"/>
                  </a:cubicBezTo>
                  <a:cubicBezTo>
                    <a:pt x="3566237" y="154655"/>
                    <a:pt x="3562672" y="171763"/>
                    <a:pt x="3552318" y="184620"/>
                  </a:cubicBezTo>
                  <a:cubicBezTo>
                    <a:pt x="3541963" y="197477"/>
                    <a:pt x="3524786" y="206083"/>
                    <a:pt x="3497666" y="206083"/>
                  </a:cubicBezTo>
                  <a:cubicBezTo>
                    <a:pt x="3470546" y="206083"/>
                    <a:pt x="3453403" y="197477"/>
                    <a:pt x="3443015" y="184620"/>
                  </a:cubicBezTo>
                  <a:cubicBezTo>
                    <a:pt x="3432660" y="171763"/>
                    <a:pt x="3429094" y="154655"/>
                    <a:pt x="3429094" y="137512"/>
                  </a:cubicBezTo>
                  <a:cubicBezTo>
                    <a:pt x="3429094" y="120369"/>
                    <a:pt x="3446237" y="86083"/>
                    <a:pt x="3454809" y="56083"/>
                  </a:cubicBezTo>
                  <a:cubicBezTo>
                    <a:pt x="3459094" y="41066"/>
                    <a:pt x="3461221" y="27146"/>
                    <a:pt x="3458032" y="16963"/>
                  </a:cubicBezTo>
                  <a:cubicBezTo>
                    <a:pt x="3454809" y="6780"/>
                    <a:pt x="3446237" y="334"/>
                    <a:pt x="3429094" y="334"/>
                  </a:cubicBezTo>
                  <a:lnTo>
                    <a:pt x="3360523" y="334"/>
                  </a:lnTo>
                  <a:lnTo>
                    <a:pt x="3223380" y="206083"/>
                  </a:lnTo>
                  <a:lnTo>
                    <a:pt x="3086237" y="334"/>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72" name="!!vii">
            <a:extLst>
              <a:ext uri="{FF2B5EF4-FFF2-40B4-BE49-F238E27FC236}">
                <a16:creationId xmlns:a16="http://schemas.microsoft.com/office/drawing/2014/main" id="{7F4245C3-D813-4DC6-B308-AB97DAC67E79}"/>
              </a:ext>
            </a:extLst>
          </p:cNvPr>
          <p:cNvGrpSpPr>
            <a:grpSpLocks noChangeAspect="1"/>
          </p:cNvGrpSpPr>
          <p:nvPr/>
        </p:nvGrpSpPr>
        <p:grpSpPr>
          <a:xfrm>
            <a:off x="4044019" y="4046896"/>
            <a:ext cx="4291855" cy="472121"/>
            <a:chOff x="4168767" y="4230816"/>
            <a:chExt cx="3857155" cy="424305"/>
          </a:xfrm>
        </p:grpSpPr>
        <p:sp>
          <p:nvSpPr>
            <p:cNvPr id="56" name="Rectangle: vii">
              <a:extLst>
                <a:ext uri="{FF2B5EF4-FFF2-40B4-BE49-F238E27FC236}">
                  <a16:creationId xmlns:a16="http://schemas.microsoft.com/office/drawing/2014/main" id="{FEBE2BAB-8531-40DE-B1FE-A8BBB891B909}"/>
                </a:ext>
              </a:extLst>
            </p:cNvPr>
            <p:cNvSpPr/>
            <p:nvPr/>
          </p:nvSpPr>
          <p:spPr>
            <a:xfrm>
              <a:off x="4252367" y="4248201"/>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5" name="Freeform: vii">
              <a:extLst>
                <a:ext uri="{FF2B5EF4-FFF2-40B4-BE49-F238E27FC236}">
                  <a16:creationId xmlns:a16="http://schemas.microsoft.com/office/drawing/2014/main" id="{8E1FC8BB-DA3A-47D6-8523-FEA236D13DD9}"/>
                </a:ext>
              </a:extLst>
            </p:cNvPr>
            <p:cNvSpPr/>
            <p:nvPr/>
          </p:nvSpPr>
          <p:spPr>
            <a:xfrm>
              <a:off x="4168767" y="4230816"/>
              <a:ext cx="3857155" cy="424305"/>
            </a:xfrm>
            <a:custGeom>
              <a:avLst/>
              <a:gdLst>
                <a:gd name="connsiteX0" fmla="*/ 2743380 w 6857164"/>
                <a:gd name="connsiteY0" fmla="*/ 290 h 754320"/>
                <a:gd name="connsiteX1" fmla="*/ 2743380 w 6857164"/>
                <a:gd name="connsiteY1" fmla="*/ 324 h 754320"/>
                <a:gd name="connsiteX2" fmla="*/ 521 w 6857164"/>
                <a:gd name="connsiteY2" fmla="*/ 324 h 754320"/>
                <a:gd name="connsiteX3" fmla="*/ 521 w 6857164"/>
                <a:gd name="connsiteY3" fmla="*/ 548896 h 754320"/>
                <a:gd name="connsiteX4" fmla="*/ 2743380 w 6857164"/>
                <a:gd name="connsiteY4" fmla="*/ 548896 h 754320"/>
                <a:gd name="connsiteX5" fmla="*/ 3086237 w 6857164"/>
                <a:gd name="connsiteY5" fmla="*/ 548896 h 754320"/>
                <a:gd name="connsiteX6" fmla="*/ 3223380 w 6857164"/>
                <a:gd name="connsiteY6" fmla="*/ 754610 h 754320"/>
                <a:gd name="connsiteX7" fmla="*/ 3360523 w 6857164"/>
                <a:gd name="connsiteY7" fmla="*/ 548896 h 754320"/>
                <a:gd name="connsiteX8" fmla="*/ 3429094 w 6857164"/>
                <a:gd name="connsiteY8" fmla="*/ 548896 h 754320"/>
                <a:gd name="connsiteX9" fmla="*/ 3458032 w 6857164"/>
                <a:gd name="connsiteY9" fmla="*/ 565525 h 754320"/>
                <a:gd name="connsiteX10" fmla="*/ 3454809 w 6857164"/>
                <a:gd name="connsiteY10" fmla="*/ 604610 h 754320"/>
                <a:gd name="connsiteX11" fmla="*/ 3429094 w 6857164"/>
                <a:gd name="connsiteY11" fmla="*/ 686039 h 754320"/>
                <a:gd name="connsiteX12" fmla="*/ 3443015 w 6857164"/>
                <a:gd name="connsiteY12" fmla="*/ 733148 h 754320"/>
                <a:gd name="connsiteX13" fmla="*/ 3497666 w 6857164"/>
                <a:gd name="connsiteY13" fmla="*/ 754610 h 754320"/>
                <a:gd name="connsiteX14" fmla="*/ 3552318 w 6857164"/>
                <a:gd name="connsiteY14" fmla="*/ 733148 h 754320"/>
                <a:gd name="connsiteX15" fmla="*/ 3566237 w 6857164"/>
                <a:gd name="connsiteY15" fmla="*/ 686039 h 754320"/>
                <a:gd name="connsiteX16" fmla="*/ 3540523 w 6857164"/>
                <a:gd name="connsiteY16" fmla="*/ 604610 h 754320"/>
                <a:gd name="connsiteX17" fmla="*/ 3537335 w 6857164"/>
                <a:gd name="connsiteY17" fmla="*/ 565525 h 754320"/>
                <a:gd name="connsiteX18" fmla="*/ 3566237 w 6857164"/>
                <a:gd name="connsiteY18" fmla="*/ 548896 h 754320"/>
                <a:gd name="connsiteX19" fmla="*/ 3634809 w 6857164"/>
                <a:gd name="connsiteY19" fmla="*/ 548896 h 754320"/>
                <a:gd name="connsiteX20" fmla="*/ 3663712 w 6857164"/>
                <a:gd name="connsiteY20" fmla="*/ 565525 h 754320"/>
                <a:gd name="connsiteX21" fmla="*/ 3660523 w 6857164"/>
                <a:gd name="connsiteY21" fmla="*/ 604610 h 754320"/>
                <a:gd name="connsiteX22" fmla="*/ 3634809 w 6857164"/>
                <a:gd name="connsiteY22" fmla="*/ 686039 h 754320"/>
                <a:gd name="connsiteX23" fmla="*/ 3648729 w 6857164"/>
                <a:gd name="connsiteY23" fmla="*/ 733148 h 754320"/>
                <a:gd name="connsiteX24" fmla="*/ 3703380 w 6857164"/>
                <a:gd name="connsiteY24" fmla="*/ 754610 h 754320"/>
                <a:gd name="connsiteX25" fmla="*/ 3758032 w 6857164"/>
                <a:gd name="connsiteY25" fmla="*/ 733148 h 754320"/>
                <a:gd name="connsiteX26" fmla="*/ 3771952 w 6857164"/>
                <a:gd name="connsiteY26" fmla="*/ 686039 h 754320"/>
                <a:gd name="connsiteX27" fmla="*/ 3746203 w 6857164"/>
                <a:gd name="connsiteY27" fmla="*/ 604610 h 754320"/>
                <a:gd name="connsiteX28" fmla="*/ 3743015 w 6857164"/>
                <a:gd name="connsiteY28" fmla="*/ 565525 h 754320"/>
                <a:gd name="connsiteX29" fmla="*/ 3771952 w 6857164"/>
                <a:gd name="connsiteY29" fmla="*/ 548896 h 754320"/>
                <a:gd name="connsiteX30" fmla="*/ 3840523 w 6857164"/>
                <a:gd name="connsiteY30" fmla="*/ 548896 h 754320"/>
                <a:gd name="connsiteX31" fmla="*/ 4114809 w 6857164"/>
                <a:gd name="connsiteY31" fmla="*/ 548896 h 754320"/>
                <a:gd name="connsiteX32" fmla="*/ 6857686 w 6857164"/>
                <a:gd name="connsiteY32" fmla="*/ 548896 h 754320"/>
                <a:gd name="connsiteX33" fmla="*/ 6857686 w 6857164"/>
                <a:gd name="connsiteY33" fmla="*/ 324 h 754320"/>
                <a:gd name="connsiteX34" fmla="*/ 4114809 w 6857164"/>
                <a:gd name="connsiteY34" fmla="*/ 324 h 754320"/>
                <a:gd name="connsiteX35" fmla="*/ 4114809 w 6857164"/>
                <a:gd name="connsiteY35" fmla="*/ 290 h 754320"/>
                <a:gd name="connsiteX36" fmla="*/ 3737666 w 6857164"/>
                <a:gd name="connsiteY36" fmla="*/ 290 h 754320"/>
                <a:gd name="connsiteX37" fmla="*/ 3669061 w 6857164"/>
                <a:gd name="connsiteY37" fmla="*/ 290 h 754320"/>
                <a:gd name="connsiteX38" fmla="*/ 3640158 w 6857164"/>
                <a:gd name="connsiteY38" fmla="*/ 16919 h 754320"/>
                <a:gd name="connsiteX39" fmla="*/ 3643380 w 6857164"/>
                <a:gd name="connsiteY39" fmla="*/ 56039 h 754320"/>
                <a:gd name="connsiteX40" fmla="*/ 3669061 w 6857164"/>
                <a:gd name="connsiteY40" fmla="*/ 137467 h 754320"/>
                <a:gd name="connsiteX41" fmla="*/ 3655140 w 6857164"/>
                <a:gd name="connsiteY41" fmla="*/ 184576 h 754320"/>
                <a:gd name="connsiteX42" fmla="*/ 3600523 w 6857164"/>
                <a:gd name="connsiteY42" fmla="*/ 206039 h 754320"/>
                <a:gd name="connsiteX43" fmla="*/ 3545872 w 6857164"/>
                <a:gd name="connsiteY43" fmla="*/ 184576 h 754320"/>
                <a:gd name="connsiteX44" fmla="*/ 3531952 w 6857164"/>
                <a:gd name="connsiteY44" fmla="*/ 137467 h 754320"/>
                <a:gd name="connsiteX45" fmla="*/ 3557666 w 6857164"/>
                <a:gd name="connsiteY45" fmla="*/ 56039 h 754320"/>
                <a:gd name="connsiteX46" fmla="*/ 3560889 w 6857164"/>
                <a:gd name="connsiteY46" fmla="*/ 16919 h 754320"/>
                <a:gd name="connsiteX47" fmla="*/ 3531952 w 6857164"/>
                <a:gd name="connsiteY47" fmla="*/ 290 h 754320"/>
                <a:gd name="connsiteX48" fmla="*/ 3463380 w 6857164"/>
                <a:gd name="connsiteY48" fmla="*/ 290 h 754320"/>
                <a:gd name="connsiteX49" fmla="*/ 3326237 w 6857164"/>
                <a:gd name="connsiteY49" fmla="*/ 206039 h 754320"/>
                <a:gd name="connsiteX50" fmla="*/ 3189094 w 6857164"/>
                <a:gd name="connsiteY50" fmla="*/ 290 h 75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7164" h="754320">
                  <a:moveTo>
                    <a:pt x="2743380" y="290"/>
                  </a:moveTo>
                  <a:lnTo>
                    <a:pt x="2743380" y="324"/>
                  </a:lnTo>
                  <a:lnTo>
                    <a:pt x="521" y="324"/>
                  </a:lnTo>
                  <a:lnTo>
                    <a:pt x="521" y="548896"/>
                  </a:lnTo>
                  <a:lnTo>
                    <a:pt x="2743380" y="548896"/>
                  </a:lnTo>
                  <a:lnTo>
                    <a:pt x="3086237" y="548896"/>
                  </a:lnTo>
                  <a:lnTo>
                    <a:pt x="3223380" y="754610"/>
                  </a:lnTo>
                  <a:lnTo>
                    <a:pt x="3360523" y="548896"/>
                  </a:lnTo>
                  <a:lnTo>
                    <a:pt x="3429094" y="548896"/>
                  </a:lnTo>
                  <a:cubicBezTo>
                    <a:pt x="3446237" y="548896"/>
                    <a:pt x="3454809" y="555342"/>
                    <a:pt x="3458032" y="565525"/>
                  </a:cubicBezTo>
                  <a:cubicBezTo>
                    <a:pt x="3461221" y="575673"/>
                    <a:pt x="3459094" y="589593"/>
                    <a:pt x="3454809" y="604610"/>
                  </a:cubicBezTo>
                  <a:cubicBezTo>
                    <a:pt x="3446237" y="634610"/>
                    <a:pt x="3429094" y="668896"/>
                    <a:pt x="3429094" y="686039"/>
                  </a:cubicBezTo>
                  <a:cubicBezTo>
                    <a:pt x="3429094" y="703182"/>
                    <a:pt x="3432660" y="720290"/>
                    <a:pt x="3443015" y="733148"/>
                  </a:cubicBezTo>
                  <a:cubicBezTo>
                    <a:pt x="3453403" y="746005"/>
                    <a:pt x="3470546" y="754610"/>
                    <a:pt x="3497666" y="754610"/>
                  </a:cubicBezTo>
                  <a:cubicBezTo>
                    <a:pt x="3524786" y="754610"/>
                    <a:pt x="3541963" y="746005"/>
                    <a:pt x="3552318" y="733148"/>
                  </a:cubicBezTo>
                  <a:cubicBezTo>
                    <a:pt x="3562672" y="720290"/>
                    <a:pt x="3566237" y="703182"/>
                    <a:pt x="3566237" y="686039"/>
                  </a:cubicBezTo>
                  <a:cubicBezTo>
                    <a:pt x="3566237" y="668896"/>
                    <a:pt x="3549094" y="634610"/>
                    <a:pt x="3540523" y="604610"/>
                  </a:cubicBezTo>
                  <a:cubicBezTo>
                    <a:pt x="3536237" y="589593"/>
                    <a:pt x="3534112" y="575707"/>
                    <a:pt x="3537335" y="565525"/>
                  </a:cubicBezTo>
                  <a:cubicBezTo>
                    <a:pt x="3540558" y="555342"/>
                    <a:pt x="3549094" y="548896"/>
                    <a:pt x="3566237" y="548896"/>
                  </a:cubicBezTo>
                  <a:lnTo>
                    <a:pt x="3634809" y="548896"/>
                  </a:lnTo>
                  <a:cubicBezTo>
                    <a:pt x="3651952" y="548896"/>
                    <a:pt x="3660523" y="555342"/>
                    <a:pt x="3663712" y="565525"/>
                  </a:cubicBezTo>
                  <a:cubicBezTo>
                    <a:pt x="3666935" y="575673"/>
                    <a:pt x="3664809" y="589593"/>
                    <a:pt x="3660523" y="604610"/>
                  </a:cubicBezTo>
                  <a:cubicBezTo>
                    <a:pt x="3651952" y="634610"/>
                    <a:pt x="3634809" y="668896"/>
                    <a:pt x="3634809" y="686039"/>
                  </a:cubicBezTo>
                  <a:cubicBezTo>
                    <a:pt x="3634809" y="703182"/>
                    <a:pt x="3638375" y="720290"/>
                    <a:pt x="3648729" y="733148"/>
                  </a:cubicBezTo>
                  <a:cubicBezTo>
                    <a:pt x="3659083" y="746005"/>
                    <a:pt x="3676260" y="754610"/>
                    <a:pt x="3703380" y="754610"/>
                  </a:cubicBezTo>
                  <a:cubicBezTo>
                    <a:pt x="3730500" y="754610"/>
                    <a:pt x="3747643" y="746005"/>
                    <a:pt x="3758032" y="733148"/>
                  </a:cubicBezTo>
                  <a:cubicBezTo>
                    <a:pt x="3768386" y="720290"/>
                    <a:pt x="3771952" y="703182"/>
                    <a:pt x="3771952" y="686039"/>
                  </a:cubicBezTo>
                  <a:cubicBezTo>
                    <a:pt x="3771952" y="668896"/>
                    <a:pt x="3754775" y="634610"/>
                    <a:pt x="3746203" y="604610"/>
                  </a:cubicBezTo>
                  <a:cubicBezTo>
                    <a:pt x="3741918" y="589593"/>
                    <a:pt x="3739826" y="575707"/>
                    <a:pt x="3743015" y="565525"/>
                  </a:cubicBezTo>
                  <a:cubicBezTo>
                    <a:pt x="3746237" y="555342"/>
                    <a:pt x="3754809" y="548896"/>
                    <a:pt x="3771952" y="548896"/>
                  </a:cubicBezTo>
                  <a:lnTo>
                    <a:pt x="3840523" y="548896"/>
                  </a:lnTo>
                  <a:lnTo>
                    <a:pt x="4114809" y="548896"/>
                  </a:lnTo>
                  <a:lnTo>
                    <a:pt x="6857686" y="548896"/>
                  </a:lnTo>
                  <a:lnTo>
                    <a:pt x="6857686" y="324"/>
                  </a:lnTo>
                  <a:lnTo>
                    <a:pt x="4114809" y="324"/>
                  </a:lnTo>
                  <a:lnTo>
                    <a:pt x="4114809" y="290"/>
                  </a:lnTo>
                  <a:lnTo>
                    <a:pt x="3737666" y="290"/>
                  </a:lnTo>
                  <a:lnTo>
                    <a:pt x="3669061" y="290"/>
                  </a:lnTo>
                  <a:cubicBezTo>
                    <a:pt x="3651918" y="290"/>
                    <a:pt x="3643380" y="6736"/>
                    <a:pt x="3640158" y="16919"/>
                  </a:cubicBezTo>
                  <a:cubicBezTo>
                    <a:pt x="3636935" y="27067"/>
                    <a:pt x="3639095" y="41021"/>
                    <a:pt x="3643380" y="56039"/>
                  </a:cubicBezTo>
                  <a:cubicBezTo>
                    <a:pt x="3651952" y="86039"/>
                    <a:pt x="3669061" y="120324"/>
                    <a:pt x="3669061" y="137467"/>
                  </a:cubicBezTo>
                  <a:cubicBezTo>
                    <a:pt x="3669061" y="154610"/>
                    <a:pt x="3665495" y="171719"/>
                    <a:pt x="3655140" y="184576"/>
                  </a:cubicBezTo>
                  <a:cubicBezTo>
                    <a:pt x="3644786" y="197433"/>
                    <a:pt x="3627609" y="206039"/>
                    <a:pt x="3600523" y="206039"/>
                  </a:cubicBezTo>
                  <a:cubicBezTo>
                    <a:pt x="3573403" y="206039"/>
                    <a:pt x="3556226" y="197433"/>
                    <a:pt x="3545872" y="184576"/>
                  </a:cubicBezTo>
                  <a:cubicBezTo>
                    <a:pt x="3535517" y="171719"/>
                    <a:pt x="3531952" y="154610"/>
                    <a:pt x="3531952" y="137467"/>
                  </a:cubicBezTo>
                  <a:cubicBezTo>
                    <a:pt x="3531952" y="120324"/>
                    <a:pt x="3549094" y="86039"/>
                    <a:pt x="3557666" y="56039"/>
                  </a:cubicBezTo>
                  <a:cubicBezTo>
                    <a:pt x="3561952" y="41021"/>
                    <a:pt x="3564112" y="27067"/>
                    <a:pt x="3560889" y="16919"/>
                  </a:cubicBezTo>
                  <a:cubicBezTo>
                    <a:pt x="3557666" y="6736"/>
                    <a:pt x="3549094" y="290"/>
                    <a:pt x="3531952" y="290"/>
                  </a:cubicBezTo>
                  <a:lnTo>
                    <a:pt x="3463380" y="290"/>
                  </a:lnTo>
                  <a:lnTo>
                    <a:pt x="3326237" y="206039"/>
                  </a:lnTo>
                  <a:lnTo>
                    <a:pt x="3189094" y="290"/>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71" name="TextBox vii">
              <a:extLst>
                <a:ext uri="{FF2B5EF4-FFF2-40B4-BE49-F238E27FC236}">
                  <a16:creationId xmlns:a16="http://schemas.microsoft.com/office/drawing/2014/main" id="{F097F214-E3BF-4766-9521-3D98AF1AB386}"/>
                </a:ext>
              </a:extLst>
            </p:cNvPr>
            <p:cNvSpPr txBox="1"/>
            <p:nvPr/>
          </p:nvSpPr>
          <p:spPr>
            <a:xfrm>
              <a:off x="4294137" y="4240980"/>
              <a:ext cx="2593951" cy="248945"/>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Dear Sir/Madam,</a:t>
              </a:r>
            </a:p>
          </p:txBody>
        </p:sp>
      </p:grpSp>
      <p:grpSp>
        <p:nvGrpSpPr>
          <p:cNvPr id="70" name="!!vi">
            <a:extLst>
              <a:ext uri="{FF2B5EF4-FFF2-40B4-BE49-F238E27FC236}">
                <a16:creationId xmlns:a16="http://schemas.microsoft.com/office/drawing/2014/main" id="{1558BED8-79A7-4CC0-8D74-A12419D35F16}"/>
              </a:ext>
            </a:extLst>
          </p:cNvPr>
          <p:cNvGrpSpPr>
            <a:grpSpLocks noChangeAspect="1"/>
          </p:cNvGrpSpPr>
          <p:nvPr/>
        </p:nvGrpSpPr>
        <p:grpSpPr>
          <a:xfrm>
            <a:off x="4044020" y="3687643"/>
            <a:ext cx="4291853" cy="472126"/>
            <a:chOff x="4168767" y="4149080"/>
            <a:chExt cx="3857153" cy="424309"/>
          </a:xfrm>
        </p:grpSpPr>
        <p:sp>
          <p:nvSpPr>
            <p:cNvPr id="55" name="Rectangle: vi">
              <a:extLst>
                <a:ext uri="{FF2B5EF4-FFF2-40B4-BE49-F238E27FC236}">
                  <a16:creationId xmlns:a16="http://schemas.microsoft.com/office/drawing/2014/main" id="{5778B1E3-A13A-41F2-898C-F33D41CBAC4C}"/>
                </a:ext>
              </a:extLst>
            </p:cNvPr>
            <p:cNvSpPr/>
            <p:nvPr/>
          </p:nvSpPr>
          <p:spPr>
            <a:xfrm>
              <a:off x="4252367" y="4174115"/>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0" name="Freeform: vi">
              <a:extLst>
                <a:ext uri="{FF2B5EF4-FFF2-40B4-BE49-F238E27FC236}">
                  <a16:creationId xmlns:a16="http://schemas.microsoft.com/office/drawing/2014/main" id="{EAB3EB7C-1254-46A3-A6CD-4251310F21BD}"/>
                </a:ext>
              </a:extLst>
            </p:cNvPr>
            <p:cNvSpPr/>
            <p:nvPr/>
          </p:nvSpPr>
          <p:spPr>
            <a:xfrm>
              <a:off x="4168767" y="4149080"/>
              <a:ext cx="3857153" cy="424309"/>
            </a:xfrm>
            <a:custGeom>
              <a:avLst/>
              <a:gdLst>
                <a:gd name="connsiteX0" fmla="*/ 2743414 w 6857161"/>
                <a:gd name="connsiteY0" fmla="*/ 245 h 754327"/>
                <a:gd name="connsiteX1" fmla="*/ 2743414 w 6857161"/>
                <a:gd name="connsiteY1" fmla="*/ 280 h 754327"/>
                <a:gd name="connsiteX2" fmla="*/ 521 w 6857161"/>
                <a:gd name="connsiteY2" fmla="*/ 280 h 754327"/>
                <a:gd name="connsiteX3" fmla="*/ 521 w 6857161"/>
                <a:gd name="connsiteY3" fmla="*/ 548858 h 754327"/>
                <a:gd name="connsiteX4" fmla="*/ 2743414 w 6857161"/>
                <a:gd name="connsiteY4" fmla="*/ 548858 h 754327"/>
                <a:gd name="connsiteX5" fmla="*/ 3189094 w 6857161"/>
                <a:gd name="connsiteY5" fmla="*/ 548858 h 754327"/>
                <a:gd name="connsiteX6" fmla="*/ 3326237 w 6857161"/>
                <a:gd name="connsiteY6" fmla="*/ 754573 h 754327"/>
                <a:gd name="connsiteX7" fmla="*/ 3463415 w 6857161"/>
                <a:gd name="connsiteY7" fmla="*/ 548858 h 754327"/>
                <a:gd name="connsiteX8" fmla="*/ 3531986 w 6857161"/>
                <a:gd name="connsiteY8" fmla="*/ 548858 h 754327"/>
                <a:gd name="connsiteX9" fmla="*/ 3560889 w 6857161"/>
                <a:gd name="connsiteY9" fmla="*/ 565487 h 754327"/>
                <a:gd name="connsiteX10" fmla="*/ 3557666 w 6857161"/>
                <a:gd name="connsiteY10" fmla="*/ 604573 h 754327"/>
                <a:gd name="connsiteX11" fmla="*/ 3531986 w 6857161"/>
                <a:gd name="connsiteY11" fmla="*/ 686001 h 754327"/>
                <a:gd name="connsiteX12" fmla="*/ 3545906 w 6857161"/>
                <a:gd name="connsiteY12" fmla="*/ 733110 h 754327"/>
                <a:gd name="connsiteX13" fmla="*/ 3600558 w 6857161"/>
                <a:gd name="connsiteY13" fmla="*/ 754573 h 754327"/>
                <a:gd name="connsiteX14" fmla="*/ 3655175 w 6857161"/>
                <a:gd name="connsiteY14" fmla="*/ 733110 h 754327"/>
                <a:gd name="connsiteX15" fmla="*/ 3669095 w 6857161"/>
                <a:gd name="connsiteY15" fmla="*/ 686001 h 754327"/>
                <a:gd name="connsiteX16" fmla="*/ 3643380 w 6857161"/>
                <a:gd name="connsiteY16" fmla="*/ 604573 h 754327"/>
                <a:gd name="connsiteX17" fmla="*/ 3640158 w 6857161"/>
                <a:gd name="connsiteY17" fmla="*/ 565487 h 754327"/>
                <a:gd name="connsiteX18" fmla="*/ 3669095 w 6857161"/>
                <a:gd name="connsiteY18" fmla="*/ 548858 h 754327"/>
                <a:gd name="connsiteX19" fmla="*/ 3737666 w 6857161"/>
                <a:gd name="connsiteY19" fmla="*/ 548858 h 754327"/>
                <a:gd name="connsiteX20" fmla="*/ 4114809 w 6857161"/>
                <a:gd name="connsiteY20" fmla="*/ 548858 h 754327"/>
                <a:gd name="connsiteX21" fmla="*/ 4114809 w 6857161"/>
                <a:gd name="connsiteY21" fmla="*/ 548824 h 754327"/>
                <a:gd name="connsiteX22" fmla="*/ 6857682 w 6857161"/>
                <a:gd name="connsiteY22" fmla="*/ 548824 h 754327"/>
                <a:gd name="connsiteX23" fmla="*/ 6857682 w 6857161"/>
                <a:gd name="connsiteY23" fmla="*/ 245 h 754327"/>
                <a:gd name="connsiteX24" fmla="*/ 4114809 w 6857161"/>
                <a:gd name="connsiteY24" fmla="*/ 245 h 754327"/>
                <a:gd name="connsiteX25" fmla="*/ 3634809 w 6857161"/>
                <a:gd name="connsiteY25" fmla="*/ 245 h 754327"/>
                <a:gd name="connsiteX26" fmla="*/ 3566237 w 6857161"/>
                <a:gd name="connsiteY26" fmla="*/ 245 h 754327"/>
                <a:gd name="connsiteX27" fmla="*/ 3429094 w 6857161"/>
                <a:gd name="connsiteY27" fmla="*/ 205984 h 754327"/>
                <a:gd name="connsiteX28" fmla="*/ 3291951 w 6857161"/>
                <a:gd name="connsiteY28" fmla="*/ 245 h 75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857161" h="754327">
                  <a:moveTo>
                    <a:pt x="2743414" y="245"/>
                  </a:moveTo>
                  <a:lnTo>
                    <a:pt x="2743414" y="280"/>
                  </a:lnTo>
                  <a:lnTo>
                    <a:pt x="521" y="280"/>
                  </a:lnTo>
                  <a:lnTo>
                    <a:pt x="521" y="548858"/>
                  </a:lnTo>
                  <a:lnTo>
                    <a:pt x="2743414" y="548858"/>
                  </a:lnTo>
                  <a:lnTo>
                    <a:pt x="3189094" y="548858"/>
                  </a:lnTo>
                  <a:lnTo>
                    <a:pt x="3326237" y="754573"/>
                  </a:lnTo>
                  <a:lnTo>
                    <a:pt x="3463415" y="548858"/>
                  </a:lnTo>
                  <a:lnTo>
                    <a:pt x="3531986" y="548858"/>
                  </a:lnTo>
                  <a:cubicBezTo>
                    <a:pt x="3549129" y="548858"/>
                    <a:pt x="3557666" y="555304"/>
                    <a:pt x="3560889" y="565487"/>
                  </a:cubicBezTo>
                  <a:cubicBezTo>
                    <a:pt x="3564112" y="575670"/>
                    <a:pt x="3561952" y="589555"/>
                    <a:pt x="3557666" y="604573"/>
                  </a:cubicBezTo>
                  <a:cubicBezTo>
                    <a:pt x="3549094" y="634573"/>
                    <a:pt x="3531986" y="668858"/>
                    <a:pt x="3531986" y="686001"/>
                  </a:cubicBezTo>
                  <a:cubicBezTo>
                    <a:pt x="3531986" y="703144"/>
                    <a:pt x="3535552" y="720253"/>
                    <a:pt x="3545906" y="733110"/>
                  </a:cubicBezTo>
                  <a:cubicBezTo>
                    <a:pt x="3556260" y="745967"/>
                    <a:pt x="3573438" y="754573"/>
                    <a:pt x="3600558" y="754573"/>
                  </a:cubicBezTo>
                  <a:cubicBezTo>
                    <a:pt x="3627643" y="754573"/>
                    <a:pt x="3644821" y="745967"/>
                    <a:pt x="3655175" y="733110"/>
                  </a:cubicBezTo>
                  <a:cubicBezTo>
                    <a:pt x="3665563" y="720253"/>
                    <a:pt x="3669095" y="703144"/>
                    <a:pt x="3669095" y="686001"/>
                  </a:cubicBezTo>
                  <a:cubicBezTo>
                    <a:pt x="3669095" y="668858"/>
                    <a:pt x="3651952" y="634573"/>
                    <a:pt x="3643380" y="604573"/>
                  </a:cubicBezTo>
                  <a:cubicBezTo>
                    <a:pt x="3639095" y="589555"/>
                    <a:pt x="3636935" y="575635"/>
                    <a:pt x="3640158" y="565487"/>
                  </a:cubicBezTo>
                  <a:cubicBezTo>
                    <a:pt x="3643380" y="555304"/>
                    <a:pt x="3651952" y="548858"/>
                    <a:pt x="3669095" y="548858"/>
                  </a:cubicBezTo>
                  <a:lnTo>
                    <a:pt x="3737666" y="548858"/>
                  </a:lnTo>
                  <a:lnTo>
                    <a:pt x="4114809" y="548858"/>
                  </a:lnTo>
                  <a:lnTo>
                    <a:pt x="4114809" y="548824"/>
                  </a:lnTo>
                  <a:lnTo>
                    <a:pt x="6857682" y="548824"/>
                  </a:lnTo>
                  <a:lnTo>
                    <a:pt x="6857682" y="245"/>
                  </a:lnTo>
                  <a:lnTo>
                    <a:pt x="4114809" y="245"/>
                  </a:lnTo>
                  <a:lnTo>
                    <a:pt x="3634809" y="245"/>
                  </a:lnTo>
                  <a:lnTo>
                    <a:pt x="3566237" y="245"/>
                  </a:lnTo>
                  <a:lnTo>
                    <a:pt x="3429094" y="205984"/>
                  </a:lnTo>
                  <a:lnTo>
                    <a:pt x="3291951" y="245"/>
                  </a:lnTo>
                  <a:close/>
                </a:path>
              </a:pathLst>
            </a:custGeom>
            <a:blipFill>
              <a:blip r:embed="rId3"/>
              <a:stretch>
                <a:fillRect/>
              </a:stretch>
            </a:blipFill>
            <a:ln w="19514"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18" name="!!v">
            <a:extLst>
              <a:ext uri="{FF2B5EF4-FFF2-40B4-BE49-F238E27FC236}">
                <a16:creationId xmlns:a16="http://schemas.microsoft.com/office/drawing/2014/main" id="{A45CF171-ACCD-43BD-815F-29FECE9D4B1B}"/>
              </a:ext>
            </a:extLst>
          </p:cNvPr>
          <p:cNvGrpSpPr>
            <a:grpSpLocks noChangeAspect="1"/>
          </p:cNvGrpSpPr>
          <p:nvPr/>
        </p:nvGrpSpPr>
        <p:grpSpPr>
          <a:xfrm>
            <a:off x="4043984" y="2383652"/>
            <a:ext cx="4291924" cy="1428953"/>
            <a:chOff x="4167513" y="2780928"/>
            <a:chExt cx="3857215" cy="1284222"/>
          </a:xfrm>
        </p:grpSpPr>
        <p:sp>
          <p:nvSpPr>
            <p:cNvPr id="66" name="Rectangle: v">
              <a:extLst>
                <a:ext uri="{FF2B5EF4-FFF2-40B4-BE49-F238E27FC236}">
                  <a16:creationId xmlns:a16="http://schemas.microsoft.com/office/drawing/2014/main" id="{8D2345AD-1B35-46A7-82E0-E559522588CC}"/>
                </a:ext>
              </a:extLst>
            </p:cNvPr>
            <p:cNvSpPr/>
            <p:nvPr/>
          </p:nvSpPr>
          <p:spPr>
            <a:xfrm>
              <a:off x="4257700" y="2826767"/>
              <a:ext cx="3672408" cy="1132561"/>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65" name="Freeform: v">
              <a:extLst>
                <a:ext uri="{FF2B5EF4-FFF2-40B4-BE49-F238E27FC236}">
                  <a16:creationId xmlns:a16="http://schemas.microsoft.com/office/drawing/2014/main" id="{97C96376-9B07-442A-AB7F-14B28C1F9760}"/>
                </a:ext>
              </a:extLst>
            </p:cNvPr>
            <p:cNvSpPr/>
            <p:nvPr/>
          </p:nvSpPr>
          <p:spPr>
            <a:xfrm>
              <a:off x="4167513" y="2780928"/>
              <a:ext cx="3857215" cy="1284222"/>
            </a:xfrm>
            <a:custGeom>
              <a:avLst/>
              <a:gdLst>
                <a:gd name="connsiteX0" fmla="*/ 3937 w 6857271"/>
                <a:gd name="connsiteY0" fmla="*/ 65 h 2283061"/>
                <a:gd name="connsiteX1" fmla="*/ 3937 w 6857271"/>
                <a:gd name="connsiteY1" fmla="*/ 475216 h 2283061"/>
                <a:gd name="connsiteX2" fmla="*/ 4028 w 6857271"/>
                <a:gd name="connsiteY2" fmla="*/ 475216 h 2283061"/>
                <a:gd name="connsiteX3" fmla="*/ 4028 w 6857271"/>
                <a:gd name="connsiteY3" fmla="*/ 1037326 h 2283061"/>
                <a:gd name="connsiteX4" fmla="*/ 4028 w 6857271"/>
                <a:gd name="connsiteY4" fmla="*/ 1599431 h 2283061"/>
                <a:gd name="connsiteX5" fmla="*/ 3937 w 6857271"/>
                <a:gd name="connsiteY5" fmla="*/ 1599431 h 2283061"/>
                <a:gd name="connsiteX6" fmla="*/ 3937 w 6857271"/>
                <a:gd name="connsiteY6" fmla="*/ 2087719 h 2283061"/>
                <a:gd name="connsiteX7" fmla="*/ 2746864 w 6857271"/>
                <a:gd name="connsiteY7" fmla="*/ 2087719 h 2283061"/>
                <a:gd name="connsiteX8" fmla="*/ 3295413 w 6857271"/>
                <a:gd name="connsiteY8" fmla="*/ 2087719 h 2283061"/>
                <a:gd name="connsiteX9" fmla="*/ 3432574 w 6857271"/>
                <a:gd name="connsiteY9" fmla="*/ 2283126 h 2283061"/>
                <a:gd name="connsiteX10" fmla="*/ 3569733 w 6857271"/>
                <a:gd name="connsiteY10" fmla="*/ 2087719 h 2283061"/>
                <a:gd name="connsiteX11" fmla="*/ 3638313 w 6857271"/>
                <a:gd name="connsiteY11" fmla="*/ 2087719 h 2283061"/>
                <a:gd name="connsiteX12" fmla="*/ 4118281 w 6857271"/>
                <a:gd name="connsiteY12" fmla="*/ 2087719 h 2283061"/>
                <a:gd name="connsiteX13" fmla="*/ 6861209 w 6857271"/>
                <a:gd name="connsiteY13" fmla="*/ 2087719 h 2283061"/>
                <a:gd name="connsiteX14" fmla="*/ 6861209 w 6857271"/>
                <a:gd name="connsiteY14" fmla="*/ 1599431 h 2283061"/>
                <a:gd name="connsiteX15" fmla="*/ 6861209 w 6857271"/>
                <a:gd name="connsiteY15" fmla="*/ 1037326 h 2283061"/>
                <a:gd name="connsiteX16" fmla="*/ 6861209 w 6857271"/>
                <a:gd name="connsiteY16" fmla="*/ 475216 h 2283061"/>
                <a:gd name="connsiteX17" fmla="*/ 6861209 w 6857271"/>
                <a:gd name="connsiteY17" fmla="*/ 65 h 2283061"/>
                <a:gd name="connsiteX18" fmla="*/ 4118281 w 6857271"/>
                <a:gd name="connsiteY18" fmla="*/ 65 h 2283061"/>
                <a:gd name="connsiteX19" fmla="*/ 3741093 w 6857271"/>
                <a:gd name="connsiteY19" fmla="*/ 65 h 2283061"/>
                <a:gd name="connsiteX20" fmla="*/ 3672603 w 6857271"/>
                <a:gd name="connsiteY20" fmla="*/ 65 h 2283061"/>
                <a:gd name="connsiteX21" fmla="*/ 3535442 w 6857271"/>
                <a:gd name="connsiteY21" fmla="*/ 195508 h 2283061"/>
                <a:gd name="connsiteX22" fmla="*/ 3398284 w 6857271"/>
                <a:gd name="connsiteY22" fmla="*/ 65 h 2283061"/>
                <a:gd name="connsiteX23" fmla="*/ 3329703 w 6857271"/>
                <a:gd name="connsiteY23" fmla="*/ 65 h 2283061"/>
                <a:gd name="connsiteX24" fmla="*/ 3300766 w 6857271"/>
                <a:gd name="connsiteY24" fmla="*/ 15851 h 2283061"/>
                <a:gd name="connsiteX25" fmla="*/ 3304030 w 6857271"/>
                <a:gd name="connsiteY25" fmla="*/ 53023 h 2283061"/>
                <a:gd name="connsiteX26" fmla="*/ 3329703 w 6857271"/>
                <a:gd name="connsiteY26" fmla="*/ 130378 h 2283061"/>
                <a:gd name="connsiteX27" fmla="*/ 3315824 w 6857271"/>
                <a:gd name="connsiteY27" fmla="*/ 175151 h 2283061"/>
                <a:gd name="connsiteX28" fmla="*/ 3261123 w 6857271"/>
                <a:gd name="connsiteY28" fmla="*/ 195508 h 2283061"/>
                <a:gd name="connsiteX29" fmla="*/ 3206513 w 6857271"/>
                <a:gd name="connsiteY29" fmla="*/ 175151 h 2283061"/>
                <a:gd name="connsiteX30" fmla="*/ 3192633 w 6857271"/>
                <a:gd name="connsiteY30" fmla="*/ 130378 h 2283061"/>
                <a:gd name="connsiteX31" fmla="*/ 3218306 w 6857271"/>
                <a:gd name="connsiteY31" fmla="*/ 53023 h 2283061"/>
                <a:gd name="connsiteX32" fmla="*/ 3221482 w 6857271"/>
                <a:gd name="connsiteY32" fmla="*/ 15851 h 2283061"/>
                <a:gd name="connsiteX33" fmla="*/ 3192633 w 6857271"/>
                <a:gd name="connsiteY33" fmla="*/ 65 h 2283061"/>
                <a:gd name="connsiteX34" fmla="*/ 2746864 w 6857271"/>
                <a:gd name="connsiteY34" fmla="*/ 65 h 228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57271" h="2283061">
                  <a:moveTo>
                    <a:pt x="3937" y="65"/>
                  </a:moveTo>
                  <a:lnTo>
                    <a:pt x="3937" y="475216"/>
                  </a:lnTo>
                  <a:lnTo>
                    <a:pt x="4028" y="475216"/>
                  </a:lnTo>
                  <a:lnTo>
                    <a:pt x="4028" y="1037326"/>
                  </a:lnTo>
                  <a:lnTo>
                    <a:pt x="4028" y="1599431"/>
                  </a:lnTo>
                  <a:lnTo>
                    <a:pt x="3937" y="1599431"/>
                  </a:lnTo>
                  <a:lnTo>
                    <a:pt x="3937" y="2087719"/>
                  </a:lnTo>
                  <a:lnTo>
                    <a:pt x="2746864" y="2087719"/>
                  </a:lnTo>
                  <a:lnTo>
                    <a:pt x="3295413" y="2087719"/>
                  </a:lnTo>
                  <a:lnTo>
                    <a:pt x="3432574" y="2283126"/>
                  </a:lnTo>
                  <a:lnTo>
                    <a:pt x="3569733" y="2087719"/>
                  </a:lnTo>
                  <a:lnTo>
                    <a:pt x="3638313" y="2087719"/>
                  </a:lnTo>
                  <a:lnTo>
                    <a:pt x="4118281" y="2087719"/>
                  </a:lnTo>
                  <a:lnTo>
                    <a:pt x="6861209" y="2087719"/>
                  </a:lnTo>
                  <a:lnTo>
                    <a:pt x="6861209" y="1599431"/>
                  </a:lnTo>
                  <a:lnTo>
                    <a:pt x="6861209" y="1037326"/>
                  </a:lnTo>
                  <a:lnTo>
                    <a:pt x="6861209" y="475216"/>
                  </a:lnTo>
                  <a:lnTo>
                    <a:pt x="6861209" y="65"/>
                  </a:lnTo>
                  <a:lnTo>
                    <a:pt x="4118281" y="65"/>
                  </a:lnTo>
                  <a:lnTo>
                    <a:pt x="3741093" y="65"/>
                  </a:lnTo>
                  <a:lnTo>
                    <a:pt x="3672603" y="65"/>
                  </a:lnTo>
                  <a:lnTo>
                    <a:pt x="3535442" y="195508"/>
                  </a:lnTo>
                  <a:lnTo>
                    <a:pt x="3398284" y="65"/>
                  </a:lnTo>
                  <a:lnTo>
                    <a:pt x="3329703" y="65"/>
                  </a:lnTo>
                  <a:cubicBezTo>
                    <a:pt x="3312557" y="65"/>
                    <a:pt x="3304030" y="6180"/>
                    <a:pt x="3300766" y="15851"/>
                  </a:cubicBezTo>
                  <a:cubicBezTo>
                    <a:pt x="3297590" y="25520"/>
                    <a:pt x="3299676" y="38774"/>
                    <a:pt x="3304030" y="53023"/>
                  </a:cubicBezTo>
                  <a:cubicBezTo>
                    <a:pt x="3312557" y="81523"/>
                    <a:pt x="3329703" y="114093"/>
                    <a:pt x="3329703" y="130378"/>
                  </a:cubicBezTo>
                  <a:cubicBezTo>
                    <a:pt x="3329703" y="146664"/>
                    <a:pt x="3326164" y="162937"/>
                    <a:pt x="3315824" y="175151"/>
                  </a:cubicBezTo>
                  <a:cubicBezTo>
                    <a:pt x="3305483" y="187364"/>
                    <a:pt x="3288246" y="195508"/>
                    <a:pt x="3261123" y="195508"/>
                  </a:cubicBezTo>
                  <a:cubicBezTo>
                    <a:pt x="3234090" y="195508"/>
                    <a:pt x="3216855" y="187364"/>
                    <a:pt x="3206513" y="175151"/>
                  </a:cubicBezTo>
                  <a:cubicBezTo>
                    <a:pt x="3196172" y="162937"/>
                    <a:pt x="3192633" y="146664"/>
                    <a:pt x="3192633" y="130378"/>
                  </a:cubicBezTo>
                  <a:cubicBezTo>
                    <a:pt x="3192633" y="114093"/>
                    <a:pt x="3209688" y="81523"/>
                    <a:pt x="3218306" y="53023"/>
                  </a:cubicBezTo>
                  <a:cubicBezTo>
                    <a:pt x="3222569" y="38773"/>
                    <a:pt x="3224746" y="25521"/>
                    <a:pt x="3221482" y="15851"/>
                  </a:cubicBezTo>
                  <a:cubicBezTo>
                    <a:pt x="3218306" y="6183"/>
                    <a:pt x="3209779" y="65"/>
                    <a:pt x="3192633" y="65"/>
                  </a:cubicBezTo>
                  <a:lnTo>
                    <a:pt x="2746864" y="65"/>
                  </a:lnTo>
                  <a:close/>
                </a:path>
              </a:pathLst>
            </a:custGeom>
            <a:blipFill>
              <a:blip r:embed="rId2"/>
              <a:stretch>
                <a:fillRect/>
              </a:stretch>
            </a:blipFill>
            <a:ln w="17683"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9" name="TextBox v">
              <a:extLst>
                <a:ext uri="{FF2B5EF4-FFF2-40B4-BE49-F238E27FC236}">
                  <a16:creationId xmlns:a16="http://schemas.microsoft.com/office/drawing/2014/main" id="{EC19200D-2028-4E31-A912-34503201767D}"/>
                </a:ext>
              </a:extLst>
            </p:cNvPr>
            <p:cNvSpPr txBox="1"/>
            <p:nvPr/>
          </p:nvSpPr>
          <p:spPr>
            <a:xfrm>
              <a:off x="4329708" y="2841789"/>
              <a:ext cx="1950609" cy="1078755"/>
            </a:xfrm>
            <a:prstGeom prst="rect">
              <a:avLst/>
            </a:prstGeom>
            <a:noFill/>
            <a:scene3d>
              <a:camera prst="orthographicFront"/>
              <a:lightRig rig="threePt" dir="t"/>
            </a:scene3d>
            <a:sp3d>
              <a:bevelT w="38100" h="38100"/>
            </a:sp3d>
          </p:spPr>
          <p:txBody>
            <a:bodyPr wrap="square" rtlCol="0">
              <a:spAutoFit/>
            </a:bodyPr>
            <a:lstStyle/>
            <a:p>
              <a:r>
                <a:rPr lang="en-GB" sz="1200">
                  <a:solidFill>
                    <a:schemeClr val="accent5">
                      <a:lumMod val="50000"/>
                    </a:schemeClr>
                  </a:solidFill>
                  <a:latin typeface="Gill Sans Nova" panose="020B0602020104020203" pitchFamily="34" charset="0"/>
                </a:rPr>
                <a:t>Customer Service Manager</a:t>
              </a:r>
            </a:p>
            <a:p>
              <a:r>
                <a:rPr lang="en-GB" sz="1200">
                  <a:solidFill>
                    <a:schemeClr val="accent5">
                      <a:lumMod val="50000"/>
                    </a:schemeClr>
                  </a:solidFill>
                  <a:latin typeface="Gill Sans Nova" panose="020B0602020104020203" pitchFamily="34" charset="0"/>
                </a:rPr>
                <a:t>Widgets Ltd</a:t>
              </a:r>
            </a:p>
            <a:p>
              <a:r>
                <a:rPr lang="en-GB" sz="1200">
                  <a:solidFill>
                    <a:schemeClr val="accent5">
                      <a:lumMod val="50000"/>
                    </a:schemeClr>
                  </a:solidFill>
                  <a:latin typeface="Gill Sans Nova" panose="020B0602020104020203" pitchFamily="34" charset="0"/>
                </a:rPr>
                <a:t>99 Fake Street</a:t>
              </a:r>
            </a:p>
            <a:p>
              <a:r>
                <a:rPr lang="en-GB" sz="1200">
                  <a:solidFill>
                    <a:schemeClr val="accent5">
                      <a:lumMod val="50000"/>
                    </a:schemeClr>
                  </a:solidFill>
                  <a:latin typeface="Gill Sans Nova" panose="020B0602020104020203" pitchFamily="34" charset="0"/>
                </a:rPr>
                <a:t>City Centre</a:t>
              </a:r>
            </a:p>
            <a:p>
              <a:r>
                <a:rPr lang="en-GB" sz="1200">
                  <a:solidFill>
                    <a:schemeClr val="accent5">
                      <a:lumMod val="50000"/>
                    </a:schemeClr>
                  </a:solidFill>
                  <a:latin typeface="Gill Sans Nova" panose="020B0602020104020203" pitchFamily="34" charset="0"/>
                </a:rPr>
                <a:t>Cardiff</a:t>
              </a:r>
            </a:p>
            <a:p>
              <a:r>
                <a:rPr lang="en-GB" sz="1200">
                  <a:solidFill>
                    <a:schemeClr val="accent5">
                      <a:lumMod val="50000"/>
                    </a:schemeClr>
                  </a:solidFill>
                  <a:latin typeface="Gill Sans Nova" panose="020B0602020104020203" pitchFamily="34" charset="0"/>
                </a:rPr>
                <a:t>CF10 7HE</a:t>
              </a:r>
            </a:p>
          </p:txBody>
        </p:sp>
      </p:grpSp>
      <p:grpSp>
        <p:nvGrpSpPr>
          <p:cNvPr id="5" name="!!iv">
            <a:extLst>
              <a:ext uri="{FF2B5EF4-FFF2-40B4-BE49-F238E27FC236}">
                <a16:creationId xmlns:a16="http://schemas.microsoft.com/office/drawing/2014/main" id="{600C716D-C001-43FF-A254-51BCBD3BF52B}"/>
              </a:ext>
            </a:extLst>
          </p:cNvPr>
          <p:cNvGrpSpPr>
            <a:grpSpLocks noChangeAspect="1"/>
          </p:cNvGrpSpPr>
          <p:nvPr/>
        </p:nvGrpSpPr>
        <p:grpSpPr>
          <a:xfrm>
            <a:off x="4044041" y="2038564"/>
            <a:ext cx="4291811" cy="472095"/>
            <a:chOff x="4168786" y="2452292"/>
            <a:chExt cx="3857114" cy="424280"/>
          </a:xfrm>
        </p:grpSpPr>
        <p:sp>
          <p:nvSpPr>
            <p:cNvPr id="53" name="Rectangle: iv">
              <a:extLst>
                <a:ext uri="{FF2B5EF4-FFF2-40B4-BE49-F238E27FC236}">
                  <a16:creationId xmlns:a16="http://schemas.microsoft.com/office/drawing/2014/main" id="{3106A230-5EF0-4B73-8851-274A438FEF33}"/>
                </a:ext>
              </a:extLst>
            </p:cNvPr>
            <p:cNvSpPr/>
            <p:nvPr/>
          </p:nvSpPr>
          <p:spPr>
            <a:xfrm>
              <a:off x="4252367" y="2473129"/>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3" name="Freeform: iv">
              <a:extLst>
                <a:ext uri="{FF2B5EF4-FFF2-40B4-BE49-F238E27FC236}">
                  <a16:creationId xmlns:a16="http://schemas.microsoft.com/office/drawing/2014/main" id="{AAC1E9E3-5851-4B63-A9AA-5ED15C784FCD}"/>
                </a:ext>
              </a:extLst>
            </p:cNvPr>
            <p:cNvSpPr/>
            <p:nvPr/>
          </p:nvSpPr>
          <p:spPr>
            <a:xfrm>
              <a:off x="4168786" y="2452292"/>
              <a:ext cx="3857114" cy="424280"/>
            </a:xfrm>
            <a:custGeom>
              <a:avLst/>
              <a:gdLst>
                <a:gd name="connsiteX0" fmla="*/ 521 w 6857092"/>
                <a:gd name="connsiteY0" fmla="*/ 157 h 754275"/>
                <a:gd name="connsiteX1" fmla="*/ 521 w 6857092"/>
                <a:gd name="connsiteY1" fmla="*/ 548732 h 754275"/>
                <a:gd name="connsiteX2" fmla="*/ 2743380 w 6857092"/>
                <a:gd name="connsiteY2" fmla="*/ 548732 h 754275"/>
                <a:gd name="connsiteX3" fmla="*/ 3189060 w 6857092"/>
                <a:gd name="connsiteY3" fmla="*/ 548732 h 754275"/>
                <a:gd name="connsiteX4" fmla="*/ 3217997 w 6857092"/>
                <a:gd name="connsiteY4" fmla="*/ 565350 h 754275"/>
                <a:gd name="connsiteX5" fmla="*/ 3214809 w 6857092"/>
                <a:gd name="connsiteY5" fmla="*/ 604436 h 754275"/>
                <a:gd name="connsiteX6" fmla="*/ 3189060 w 6857092"/>
                <a:gd name="connsiteY6" fmla="*/ 685864 h 754275"/>
                <a:gd name="connsiteX7" fmla="*/ 3202980 w 6857092"/>
                <a:gd name="connsiteY7" fmla="*/ 733031 h 754275"/>
                <a:gd name="connsiteX8" fmla="*/ 3257631 w 6857092"/>
                <a:gd name="connsiteY8" fmla="*/ 754432 h 754275"/>
                <a:gd name="connsiteX9" fmla="*/ 3312283 w 6857092"/>
                <a:gd name="connsiteY9" fmla="*/ 733031 h 754275"/>
                <a:gd name="connsiteX10" fmla="*/ 3326203 w 6857092"/>
                <a:gd name="connsiteY10" fmla="*/ 685864 h 754275"/>
                <a:gd name="connsiteX11" fmla="*/ 3300488 w 6857092"/>
                <a:gd name="connsiteY11" fmla="*/ 604436 h 754275"/>
                <a:gd name="connsiteX12" fmla="*/ 3297300 w 6857092"/>
                <a:gd name="connsiteY12" fmla="*/ 565350 h 754275"/>
                <a:gd name="connsiteX13" fmla="*/ 3326203 w 6857092"/>
                <a:gd name="connsiteY13" fmla="*/ 548732 h 754275"/>
                <a:gd name="connsiteX14" fmla="*/ 3394774 w 6857092"/>
                <a:gd name="connsiteY14" fmla="*/ 548732 h 754275"/>
                <a:gd name="connsiteX15" fmla="*/ 3531917 w 6857092"/>
                <a:gd name="connsiteY15" fmla="*/ 754432 h 754275"/>
                <a:gd name="connsiteX16" fmla="*/ 3669060 w 6857092"/>
                <a:gd name="connsiteY16" fmla="*/ 548732 h 754275"/>
                <a:gd name="connsiteX17" fmla="*/ 3737632 w 6857092"/>
                <a:gd name="connsiteY17" fmla="*/ 548732 h 754275"/>
                <a:gd name="connsiteX18" fmla="*/ 4114741 w 6857092"/>
                <a:gd name="connsiteY18" fmla="*/ 548732 h 754275"/>
                <a:gd name="connsiteX19" fmla="*/ 4114775 w 6857092"/>
                <a:gd name="connsiteY19" fmla="*/ 548732 h 754275"/>
                <a:gd name="connsiteX20" fmla="*/ 6857613 w 6857092"/>
                <a:gd name="connsiteY20" fmla="*/ 548732 h 754275"/>
                <a:gd name="connsiteX21" fmla="*/ 6857613 w 6857092"/>
                <a:gd name="connsiteY21" fmla="*/ 157 h 754275"/>
                <a:gd name="connsiteX22" fmla="*/ 4114775 w 6857092"/>
                <a:gd name="connsiteY22" fmla="*/ 157 h 754275"/>
                <a:gd name="connsiteX23" fmla="*/ 4114741 w 6857092"/>
                <a:gd name="connsiteY23" fmla="*/ 157 h 754275"/>
                <a:gd name="connsiteX24" fmla="*/ 3771952 w 6857092"/>
                <a:gd name="connsiteY24" fmla="*/ 157 h 754275"/>
                <a:gd name="connsiteX25" fmla="*/ 3703380 w 6857092"/>
                <a:gd name="connsiteY25" fmla="*/ 157 h 754275"/>
                <a:gd name="connsiteX26" fmla="*/ 3674443 w 6857092"/>
                <a:gd name="connsiteY26" fmla="*/ 16775 h 754275"/>
                <a:gd name="connsiteX27" fmla="*/ 3677666 w 6857092"/>
                <a:gd name="connsiteY27" fmla="*/ 55898 h 754275"/>
                <a:gd name="connsiteX28" fmla="*/ 3703380 w 6857092"/>
                <a:gd name="connsiteY28" fmla="*/ 137327 h 754275"/>
                <a:gd name="connsiteX29" fmla="*/ 3689460 w 6857092"/>
                <a:gd name="connsiteY29" fmla="*/ 184456 h 754275"/>
                <a:gd name="connsiteX30" fmla="*/ 3634809 w 6857092"/>
                <a:gd name="connsiteY30" fmla="*/ 205895 h 754275"/>
                <a:gd name="connsiteX31" fmla="*/ 3580158 w 6857092"/>
                <a:gd name="connsiteY31" fmla="*/ 184456 h 754275"/>
                <a:gd name="connsiteX32" fmla="*/ 3566237 w 6857092"/>
                <a:gd name="connsiteY32" fmla="*/ 137327 h 754275"/>
                <a:gd name="connsiteX33" fmla="*/ 3591883 w 6857092"/>
                <a:gd name="connsiteY33" fmla="*/ 55898 h 754275"/>
                <a:gd name="connsiteX34" fmla="*/ 3595106 w 6857092"/>
                <a:gd name="connsiteY34" fmla="*/ 16775 h 754275"/>
                <a:gd name="connsiteX35" fmla="*/ 3566203 w 6857092"/>
                <a:gd name="connsiteY35" fmla="*/ 157 h 754275"/>
                <a:gd name="connsiteX36" fmla="*/ 3497631 w 6857092"/>
                <a:gd name="connsiteY36" fmla="*/ 157 h 754275"/>
                <a:gd name="connsiteX37" fmla="*/ 3468694 w 6857092"/>
                <a:gd name="connsiteY37" fmla="*/ 16775 h 754275"/>
                <a:gd name="connsiteX38" fmla="*/ 3471917 w 6857092"/>
                <a:gd name="connsiteY38" fmla="*/ 55898 h 754275"/>
                <a:gd name="connsiteX39" fmla="*/ 3497631 w 6857092"/>
                <a:gd name="connsiteY39" fmla="*/ 137327 h 754275"/>
                <a:gd name="connsiteX40" fmla="*/ 3483712 w 6857092"/>
                <a:gd name="connsiteY40" fmla="*/ 184456 h 754275"/>
                <a:gd name="connsiteX41" fmla="*/ 3429060 w 6857092"/>
                <a:gd name="connsiteY41" fmla="*/ 205895 h 754275"/>
                <a:gd name="connsiteX42" fmla="*/ 3374443 w 6857092"/>
                <a:gd name="connsiteY42" fmla="*/ 184456 h 754275"/>
                <a:gd name="connsiteX43" fmla="*/ 3360454 w 6857092"/>
                <a:gd name="connsiteY43" fmla="*/ 137327 h 754275"/>
                <a:gd name="connsiteX44" fmla="*/ 3386203 w 6857092"/>
                <a:gd name="connsiteY44" fmla="*/ 55898 h 754275"/>
                <a:gd name="connsiteX45" fmla="*/ 3389426 w 6857092"/>
                <a:gd name="connsiteY45" fmla="*/ 16775 h 754275"/>
                <a:gd name="connsiteX46" fmla="*/ 3360454 w 6857092"/>
                <a:gd name="connsiteY46" fmla="*/ 157 h 754275"/>
                <a:gd name="connsiteX47" fmla="*/ 3291883 w 6857092"/>
                <a:gd name="connsiteY47" fmla="*/ 157 h 754275"/>
                <a:gd name="connsiteX48" fmla="*/ 3262980 w 6857092"/>
                <a:gd name="connsiteY48" fmla="*/ 16775 h 754275"/>
                <a:gd name="connsiteX49" fmla="*/ 3266203 w 6857092"/>
                <a:gd name="connsiteY49" fmla="*/ 55898 h 754275"/>
                <a:gd name="connsiteX50" fmla="*/ 3291883 w 6857092"/>
                <a:gd name="connsiteY50" fmla="*/ 137327 h 754275"/>
                <a:gd name="connsiteX51" fmla="*/ 3277963 w 6857092"/>
                <a:gd name="connsiteY51" fmla="*/ 184456 h 754275"/>
                <a:gd name="connsiteX52" fmla="*/ 3223345 w 6857092"/>
                <a:gd name="connsiteY52" fmla="*/ 205895 h 754275"/>
                <a:gd name="connsiteX53" fmla="*/ 3168694 w 6857092"/>
                <a:gd name="connsiteY53" fmla="*/ 184456 h 754275"/>
                <a:gd name="connsiteX54" fmla="*/ 3154774 w 6857092"/>
                <a:gd name="connsiteY54" fmla="*/ 137327 h 754275"/>
                <a:gd name="connsiteX55" fmla="*/ 3180488 w 6857092"/>
                <a:gd name="connsiteY55" fmla="*/ 55898 h 754275"/>
                <a:gd name="connsiteX56" fmla="*/ 3183711 w 6857092"/>
                <a:gd name="connsiteY56" fmla="*/ 16775 h 754275"/>
                <a:gd name="connsiteX57" fmla="*/ 3154774 w 6857092"/>
                <a:gd name="connsiteY57" fmla="*/ 157 h 754275"/>
                <a:gd name="connsiteX58" fmla="*/ 2743345 w 6857092"/>
                <a:gd name="connsiteY58" fmla="*/ 157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857092" h="754275">
                  <a:moveTo>
                    <a:pt x="521" y="157"/>
                  </a:moveTo>
                  <a:lnTo>
                    <a:pt x="521" y="548732"/>
                  </a:lnTo>
                  <a:lnTo>
                    <a:pt x="2743380" y="548732"/>
                  </a:lnTo>
                  <a:lnTo>
                    <a:pt x="3189060" y="548732"/>
                  </a:lnTo>
                  <a:cubicBezTo>
                    <a:pt x="3206203" y="548732"/>
                    <a:pt x="3214774" y="555171"/>
                    <a:pt x="3217997" y="565350"/>
                  </a:cubicBezTo>
                  <a:cubicBezTo>
                    <a:pt x="3221186" y="575526"/>
                    <a:pt x="3219094" y="589436"/>
                    <a:pt x="3214809" y="604436"/>
                  </a:cubicBezTo>
                  <a:cubicBezTo>
                    <a:pt x="3206237" y="634436"/>
                    <a:pt x="3189060" y="668722"/>
                    <a:pt x="3189060" y="685864"/>
                  </a:cubicBezTo>
                  <a:cubicBezTo>
                    <a:pt x="3189060" y="703011"/>
                    <a:pt x="3192626" y="720174"/>
                    <a:pt x="3202980" y="733031"/>
                  </a:cubicBezTo>
                  <a:cubicBezTo>
                    <a:pt x="3213368" y="745888"/>
                    <a:pt x="3230511" y="754432"/>
                    <a:pt x="3257631" y="754432"/>
                  </a:cubicBezTo>
                  <a:cubicBezTo>
                    <a:pt x="3284751" y="754432"/>
                    <a:pt x="3301929" y="745888"/>
                    <a:pt x="3312283" y="733031"/>
                  </a:cubicBezTo>
                  <a:cubicBezTo>
                    <a:pt x="3322637" y="720174"/>
                    <a:pt x="3326203" y="703007"/>
                    <a:pt x="3326203" y="685864"/>
                  </a:cubicBezTo>
                  <a:cubicBezTo>
                    <a:pt x="3326203" y="668722"/>
                    <a:pt x="3309060" y="634436"/>
                    <a:pt x="3300488" y="604436"/>
                  </a:cubicBezTo>
                  <a:cubicBezTo>
                    <a:pt x="3296203" y="589436"/>
                    <a:pt x="3294077" y="575530"/>
                    <a:pt x="3297300" y="565350"/>
                  </a:cubicBezTo>
                  <a:cubicBezTo>
                    <a:pt x="3300488" y="555174"/>
                    <a:pt x="3309060" y="548732"/>
                    <a:pt x="3326203" y="548732"/>
                  </a:cubicBezTo>
                  <a:lnTo>
                    <a:pt x="3394774" y="548732"/>
                  </a:lnTo>
                  <a:lnTo>
                    <a:pt x="3531917" y="754432"/>
                  </a:lnTo>
                  <a:lnTo>
                    <a:pt x="3669060" y="548732"/>
                  </a:lnTo>
                  <a:lnTo>
                    <a:pt x="3737632" y="548732"/>
                  </a:lnTo>
                  <a:lnTo>
                    <a:pt x="4114741" y="548732"/>
                  </a:lnTo>
                  <a:lnTo>
                    <a:pt x="4114775" y="548732"/>
                  </a:lnTo>
                  <a:lnTo>
                    <a:pt x="6857613" y="548732"/>
                  </a:lnTo>
                  <a:lnTo>
                    <a:pt x="6857613" y="157"/>
                  </a:lnTo>
                  <a:lnTo>
                    <a:pt x="4114775" y="157"/>
                  </a:lnTo>
                  <a:lnTo>
                    <a:pt x="4114741" y="157"/>
                  </a:lnTo>
                  <a:lnTo>
                    <a:pt x="3771952" y="157"/>
                  </a:lnTo>
                  <a:lnTo>
                    <a:pt x="3703380" y="157"/>
                  </a:lnTo>
                  <a:cubicBezTo>
                    <a:pt x="3686237" y="157"/>
                    <a:pt x="3677631" y="6602"/>
                    <a:pt x="3674443" y="16775"/>
                  </a:cubicBezTo>
                  <a:cubicBezTo>
                    <a:pt x="3671220" y="26954"/>
                    <a:pt x="3673380" y="40898"/>
                    <a:pt x="3677666" y="55898"/>
                  </a:cubicBezTo>
                  <a:cubicBezTo>
                    <a:pt x="3686237" y="85898"/>
                    <a:pt x="3703380" y="120184"/>
                    <a:pt x="3703380" y="137327"/>
                  </a:cubicBezTo>
                  <a:cubicBezTo>
                    <a:pt x="3703380" y="154470"/>
                    <a:pt x="3699814" y="171599"/>
                    <a:pt x="3689460" y="184456"/>
                  </a:cubicBezTo>
                  <a:cubicBezTo>
                    <a:pt x="3679072" y="197313"/>
                    <a:pt x="3661929" y="205895"/>
                    <a:pt x="3634809" y="205895"/>
                  </a:cubicBezTo>
                  <a:cubicBezTo>
                    <a:pt x="3607689" y="205895"/>
                    <a:pt x="3590546" y="197313"/>
                    <a:pt x="3580158" y="184456"/>
                  </a:cubicBezTo>
                  <a:cubicBezTo>
                    <a:pt x="3569803" y="171599"/>
                    <a:pt x="3566237" y="154470"/>
                    <a:pt x="3566237" y="137327"/>
                  </a:cubicBezTo>
                  <a:cubicBezTo>
                    <a:pt x="3566237" y="120181"/>
                    <a:pt x="3583312" y="85898"/>
                    <a:pt x="3591883" y="55898"/>
                  </a:cubicBezTo>
                  <a:cubicBezTo>
                    <a:pt x="3596169" y="40898"/>
                    <a:pt x="3598329" y="26954"/>
                    <a:pt x="3595106" y="16775"/>
                  </a:cubicBezTo>
                  <a:cubicBezTo>
                    <a:pt x="3591917" y="6599"/>
                    <a:pt x="3583346" y="157"/>
                    <a:pt x="3566203" y="157"/>
                  </a:cubicBezTo>
                  <a:lnTo>
                    <a:pt x="3497631" y="157"/>
                  </a:lnTo>
                  <a:cubicBezTo>
                    <a:pt x="3480488" y="157"/>
                    <a:pt x="3471917" y="6602"/>
                    <a:pt x="3468694" y="16775"/>
                  </a:cubicBezTo>
                  <a:cubicBezTo>
                    <a:pt x="3465472" y="26954"/>
                    <a:pt x="3467631" y="40898"/>
                    <a:pt x="3471917" y="55898"/>
                  </a:cubicBezTo>
                  <a:cubicBezTo>
                    <a:pt x="3480488" y="85898"/>
                    <a:pt x="3497631" y="120184"/>
                    <a:pt x="3497631" y="137327"/>
                  </a:cubicBezTo>
                  <a:cubicBezTo>
                    <a:pt x="3497631" y="154470"/>
                    <a:pt x="3494066" y="171599"/>
                    <a:pt x="3483712" y="184456"/>
                  </a:cubicBezTo>
                  <a:cubicBezTo>
                    <a:pt x="3473357" y="197313"/>
                    <a:pt x="3456180" y="205895"/>
                    <a:pt x="3429060" y="205895"/>
                  </a:cubicBezTo>
                  <a:cubicBezTo>
                    <a:pt x="3401940" y="205895"/>
                    <a:pt x="3384797" y="197313"/>
                    <a:pt x="3374443" y="184456"/>
                  </a:cubicBezTo>
                  <a:cubicBezTo>
                    <a:pt x="3364054" y="171599"/>
                    <a:pt x="3360454" y="154470"/>
                    <a:pt x="3360454" y="137327"/>
                  </a:cubicBezTo>
                  <a:cubicBezTo>
                    <a:pt x="3360454" y="120181"/>
                    <a:pt x="3377631" y="85898"/>
                    <a:pt x="3386203" y="55898"/>
                  </a:cubicBezTo>
                  <a:cubicBezTo>
                    <a:pt x="3390488" y="40898"/>
                    <a:pt x="3392615" y="26954"/>
                    <a:pt x="3389426" y="16775"/>
                  </a:cubicBezTo>
                  <a:cubicBezTo>
                    <a:pt x="3386203" y="6599"/>
                    <a:pt x="3377597" y="157"/>
                    <a:pt x="3360454" y="157"/>
                  </a:cubicBezTo>
                  <a:lnTo>
                    <a:pt x="3291883" y="157"/>
                  </a:lnTo>
                  <a:cubicBezTo>
                    <a:pt x="3274740" y="157"/>
                    <a:pt x="3266203" y="6602"/>
                    <a:pt x="3262980" y="16775"/>
                  </a:cubicBezTo>
                  <a:cubicBezTo>
                    <a:pt x="3259757" y="26954"/>
                    <a:pt x="3261917" y="40898"/>
                    <a:pt x="3266203" y="55898"/>
                  </a:cubicBezTo>
                  <a:cubicBezTo>
                    <a:pt x="3274774" y="85898"/>
                    <a:pt x="3291883" y="120184"/>
                    <a:pt x="3291883" y="137327"/>
                  </a:cubicBezTo>
                  <a:cubicBezTo>
                    <a:pt x="3291883" y="154470"/>
                    <a:pt x="3288317" y="171599"/>
                    <a:pt x="3277963" y="184456"/>
                  </a:cubicBezTo>
                  <a:cubicBezTo>
                    <a:pt x="3267608" y="197313"/>
                    <a:pt x="3250431" y="205895"/>
                    <a:pt x="3223345" y="205895"/>
                  </a:cubicBezTo>
                  <a:cubicBezTo>
                    <a:pt x="3196225" y="205895"/>
                    <a:pt x="3179049" y="197313"/>
                    <a:pt x="3168694" y="184456"/>
                  </a:cubicBezTo>
                  <a:cubicBezTo>
                    <a:pt x="3158340" y="171599"/>
                    <a:pt x="3154774" y="154470"/>
                    <a:pt x="3154774" y="137327"/>
                  </a:cubicBezTo>
                  <a:cubicBezTo>
                    <a:pt x="3154774" y="120181"/>
                    <a:pt x="3171917" y="85898"/>
                    <a:pt x="3180488" y="55898"/>
                  </a:cubicBezTo>
                  <a:cubicBezTo>
                    <a:pt x="3184774" y="40898"/>
                    <a:pt x="3186934" y="26954"/>
                    <a:pt x="3183711" y="16775"/>
                  </a:cubicBezTo>
                  <a:cubicBezTo>
                    <a:pt x="3180488" y="6599"/>
                    <a:pt x="3171917" y="157"/>
                    <a:pt x="3154774" y="157"/>
                  </a:cubicBezTo>
                  <a:lnTo>
                    <a:pt x="2743345" y="157"/>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 name="!!iii">
            <a:extLst>
              <a:ext uri="{FF2B5EF4-FFF2-40B4-BE49-F238E27FC236}">
                <a16:creationId xmlns:a16="http://schemas.microsoft.com/office/drawing/2014/main" id="{9A56FC3E-AD55-4077-BCD1-F11E6C597B7C}"/>
              </a:ext>
            </a:extLst>
          </p:cNvPr>
          <p:cNvGrpSpPr>
            <a:grpSpLocks noChangeAspect="1"/>
          </p:cNvGrpSpPr>
          <p:nvPr/>
        </p:nvGrpSpPr>
        <p:grpSpPr>
          <a:xfrm>
            <a:off x="4044029" y="1684211"/>
            <a:ext cx="4291834" cy="472095"/>
            <a:chOff x="4168767" y="2143721"/>
            <a:chExt cx="3857136" cy="424280"/>
          </a:xfrm>
        </p:grpSpPr>
        <p:sp>
          <p:nvSpPr>
            <p:cNvPr id="52" name="Rectangle: iii">
              <a:extLst>
                <a:ext uri="{FF2B5EF4-FFF2-40B4-BE49-F238E27FC236}">
                  <a16:creationId xmlns:a16="http://schemas.microsoft.com/office/drawing/2014/main" id="{73203378-2555-4F7F-BC4F-145AD42D9CA5}"/>
                </a:ext>
              </a:extLst>
            </p:cNvPr>
            <p:cNvSpPr/>
            <p:nvPr/>
          </p:nvSpPr>
          <p:spPr>
            <a:xfrm>
              <a:off x="4252367" y="2162457"/>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2" name="Freeform: iii">
              <a:extLst>
                <a:ext uri="{FF2B5EF4-FFF2-40B4-BE49-F238E27FC236}">
                  <a16:creationId xmlns:a16="http://schemas.microsoft.com/office/drawing/2014/main" id="{8ECA55AD-FB47-4A15-BD66-6C1F901B5F12}"/>
                </a:ext>
              </a:extLst>
            </p:cNvPr>
            <p:cNvSpPr/>
            <p:nvPr/>
          </p:nvSpPr>
          <p:spPr>
            <a:xfrm>
              <a:off x="4168767" y="2143721"/>
              <a:ext cx="3857136" cy="424280"/>
            </a:xfrm>
            <a:custGeom>
              <a:avLst/>
              <a:gdLst>
                <a:gd name="connsiteX0" fmla="*/ 521 w 6857130"/>
                <a:gd name="connsiteY0" fmla="*/ 112 h 754275"/>
                <a:gd name="connsiteX1" fmla="*/ 521 w 6857130"/>
                <a:gd name="connsiteY1" fmla="*/ 548684 h 754275"/>
                <a:gd name="connsiteX2" fmla="*/ 2743346 w 6857130"/>
                <a:gd name="connsiteY2" fmla="*/ 548684 h 754275"/>
                <a:gd name="connsiteX3" fmla="*/ 3154809 w 6857130"/>
                <a:gd name="connsiteY3" fmla="*/ 548684 h 754275"/>
                <a:gd name="connsiteX4" fmla="*/ 3183711 w 6857130"/>
                <a:gd name="connsiteY4" fmla="*/ 565302 h 754275"/>
                <a:gd name="connsiteX5" fmla="*/ 3180489 w 6857130"/>
                <a:gd name="connsiteY5" fmla="*/ 604388 h 754275"/>
                <a:gd name="connsiteX6" fmla="*/ 3154809 w 6857130"/>
                <a:gd name="connsiteY6" fmla="*/ 685820 h 754275"/>
                <a:gd name="connsiteX7" fmla="*/ 3168729 w 6857130"/>
                <a:gd name="connsiteY7" fmla="*/ 732983 h 754275"/>
                <a:gd name="connsiteX8" fmla="*/ 3223380 w 6857130"/>
                <a:gd name="connsiteY8" fmla="*/ 754388 h 754275"/>
                <a:gd name="connsiteX9" fmla="*/ 3233083 w 6857130"/>
                <a:gd name="connsiteY9" fmla="*/ 753997 h 754275"/>
                <a:gd name="connsiteX10" fmla="*/ 3277997 w 6857130"/>
                <a:gd name="connsiteY10" fmla="*/ 732983 h 754275"/>
                <a:gd name="connsiteX11" fmla="*/ 3291951 w 6857130"/>
                <a:gd name="connsiteY11" fmla="*/ 685820 h 754275"/>
                <a:gd name="connsiteX12" fmla="*/ 3266203 w 6857130"/>
                <a:gd name="connsiteY12" fmla="*/ 604388 h 754275"/>
                <a:gd name="connsiteX13" fmla="*/ 3263014 w 6857130"/>
                <a:gd name="connsiteY13" fmla="*/ 565302 h 754275"/>
                <a:gd name="connsiteX14" fmla="*/ 3285917 w 6857130"/>
                <a:gd name="connsiteY14" fmla="*/ 548986 h 754275"/>
                <a:gd name="connsiteX15" fmla="*/ 3291951 w 6857130"/>
                <a:gd name="connsiteY15" fmla="*/ 548684 h 754275"/>
                <a:gd name="connsiteX16" fmla="*/ 3360489 w 6857130"/>
                <a:gd name="connsiteY16" fmla="*/ 548684 h 754275"/>
                <a:gd name="connsiteX17" fmla="*/ 3389426 w 6857130"/>
                <a:gd name="connsiteY17" fmla="*/ 565302 h 754275"/>
                <a:gd name="connsiteX18" fmla="*/ 3386237 w 6857130"/>
                <a:gd name="connsiteY18" fmla="*/ 604388 h 754275"/>
                <a:gd name="connsiteX19" fmla="*/ 3370157 w 6857130"/>
                <a:gd name="connsiteY19" fmla="*/ 649923 h 754275"/>
                <a:gd name="connsiteX20" fmla="*/ 3360489 w 6857130"/>
                <a:gd name="connsiteY20" fmla="*/ 685820 h 754275"/>
                <a:gd name="connsiteX21" fmla="*/ 3374443 w 6857130"/>
                <a:gd name="connsiteY21" fmla="*/ 732983 h 754275"/>
                <a:gd name="connsiteX22" fmla="*/ 3429060 w 6857130"/>
                <a:gd name="connsiteY22" fmla="*/ 754385 h 754275"/>
                <a:gd name="connsiteX23" fmla="*/ 3438763 w 6857130"/>
                <a:gd name="connsiteY23" fmla="*/ 753997 h 754275"/>
                <a:gd name="connsiteX24" fmla="*/ 3483712 w 6857130"/>
                <a:gd name="connsiteY24" fmla="*/ 732983 h 754275"/>
                <a:gd name="connsiteX25" fmla="*/ 3497632 w 6857130"/>
                <a:gd name="connsiteY25" fmla="*/ 685820 h 754275"/>
                <a:gd name="connsiteX26" fmla="*/ 3471952 w 6857130"/>
                <a:gd name="connsiteY26" fmla="*/ 604388 h 754275"/>
                <a:gd name="connsiteX27" fmla="*/ 3468729 w 6857130"/>
                <a:gd name="connsiteY27" fmla="*/ 565302 h 754275"/>
                <a:gd name="connsiteX28" fmla="*/ 3491632 w 6857130"/>
                <a:gd name="connsiteY28" fmla="*/ 548986 h 754275"/>
                <a:gd name="connsiteX29" fmla="*/ 3497632 w 6857130"/>
                <a:gd name="connsiteY29" fmla="*/ 548684 h 754275"/>
                <a:gd name="connsiteX30" fmla="*/ 3566203 w 6857130"/>
                <a:gd name="connsiteY30" fmla="*/ 548684 h 754275"/>
                <a:gd name="connsiteX31" fmla="*/ 3595140 w 6857130"/>
                <a:gd name="connsiteY31" fmla="*/ 565302 h 754275"/>
                <a:gd name="connsiteX32" fmla="*/ 3591952 w 6857130"/>
                <a:gd name="connsiteY32" fmla="*/ 604388 h 754275"/>
                <a:gd name="connsiteX33" fmla="*/ 3575906 w 6857130"/>
                <a:gd name="connsiteY33" fmla="*/ 649923 h 754275"/>
                <a:gd name="connsiteX34" fmla="*/ 3566237 w 6857130"/>
                <a:gd name="connsiteY34" fmla="*/ 685817 h 754275"/>
                <a:gd name="connsiteX35" fmla="*/ 3580158 w 6857130"/>
                <a:gd name="connsiteY35" fmla="*/ 732983 h 754275"/>
                <a:gd name="connsiteX36" fmla="*/ 3634809 w 6857130"/>
                <a:gd name="connsiteY36" fmla="*/ 754385 h 754275"/>
                <a:gd name="connsiteX37" fmla="*/ 3644512 w 6857130"/>
                <a:gd name="connsiteY37" fmla="*/ 753994 h 754275"/>
                <a:gd name="connsiteX38" fmla="*/ 3689461 w 6857130"/>
                <a:gd name="connsiteY38" fmla="*/ 732983 h 754275"/>
                <a:gd name="connsiteX39" fmla="*/ 3703380 w 6857130"/>
                <a:gd name="connsiteY39" fmla="*/ 685817 h 754275"/>
                <a:gd name="connsiteX40" fmla="*/ 3677701 w 6857130"/>
                <a:gd name="connsiteY40" fmla="*/ 604388 h 754275"/>
                <a:gd name="connsiteX41" fmla="*/ 3674478 w 6857130"/>
                <a:gd name="connsiteY41" fmla="*/ 565302 h 754275"/>
                <a:gd name="connsiteX42" fmla="*/ 3697381 w 6857130"/>
                <a:gd name="connsiteY42" fmla="*/ 548986 h 754275"/>
                <a:gd name="connsiteX43" fmla="*/ 3703380 w 6857130"/>
                <a:gd name="connsiteY43" fmla="*/ 548684 h 754275"/>
                <a:gd name="connsiteX44" fmla="*/ 4114844 w 6857130"/>
                <a:gd name="connsiteY44" fmla="*/ 548684 h 754275"/>
                <a:gd name="connsiteX45" fmla="*/ 4114844 w 6857130"/>
                <a:gd name="connsiteY45" fmla="*/ 548684 h 754275"/>
                <a:gd name="connsiteX46" fmla="*/ 4114844 w 6857130"/>
                <a:gd name="connsiteY46" fmla="*/ 548684 h 754275"/>
                <a:gd name="connsiteX47" fmla="*/ 6857651 w 6857130"/>
                <a:gd name="connsiteY47" fmla="*/ 548684 h 754275"/>
                <a:gd name="connsiteX48" fmla="*/ 6857651 w 6857130"/>
                <a:gd name="connsiteY48" fmla="*/ 112 h 754275"/>
                <a:gd name="connsiteX49" fmla="*/ 4114844 w 6857130"/>
                <a:gd name="connsiteY49" fmla="*/ 112 h 754275"/>
                <a:gd name="connsiteX50" fmla="*/ 4114844 w 6857130"/>
                <a:gd name="connsiteY50" fmla="*/ 112 h 754275"/>
                <a:gd name="connsiteX51" fmla="*/ 4114844 w 6857130"/>
                <a:gd name="connsiteY51" fmla="*/ 112 h 754275"/>
                <a:gd name="connsiteX52" fmla="*/ 3669129 w 6857130"/>
                <a:gd name="connsiteY52" fmla="*/ 112 h 754275"/>
                <a:gd name="connsiteX53" fmla="*/ 3600558 w 6857130"/>
                <a:gd name="connsiteY53" fmla="*/ 112 h 754275"/>
                <a:gd name="connsiteX54" fmla="*/ 3594523 w 6857130"/>
                <a:gd name="connsiteY54" fmla="*/ 414 h 754275"/>
                <a:gd name="connsiteX55" fmla="*/ 3571621 w 6857130"/>
                <a:gd name="connsiteY55" fmla="*/ 16730 h 754275"/>
                <a:gd name="connsiteX56" fmla="*/ 3574843 w 6857130"/>
                <a:gd name="connsiteY56" fmla="*/ 55850 h 754275"/>
                <a:gd name="connsiteX57" fmla="*/ 3600558 w 6857130"/>
                <a:gd name="connsiteY57" fmla="*/ 137282 h 754275"/>
                <a:gd name="connsiteX58" fmla="*/ 3586603 w 6857130"/>
                <a:gd name="connsiteY58" fmla="*/ 184412 h 754275"/>
                <a:gd name="connsiteX59" fmla="*/ 3541655 w 6857130"/>
                <a:gd name="connsiteY59" fmla="*/ 205460 h 754275"/>
                <a:gd name="connsiteX60" fmla="*/ 3531952 w 6857130"/>
                <a:gd name="connsiteY60" fmla="*/ 205851 h 754275"/>
                <a:gd name="connsiteX61" fmla="*/ 3477335 w 6857130"/>
                <a:gd name="connsiteY61" fmla="*/ 184412 h 754275"/>
                <a:gd name="connsiteX62" fmla="*/ 3463380 w 6857130"/>
                <a:gd name="connsiteY62" fmla="*/ 137282 h 754275"/>
                <a:gd name="connsiteX63" fmla="*/ 3473049 w 6857130"/>
                <a:gd name="connsiteY63" fmla="*/ 101385 h 754275"/>
                <a:gd name="connsiteX64" fmla="*/ 3489129 w 6857130"/>
                <a:gd name="connsiteY64" fmla="*/ 55850 h 754275"/>
                <a:gd name="connsiteX65" fmla="*/ 3492318 w 6857130"/>
                <a:gd name="connsiteY65" fmla="*/ 16730 h 754275"/>
                <a:gd name="connsiteX66" fmla="*/ 3463346 w 6857130"/>
                <a:gd name="connsiteY66" fmla="*/ 112 h 754275"/>
                <a:gd name="connsiteX67" fmla="*/ 3394809 w 6857130"/>
                <a:gd name="connsiteY67" fmla="*/ 112 h 754275"/>
                <a:gd name="connsiteX68" fmla="*/ 3388809 w 6857130"/>
                <a:gd name="connsiteY68" fmla="*/ 414 h 754275"/>
                <a:gd name="connsiteX69" fmla="*/ 3365906 w 6857130"/>
                <a:gd name="connsiteY69" fmla="*/ 16730 h 754275"/>
                <a:gd name="connsiteX70" fmla="*/ 3369094 w 6857130"/>
                <a:gd name="connsiteY70" fmla="*/ 55850 h 754275"/>
                <a:gd name="connsiteX71" fmla="*/ 3394775 w 6857130"/>
                <a:gd name="connsiteY71" fmla="*/ 137282 h 754275"/>
                <a:gd name="connsiteX72" fmla="*/ 3380854 w 6857130"/>
                <a:gd name="connsiteY72" fmla="*/ 184412 h 754275"/>
                <a:gd name="connsiteX73" fmla="*/ 3335940 w 6857130"/>
                <a:gd name="connsiteY73" fmla="*/ 205460 h 754275"/>
                <a:gd name="connsiteX74" fmla="*/ 3326237 w 6857130"/>
                <a:gd name="connsiteY74" fmla="*/ 205851 h 754275"/>
                <a:gd name="connsiteX75" fmla="*/ 3271586 w 6857130"/>
                <a:gd name="connsiteY75" fmla="*/ 184412 h 754275"/>
                <a:gd name="connsiteX76" fmla="*/ 3257666 w 6857130"/>
                <a:gd name="connsiteY76" fmla="*/ 137282 h 754275"/>
                <a:gd name="connsiteX77" fmla="*/ 3283380 w 6857130"/>
                <a:gd name="connsiteY77" fmla="*/ 55854 h 754275"/>
                <a:gd name="connsiteX78" fmla="*/ 3286569 w 6857130"/>
                <a:gd name="connsiteY78" fmla="*/ 16730 h 754275"/>
                <a:gd name="connsiteX79" fmla="*/ 3257666 w 6857130"/>
                <a:gd name="connsiteY79" fmla="*/ 112 h 754275"/>
                <a:gd name="connsiteX80" fmla="*/ 2743380 w 6857130"/>
                <a:gd name="connsiteY80" fmla="*/ 112 h 7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857130" h="754275">
                  <a:moveTo>
                    <a:pt x="521" y="112"/>
                  </a:moveTo>
                  <a:lnTo>
                    <a:pt x="521" y="548684"/>
                  </a:lnTo>
                  <a:lnTo>
                    <a:pt x="2743346" y="548684"/>
                  </a:lnTo>
                  <a:lnTo>
                    <a:pt x="3154809" y="548684"/>
                  </a:lnTo>
                  <a:cubicBezTo>
                    <a:pt x="3171951" y="548684"/>
                    <a:pt x="3180489" y="555123"/>
                    <a:pt x="3183711" y="565302"/>
                  </a:cubicBezTo>
                  <a:cubicBezTo>
                    <a:pt x="3186935" y="575482"/>
                    <a:pt x="3184775" y="589388"/>
                    <a:pt x="3180489" y="604388"/>
                  </a:cubicBezTo>
                  <a:cubicBezTo>
                    <a:pt x="3171917" y="634388"/>
                    <a:pt x="3154809" y="668677"/>
                    <a:pt x="3154809" y="685820"/>
                  </a:cubicBezTo>
                  <a:cubicBezTo>
                    <a:pt x="3154809" y="702963"/>
                    <a:pt x="3158374" y="720126"/>
                    <a:pt x="3168729" y="732983"/>
                  </a:cubicBezTo>
                  <a:cubicBezTo>
                    <a:pt x="3179083" y="745841"/>
                    <a:pt x="3196260" y="754388"/>
                    <a:pt x="3223380" y="754388"/>
                  </a:cubicBezTo>
                  <a:cubicBezTo>
                    <a:pt x="3226740" y="754388"/>
                    <a:pt x="3229997" y="754254"/>
                    <a:pt x="3233083" y="753997"/>
                  </a:cubicBezTo>
                  <a:cubicBezTo>
                    <a:pt x="3254683" y="752184"/>
                    <a:pt x="3268946" y="744233"/>
                    <a:pt x="3277997" y="732983"/>
                  </a:cubicBezTo>
                  <a:cubicBezTo>
                    <a:pt x="3288386" y="720126"/>
                    <a:pt x="3291951" y="702963"/>
                    <a:pt x="3291951" y="685820"/>
                  </a:cubicBezTo>
                  <a:cubicBezTo>
                    <a:pt x="3291951" y="668677"/>
                    <a:pt x="3274775" y="634388"/>
                    <a:pt x="3266203" y="604388"/>
                  </a:cubicBezTo>
                  <a:cubicBezTo>
                    <a:pt x="3261917" y="589388"/>
                    <a:pt x="3259826" y="575482"/>
                    <a:pt x="3263014" y="565302"/>
                  </a:cubicBezTo>
                  <a:cubicBezTo>
                    <a:pt x="3265826" y="556398"/>
                    <a:pt x="3272752" y="550357"/>
                    <a:pt x="3285917" y="548986"/>
                  </a:cubicBezTo>
                  <a:cubicBezTo>
                    <a:pt x="3287803" y="548790"/>
                    <a:pt x="3289792" y="548684"/>
                    <a:pt x="3291951" y="548684"/>
                  </a:cubicBezTo>
                  <a:lnTo>
                    <a:pt x="3360489" y="548684"/>
                  </a:lnTo>
                  <a:cubicBezTo>
                    <a:pt x="3377632" y="548684"/>
                    <a:pt x="3386203" y="555123"/>
                    <a:pt x="3389426" y="565302"/>
                  </a:cubicBezTo>
                  <a:cubicBezTo>
                    <a:pt x="3392649" y="575482"/>
                    <a:pt x="3390523" y="589388"/>
                    <a:pt x="3386237" y="604388"/>
                  </a:cubicBezTo>
                  <a:cubicBezTo>
                    <a:pt x="3381952" y="619388"/>
                    <a:pt x="3375506" y="635458"/>
                    <a:pt x="3370157" y="649923"/>
                  </a:cubicBezTo>
                  <a:cubicBezTo>
                    <a:pt x="3364809" y="664388"/>
                    <a:pt x="3360489" y="677249"/>
                    <a:pt x="3360489" y="685820"/>
                  </a:cubicBezTo>
                  <a:cubicBezTo>
                    <a:pt x="3360489" y="702963"/>
                    <a:pt x="3364055" y="720126"/>
                    <a:pt x="3374443" y="732983"/>
                  </a:cubicBezTo>
                  <a:cubicBezTo>
                    <a:pt x="3384797" y="745841"/>
                    <a:pt x="3401974" y="754385"/>
                    <a:pt x="3429060" y="754385"/>
                  </a:cubicBezTo>
                  <a:cubicBezTo>
                    <a:pt x="3432455" y="754385"/>
                    <a:pt x="3435712" y="754254"/>
                    <a:pt x="3438763" y="753997"/>
                  </a:cubicBezTo>
                  <a:cubicBezTo>
                    <a:pt x="3460363" y="752184"/>
                    <a:pt x="3474626" y="744233"/>
                    <a:pt x="3483712" y="732983"/>
                  </a:cubicBezTo>
                  <a:cubicBezTo>
                    <a:pt x="3494066" y="720126"/>
                    <a:pt x="3497632" y="702963"/>
                    <a:pt x="3497632" y="685820"/>
                  </a:cubicBezTo>
                  <a:cubicBezTo>
                    <a:pt x="3497632" y="668677"/>
                    <a:pt x="3480523" y="634388"/>
                    <a:pt x="3471952" y="604388"/>
                  </a:cubicBezTo>
                  <a:cubicBezTo>
                    <a:pt x="3467666" y="589388"/>
                    <a:pt x="3465506" y="575482"/>
                    <a:pt x="3468729" y="565302"/>
                  </a:cubicBezTo>
                  <a:cubicBezTo>
                    <a:pt x="3471540" y="556398"/>
                    <a:pt x="3478432" y="550357"/>
                    <a:pt x="3491632" y="548986"/>
                  </a:cubicBezTo>
                  <a:cubicBezTo>
                    <a:pt x="3493483" y="548790"/>
                    <a:pt x="3495506" y="548684"/>
                    <a:pt x="3497632" y="548684"/>
                  </a:cubicBezTo>
                  <a:lnTo>
                    <a:pt x="3566203" y="548684"/>
                  </a:lnTo>
                  <a:cubicBezTo>
                    <a:pt x="3583346" y="548684"/>
                    <a:pt x="3591952" y="555123"/>
                    <a:pt x="3595140" y="565302"/>
                  </a:cubicBezTo>
                  <a:cubicBezTo>
                    <a:pt x="3598363" y="575478"/>
                    <a:pt x="3596237" y="589388"/>
                    <a:pt x="3591952" y="604388"/>
                  </a:cubicBezTo>
                  <a:cubicBezTo>
                    <a:pt x="3587666" y="619388"/>
                    <a:pt x="3581255" y="635458"/>
                    <a:pt x="3575906" y="649923"/>
                  </a:cubicBezTo>
                  <a:cubicBezTo>
                    <a:pt x="3570523" y="664388"/>
                    <a:pt x="3566237" y="677249"/>
                    <a:pt x="3566237" y="685817"/>
                  </a:cubicBezTo>
                  <a:cubicBezTo>
                    <a:pt x="3566237" y="702963"/>
                    <a:pt x="3569803" y="720126"/>
                    <a:pt x="3580158" y="732983"/>
                  </a:cubicBezTo>
                  <a:cubicBezTo>
                    <a:pt x="3590546" y="745841"/>
                    <a:pt x="3607689" y="754385"/>
                    <a:pt x="3634809" y="754385"/>
                  </a:cubicBezTo>
                  <a:cubicBezTo>
                    <a:pt x="3638204" y="754385"/>
                    <a:pt x="3641426" y="754254"/>
                    <a:pt x="3644512" y="753994"/>
                  </a:cubicBezTo>
                  <a:cubicBezTo>
                    <a:pt x="3666112" y="752184"/>
                    <a:pt x="3680375" y="744233"/>
                    <a:pt x="3689461" y="732983"/>
                  </a:cubicBezTo>
                  <a:cubicBezTo>
                    <a:pt x="3699815" y="720126"/>
                    <a:pt x="3703380" y="702959"/>
                    <a:pt x="3703380" y="685817"/>
                  </a:cubicBezTo>
                  <a:cubicBezTo>
                    <a:pt x="3703380" y="668674"/>
                    <a:pt x="3686272" y="634388"/>
                    <a:pt x="3677701" y="604388"/>
                  </a:cubicBezTo>
                  <a:cubicBezTo>
                    <a:pt x="3673415" y="589388"/>
                    <a:pt x="3671255" y="575482"/>
                    <a:pt x="3674478" y="565302"/>
                  </a:cubicBezTo>
                  <a:cubicBezTo>
                    <a:pt x="3677289" y="556398"/>
                    <a:pt x="3684215" y="550357"/>
                    <a:pt x="3697381" y="548986"/>
                  </a:cubicBezTo>
                  <a:cubicBezTo>
                    <a:pt x="3699266" y="548790"/>
                    <a:pt x="3701255" y="548684"/>
                    <a:pt x="3703380" y="548684"/>
                  </a:cubicBezTo>
                  <a:lnTo>
                    <a:pt x="4114844" y="548684"/>
                  </a:lnTo>
                  <a:lnTo>
                    <a:pt x="4114844" y="548684"/>
                  </a:lnTo>
                  <a:lnTo>
                    <a:pt x="4114844" y="548684"/>
                  </a:lnTo>
                  <a:lnTo>
                    <a:pt x="6857651" y="548684"/>
                  </a:lnTo>
                  <a:lnTo>
                    <a:pt x="6857651" y="112"/>
                  </a:lnTo>
                  <a:lnTo>
                    <a:pt x="4114844" y="112"/>
                  </a:lnTo>
                  <a:lnTo>
                    <a:pt x="4114844" y="112"/>
                  </a:lnTo>
                  <a:lnTo>
                    <a:pt x="4114844" y="112"/>
                  </a:lnTo>
                  <a:lnTo>
                    <a:pt x="3669129" y="112"/>
                  </a:lnTo>
                  <a:lnTo>
                    <a:pt x="3600558" y="112"/>
                  </a:lnTo>
                  <a:cubicBezTo>
                    <a:pt x="3598397" y="112"/>
                    <a:pt x="3596409" y="218"/>
                    <a:pt x="3594523" y="414"/>
                  </a:cubicBezTo>
                  <a:cubicBezTo>
                    <a:pt x="3581358" y="1785"/>
                    <a:pt x="3574432" y="7823"/>
                    <a:pt x="3571621" y="16730"/>
                  </a:cubicBezTo>
                  <a:cubicBezTo>
                    <a:pt x="3568432" y="26906"/>
                    <a:pt x="3570558" y="40850"/>
                    <a:pt x="3574843" y="55850"/>
                  </a:cubicBezTo>
                  <a:cubicBezTo>
                    <a:pt x="3583415" y="85850"/>
                    <a:pt x="3600558" y="120140"/>
                    <a:pt x="3600558" y="137282"/>
                  </a:cubicBezTo>
                  <a:cubicBezTo>
                    <a:pt x="3600558" y="154425"/>
                    <a:pt x="3596958" y="171554"/>
                    <a:pt x="3586603" y="184412"/>
                  </a:cubicBezTo>
                  <a:cubicBezTo>
                    <a:pt x="3577518" y="195661"/>
                    <a:pt x="3563255" y="203639"/>
                    <a:pt x="3541655" y="205460"/>
                  </a:cubicBezTo>
                  <a:cubicBezTo>
                    <a:pt x="3538569" y="205720"/>
                    <a:pt x="3535346" y="205851"/>
                    <a:pt x="3531952" y="205851"/>
                  </a:cubicBezTo>
                  <a:cubicBezTo>
                    <a:pt x="3504832" y="205851"/>
                    <a:pt x="3487689" y="197269"/>
                    <a:pt x="3477335" y="184412"/>
                  </a:cubicBezTo>
                  <a:cubicBezTo>
                    <a:pt x="3466946" y="171554"/>
                    <a:pt x="3463380" y="154425"/>
                    <a:pt x="3463380" y="137282"/>
                  </a:cubicBezTo>
                  <a:cubicBezTo>
                    <a:pt x="3463380" y="128711"/>
                    <a:pt x="3467700" y="115850"/>
                    <a:pt x="3473049" y="101385"/>
                  </a:cubicBezTo>
                  <a:cubicBezTo>
                    <a:pt x="3478397" y="86920"/>
                    <a:pt x="3484843" y="70850"/>
                    <a:pt x="3489129" y="55850"/>
                  </a:cubicBezTo>
                  <a:cubicBezTo>
                    <a:pt x="3493415" y="40850"/>
                    <a:pt x="3495506" y="26910"/>
                    <a:pt x="3492318" y="16730"/>
                  </a:cubicBezTo>
                  <a:cubicBezTo>
                    <a:pt x="3489094" y="6554"/>
                    <a:pt x="3480489" y="112"/>
                    <a:pt x="3463346" y="112"/>
                  </a:cubicBezTo>
                  <a:lnTo>
                    <a:pt x="3394809" y="112"/>
                  </a:lnTo>
                  <a:cubicBezTo>
                    <a:pt x="3392683" y="112"/>
                    <a:pt x="3390695" y="218"/>
                    <a:pt x="3388809" y="414"/>
                  </a:cubicBezTo>
                  <a:cubicBezTo>
                    <a:pt x="3375643" y="1785"/>
                    <a:pt x="3368718" y="7823"/>
                    <a:pt x="3365906" y="16730"/>
                  </a:cubicBezTo>
                  <a:cubicBezTo>
                    <a:pt x="3362683" y="26906"/>
                    <a:pt x="3364809" y="40850"/>
                    <a:pt x="3369094" y="55850"/>
                  </a:cubicBezTo>
                  <a:cubicBezTo>
                    <a:pt x="3377666" y="85850"/>
                    <a:pt x="3394775" y="120140"/>
                    <a:pt x="3394775" y="137282"/>
                  </a:cubicBezTo>
                  <a:cubicBezTo>
                    <a:pt x="3394775" y="154425"/>
                    <a:pt x="3391209" y="171554"/>
                    <a:pt x="3380854" y="184412"/>
                  </a:cubicBezTo>
                  <a:cubicBezTo>
                    <a:pt x="3371803" y="195661"/>
                    <a:pt x="3357506" y="203642"/>
                    <a:pt x="3335940" y="205460"/>
                  </a:cubicBezTo>
                  <a:cubicBezTo>
                    <a:pt x="3332855" y="205720"/>
                    <a:pt x="3329597" y="205851"/>
                    <a:pt x="3326237" y="205851"/>
                  </a:cubicBezTo>
                  <a:cubicBezTo>
                    <a:pt x="3299117" y="205851"/>
                    <a:pt x="3281940" y="197269"/>
                    <a:pt x="3271586" y="184412"/>
                  </a:cubicBezTo>
                  <a:cubicBezTo>
                    <a:pt x="3261232" y="171554"/>
                    <a:pt x="3257666" y="154425"/>
                    <a:pt x="3257666" y="137282"/>
                  </a:cubicBezTo>
                  <a:cubicBezTo>
                    <a:pt x="3257666" y="120140"/>
                    <a:pt x="3274809" y="85854"/>
                    <a:pt x="3283380" y="55854"/>
                  </a:cubicBezTo>
                  <a:cubicBezTo>
                    <a:pt x="3287666" y="40850"/>
                    <a:pt x="3289792" y="26910"/>
                    <a:pt x="3286569" y="16730"/>
                  </a:cubicBezTo>
                  <a:cubicBezTo>
                    <a:pt x="3283346" y="6554"/>
                    <a:pt x="3274809" y="112"/>
                    <a:pt x="3257666" y="112"/>
                  </a:cubicBezTo>
                  <a:lnTo>
                    <a:pt x="2743380" y="112"/>
                  </a:ln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sp>
          <p:nvSpPr>
            <p:cNvPr id="62" name="TextBox iii">
              <a:extLst>
                <a:ext uri="{FF2B5EF4-FFF2-40B4-BE49-F238E27FC236}">
                  <a16:creationId xmlns:a16="http://schemas.microsoft.com/office/drawing/2014/main" id="{AA9C626E-A694-40F2-8DE0-377CBAD6A0C3}"/>
                </a:ext>
              </a:extLst>
            </p:cNvPr>
            <p:cNvSpPr txBox="1"/>
            <p:nvPr/>
          </p:nvSpPr>
          <p:spPr>
            <a:xfrm>
              <a:off x="6280317" y="2150152"/>
              <a:ext cx="1543875" cy="276999"/>
            </a:xfrm>
            <a:prstGeom prst="rect">
              <a:avLst/>
            </a:prstGeom>
            <a:noFill/>
            <a:scene3d>
              <a:camera prst="orthographicFront"/>
              <a:lightRig rig="threePt" dir="t"/>
            </a:scene3d>
            <a:sp3d>
              <a:bevelT w="38100" h="38100"/>
            </a:sp3d>
          </p:spPr>
          <p:txBody>
            <a:bodyPr wrap="square" rtlCol="0">
              <a:spAutoFit/>
            </a:bodyPr>
            <a:lstStyle/>
            <a:p>
              <a:pPr algn="r"/>
              <a:r>
                <a:rPr lang="en-GB" sz="1200">
                  <a:solidFill>
                    <a:schemeClr val="accent5">
                      <a:lumMod val="50000"/>
                    </a:schemeClr>
                  </a:solidFill>
                  <a:latin typeface="Gill Sans Nova" panose="020B0602020104020203" pitchFamily="34" charset="0"/>
                </a:rPr>
                <a:t>7 February 2022</a:t>
              </a:r>
            </a:p>
          </p:txBody>
        </p:sp>
      </p:grpSp>
      <p:grpSp>
        <p:nvGrpSpPr>
          <p:cNvPr id="6" name="!!ii">
            <a:extLst>
              <a:ext uri="{FF2B5EF4-FFF2-40B4-BE49-F238E27FC236}">
                <a16:creationId xmlns:a16="http://schemas.microsoft.com/office/drawing/2014/main" id="{C741AC34-BB64-48E8-A283-E199A8115642}"/>
              </a:ext>
            </a:extLst>
          </p:cNvPr>
          <p:cNvGrpSpPr>
            <a:grpSpLocks noChangeAspect="1"/>
          </p:cNvGrpSpPr>
          <p:nvPr/>
        </p:nvGrpSpPr>
        <p:grpSpPr>
          <a:xfrm>
            <a:off x="4044016" y="1322993"/>
            <a:ext cx="4291860" cy="474780"/>
            <a:chOff x="4168767" y="1823823"/>
            <a:chExt cx="3857159" cy="426693"/>
          </a:xfrm>
        </p:grpSpPr>
        <p:sp>
          <p:nvSpPr>
            <p:cNvPr id="54" name="Rectangle: ii">
              <a:extLst>
                <a:ext uri="{FF2B5EF4-FFF2-40B4-BE49-F238E27FC236}">
                  <a16:creationId xmlns:a16="http://schemas.microsoft.com/office/drawing/2014/main" id="{A6D71300-7F0C-4801-8D49-897AFEBB387E}"/>
                </a:ext>
              </a:extLst>
            </p:cNvPr>
            <p:cNvSpPr/>
            <p:nvPr/>
          </p:nvSpPr>
          <p:spPr>
            <a:xfrm>
              <a:off x="4240816" y="1859952"/>
              <a:ext cx="3672408" cy="23409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31" name="Freeform: ii">
              <a:extLst>
                <a:ext uri="{FF2B5EF4-FFF2-40B4-BE49-F238E27FC236}">
                  <a16:creationId xmlns:a16="http://schemas.microsoft.com/office/drawing/2014/main" id="{5C0CCA0B-4CCA-4D6F-BD84-A3FAD0DAC31D}"/>
                </a:ext>
              </a:extLst>
            </p:cNvPr>
            <p:cNvSpPr/>
            <p:nvPr/>
          </p:nvSpPr>
          <p:spPr>
            <a:xfrm>
              <a:off x="4168767" y="1823823"/>
              <a:ext cx="3857159" cy="426693"/>
            </a:xfrm>
            <a:custGeom>
              <a:avLst/>
              <a:gdLst>
                <a:gd name="connsiteX0" fmla="*/ 2743414 w 6857171"/>
                <a:gd name="connsiteY0" fmla="*/ 67 h 758565"/>
                <a:gd name="connsiteX1" fmla="*/ 2743414 w 6857171"/>
                <a:gd name="connsiteY1" fmla="*/ 4357 h 758565"/>
                <a:gd name="connsiteX2" fmla="*/ 521 w 6857171"/>
                <a:gd name="connsiteY2" fmla="*/ 4357 h 758565"/>
                <a:gd name="connsiteX3" fmla="*/ 521 w 6857171"/>
                <a:gd name="connsiteY3" fmla="*/ 552932 h 758565"/>
                <a:gd name="connsiteX4" fmla="*/ 2743414 w 6857171"/>
                <a:gd name="connsiteY4" fmla="*/ 552932 h 758565"/>
                <a:gd name="connsiteX5" fmla="*/ 3257666 w 6857171"/>
                <a:gd name="connsiteY5" fmla="*/ 552932 h 758565"/>
                <a:gd name="connsiteX6" fmla="*/ 3286637 w 6857171"/>
                <a:gd name="connsiteY6" fmla="*/ 569550 h 758565"/>
                <a:gd name="connsiteX7" fmla="*/ 3283415 w 6857171"/>
                <a:gd name="connsiteY7" fmla="*/ 608636 h 758565"/>
                <a:gd name="connsiteX8" fmla="*/ 3257666 w 6857171"/>
                <a:gd name="connsiteY8" fmla="*/ 690064 h 758565"/>
                <a:gd name="connsiteX9" fmla="*/ 3271586 w 6857171"/>
                <a:gd name="connsiteY9" fmla="*/ 737228 h 758565"/>
                <a:gd name="connsiteX10" fmla="*/ 3326237 w 6857171"/>
                <a:gd name="connsiteY10" fmla="*/ 758633 h 758565"/>
                <a:gd name="connsiteX11" fmla="*/ 3380923 w 6857171"/>
                <a:gd name="connsiteY11" fmla="*/ 737228 h 758565"/>
                <a:gd name="connsiteX12" fmla="*/ 3394843 w 6857171"/>
                <a:gd name="connsiteY12" fmla="*/ 690064 h 758565"/>
                <a:gd name="connsiteX13" fmla="*/ 3369129 w 6857171"/>
                <a:gd name="connsiteY13" fmla="*/ 608636 h 758565"/>
                <a:gd name="connsiteX14" fmla="*/ 3365906 w 6857171"/>
                <a:gd name="connsiteY14" fmla="*/ 569550 h 758565"/>
                <a:gd name="connsiteX15" fmla="*/ 3394843 w 6857171"/>
                <a:gd name="connsiteY15" fmla="*/ 552932 h 758565"/>
                <a:gd name="connsiteX16" fmla="*/ 3463415 w 6857171"/>
                <a:gd name="connsiteY16" fmla="*/ 552932 h 758565"/>
                <a:gd name="connsiteX17" fmla="*/ 3492317 w 6857171"/>
                <a:gd name="connsiteY17" fmla="*/ 569550 h 758565"/>
                <a:gd name="connsiteX18" fmla="*/ 3489094 w 6857171"/>
                <a:gd name="connsiteY18" fmla="*/ 608636 h 758565"/>
                <a:gd name="connsiteX19" fmla="*/ 3463415 w 6857171"/>
                <a:gd name="connsiteY19" fmla="*/ 690064 h 758565"/>
                <a:gd name="connsiteX20" fmla="*/ 3477334 w 6857171"/>
                <a:gd name="connsiteY20" fmla="*/ 737228 h 758565"/>
                <a:gd name="connsiteX21" fmla="*/ 3531986 w 6857171"/>
                <a:gd name="connsiteY21" fmla="*/ 758633 h 758565"/>
                <a:gd name="connsiteX22" fmla="*/ 3586637 w 6857171"/>
                <a:gd name="connsiteY22" fmla="*/ 737228 h 758565"/>
                <a:gd name="connsiteX23" fmla="*/ 3600558 w 6857171"/>
                <a:gd name="connsiteY23" fmla="*/ 690064 h 758565"/>
                <a:gd name="connsiteX24" fmla="*/ 3574809 w 6857171"/>
                <a:gd name="connsiteY24" fmla="*/ 608636 h 758565"/>
                <a:gd name="connsiteX25" fmla="*/ 3571586 w 6857171"/>
                <a:gd name="connsiteY25" fmla="*/ 569550 h 758565"/>
                <a:gd name="connsiteX26" fmla="*/ 3600558 w 6857171"/>
                <a:gd name="connsiteY26" fmla="*/ 552932 h 758565"/>
                <a:gd name="connsiteX27" fmla="*/ 3669129 w 6857171"/>
                <a:gd name="connsiteY27" fmla="*/ 552932 h 758565"/>
                <a:gd name="connsiteX28" fmla="*/ 4114809 w 6857171"/>
                <a:gd name="connsiteY28" fmla="*/ 552932 h 758565"/>
                <a:gd name="connsiteX29" fmla="*/ 6857692 w 6857171"/>
                <a:gd name="connsiteY29" fmla="*/ 552932 h 758565"/>
                <a:gd name="connsiteX30" fmla="*/ 6857692 w 6857171"/>
                <a:gd name="connsiteY30" fmla="*/ 4357 h 758565"/>
                <a:gd name="connsiteX31" fmla="*/ 4114809 w 6857171"/>
                <a:gd name="connsiteY31" fmla="*/ 4357 h 758565"/>
                <a:gd name="connsiteX32" fmla="*/ 4114809 w 6857171"/>
                <a:gd name="connsiteY32" fmla="*/ 67 h 758565"/>
                <a:gd name="connsiteX33" fmla="*/ 3566237 w 6857171"/>
                <a:gd name="connsiteY33" fmla="*/ 67 h 758565"/>
                <a:gd name="connsiteX34" fmla="*/ 3497666 w 6857171"/>
                <a:gd name="connsiteY34" fmla="*/ 67 h 758565"/>
                <a:gd name="connsiteX35" fmla="*/ 3468729 w 6857171"/>
                <a:gd name="connsiteY35" fmla="*/ 16651 h 758565"/>
                <a:gd name="connsiteX36" fmla="*/ 3471952 w 6857171"/>
                <a:gd name="connsiteY36" fmla="*/ 55771 h 758565"/>
                <a:gd name="connsiteX37" fmla="*/ 3497666 w 6857171"/>
                <a:gd name="connsiteY37" fmla="*/ 137203 h 758565"/>
                <a:gd name="connsiteX38" fmla="*/ 3483746 w 6857171"/>
                <a:gd name="connsiteY38" fmla="*/ 184333 h 758565"/>
                <a:gd name="connsiteX39" fmla="*/ 3429129 w 6857171"/>
                <a:gd name="connsiteY39" fmla="*/ 205772 h 758565"/>
                <a:gd name="connsiteX40" fmla="*/ 3374477 w 6857171"/>
                <a:gd name="connsiteY40" fmla="*/ 184333 h 758565"/>
                <a:gd name="connsiteX41" fmla="*/ 3360557 w 6857171"/>
                <a:gd name="connsiteY41" fmla="*/ 137203 h 758565"/>
                <a:gd name="connsiteX42" fmla="*/ 3386237 w 6857171"/>
                <a:gd name="connsiteY42" fmla="*/ 55771 h 758565"/>
                <a:gd name="connsiteX43" fmla="*/ 3389460 w 6857171"/>
                <a:gd name="connsiteY43" fmla="*/ 16651 h 758565"/>
                <a:gd name="connsiteX44" fmla="*/ 3360557 w 6857171"/>
                <a:gd name="connsiteY44" fmla="*/ 67 h 75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7171" h="758565">
                  <a:moveTo>
                    <a:pt x="2743414" y="67"/>
                  </a:moveTo>
                  <a:lnTo>
                    <a:pt x="2743414" y="4357"/>
                  </a:lnTo>
                  <a:lnTo>
                    <a:pt x="521" y="4357"/>
                  </a:lnTo>
                  <a:lnTo>
                    <a:pt x="521" y="552932"/>
                  </a:lnTo>
                  <a:lnTo>
                    <a:pt x="2743414" y="552932"/>
                  </a:lnTo>
                  <a:lnTo>
                    <a:pt x="3257666" y="552932"/>
                  </a:lnTo>
                  <a:cubicBezTo>
                    <a:pt x="3274809" y="552932"/>
                    <a:pt x="3283415" y="559374"/>
                    <a:pt x="3286637" y="569550"/>
                  </a:cubicBezTo>
                  <a:cubicBezTo>
                    <a:pt x="3289826" y="579726"/>
                    <a:pt x="3287700" y="593636"/>
                    <a:pt x="3283415" y="608636"/>
                  </a:cubicBezTo>
                  <a:cubicBezTo>
                    <a:pt x="3274843" y="638636"/>
                    <a:pt x="3257666" y="672922"/>
                    <a:pt x="3257666" y="690064"/>
                  </a:cubicBezTo>
                  <a:cubicBezTo>
                    <a:pt x="3257666" y="707207"/>
                    <a:pt x="3261232" y="724371"/>
                    <a:pt x="3271586" y="737228"/>
                  </a:cubicBezTo>
                  <a:cubicBezTo>
                    <a:pt x="3281974" y="750085"/>
                    <a:pt x="3299117" y="758633"/>
                    <a:pt x="3326237" y="758633"/>
                  </a:cubicBezTo>
                  <a:cubicBezTo>
                    <a:pt x="3353357" y="758633"/>
                    <a:pt x="3370569" y="750085"/>
                    <a:pt x="3380923" y="737228"/>
                  </a:cubicBezTo>
                  <a:cubicBezTo>
                    <a:pt x="3391277" y="724371"/>
                    <a:pt x="3394843" y="707207"/>
                    <a:pt x="3394843" y="690064"/>
                  </a:cubicBezTo>
                  <a:cubicBezTo>
                    <a:pt x="3394843" y="672922"/>
                    <a:pt x="3377700" y="638636"/>
                    <a:pt x="3369129" y="608636"/>
                  </a:cubicBezTo>
                  <a:cubicBezTo>
                    <a:pt x="3364843" y="593636"/>
                    <a:pt x="3362683" y="579726"/>
                    <a:pt x="3365906" y="569550"/>
                  </a:cubicBezTo>
                  <a:cubicBezTo>
                    <a:pt x="3369094" y="559371"/>
                    <a:pt x="3377700" y="552932"/>
                    <a:pt x="3394843" y="552932"/>
                  </a:cubicBezTo>
                  <a:lnTo>
                    <a:pt x="3463415" y="552932"/>
                  </a:lnTo>
                  <a:cubicBezTo>
                    <a:pt x="3480558" y="552932"/>
                    <a:pt x="3489129" y="559374"/>
                    <a:pt x="3492317" y="569550"/>
                  </a:cubicBezTo>
                  <a:cubicBezTo>
                    <a:pt x="3495540" y="579726"/>
                    <a:pt x="3493380" y="593636"/>
                    <a:pt x="3489094" y="608636"/>
                  </a:cubicBezTo>
                  <a:cubicBezTo>
                    <a:pt x="3480523" y="638636"/>
                    <a:pt x="3463415" y="672922"/>
                    <a:pt x="3463415" y="690064"/>
                  </a:cubicBezTo>
                  <a:cubicBezTo>
                    <a:pt x="3463415" y="707207"/>
                    <a:pt x="3466980" y="724371"/>
                    <a:pt x="3477334" y="737228"/>
                  </a:cubicBezTo>
                  <a:cubicBezTo>
                    <a:pt x="3487689" y="750085"/>
                    <a:pt x="3504866" y="758633"/>
                    <a:pt x="3531986" y="758633"/>
                  </a:cubicBezTo>
                  <a:cubicBezTo>
                    <a:pt x="3559106" y="758633"/>
                    <a:pt x="3576249" y="750085"/>
                    <a:pt x="3586637" y="737228"/>
                  </a:cubicBezTo>
                  <a:cubicBezTo>
                    <a:pt x="3596992" y="724371"/>
                    <a:pt x="3600558" y="707207"/>
                    <a:pt x="3600558" y="690064"/>
                  </a:cubicBezTo>
                  <a:cubicBezTo>
                    <a:pt x="3600558" y="672922"/>
                    <a:pt x="3583380" y="638636"/>
                    <a:pt x="3574809" y="608636"/>
                  </a:cubicBezTo>
                  <a:cubicBezTo>
                    <a:pt x="3570523" y="593636"/>
                    <a:pt x="3568397" y="579726"/>
                    <a:pt x="3571586" y="569550"/>
                  </a:cubicBezTo>
                  <a:cubicBezTo>
                    <a:pt x="3574809" y="559371"/>
                    <a:pt x="3583415" y="552932"/>
                    <a:pt x="3600558" y="552932"/>
                  </a:cubicBezTo>
                  <a:lnTo>
                    <a:pt x="3669129" y="552932"/>
                  </a:lnTo>
                  <a:lnTo>
                    <a:pt x="4114809" y="552932"/>
                  </a:lnTo>
                  <a:lnTo>
                    <a:pt x="6857692" y="552932"/>
                  </a:lnTo>
                  <a:lnTo>
                    <a:pt x="6857692" y="4357"/>
                  </a:lnTo>
                  <a:lnTo>
                    <a:pt x="4114809" y="4357"/>
                  </a:lnTo>
                  <a:lnTo>
                    <a:pt x="4114809" y="67"/>
                  </a:lnTo>
                  <a:lnTo>
                    <a:pt x="3566237" y="67"/>
                  </a:lnTo>
                  <a:lnTo>
                    <a:pt x="3497666" y="67"/>
                  </a:lnTo>
                  <a:cubicBezTo>
                    <a:pt x="3480523" y="67"/>
                    <a:pt x="3471952" y="6469"/>
                    <a:pt x="3468729" y="16651"/>
                  </a:cubicBezTo>
                  <a:cubicBezTo>
                    <a:pt x="3465506" y="26831"/>
                    <a:pt x="3467666" y="40775"/>
                    <a:pt x="3471952" y="55771"/>
                  </a:cubicBezTo>
                  <a:cubicBezTo>
                    <a:pt x="3480523" y="85771"/>
                    <a:pt x="3497666" y="120061"/>
                    <a:pt x="3497666" y="137203"/>
                  </a:cubicBezTo>
                  <a:cubicBezTo>
                    <a:pt x="3497666" y="154346"/>
                    <a:pt x="3494100" y="171476"/>
                    <a:pt x="3483746" y="184333"/>
                  </a:cubicBezTo>
                  <a:cubicBezTo>
                    <a:pt x="3473391" y="197190"/>
                    <a:pt x="3456214" y="205772"/>
                    <a:pt x="3429129" y="205772"/>
                  </a:cubicBezTo>
                  <a:cubicBezTo>
                    <a:pt x="3402009" y="205772"/>
                    <a:pt x="3384832" y="197190"/>
                    <a:pt x="3374477" y="184333"/>
                  </a:cubicBezTo>
                  <a:cubicBezTo>
                    <a:pt x="3364123" y="171476"/>
                    <a:pt x="3360557" y="154346"/>
                    <a:pt x="3360557" y="137203"/>
                  </a:cubicBezTo>
                  <a:cubicBezTo>
                    <a:pt x="3360557" y="120061"/>
                    <a:pt x="3377666" y="85771"/>
                    <a:pt x="3386237" y="55771"/>
                  </a:cubicBezTo>
                  <a:cubicBezTo>
                    <a:pt x="3390523" y="40771"/>
                    <a:pt x="3392683" y="26834"/>
                    <a:pt x="3389460" y="16651"/>
                  </a:cubicBezTo>
                  <a:cubicBezTo>
                    <a:pt x="3386237" y="6475"/>
                    <a:pt x="3377700" y="67"/>
                    <a:pt x="3360557" y="67"/>
                  </a:cubicBezTo>
                  <a:close/>
                </a:path>
              </a:pathLst>
            </a:custGeom>
            <a:blipFill>
              <a:blip r:embed="rId3"/>
              <a:stretch>
                <a:fillRect/>
              </a:stretch>
            </a:blipFill>
            <a:ln w="18142"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200">
                <a:latin typeface="Gill Sans Nova" panose="020B0602020104020203" pitchFamily="34" charset="0"/>
              </a:endParaRPr>
            </a:p>
          </p:txBody>
        </p:sp>
      </p:grpSp>
      <p:grpSp>
        <p:nvGrpSpPr>
          <p:cNvPr id="45" name="!!ix">
            <a:extLst>
              <a:ext uri="{FF2B5EF4-FFF2-40B4-BE49-F238E27FC236}">
                <a16:creationId xmlns:a16="http://schemas.microsoft.com/office/drawing/2014/main" id="{5B46A5D2-B324-4677-B86D-220DB8FAF7DA}"/>
              </a:ext>
            </a:extLst>
          </p:cNvPr>
          <p:cNvGrpSpPr>
            <a:grpSpLocks noChangeAspect="1"/>
          </p:cNvGrpSpPr>
          <p:nvPr/>
        </p:nvGrpSpPr>
        <p:grpSpPr>
          <a:xfrm>
            <a:off x="4055566" y="4758501"/>
            <a:ext cx="4268761" cy="762333"/>
            <a:chOff x="137596" y="8013378"/>
            <a:chExt cx="6582808" cy="1188206"/>
          </a:xfrm>
          <a:blipFill>
            <a:blip r:embed="rId2"/>
            <a:stretch>
              <a:fillRect/>
            </a:stretch>
          </a:blipFill>
          <a:effectLst/>
        </p:grpSpPr>
        <p:sp>
          <p:nvSpPr>
            <p:cNvPr id="46" name="Rectangle: Rounded ix">
              <a:extLst>
                <a:ext uri="{FF2B5EF4-FFF2-40B4-BE49-F238E27FC236}">
                  <a16:creationId xmlns:a16="http://schemas.microsoft.com/office/drawing/2014/main" id="{949AE808-2AEC-42D9-BD96-A8D505169C4A}"/>
                </a:ext>
              </a:extLst>
            </p:cNvPr>
            <p:cNvSpPr/>
            <p:nvPr/>
          </p:nvSpPr>
          <p:spPr>
            <a:xfrm>
              <a:off x="317942" y="8290106"/>
              <a:ext cx="6202049" cy="562303"/>
            </a:xfrm>
            <a:prstGeom prst="roundRect">
              <a:avLst/>
            </a:prstGeom>
            <a:grpFill/>
            <a:ln>
              <a:noFill/>
            </a:ln>
            <a:effectLst>
              <a:outerShdw blurRad="63500" sx="102000" sy="102000" algn="ctr" rotWithShape="0">
                <a:prstClr val="black">
                  <a:alpha val="40000"/>
                </a:prstClr>
              </a:outerShdw>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7" name="Freeform: ix">
              <a:extLst>
                <a:ext uri="{FF2B5EF4-FFF2-40B4-BE49-F238E27FC236}">
                  <a16:creationId xmlns:a16="http://schemas.microsoft.com/office/drawing/2014/main" id="{D139C3E6-B5B6-47E9-A545-84AA85CF038D}"/>
                </a:ext>
              </a:extLst>
            </p:cNvPr>
            <p:cNvSpPr/>
            <p:nvPr/>
          </p:nvSpPr>
          <p:spPr>
            <a:xfrm>
              <a:off x="137596" y="8013378"/>
              <a:ext cx="6582808" cy="1188206"/>
            </a:xfrm>
            <a:custGeom>
              <a:avLst/>
              <a:gdLst>
                <a:gd name="connsiteX0" fmla="*/ 272 w 6582808"/>
                <a:gd name="connsiteY0" fmla="*/ 722 h 1188206"/>
                <a:gd name="connsiteX1" fmla="*/ 272 w 6582808"/>
                <a:gd name="connsiteY1" fmla="*/ 1001349 h 1188206"/>
                <a:gd name="connsiteX2" fmla="*/ 2633394 w 6582808"/>
                <a:gd name="connsiteY2" fmla="*/ 1001349 h 1188206"/>
                <a:gd name="connsiteX3" fmla="*/ 3061270 w 6582808"/>
                <a:gd name="connsiteY3" fmla="*/ 1001349 h 1188206"/>
                <a:gd name="connsiteX4" fmla="*/ 3089063 w 6582808"/>
                <a:gd name="connsiteY4" fmla="*/ 1016491 h 1188206"/>
                <a:gd name="connsiteX5" fmla="*/ 3086002 w 6582808"/>
                <a:gd name="connsiteY5" fmla="*/ 1052169 h 1188206"/>
                <a:gd name="connsiteX6" fmla="*/ 3061303 w 6582808"/>
                <a:gd name="connsiteY6" fmla="*/ 1126391 h 1188206"/>
                <a:gd name="connsiteX7" fmla="*/ 3074673 w 6582808"/>
                <a:gd name="connsiteY7" fmla="*/ 1169377 h 1188206"/>
                <a:gd name="connsiteX8" fmla="*/ 3127145 w 6582808"/>
                <a:gd name="connsiteY8" fmla="*/ 1188928 h 1188206"/>
                <a:gd name="connsiteX9" fmla="*/ 3179577 w 6582808"/>
                <a:gd name="connsiteY9" fmla="*/ 1169377 h 1188206"/>
                <a:gd name="connsiteX10" fmla="*/ 3192940 w 6582808"/>
                <a:gd name="connsiteY10" fmla="*/ 1126391 h 1188206"/>
                <a:gd name="connsiteX11" fmla="*/ 3168255 w 6582808"/>
                <a:gd name="connsiteY11" fmla="*/ 1052169 h 1188206"/>
                <a:gd name="connsiteX12" fmla="*/ 3165193 w 6582808"/>
                <a:gd name="connsiteY12" fmla="*/ 1016491 h 1188206"/>
                <a:gd name="connsiteX13" fmla="*/ 3192940 w 6582808"/>
                <a:gd name="connsiteY13" fmla="*/ 1001349 h 1188206"/>
                <a:gd name="connsiteX14" fmla="*/ 3258802 w 6582808"/>
                <a:gd name="connsiteY14" fmla="*/ 1001349 h 1188206"/>
                <a:gd name="connsiteX15" fmla="*/ 3357545 w 6582808"/>
                <a:gd name="connsiteY15" fmla="*/ 1095122 h 1188206"/>
                <a:gd name="connsiteX16" fmla="*/ 3258802 w 6582808"/>
                <a:gd name="connsiteY16" fmla="*/ 1188928 h 1188206"/>
                <a:gd name="connsiteX17" fmla="*/ 3522116 w 6582808"/>
                <a:gd name="connsiteY17" fmla="*/ 1188928 h 1188206"/>
                <a:gd name="connsiteX18" fmla="*/ 3423373 w 6582808"/>
                <a:gd name="connsiteY18" fmla="*/ 1095122 h 1188206"/>
                <a:gd name="connsiteX19" fmla="*/ 3522116 w 6582808"/>
                <a:gd name="connsiteY19" fmla="*/ 1001349 h 1188206"/>
                <a:gd name="connsiteX20" fmla="*/ 3587945 w 6582808"/>
                <a:gd name="connsiteY20" fmla="*/ 1001349 h 1188206"/>
                <a:gd name="connsiteX21" fmla="*/ 3949969 w 6582808"/>
                <a:gd name="connsiteY21" fmla="*/ 1001349 h 1188206"/>
                <a:gd name="connsiteX22" fmla="*/ 3950002 w 6582808"/>
                <a:gd name="connsiteY22" fmla="*/ 1001349 h 1188206"/>
                <a:gd name="connsiteX23" fmla="*/ 6583081 w 6582808"/>
                <a:gd name="connsiteY23" fmla="*/ 1001349 h 1188206"/>
                <a:gd name="connsiteX24" fmla="*/ 6583081 w 6582808"/>
                <a:gd name="connsiteY24" fmla="*/ 722 h 1188206"/>
                <a:gd name="connsiteX25" fmla="*/ 3949969 w 6582808"/>
                <a:gd name="connsiteY25" fmla="*/ 722 h 1188206"/>
                <a:gd name="connsiteX26" fmla="*/ 3949969 w 6582808"/>
                <a:gd name="connsiteY26" fmla="*/ 313407 h 1188206"/>
                <a:gd name="connsiteX27" fmla="*/ 3949936 w 6582808"/>
                <a:gd name="connsiteY27" fmla="*/ 313407 h 1188206"/>
                <a:gd name="connsiteX28" fmla="*/ 3949969 w 6582808"/>
                <a:gd name="connsiteY28" fmla="*/ 722 h 1188206"/>
                <a:gd name="connsiteX29" fmla="*/ 3620826 w 6582808"/>
                <a:gd name="connsiteY29" fmla="*/ 722 h 1188206"/>
                <a:gd name="connsiteX30" fmla="*/ 3554998 w 6582808"/>
                <a:gd name="connsiteY30" fmla="*/ 722 h 1188206"/>
                <a:gd name="connsiteX31" fmla="*/ 3527218 w 6582808"/>
                <a:gd name="connsiteY31" fmla="*/ 15895 h 1188206"/>
                <a:gd name="connsiteX32" fmla="*/ 3530312 w 6582808"/>
                <a:gd name="connsiteY32" fmla="*/ 51574 h 1188206"/>
                <a:gd name="connsiteX33" fmla="*/ 3554998 w 6582808"/>
                <a:gd name="connsiteY33" fmla="*/ 125829 h 1188206"/>
                <a:gd name="connsiteX34" fmla="*/ 3541634 w 6582808"/>
                <a:gd name="connsiteY34" fmla="*/ 168815 h 1188206"/>
                <a:gd name="connsiteX35" fmla="*/ 3489169 w 6582808"/>
                <a:gd name="connsiteY35" fmla="*/ 188366 h 1188206"/>
                <a:gd name="connsiteX36" fmla="*/ 3436736 w 6582808"/>
                <a:gd name="connsiteY36" fmla="*/ 168815 h 1188206"/>
                <a:gd name="connsiteX37" fmla="*/ 3423340 w 6582808"/>
                <a:gd name="connsiteY37" fmla="*/ 125829 h 1188206"/>
                <a:gd name="connsiteX38" fmla="*/ 3448026 w 6582808"/>
                <a:gd name="connsiteY38" fmla="*/ 51574 h 1188206"/>
                <a:gd name="connsiteX39" fmla="*/ 3451120 w 6582808"/>
                <a:gd name="connsiteY39" fmla="*/ 15895 h 1188206"/>
                <a:gd name="connsiteX40" fmla="*/ 3423340 w 6582808"/>
                <a:gd name="connsiteY40" fmla="*/ 722 h 1188206"/>
                <a:gd name="connsiteX41" fmla="*/ 3357545 w 6582808"/>
                <a:gd name="connsiteY41" fmla="*/ 722 h 1188206"/>
                <a:gd name="connsiteX42" fmla="*/ 3329732 w 6582808"/>
                <a:gd name="connsiteY42" fmla="*/ 15895 h 1188206"/>
                <a:gd name="connsiteX43" fmla="*/ 3332826 w 6582808"/>
                <a:gd name="connsiteY43" fmla="*/ 51574 h 1188206"/>
                <a:gd name="connsiteX44" fmla="*/ 3357545 w 6582808"/>
                <a:gd name="connsiteY44" fmla="*/ 125829 h 1188206"/>
                <a:gd name="connsiteX45" fmla="*/ 3344149 w 6582808"/>
                <a:gd name="connsiteY45" fmla="*/ 168815 h 1188206"/>
                <a:gd name="connsiteX46" fmla="*/ 3291716 w 6582808"/>
                <a:gd name="connsiteY46" fmla="*/ 188366 h 1188206"/>
                <a:gd name="connsiteX47" fmla="*/ 3239251 w 6582808"/>
                <a:gd name="connsiteY47" fmla="*/ 168815 h 1188206"/>
                <a:gd name="connsiteX48" fmla="*/ 3225855 w 6582808"/>
                <a:gd name="connsiteY48" fmla="*/ 125829 h 1188206"/>
                <a:gd name="connsiteX49" fmla="*/ 3250540 w 6582808"/>
                <a:gd name="connsiteY49" fmla="*/ 51574 h 1188206"/>
                <a:gd name="connsiteX50" fmla="*/ 3253634 w 6582808"/>
                <a:gd name="connsiteY50" fmla="*/ 15895 h 1188206"/>
                <a:gd name="connsiteX51" fmla="*/ 3225855 w 6582808"/>
                <a:gd name="connsiteY51" fmla="*/ 722 h 1188206"/>
                <a:gd name="connsiteX52" fmla="*/ 3160026 w 6582808"/>
                <a:gd name="connsiteY52" fmla="*/ 722 h 1188206"/>
                <a:gd name="connsiteX53" fmla="*/ 3132246 w 6582808"/>
                <a:gd name="connsiteY53" fmla="*/ 15895 h 1188206"/>
                <a:gd name="connsiteX54" fmla="*/ 3135307 w 6582808"/>
                <a:gd name="connsiteY54" fmla="*/ 51574 h 1188206"/>
                <a:gd name="connsiteX55" fmla="*/ 3159993 w 6582808"/>
                <a:gd name="connsiteY55" fmla="*/ 125829 h 1188206"/>
                <a:gd name="connsiteX56" fmla="*/ 3146663 w 6582808"/>
                <a:gd name="connsiteY56" fmla="*/ 168815 h 1188206"/>
                <a:gd name="connsiteX57" fmla="*/ 3094158 w 6582808"/>
                <a:gd name="connsiteY57" fmla="*/ 188366 h 1188206"/>
                <a:gd name="connsiteX58" fmla="*/ 3041702 w 6582808"/>
                <a:gd name="connsiteY58" fmla="*/ 168815 h 1188206"/>
                <a:gd name="connsiteX59" fmla="*/ 3028369 w 6582808"/>
                <a:gd name="connsiteY59" fmla="*/ 125829 h 1188206"/>
                <a:gd name="connsiteX60" fmla="*/ 3053031 w 6582808"/>
                <a:gd name="connsiteY60" fmla="*/ 51574 h 1188206"/>
                <a:gd name="connsiteX61" fmla="*/ 3056125 w 6582808"/>
                <a:gd name="connsiteY61" fmla="*/ 15895 h 1188206"/>
                <a:gd name="connsiteX62" fmla="*/ 3028333 w 6582808"/>
                <a:gd name="connsiteY62" fmla="*/ 722 h 1188206"/>
                <a:gd name="connsiteX63" fmla="*/ 2962507 w 6582808"/>
                <a:gd name="connsiteY63" fmla="*/ 722 h 1188206"/>
                <a:gd name="connsiteX64" fmla="*/ 2830860 w 6582808"/>
                <a:gd name="connsiteY64" fmla="*/ 188366 h 1188206"/>
                <a:gd name="connsiteX65" fmla="*/ 2699209 w 6582808"/>
                <a:gd name="connsiteY65" fmla="*/ 722 h 1188206"/>
                <a:gd name="connsiteX66" fmla="*/ 2633384 w 6582808"/>
                <a:gd name="connsiteY66" fmla="*/ 722 h 11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582808" h="1188206">
                  <a:moveTo>
                    <a:pt x="272" y="722"/>
                  </a:moveTo>
                  <a:lnTo>
                    <a:pt x="272" y="1001349"/>
                  </a:lnTo>
                  <a:lnTo>
                    <a:pt x="2633394" y="1001349"/>
                  </a:lnTo>
                  <a:lnTo>
                    <a:pt x="3061270" y="1001349"/>
                  </a:lnTo>
                  <a:cubicBezTo>
                    <a:pt x="3077727" y="1001349"/>
                    <a:pt x="3085975" y="1007208"/>
                    <a:pt x="3089063" y="1016491"/>
                  </a:cubicBezTo>
                  <a:cubicBezTo>
                    <a:pt x="3092150" y="1025772"/>
                    <a:pt x="3090116" y="1038477"/>
                    <a:pt x="3086002" y="1052169"/>
                  </a:cubicBezTo>
                  <a:cubicBezTo>
                    <a:pt x="3077773" y="1079521"/>
                    <a:pt x="3061303" y="1110757"/>
                    <a:pt x="3061303" y="1126391"/>
                  </a:cubicBezTo>
                  <a:cubicBezTo>
                    <a:pt x="3061303" y="1142026"/>
                    <a:pt x="3064726" y="1157659"/>
                    <a:pt x="3074673" y="1169377"/>
                  </a:cubicBezTo>
                  <a:cubicBezTo>
                    <a:pt x="3084623" y="1181094"/>
                    <a:pt x="3101100" y="1188928"/>
                    <a:pt x="3127145" y="1188928"/>
                  </a:cubicBezTo>
                  <a:cubicBezTo>
                    <a:pt x="3153147" y="1188928"/>
                    <a:pt x="3169637" y="1181094"/>
                    <a:pt x="3179577" y="1169377"/>
                  </a:cubicBezTo>
                  <a:cubicBezTo>
                    <a:pt x="3189550" y="1157659"/>
                    <a:pt x="3192940" y="1142026"/>
                    <a:pt x="3192940" y="1126391"/>
                  </a:cubicBezTo>
                  <a:cubicBezTo>
                    <a:pt x="3192940" y="1110757"/>
                    <a:pt x="3176483" y="1079521"/>
                    <a:pt x="3168255" y="1052169"/>
                  </a:cubicBezTo>
                  <a:cubicBezTo>
                    <a:pt x="3164140" y="1038477"/>
                    <a:pt x="3162100" y="1025772"/>
                    <a:pt x="3165193" y="1016491"/>
                  </a:cubicBezTo>
                  <a:cubicBezTo>
                    <a:pt x="3168287" y="1007208"/>
                    <a:pt x="3176483" y="1001349"/>
                    <a:pt x="3192940" y="1001349"/>
                  </a:cubicBezTo>
                  <a:lnTo>
                    <a:pt x="3258802" y="1001349"/>
                  </a:lnTo>
                  <a:lnTo>
                    <a:pt x="3357545" y="1095122"/>
                  </a:lnTo>
                  <a:lnTo>
                    <a:pt x="3258802" y="1188928"/>
                  </a:lnTo>
                  <a:lnTo>
                    <a:pt x="3522116" y="1188928"/>
                  </a:lnTo>
                  <a:lnTo>
                    <a:pt x="3423373" y="1095122"/>
                  </a:lnTo>
                  <a:lnTo>
                    <a:pt x="3522116" y="1001349"/>
                  </a:lnTo>
                  <a:lnTo>
                    <a:pt x="3587945" y="1001349"/>
                  </a:lnTo>
                  <a:lnTo>
                    <a:pt x="3949969" y="1001349"/>
                  </a:lnTo>
                  <a:lnTo>
                    <a:pt x="3950002" y="1001349"/>
                  </a:lnTo>
                  <a:lnTo>
                    <a:pt x="6583081" y="1001349"/>
                  </a:lnTo>
                  <a:lnTo>
                    <a:pt x="6583081" y="722"/>
                  </a:lnTo>
                  <a:lnTo>
                    <a:pt x="3949969" y="722"/>
                  </a:lnTo>
                  <a:lnTo>
                    <a:pt x="3949969" y="313407"/>
                  </a:lnTo>
                  <a:lnTo>
                    <a:pt x="3949936" y="313407"/>
                  </a:lnTo>
                  <a:lnTo>
                    <a:pt x="3949969" y="722"/>
                  </a:lnTo>
                  <a:lnTo>
                    <a:pt x="3620826" y="722"/>
                  </a:lnTo>
                  <a:lnTo>
                    <a:pt x="3554998" y="722"/>
                  </a:lnTo>
                  <a:cubicBezTo>
                    <a:pt x="3538540" y="722"/>
                    <a:pt x="3530312" y="6614"/>
                    <a:pt x="3527218" y="15895"/>
                  </a:cubicBezTo>
                  <a:cubicBezTo>
                    <a:pt x="3524124" y="25177"/>
                    <a:pt x="3526198" y="37882"/>
                    <a:pt x="3530312" y="51574"/>
                  </a:cubicBezTo>
                  <a:cubicBezTo>
                    <a:pt x="3538540" y="78926"/>
                    <a:pt x="3554998" y="110194"/>
                    <a:pt x="3554998" y="125829"/>
                  </a:cubicBezTo>
                  <a:cubicBezTo>
                    <a:pt x="3554998" y="141463"/>
                    <a:pt x="3551575" y="157097"/>
                    <a:pt x="3541634" y="168815"/>
                  </a:cubicBezTo>
                  <a:cubicBezTo>
                    <a:pt x="3531694" y="180533"/>
                    <a:pt x="3515204" y="188366"/>
                    <a:pt x="3489169" y="188366"/>
                  </a:cubicBezTo>
                  <a:cubicBezTo>
                    <a:pt x="3463167" y="188366"/>
                    <a:pt x="3446677" y="180533"/>
                    <a:pt x="3436736" y="168815"/>
                  </a:cubicBezTo>
                  <a:cubicBezTo>
                    <a:pt x="3426764" y="157097"/>
                    <a:pt x="3423340" y="141463"/>
                    <a:pt x="3423340" y="125829"/>
                  </a:cubicBezTo>
                  <a:cubicBezTo>
                    <a:pt x="3423340" y="110194"/>
                    <a:pt x="3439798" y="78926"/>
                    <a:pt x="3448026" y="51574"/>
                  </a:cubicBezTo>
                  <a:cubicBezTo>
                    <a:pt x="3452140" y="37882"/>
                    <a:pt x="3454181" y="25177"/>
                    <a:pt x="3451120" y="15895"/>
                  </a:cubicBezTo>
                  <a:cubicBezTo>
                    <a:pt x="3448026" y="6614"/>
                    <a:pt x="3439798" y="722"/>
                    <a:pt x="3423340" y="722"/>
                  </a:cubicBezTo>
                  <a:lnTo>
                    <a:pt x="3357545" y="722"/>
                  </a:lnTo>
                  <a:cubicBezTo>
                    <a:pt x="3341088" y="722"/>
                    <a:pt x="3332826" y="6614"/>
                    <a:pt x="3329732" y="15895"/>
                  </a:cubicBezTo>
                  <a:cubicBezTo>
                    <a:pt x="3326638" y="25177"/>
                    <a:pt x="3328712" y="37882"/>
                    <a:pt x="3332826" y="51574"/>
                  </a:cubicBezTo>
                  <a:cubicBezTo>
                    <a:pt x="3341055" y="78926"/>
                    <a:pt x="3357545" y="110194"/>
                    <a:pt x="3357545" y="125829"/>
                  </a:cubicBezTo>
                  <a:cubicBezTo>
                    <a:pt x="3357545" y="141463"/>
                    <a:pt x="3354089" y="157097"/>
                    <a:pt x="3344149" y="168815"/>
                  </a:cubicBezTo>
                  <a:cubicBezTo>
                    <a:pt x="3334208" y="180533"/>
                    <a:pt x="3317718" y="188366"/>
                    <a:pt x="3291716" y="188366"/>
                  </a:cubicBezTo>
                  <a:cubicBezTo>
                    <a:pt x="3265681" y="188366"/>
                    <a:pt x="3249191" y="180533"/>
                    <a:pt x="3239251" y="168815"/>
                  </a:cubicBezTo>
                  <a:cubicBezTo>
                    <a:pt x="3229311" y="157097"/>
                    <a:pt x="3225855" y="141463"/>
                    <a:pt x="3225855" y="125829"/>
                  </a:cubicBezTo>
                  <a:cubicBezTo>
                    <a:pt x="3225855" y="110194"/>
                    <a:pt x="3242312" y="78926"/>
                    <a:pt x="3250540" y="51574"/>
                  </a:cubicBezTo>
                  <a:cubicBezTo>
                    <a:pt x="3254655" y="37882"/>
                    <a:pt x="3256728" y="25177"/>
                    <a:pt x="3253634" y="15895"/>
                  </a:cubicBezTo>
                  <a:cubicBezTo>
                    <a:pt x="3250540" y="6614"/>
                    <a:pt x="3242312" y="722"/>
                    <a:pt x="3225855" y="722"/>
                  </a:cubicBezTo>
                  <a:lnTo>
                    <a:pt x="3160026" y="722"/>
                  </a:lnTo>
                  <a:cubicBezTo>
                    <a:pt x="3143569" y="722"/>
                    <a:pt x="3135340" y="6614"/>
                    <a:pt x="3132246" y="15895"/>
                  </a:cubicBezTo>
                  <a:cubicBezTo>
                    <a:pt x="3129185" y="25177"/>
                    <a:pt x="3131193" y="37882"/>
                    <a:pt x="3135307" y="51574"/>
                  </a:cubicBezTo>
                  <a:cubicBezTo>
                    <a:pt x="3143536" y="78926"/>
                    <a:pt x="3159993" y="110194"/>
                    <a:pt x="3159993" y="125829"/>
                  </a:cubicBezTo>
                  <a:cubicBezTo>
                    <a:pt x="3159993" y="141463"/>
                    <a:pt x="3156603" y="157097"/>
                    <a:pt x="3146663" y="168815"/>
                  </a:cubicBezTo>
                  <a:cubicBezTo>
                    <a:pt x="3136690" y="180533"/>
                    <a:pt x="3120200" y="188366"/>
                    <a:pt x="3094158" y="188366"/>
                  </a:cubicBezTo>
                  <a:cubicBezTo>
                    <a:pt x="3068132" y="188366"/>
                    <a:pt x="3051655" y="180533"/>
                    <a:pt x="3041702" y="168815"/>
                  </a:cubicBezTo>
                  <a:cubicBezTo>
                    <a:pt x="3031756" y="157097"/>
                    <a:pt x="3028369" y="141463"/>
                    <a:pt x="3028369" y="125829"/>
                  </a:cubicBezTo>
                  <a:cubicBezTo>
                    <a:pt x="3028369" y="110194"/>
                    <a:pt x="3044803" y="78926"/>
                    <a:pt x="3053031" y="51574"/>
                  </a:cubicBezTo>
                  <a:cubicBezTo>
                    <a:pt x="3057146" y="37882"/>
                    <a:pt x="3059206" y="25177"/>
                    <a:pt x="3056125" y="15895"/>
                  </a:cubicBezTo>
                  <a:cubicBezTo>
                    <a:pt x="3053038" y="6614"/>
                    <a:pt x="3044790" y="722"/>
                    <a:pt x="3028333" y="722"/>
                  </a:cubicBezTo>
                  <a:lnTo>
                    <a:pt x="2962507" y="722"/>
                  </a:lnTo>
                  <a:lnTo>
                    <a:pt x="2830860" y="188366"/>
                  </a:lnTo>
                  <a:lnTo>
                    <a:pt x="2699209" y="722"/>
                  </a:lnTo>
                  <a:lnTo>
                    <a:pt x="2633384" y="722"/>
                  </a:lnTo>
                  <a:close/>
                </a:path>
              </a:pathLst>
            </a:custGeom>
            <a:grpFill/>
            <a:ln w="16970" cap="flat">
              <a:noFill/>
              <a:prstDash val="solid"/>
              <a:miter/>
            </a:ln>
            <a:effectLst>
              <a:outerShdw blurRad="63500" sx="102000" sy="102000" algn="ctr" rotWithShape="0">
                <a:prstClr val="black">
                  <a:alpha val="40000"/>
                </a:prstClr>
              </a:outerShdw>
            </a:effectLst>
            <a:scene3d>
              <a:camera prst="orthographicFront"/>
              <a:lightRig rig="threePt" dir="t"/>
            </a:scene3d>
            <a:sp3d>
              <a:bevelT w="38100" h="38100"/>
            </a:sp3d>
          </p:spPr>
          <p:txBody>
            <a:bodyPr rtlCol="0" anchor="ctr"/>
            <a:lstStyle/>
            <a:p>
              <a:endParaRPr lang="en-GB" sz="1200">
                <a:latin typeface="Gill Sans Nova" panose="020B0602020104020203" pitchFamily="34" charset="0"/>
              </a:endParaRPr>
            </a:p>
          </p:txBody>
        </p:sp>
        <p:sp>
          <p:nvSpPr>
            <p:cNvPr id="48" name="TextBox ix">
              <a:extLst>
                <a:ext uri="{FF2B5EF4-FFF2-40B4-BE49-F238E27FC236}">
                  <a16:creationId xmlns:a16="http://schemas.microsoft.com/office/drawing/2014/main" id="{24781BBC-76F2-441F-817C-0C908959F9A4}"/>
                </a:ext>
              </a:extLst>
            </p:cNvPr>
            <p:cNvSpPr txBox="1"/>
            <p:nvPr/>
          </p:nvSpPr>
          <p:spPr>
            <a:xfrm>
              <a:off x="415457" y="8228783"/>
              <a:ext cx="5760640" cy="480402"/>
            </a:xfrm>
            <a:prstGeom prst="rect">
              <a:avLst/>
            </a:prstGeom>
            <a:noFill/>
          </p:spPr>
          <p:txBody>
            <a:bodyPr wrap="square" rtlCol="0">
              <a:spAutoFit/>
            </a:bodyPr>
            <a:lstStyle/>
            <a:p>
              <a:r>
                <a:rPr lang="en-GB" sz="1200">
                  <a:solidFill>
                    <a:schemeClr val="accent5">
                      <a:lumMod val="50000"/>
                    </a:schemeClr>
                  </a:solidFill>
                  <a:latin typeface="Gill Sans Nova" panose="020B0602020104020203" pitchFamily="34" charset="0"/>
                </a:rPr>
                <a:t>Body</a:t>
              </a:r>
            </a:p>
          </p:txBody>
        </p:sp>
      </p:grpSp>
      <p:grpSp>
        <p:nvGrpSpPr>
          <p:cNvPr id="2" name="!!i">
            <a:extLst>
              <a:ext uri="{FF2B5EF4-FFF2-40B4-BE49-F238E27FC236}">
                <a16:creationId xmlns:a16="http://schemas.microsoft.com/office/drawing/2014/main" id="{A8125C6D-8BFE-4474-9102-E17B19918DC1}"/>
              </a:ext>
            </a:extLst>
          </p:cNvPr>
          <p:cNvGrpSpPr/>
          <p:nvPr/>
        </p:nvGrpSpPr>
        <p:grpSpPr>
          <a:xfrm>
            <a:off x="4036275" y="476672"/>
            <a:ext cx="4305027" cy="970768"/>
            <a:chOff x="4036275" y="686019"/>
            <a:chExt cx="4287817" cy="970768"/>
          </a:xfrm>
        </p:grpSpPr>
        <p:sp>
          <p:nvSpPr>
            <p:cNvPr id="22" name="Rectangle: i">
              <a:extLst>
                <a:ext uri="{FF2B5EF4-FFF2-40B4-BE49-F238E27FC236}">
                  <a16:creationId xmlns:a16="http://schemas.microsoft.com/office/drawing/2014/main" id="{19CD42D8-C125-4FDD-933E-4EA66304FD40}"/>
                </a:ext>
              </a:extLst>
            </p:cNvPr>
            <p:cNvSpPr>
              <a:spLocks noChangeAspect="1"/>
            </p:cNvSpPr>
            <p:nvPr/>
          </p:nvSpPr>
          <p:spPr>
            <a:xfrm>
              <a:off x="4124185" y="686019"/>
              <a:ext cx="4096260" cy="822050"/>
            </a:xfrm>
            <a:prstGeom prst="roundRect">
              <a:avLst/>
            </a:prstGeom>
            <a:blipFill>
              <a:blip r:embed="rId2"/>
              <a:stretch>
                <a:fillRect/>
              </a:stretch>
            </a:blip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Gill Sans Nova" panose="020B0602020104020203" pitchFamily="34" charset="0"/>
              </a:endParaRPr>
            </a:p>
          </p:txBody>
        </p:sp>
        <p:sp>
          <p:nvSpPr>
            <p:cNvPr id="49" name="Freeform: Shape 48">
              <a:extLst>
                <a:ext uri="{FF2B5EF4-FFF2-40B4-BE49-F238E27FC236}">
                  <a16:creationId xmlns:a16="http://schemas.microsoft.com/office/drawing/2014/main" id="{D80A3C09-6B8E-4784-93A1-23B0AACC6244}"/>
                </a:ext>
              </a:extLst>
            </p:cNvPr>
            <p:cNvSpPr/>
            <p:nvPr/>
          </p:nvSpPr>
          <p:spPr>
            <a:xfrm>
              <a:off x="4036275" y="688759"/>
              <a:ext cx="4287817" cy="968028"/>
            </a:xfrm>
            <a:custGeom>
              <a:avLst/>
              <a:gdLst>
                <a:gd name="connsiteX0" fmla="*/ 1096 w 6857111"/>
                <a:gd name="connsiteY0" fmla="*/ 234 h 1720938"/>
                <a:gd name="connsiteX1" fmla="*/ 1096 w 6857111"/>
                <a:gd name="connsiteY1" fmla="*/ 562315 h 1720938"/>
                <a:gd name="connsiteX2" fmla="*/ 1096 w 6857111"/>
                <a:gd name="connsiteY2" fmla="*/ 1124429 h 1720938"/>
                <a:gd name="connsiteX3" fmla="*/ 1096 w 6857111"/>
                <a:gd name="connsiteY3" fmla="*/ 1525744 h 1720938"/>
                <a:gd name="connsiteX4" fmla="*/ 2743955 w 6857111"/>
                <a:gd name="connsiteY4" fmla="*/ 1525744 h 1720938"/>
                <a:gd name="connsiteX5" fmla="*/ 3361098 w 6857111"/>
                <a:gd name="connsiteY5" fmla="*/ 1525744 h 1720938"/>
                <a:gd name="connsiteX6" fmla="*/ 3389999 w 6857111"/>
                <a:gd name="connsiteY6" fmla="*/ 1541515 h 1720938"/>
                <a:gd name="connsiteX7" fmla="*/ 3386846 w 6857111"/>
                <a:gd name="connsiteY7" fmla="*/ 1578681 h 1720938"/>
                <a:gd name="connsiteX8" fmla="*/ 3361098 w 6857111"/>
                <a:gd name="connsiteY8" fmla="*/ 1656030 h 1720938"/>
                <a:gd name="connsiteX9" fmla="*/ 3375018 w 6857111"/>
                <a:gd name="connsiteY9" fmla="*/ 1700807 h 1720938"/>
                <a:gd name="connsiteX10" fmla="*/ 3429670 w 6857111"/>
                <a:gd name="connsiteY10" fmla="*/ 1721173 h 1720938"/>
                <a:gd name="connsiteX11" fmla="*/ 3484321 w 6857111"/>
                <a:gd name="connsiteY11" fmla="*/ 1700807 h 1720938"/>
                <a:gd name="connsiteX12" fmla="*/ 3498241 w 6857111"/>
                <a:gd name="connsiteY12" fmla="*/ 1656030 h 1720938"/>
                <a:gd name="connsiteX13" fmla="*/ 3472527 w 6857111"/>
                <a:gd name="connsiteY13" fmla="*/ 1578681 h 1720938"/>
                <a:gd name="connsiteX14" fmla="*/ 3469338 w 6857111"/>
                <a:gd name="connsiteY14" fmla="*/ 1541515 h 1720938"/>
                <a:gd name="connsiteX15" fmla="*/ 3498241 w 6857111"/>
                <a:gd name="connsiteY15" fmla="*/ 1525744 h 1720938"/>
                <a:gd name="connsiteX16" fmla="*/ 3566812 w 6857111"/>
                <a:gd name="connsiteY16" fmla="*/ 1525744 h 1720938"/>
                <a:gd name="connsiteX17" fmla="*/ 4115384 w 6857111"/>
                <a:gd name="connsiteY17" fmla="*/ 1525744 h 1720938"/>
                <a:gd name="connsiteX18" fmla="*/ 6858208 w 6857111"/>
                <a:gd name="connsiteY18" fmla="*/ 1525744 h 1720938"/>
                <a:gd name="connsiteX19" fmla="*/ 6858208 w 6857111"/>
                <a:gd name="connsiteY19" fmla="*/ 1124429 h 1720938"/>
                <a:gd name="connsiteX20" fmla="*/ 6858208 w 6857111"/>
                <a:gd name="connsiteY20" fmla="*/ 562315 h 1720938"/>
                <a:gd name="connsiteX21" fmla="*/ 6858208 w 6857111"/>
                <a:gd name="connsiteY21" fmla="*/ 234 h 1720938"/>
                <a:gd name="connsiteX22" fmla="*/ 4115384 w 6857111"/>
                <a:gd name="connsiteY22" fmla="*/ 234 h 1720938"/>
                <a:gd name="connsiteX23" fmla="*/ 2743955 w 6857111"/>
                <a:gd name="connsiteY23" fmla="*/ 234 h 17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7111" h="1720938">
                  <a:moveTo>
                    <a:pt x="1096" y="234"/>
                  </a:moveTo>
                  <a:lnTo>
                    <a:pt x="1096" y="562315"/>
                  </a:lnTo>
                  <a:lnTo>
                    <a:pt x="1096" y="1124429"/>
                  </a:lnTo>
                  <a:lnTo>
                    <a:pt x="1096" y="1525744"/>
                  </a:lnTo>
                  <a:lnTo>
                    <a:pt x="2743955" y="1525744"/>
                  </a:lnTo>
                  <a:lnTo>
                    <a:pt x="3361098" y="1525744"/>
                  </a:lnTo>
                  <a:cubicBezTo>
                    <a:pt x="3378241" y="1525744"/>
                    <a:pt x="3386812" y="1531847"/>
                    <a:pt x="3389999" y="1541515"/>
                  </a:cubicBezTo>
                  <a:cubicBezTo>
                    <a:pt x="3393224" y="1551184"/>
                    <a:pt x="3391132" y="1564418"/>
                    <a:pt x="3386846" y="1578681"/>
                  </a:cubicBezTo>
                  <a:cubicBezTo>
                    <a:pt x="3378241" y="1607172"/>
                    <a:pt x="3361098" y="1639744"/>
                    <a:pt x="3361098" y="1656030"/>
                  </a:cubicBezTo>
                  <a:cubicBezTo>
                    <a:pt x="3361098" y="1672315"/>
                    <a:pt x="3364664" y="1688601"/>
                    <a:pt x="3375018" y="1700807"/>
                  </a:cubicBezTo>
                  <a:cubicBezTo>
                    <a:pt x="3385406" y="1713013"/>
                    <a:pt x="3402549" y="1721173"/>
                    <a:pt x="3429670" y="1721173"/>
                  </a:cubicBezTo>
                  <a:cubicBezTo>
                    <a:pt x="3456788" y="1721173"/>
                    <a:pt x="3473931" y="1713013"/>
                    <a:pt x="3484321" y="1700807"/>
                  </a:cubicBezTo>
                  <a:cubicBezTo>
                    <a:pt x="3494675" y="1688601"/>
                    <a:pt x="3498241" y="1672315"/>
                    <a:pt x="3498241" y="1656030"/>
                  </a:cubicBezTo>
                  <a:cubicBezTo>
                    <a:pt x="3498241" y="1639744"/>
                    <a:pt x="3481098" y="1607172"/>
                    <a:pt x="3472527" y="1578681"/>
                  </a:cubicBezTo>
                  <a:cubicBezTo>
                    <a:pt x="3468241" y="1564418"/>
                    <a:pt x="3466115" y="1551184"/>
                    <a:pt x="3469338" y="1541515"/>
                  </a:cubicBezTo>
                  <a:cubicBezTo>
                    <a:pt x="3472527" y="1531847"/>
                    <a:pt x="3481098" y="1525744"/>
                    <a:pt x="3498241" y="1525744"/>
                  </a:cubicBezTo>
                  <a:lnTo>
                    <a:pt x="3566812" y="1525744"/>
                  </a:lnTo>
                  <a:lnTo>
                    <a:pt x="4115384" y="1525744"/>
                  </a:lnTo>
                  <a:lnTo>
                    <a:pt x="6858208" y="1525744"/>
                  </a:lnTo>
                  <a:lnTo>
                    <a:pt x="6858208" y="1124429"/>
                  </a:lnTo>
                  <a:lnTo>
                    <a:pt x="6858208" y="562315"/>
                  </a:lnTo>
                  <a:lnTo>
                    <a:pt x="6858208" y="234"/>
                  </a:lnTo>
                  <a:lnTo>
                    <a:pt x="4115384" y="234"/>
                  </a:lnTo>
                  <a:lnTo>
                    <a:pt x="2743955" y="234"/>
                  </a:lnTo>
                  <a:close/>
                </a:path>
              </a:pathLst>
            </a:custGeom>
            <a:blipFill>
              <a:blip r:embed="rId2"/>
              <a:stretch>
                <a:fillRect/>
              </a:stretch>
            </a:blipFill>
            <a:ln w="0" cap="flat">
              <a:noFill/>
              <a:prstDash val="solid"/>
              <a:miter/>
            </a:ln>
            <a:scene3d>
              <a:camera prst="orthographicFront"/>
              <a:lightRig rig="threePt" dir="t"/>
            </a:scene3d>
            <a:sp3d>
              <a:bevelT w="38100" h="38100"/>
            </a:sp3d>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endParaRPr lang="en-GB" sz="1013"/>
            </a:p>
          </p:txBody>
        </p:sp>
        <p:sp>
          <p:nvSpPr>
            <p:cNvPr id="50" name="TextBox i">
              <a:extLst>
                <a:ext uri="{FF2B5EF4-FFF2-40B4-BE49-F238E27FC236}">
                  <a16:creationId xmlns:a16="http://schemas.microsoft.com/office/drawing/2014/main" id="{2448D258-3734-40D7-8594-4811A2447A2A}"/>
                </a:ext>
              </a:extLst>
            </p:cNvPr>
            <p:cNvSpPr txBox="1"/>
            <p:nvPr/>
          </p:nvSpPr>
          <p:spPr>
            <a:xfrm>
              <a:off x="6956201" y="716082"/>
              <a:ext cx="1155218" cy="830997"/>
            </a:xfrm>
            <a:prstGeom prst="rect">
              <a:avLst/>
            </a:prstGeom>
            <a:noFill/>
          </p:spPr>
          <p:txBody>
            <a:bodyPr wrap="square" rtlCol="0">
              <a:spAutoFit/>
            </a:bodyPr>
            <a:lstStyle/>
            <a:p>
              <a:pPr algn="r"/>
              <a:r>
                <a:rPr lang="en-GB" sz="1200">
                  <a:solidFill>
                    <a:schemeClr val="accent5">
                      <a:lumMod val="50000"/>
                    </a:schemeClr>
                  </a:solidFill>
                  <a:latin typeface="Gill Sans Nova" panose="020B0602020104020203" pitchFamily="34" charset="0"/>
                </a:rPr>
                <a:t>99 Fake St</a:t>
              </a:r>
            </a:p>
            <a:p>
              <a:pPr algn="r"/>
              <a:r>
                <a:rPr lang="en-GB" sz="1200">
                  <a:solidFill>
                    <a:schemeClr val="accent5">
                      <a:lumMod val="50000"/>
                    </a:schemeClr>
                  </a:solidFill>
                  <a:latin typeface="Gill Sans Nova" panose="020B0602020104020203" pitchFamily="34" charset="0"/>
                </a:rPr>
                <a:t>Splott</a:t>
              </a:r>
            </a:p>
            <a:p>
              <a:pPr algn="r"/>
              <a:r>
                <a:rPr lang="en-GB" sz="1200">
                  <a:solidFill>
                    <a:schemeClr val="accent5">
                      <a:lumMod val="50000"/>
                    </a:schemeClr>
                  </a:solidFill>
                  <a:latin typeface="Gill Sans Nova" panose="020B0602020104020203" pitchFamily="34" charset="0"/>
                </a:rPr>
                <a:t>Cardiff</a:t>
              </a:r>
            </a:p>
            <a:p>
              <a:pPr algn="r"/>
              <a:r>
                <a:rPr lang="en-GB" sz="1200">
                  <a:solidFill>
                    <a:schemeClr val="accent5">
                      <a:lumMod val="50000"/>
                    </a:schemeClr>
                  </a:solidFill>
                  <a:latin typeface="Gill Sans Nova" panose="020B0602020104020203" pitchFamily="34" charset="0"/>
                </a:rPr>
                <a:t>CF16 8XY</a:t>
              </a:r>
            </a:p>
          </p:txBody>
        </p:sp>
      </p:grpSp>
    </p:spTree>
    <p:extLst>
      <p:ext uri="{BB962C8B-B14F-4D97-AF65-F5344CB8AC3E}">
        <p14:creationId xmlns:p14="http://schemas.microsoft.com/office/powerpoint/2010/main" val="169028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E01D9D-FD79-8521-36E4-5DDF73F427E6}"/>
              </a:ext>
            </a:extLst>
          </p:cNvPr>
          <p:cNvSpPr txBox="1"/>
          <p:nvPr/>
        </p:nvSpPr>
        <p:spPr>
          <a:xfrm>
            <a:off x="535405" y="487279"/>
            <a:ext cx="11377195" cy="6124754"/>
          </a:xfrm>
          <a:prstGeom prst="rect">
            <a:avLst/>
          </a:prstGeom>
          <a:noFill/>
        </p:spPr>
        <p:txBody>
          <a:bodyPr wrap="square" rtlCol="0">
            <a:spAutoFit/>
          </a:bodyPr>
          <a:lstStyle/>
          <a:p>
            <a:r>
              <a:rPr lang="en-GB" sz="2800" b="1" i="1"/>
              <a:t>Glossary/Useful vocabulary</a:t>
            </a:r>
          </a:p>
          <a:p>
            <a:r>
              <a:rPr lang="en-GB" sz="2800" i="1"/>
              <a:t>basic training </a:t>
            </a:r>
            <a:r>
              <a:rPr lang="en-GB" sz="2800"/>
              <a:t>training for new personnel on how to do their job.</a:t>
            </a:r>
            <a:endParaRPr lang="en-GB" sz="2800" i="1"/>
          </a:p>
          <a:p>
            <a:r>
              <a:rPr lang="en-GB" sz="2800" i="1"/>
              <a:t>cover letter </a:t>
            </a:r>
            <a:r>
              <a:rPr lang="en-GB" sz="2800"/>
              <a:t>a letter sent with an application form or CV when applying for a job.</a:t>
            </a:r>
            <a:endParaRPr lang="en-GB" sz="2800" i="1"/>
          </a:p>
          <a:p>
            <a:r>
              <a:rPr lang="en-GB" sz="2800" i="1"/>
              <a:t>entail </a:t>
            </a:r>
            <a:r>
              <a:rPr lang="en-GB" sz="2800"/>
              <a:t>(v) </a:t>
            </a:r>
            <a:r>
              <a:rPr lang="en-GB" sz="2800">
                <a:effectLst/>
                <a:latin typeface="-apple-system"/>
              </a:rPr>
              <a:t>involve something as a necessary or inevitable part or consequence. E.g. The training will entail learning how to maintain basic hygiene, how to cook items on the menu and how to use the cash register.</a:t>
            </a:r>
          </a:p>
          <a:p>
            <a:r>
              <a:rPr lang="en-GB" sz="2800" i="1">
                <a:effectLst/>
                <a:latin typeface="-apple-system"/>
              </a:rPr>
              <a:t>shift </a:t>
            </a:r>
            <a:r>
              <a:rPr lang="en-GB" sz="2800">
                <a:effectLst/>
                <a:latin typeface="-apple-system"/>
              </a:rPr>
              <a:t>(n) the part of the day when someone does their work. E.g. Someone who works in the evening works the evening shift.</a:t>
            </a:r>
          </a:p>
          <a:p>
            <a:r>
              <a:rPr lang="en-GB" sz="2800" i="1">
                <a:latin typeface="-apple-system"/>
              </a:rPr>
              <a:t>waiting staff </a:t>
            </a:r>
            <a:r>
              <a:rPr lang="en-GB" sz="2800">
                <a:latin typeface="-apple-system"/>
              </a:rPr>
              <a:t>waiters and waitresses.</a:t>
            </a:r>
          </a:p>
          <a:p>
            <a:r>
              <a:rPr lang="en-GB" sz="2800" i="1">
                <a:latin typeface="-apple-system"/>
              </a:rPr>
              <a:t>willing </a:t>
            </a:r>
            <a:r>
              <a:rPr lang="en-GB" sz="2800">
                <a:latin typeface="-apple-system"/>
              </a:rPr>
              <a:t>You are willing to do something if you have no objections to doing it.</a:t>
            </a:r>
          </a:p>
          <a:p>
            <a:endParaRPr lang="en-GB" sz="2800" i="1">
              <a:latin typeface="-apple-system"/>
            </a:endParaRPr>
          </a:p>
          <a:p>
            <a:r>
              <a:rPr lang="en-GB" sz="2800">
                <a:latin typeface="-apple-system"/>
              </a:rPr>
              <a:t>In your advertisement, you say…</a:t>
            </a:r>
          </a:p>
          <a:p>
            <a:r>
              <a:rPr lang="en-GB" sz="2800">
                <a:latin typeface="-apple-system"/>
              </a:rPr>
              <a:t>Your advertisement mentions…</a:t>
            </a:r>
            <a:endParaRPr lang="en-GB" sz="2800"/>
          </a:p>
        </p:txBody>
      </p:sp>
    </p:spTree>
    <p:extLst>
      <p:ext uri="{BB962C8B-B14F-4D97-AF65-F5344CB8AC3E}">
        <p14:creationId xmlns:p14="http://schemas.microsoft.com/office/powerpoint/2010/main" val="786291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hidden="1">
            <a:extLst>
              <a:ext uri="{FF2B5EF4-FFF2-40B4-BE49-F238E27FC236}">
                <a16:creationId xmlns:a16="http://schemas.microsoft.com/office/drawing/2014/main" id="{F36E2C62-999F-6A36-B479-9BA0DAD34A08}"/>
              </a:ext>
            </a:extLst>
          </p:cNvPr>
          <p:cNvSpPr>
            <a:spLocks noChangeAspect="1"/>
          </p:cNvSpPr>
          <p:nvPr/>
        </p:nvSpPr>
        <p:spPr>
          <a:xfrm rot="19920000">
            <a:off x="4582385" y="2140138"/>
            <a:ext cx="2901769" cy="1469973"/>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5" name="!!ii" hidden="1">
            <a:extLst>
              <a:ext uri="{FF2B5EF4-FFF2-40B4-BE49-F238E27FC236}">
                <a16:creationId xmlns:a16="http://schemas.microsoft.com/office/drawing/2014/main" id="{33D01AC4-A365-8248-43C1-4E94845520F9}"/>
              </a:ext>
            </a:extLst>
          </p:cNvPr>
          <p:cNvSpPr>
            <a:spLocks noChangeAspect="1"/>
          </p:cNvSpPr>
          <p:nvPr/>
        </p:nvSpPr>
        <p:spPr>
          <a:xfrm rot="19920000">
            <a:off x="339050" y="4142216"/>
            <a:ext cx="2901769" cy="1469973"/>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6" name="!!iii" hidden="1">
            <a:extLst>
              <a:ext uri="{FF2B5EF4-FFF2-40B4-BE49-F238E27FC236}">
                <a16:creationId xmlns:a16="http://schemas.microsoft.com/office/drawing/2014/main" id="{644A0E7D-2D1F-CC8B-5E0E-D498E0FF704F}"/>
              </a:ext>
            </a:extLst>
          </p:cNvPr>
          <p:cNvSpPr>
            <a:spLocks noChangeAspect="1"/>
          </p:cNvSpPr>
          <p:nvPr/>
        </p:nvSpPr>
        <p:spPr>
          <a:xfrm rot="19920000">
            <a:off x="8214191" y="1147524"/>
            <a:ext cx="2901769" cy="1469973"/>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7" name="!!iv" hidden="1">
            <a:extLst>
              <a:ext uri="{FF2B5EF4-FFF2-40B4-BE49-F238E27FC236}">
                <a16:creationId xmlns:a16="http://schemas.microsoft.com/office/drawing/2014/main" id="{498EC04D-4170-75E4-39A3-B31407698C34}"/>
              </a:ext>
            </a:extLst>
          </p:cNvPr>
          <p:cNvSpPr>
            <a:spLocks noChangeAspect="1"/>
          </p:cNvSpPr>
          <p:nvPr/>
        </p:nvSpPr>
        <p:spPr>
          <a:xfrm rot="19920000">
            <a:off x="8460402" y="4350152"/>
            <a:ext cx="3016312" cy="1584517"/>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8" name="!!v" hidden="1">
            <a:extLst>
              <a:ext uri="{FF2B5EF4-FFF2-40B4-BE49-F238E27FC236}">
                <a16:creationId xmlns:a16="http://schemas.microsoft.com/office/drawing/2014/main" id="{27ECEC07-153B-E83E-3E90-DDFCCFD1667F}"/>
              </a:ext>
            </a:extLst>
          </p:cNvPr>
          <p:cNvSpPr>
            <a:spLocks noChangeAspect="1"/>
          </p:cNvSpPr>
          <p:nvPr/>
        </p:nvSpPr>
        <p:spPr>
          <a:xfrm rot="19920000">
            <a:off x="181566" y="716032"/>
            <a:ext cx="3016312" cy="1584517"/>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9" name="!!vi" hidden="1">
            <a:extLst>
              <a:ext uri="{FF2B5EF4-FFF2-40B4-BE49-F238E27FC236}">
                <a16:creationId xmlns:a16="http://schemas.microsoft.com/office/drawing/2014/main" id="{4DCFA833-B217-0A12-97B9-A12F1A397BCA}"/>
              </a:ext>
            </a:extLst>
          </p:cNvPr>
          <p:cNvSpPr>
            <a:spLocks noChangeAspect="1"/>
          </p:cNvSpPr>
          <p:nvPr/>
        </p:nvSpPr>
        <p:spPr>
          <a:xfrm rot="19920000">
            <a:off x="3591103" y="428574"/>
            <a:ext cx="3016312" cy="1584517"/>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p:spPr>
        <p:txBody>
          <a:bodyPr rtlCol="0" anchor="ctr"/>
          <a:lstStyle/>
          <a:p>
            <a:pPr algn="ctr"/>
            <a:endParaRPr lang="en-GB" sz="2400" spc="-100">
              <a:latin typeface="Tw Cen MT Condensed" panose="020B0606020104020203" pitchFamily="34" charset="0"/>
            </a:endParaRPr>
          </a:p>
        </p:txBody>
      </p:sp>
      <p:sp>
        <p:nvSpPr>
          <p:cNvPr id="10" name="!!vii" hidden="1">
            <a:extLst>
              <a:ext uri="{FF2B5EF4-FFF2-40B4-BE49-F238E27FC236}">
                <a16:creationId xmlns:a16="http://schemas.microsoft.com/office/drawing/2014/main" id="{002E5420-6E39-5914-B6EA-1DF7CEE53552}"/>
              </a:ext>
            </a:extLst>
          </p:cNvPr>
          <p:cNvSpPr>
            <a:spLocks noChangeAspect="1"/>
          </p:cNvSpPr>
          <p:nvPr/>
        </p:nvSpPr>
        <p:spPr>
          <a:xfrm rot="19920000">
            <a:off x="4535904" y="4378571"/>
            <a:ext cx="3016312" cy="1584517"/>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6" name="Rectangle 1">
            <a:extLst>
              <a:ext uri="{FF2B5EF4-FFF2-40B4-BE49-F238E27FC236}">
                <a16:creationId xmlns:a16="http://schemas.microsoft.com/office/drawing/2014/main" id="{3D7BEFD8-1E44-3A9F-9C05-973E5DBA1141}"/>
              </a:ext>
            </a:extLst>
          </p:cNvPr>
          <p:cNvSpPr>
            <a:spLocks noChangeAspect="1" noChangeArrowheads="1"/>
          </p:cNvSpPr>
          <p:nvPr/>
        </p:nvSpPr>
        <p:spPr bwMode="auto">
          <a:xfrm rot="19920000">
            <a:off x="3583572" y="890515"/>
            <a:ext cx="2990340"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t</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he South </a:t>
            </a:r>
            <a:r>
              <a:rPr lang="en-US" altLang="en-US" sz="3200" spc="-100">
                <a:solidFill>
                  <a:schemeClr val="tx1"/>
                </a:solidFill>
                <a:latin typeface="Tw Cen MT Condensed" panose="020B0606020104020203" pitchFamily="34" charset="0"/>
                <a:cs typeface="Calibri" panose="020F0502020204030204" pitchFamily="34" charset="0"/>
              </a:rPr>
              <a:t>Wales Echo</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DB669235-7863-EBB0-4AFF-0C25C990CD95}"/>
              </a:ext>
            </a:extLst>
          </p:cNvPr>
          <p:cNvSpPr>
            <a:spLocks noChangeAspect="1" noChangeArrowheads="1"/>
          </p:cNvSpPr>
          <p:nvPr/>
        </p:nvSpPr>
        <p:spPr bwMode="auto">
          <a:xfrm rot="19920000">
            <a:off x="4793567" y="2612438"/>
            <a:ext cx="2275303"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I a</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m writing</a:t>
            </a:r>
            <a:endParaRPr kumimoji="0" lang="en-US" altLang="en-US" sz="3200"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BE1F9053-65D7-4110-C85F-6CCA06C8E0BE}"/>
              </a:ext>
            </a:extLst>
          </p:cNvPr>
          <p:cNvSpPr>
            <a:spLocks noChangeAspect="1" noChangeArrowheads="1"/>
          </p:cNvSpPr>
          <p:nvPr/>
        </p:nvSpPr>
        <p:spPr bwMode="auto">
          <a:xfrm rot="19920000">
            <a:off x="8842156" y="4889381"/>
            <a:ext cx="2189761"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advertisement</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F43A54C-1FDD-AC17-44A2-B9F35B38CE11}"/>
              </a:ext>
            </a:extLst>
          </p:cNvPr>
          <p:cNvSpPr>
            <a:spLocks noChangeAspect="1" noChangeArrowheads="1"/>
          </p:cNvSpPr>
          <p:nvPr/>
        </p:nvSpPr>
        <p:spPr bwMode="auto">
          <a:xfrm rot="19920000">
            <a:off x="376171" y="1210887"/>
            <a:ext cx="2604715"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which appeared in</a:t>
            </a:r>
            <a:endParaRPr kumimoji="0" lang="en-US" altLang="en-US" sz="3200" b="0" i="0" u="none" strike="noStrike" cap="none" spc="-100" normalizeH="0">
              <a:ln>
                <a:noFill/>
              </a:ln>
              <a:effectLst/>
              <a:latin typeface="Tw Cen MT Condensed" panose="020B0606020104020203" pitchFamily="34" charset="0"/>
            </a:endParaRPr>
          </a:p>
        </p:txBody>
      </p:sp>
      <p:sp>
        <p:nvSpPr>
          <p:cNvPr id="28" name="Rectangle 1">
            <a:extLst>
              <a:ext uri="{FF2B5EF4-FFF2-40B4-BE49-F238E27FC236}">
                <a16:creationId xmlns:a16="http://schemas.microsoft.com/office/drawing/2014/main" id="{1B66B290-E463-1056-E60D-4C578F5B2AD1}"/>
              </a:ext>
            </a:extLst>
          </p:cNvPr>
          <p:cNvSpPr>
            <a:spLocks noChangeAspect="1" noChangeArrowheads="1"/>
          </p:cNvSpPr>
          <p:nvPr/>
        </p:nvSpPr>
        <p:spPr bwMode="auto">
          <a:xfrm rot="19920000">
            <a:off x="9185904" y="1584430"/>
            <a:ext cx="1061726"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your</a:t>
            </a:r>
            <a:endParaRPr kumimoji="0" lang="en-US" altLang="en-US" sz="3200" b="0" i="0" u="none" strike="noStrike" cap="none" spc="-100" normalizeH="0">
              <a:ln>
                <a:noFill/>
              </a:ln>
              <a:effectLst/>
              <a:latin typeface="Tw Cen MT Condensed" panose="020B0606020104020203" pitchFamily="34" charset="0"/>
            </a:endParaRPr>
          </a:p>
        </p:txBody>
      </p:sp>
      <p:sp>
        <p:nvSpPr>
          <p:cNvPr id="29" name="Rectangle 1">
            <a:extLst>
              <a:ext uri="{FF2B5EF4-FFF2-40B4-BE49-F238E27FC236}">
                <a16:creationId xmlns:a16="http://schemas.microsoft.com/office/drawing/2014/main" id="{96BF0994-4219-C506-26C7-B84A548BA14F}"/>
              </a:ext>
            </a:extLst>
          </p:cNvPr>
          <p:cNvSpPr>
            <a:spLocks noChangeAspect="1" noChangeArrowheads="1"/>
          </p:cNvSpPr>
          <p:nvPr/>
        </p:nvSpPr>
        <p:spPr bwMode="auto">
          <a:xfrm rot="19920000">
            <a:off x="5015345" y="4884531"/>
            <a:ext cx="2031057"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on 7 July 2022.</a:t>
            </a:r>
            <a:endParaRPr kumimoji="0" lang="en-US" altLang="en-US" sz="3200" b="0" i="0" u="none" strike="noStrike" cap="none" spc="-100" normalizeH="0">
              <a:ln>
                <a:noFill/>
              </a:ln>
              <a:effectLst/>
              <a:latin typeface="Tw Cen MT Condensed" panose="020B0606020104020203" pitchFamily="34" charset="0"/>
            </a:endParaRPr>
          </a:p>
        </p:txBody>
      </p:sp>
      <p:sp>
        <p:nvSpPr>
          <p:cNvPr id="32" name="Rectangle 1">
            <a:extLst>
              <a:ext uri="{FF2B5EF4-FFF2-40B4-BE49-F238E27FC236}">
                <a16:creationId xmlns:a16="http://schemas.microsoft.com/office/drawing/2014/main" id="{BA88DBFA-2288-A8D3-88DC-408885EC208C}"/>
              </a:ext>
            </a:extLst>
          </p:cNvPr>
          <p:cNvSpPr>
            <a:spLocks noChangeAspect="1" noChangeArrowheads="1"/>
          </p:cNvSpPr>
          <p:nvPr/>
        </p:nvSpPr>
        <p:spPr bwMode="auto">
          <a:xfrm rot="19920000">
            <a:off x="600115" y="4574641"/>
            <a:ext cx="2355178" cy="584775"/>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in connection with</a:t>
            </a:r>
            <a:endParaRPr kumimoji="0" lang="en-US" altLang="en-US" sz="3200"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1783788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F36E2C62-999F-6A36-B479-9BA0DAD34A08}"/>
              </a:ext>
            </a:extLst>
          </p:cNvPr>
          <p:cNvSpPr>
            <a:spLocks noChangeAspect="1"/>
          </p:cNvSpPr>
          <p:nvPr/>
        </p:nvSpPr>
        <p:spPr>
          <a:xfrm rot="19920000">
            <a:off x="4582385" y="2140138"/>
            <a:ext cx="2901769" cy="1469973"/>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5" name="!!ii">
            <a:extLst>
              <a:ext uri="{FF2B5EF4-FFF2-40B4-BE49-F238E27FC236}">
                <a16:creationId xmlns:a16="http://schemas.microsoft.com/office/drawing/2014/main" id="{33D01AC4-A365-8248-43C1-4E94845520F9}"/>
              </a:ext>
            </a:extLst>
          </p:cNvPr>
          <p:cNvSpPr>
            <a:spLocks noChangeAspect="1"/>
          </p:cNvSpPr>
          <p:nvPr/>
        </p:nvSpPr>
        <p:spPr>
          <a:xfrm rot="19920000">
            <a:off x="339050" y="4142216"/>
            <a:ext cx="2901769" cy="1469973"/>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6" name="!!iii">
            <a:extLst>
              <a:ext uri="{FF2B5EF4-FFF2-40B4-BE49-F238E27FC236}">
                <a16:creationId xmlns:a16="http://schemas.microsoft.com/office/drawing/2014/main" id="{644A0E7D-2D1F-CC8B-5E0E-D498E0FF704F}"/>
              </a:ext>
            </a:extLst>
          </p:cNvPr>
          <p:cNvSpPr>
            <a:spLocks noChangeAspect="1"/>
          </p:cNvSpPr>
          <p:nvPr/>
        </p:nvSpPr>
        <p:spPr>
          <a:xfrm rot="19920000">
            <a:off x="8214191" y="1147524"/>
            <a:ext cx="2901769" cy="1469973"/>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7" name="!!iv">
            <a:extLst>
              <a:ext uri="{FF2B5EF4-FFF2-40B4-BE49-F238E27FC236}">
                <a16:creationId xmlns:a16="http://schemas.microsoft.com/office/drawing/2014/main" id="{498EC04D-4170-75E4-39A3-B31407698C34}"/>
              </a:ext>
            </a:extLst>
          </p:cNvPr>
          <p:cNvSpPr>
            <a:spLocks noChangeAspect="1"/>
          </p:cNvSpPr>
          <p:nvPr/>
        </p:nvSpPr>
        <p:spPr>
          <a:xfrm rot="19920000">
            <a:off x="8460402" y="4350152"/>
            <a:ext cx="3016312" cy="1584517"/>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8" name="!!v">
            <a:extLst>
              <a:ext uri="{FF2B5EF4-FFF2-40B4-BE49-F238E27FC236}">
                <a16:creationId xmlns:a16="http://schemas.microsoft.com/office/drawing/2014/main" id="{27ECEC07-153B-E83E-3E90-DDFCCFD1667F}"/>
              </a:ext>
            </a:extLst>
          </p:cNvPr>
          <p:cNvSpPr>
            <a:spLocks noChangeAspect="1"/>
          </p:cNvSpPr>
          <p:nvPr/>
        </p:nvSpPr>
        <p:spPr>
          <a:xfrm rot="19920000">
            <a:off x="181566" y="716032"/>
            <a:ext cx="3016312" cy="1584517"/>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9" name="!!vi">
            <a:extLst>
              <a:ext uri="{FF2B5EF4-FFF2-40B4-BE49-F238E27FC236}">
                <a16:creationId xmlns:a16="http://schemas.microsoft.com/office/drawing/2014/main" id="{4DCFA833-B217-0A12-97B9-A12F1A397BCA}"/>
              </a:ext>
            </a:extLst>
          </p:cNvPr>
          <p:cNvSpPr>
            <a:spLocks noChangeAspect="1"/>
          </p:cNvSpPr>
          <p:nvPr/>
        </p:nvSpPr>
        <p:spPr>
          <a:xfrm rot="19920000">
            <a:off x="3591103" y="428574"/>
            <a:ext cx="3016312" cy="1584517"/>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10" name="!!vii">
            <a:extLst>
              <a:ext uri="{FF2B5EF4-FFF2-40B4-BE49-F238E27FC236}">
                <a16:creationId xmlns:a16="http://schemas.microsoft.com/office/drawing/2014/main" id="{002E5420-6E39-5914-B6EA-1DF7CEE53552}"/>
              </a:ext>
            </a:extLst>
          </p:cNvPr>
          <p:cNvSpPr>
            <a:spLocks noChangeAspect="1"/>
          </p:cNvSpPr>
          <p:nvPr/>
        </p:nvSpPr>
        <p:spPr>
          <a:xfrm rot="19920000">
            <a:off x="4535904" y="4378571"/>
            <a:ext cx="3016312" cy="1584517"/>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effectLst/>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6" name="Rectangle 1">
            <a:extLst>
              <a:ext uri="{FF2B5EF4-FFF2-40B4-BE49-F238E27FC236}">
                <a16:creationId xmlns:a16="http://schemas.microsoft.com/office/drawing/2014/main" id="{3D7BEFD8-1E44-3A9F-9C05-973E5DBA1141}"/>
              </a:ext>
            </a:extLst>
          </p:cNvPr>
          <p:cNvSpPr>
            <a:spLocks noChangeAspect="1" noChangeArrowheads="1"/>
          </p:cNvSpPr>
          <p:nvPr/>
        </p:nvSpPr>
        <p:spPr bwMode="auto">
          <a:xfrm rot="19920000">
            <a:off x="3583572" y="890515"/>
            <a:ext cx="2990340"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t</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he South </a:t>
            </a:r>
            <a:r>
              <a:rPr lang="en-US" altLang="en-US" sz="3200" spc="-100">
                <a:solidFill>
                  <a:schemeClr val="tx1"/>
                </a:solidFill>
                <a:latin typeface="Tw Cen MT Condensed" panose="020B0606020104020203" pitchFamily="34" charset="0"/>
                <a:cs typeface="Calibri" panose="020F0502020204030204" pitchFamily="34" charset="0"/>
              </a:rPr>
              <a:t>Wales Echo</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DB669235-7863-EBB0-4AFF-0C25C990CD95}"/>
              </a:ext>
            </a:extLst>
          </p:cNvPr>
          <p:cNvSpPr>
            <a:spLocks noChangeAspect="1" noChangeArrowheads="1"/>
          </p:cNvSpPr>
          <p:nvPr/>
        </p:nvSpPr>
        <p:spPr bwMode="auto">
          <a:xfrm rot="19920000">
            <a:off x="4793567" y="2612438"/>
            <a:ext cx="2275303"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I a</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m writing</a:t>
            </a:r>
            <a:endParaRPr kumimoji="0" lang="en-US" altLang="en-US" sz="3200"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BE1F9053-65D7-4110-C85F-6CCA06C8E0BE}"/>
              </a:ext>
            </a:extLst>
          </p:cNvPr>
          <p:cNvSpPr>
            <a:spLocks noChangeAspect="1" noChangeArrowheads="1"/>
          </p:cNvSpPr>
          <p:nvPr/>
        </p:nvSpPr>
        <p:spPr bwMode="auto">
          <a:xfrm rot="19920000">
            <a:off x="8842156" y="4889381"/>
            <a:ext cx="2189761"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advertisement</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F43A54C-1FDD-AC17-44A2-B9F35B38CE11}"/>
              </a:ext>
            </a:extLst>
          </p:cNvPr>
          <p:cNvSpPr>
            <a:spLocks noChangeAspect="1" noChangeArrowheads="1"/>
          </p:cNvSpPr>
          <p:nvPr/>
        </p:nvSpPr>
        <p:spPr bwMode="auto">
          <a:xfrm rot="19920000">
            <a:off x="376171" y="1210887"/>
            <a:ext cx="2604715"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which appeared in</a:t>
            </a:r>
            <a:endParaRPr kumimoji="0" lang="en-US" altLang="en-US" sz="3200" b="0" i="0" u="none" strike="noStrike" cap="none" spc="-100" normalizeH="0">
              <a:ln>
                <a:noFill/>
              </a:ln>
              <a:effectLst/>
              <a:latin typeface="Tw Cen MT Condensed" panose="020B0606020104020203" pitchFamily="34" charset="0"/>
            </a:endParaRPr>
          </a:p>
        </p:txBody>
      </p:sp>
      <p:sp>
        <p:nvSpPr>
          <p:cNvPr id="28" name="Rectangle 1">
            <a:extLst>
              <a:ext uri="{FF2B5EF4-FFF2-40B4-BE49-F238E27FC236}">
                <a16:creationId xmlns:a16="http://schemas.microsoft.com/office/drawing/2014/main" id="{1B66B290-E463-1056-E60D-4C578F5B2AD1}"/>
              </a:ext>
            </a:extLst>
          </p:cNvPr>
          <p:cNvSpPr>
            <a:spLocks noChangeAspect="1" noChangeArrowheads="1"/>
          </p:cNvSpPr>
          <p:nvPr/>
        </p:nvSpPr>
        <p:spPr bwMode="auto">
          <a:xfrm rot="19920000">
            <a:off x="9185904" y="1584430"/>
            <a:ext cx="1061726"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your</a:t>
            </a:r>
            <a:endParaRPr kumimoji="0" lang="en-US" altLang="en-US" sz="3200" b="0" i="0" u="none" strike="noStrike" cap="none" spc="-100" normalizeH="0">
              <a:ln>
                <a:noFill/>
              </a:ln>
              <a:effectLst/>
              <a:latin typeface="Tw Cen MT Condensed" panose="020B0606020104020203" pitchFamily="34" charset="0"/>
            </a:endParaRPr>
          </a:p>
        </p:txBody>
      </p:sp>
      <p:sp>
        <p:nvSpPr>
          <p:cNvPr id="29" name="Rectangle 1">
            <a:extLst>
              <a:ext uri="{FF2B5EF4-FFF2-40B4-BE49-F238E27FC236}">
                <a16:creationId xmlns:a16="http://schemas.microsoft.com/office/drawing/2014/main" id="{96BF0994-4219-C506-26C7-B84A548BA14F}"/>
              </a:ext>
            </a:extLst>
          </p:cNvPr>
          <p:cNvSpPr>
            <a:spLocks noChangeAspect="1" noChangeArrowheads="1"/>
          </p:cNvSpPr>
          <p:nvPr/>
        </p:nvSpPr>
        <p:spPr bwMode="auto">
          <a:xfrm rot="19920000">
            <a:off x="5015345" y="4884531"/>
            <a:ext cx="203105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on 7 July 2022.</a:t>
            </a:r>
            <a:endParaRPr kumimoji="0" lang="en-US" altLang="en-US" sz="3200" b="0" i="0" u="none" strike="noStrike" cap="none" spc="-100" normalizeH="0">
              <a:ln>
                <a:noFill/>
              </a:ln>
              <a:effectLst/>
              <a:latin typeface="Tw Cen MT Condensed" panose="020B0606020104020203" pitchFamily="34" charset="0"/>
            </a:endParaRPr>
          </a:p>
        </p:txBody>
      </p:sp>
      <p:sp>
        <p:nvSpPr>
          <p:cNvPr id="32" name="Rectangle 1">
            <a:extLst>
              <a:ext uri="{FF2B5EF4-FFF2-40B4-BE49-F238E27FC236}">
                <a16:creationId xmlns:a16="http://schemas.microsoft.com/office/drawing/2014/main" id="{BA88DBFA-2288-A8D3-88DC-408885EC208C}"/>
              </a:ext>
            </a:extLst>
          </p:cNvPr>
          <p:cNvSpPr>
            <a:spLocks noChangeAspect="1" noChangeArrowheads="1"/>
          </p:cNvSpPr>
          <p:nvPr/>
        </p:nvSpPr>
        <p:spPr bwMode="auto">
          <a:xfrm rot="19920000">
            <a:off x="600115" y="4574641"/>
            <a:ext cx="235517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in connection with</a:t>
            </a:r>
            <a:endParaRPr kumimoji="0" lang="en-US" altLang="en-US" sz="3200"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4893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F36E2C62-999F-6A36-B479-9BA0DAD34A08}"/>
              </a:ext>
            </a:extLst>
          </p:cNvPr>
          <p:cNvSpPr>
            <a:spLocks noChangeAspect="1"/>
          </p:cNvSpPr>
          <p:nvPr/>
        </p:nvSpPr>
        <p:spPr>
          <a:xfrm rot="19920000">
            <a:off x="292697" y="5417816"/>
            <a:ext cx="1981947" cy="1004012"/>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5" name="!!ii">
            <a:extLst>
              <a:ext uri="{FF2B5EF4-FFF2-40B4-BE49-F238E27FC236}">
                <a16:creationId xmlns:a16="http://schemas.microsoft.com/office/drawing/2014/main" id="{33D01AC4-A365-8248-43C1-4E94845520F9}"/>
              </a:ext>
            </a:extLst>
          </p:cNvPr>
          <p:cNvSpPr>
            <a:spLocks noChangeAspect="1"/>
          </p:cNvSpPr>
          <p:nvPr/>
        </p:nvSpPr>
        <p:spPr>
          <a:xfrm rot="19920000">
            <a:off x="1759579" y="4639677"/>
            <a:ext cx="1981947" cy="1004012"/>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6" name="!!iii">
            <a:extLst>
              <a:ext uri="{FF2B5EF4-FFF2-40B4-BE49-F238E27FC236}">
                <a16:creationId xmlns:a16="http://schemas.microsoft.com/office/drawing/2014/main" id="{644A0E7D-2D1F-CC8B-5E0E-D498E0FF704F}"/>
              </a:ext>
            </a:extLst>
          </p:cNvPr>
          <p:cNvSpPr>
            <a:spLocks noChangeAspect="1"/>
          </p:cNvSpPr>
          <p:nvPr/>
        </p:nvSpPr>
        <p:spPr>
          <a:xfrm rot="19920000">
            <a:off x="3370621" y="3779217"/>
            <a:ext cx="1981947" cy="1004012"/>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7" name="!!iv">
            <a:extLst>
              <a:ext uri="{FF2B5EF4-FFF2-40B4-BE49-F238E27FC236}">
                <a16:creationId xmlns:a16="http://schemas.microsoft.com/office/drawing/2014/main" id="{498EC04D-4170-75E4-39A3-B31407698C34}"/>
              </a:ext>
            </a:extLst>
          </p:cNvPr>
          <p:cNvSpPr>
            <a:spLocks noChangeAspect="1"/>
          </p:cNvSpPr>
          <p:nvPr/>
        </p:nvSpPr>
        <p:spPr>
          <a:xfrm rot="19920000">
            <a:off x="4937159" y="2887551"/>
            <a:ext cx="2060182" cy="1082246"/>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8" name="!!v">
            <a:extLst>
              <a:ext uri="{FF2B5EF4-FFF2-40B4-BE49-F238E27FC236}">
                <a16:creationId xmlns:a16="http://schemas.microsoft.com/office/drawing/2014/main" id="{27ECEC07-153B-E83E-3E90-DDFCCFD1667F}"/>
              </a:ext>
            </a:extLst>
          </p:cNvPr>
          <p:cNvSpPr>
            <a:spLocks noChangeAspect="1"/>
          </p:cNvSpPr>
          <p:nvPr/>
        </p:nvSpPr>
        <p:spPr>
          <a:xfrm rot="19920000">
            <a:off x="6547688" y="2030659"/>
            <a:ext cx="2060182" cy="1082246"/>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9" name="!!vi">
            <a:extLst>
              <a:ext uri="{FF2B5EF4-FFF2-40B4-BE49-F238E27FC236}">
                <a16:creationId xmlns:a16="http://schemas.microsoft.com/office/drawing/2014/main" id="{4DCFA833-B217-0A12-97B9-A12F1A397BCA}"/>
              </a:ext>
            </a:extLst>
          </p:cNvPr>
          <p:cNvSpPr>
            <a:spLocks noChangeAspect="1"/>
          </p:cNvSpPr>
          <p:nvPr/>
        </p:nvSpPr>
        <p:spPr>
          <a:xfrm rot="19920000">
            <a:off x="8159911" y="1174467"/>
            <a:ext cx="2060182" cy="1082246"/>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10" name="!!vii">
            <a:extLst>
              <a:ext uri="{FF2B5EF4-FFF2-40B4-BE49-F238E27FC236}">
                <a16:creationId xmlns:a16="http://schemas.microsoft.com/office/drawing/2014/main" id="{002E5420-6E39-5914-B6EA-1DF7CEE53552}"/>
              </a:ext>
            </a:extLst>
          </p:cNvPr>
          <p:cNvSpPr>
            <a:spLocks noChangeAspect="1"/>
          </p:cNvSpPr>
          <p:nvPr/>
        </p:nvSpPr>
        <p:spPr>
          <a:xfrm rot="19920000">
            <a:off x="9771834" y="318349"/>
            <a:ext cx="2060182" cy="1082246"/>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spc="-100">
              <a:latin typeface="Tw Cen MT Condensed" panose="020B0606020104020203" pitchFamily="34" charset="0"/>
            </a:endParaRPr>
          </a:p>
        </p:txBody>
      </p:sp>
      <p:sp>
        <p:nvSpPr>
          <p:cNvPr id="16" name="Rectangle 1">
            <a:extLst>
              <a:ext uri="{FF2B5EF4-FFF2-40B4-BE49-F238E27FC236}">
                <a16:creationId xmlns:a16="http://schemas.microsoft.com/office/drawing/2014/main" id="{3D7BEFD8-1E44-3A9F-9C05-973E5DBA1141}"/>
              </a:ext>
            </a:extLst>
          </p:cNvPr>
          <p:cNvSpPr>
            <a:spLocks noChangeAspect="1" noChangeArrowheads="1"/>
          </p:cNvSpPr>
          <p:nvPr/>
        </p:nvSpPr>
        <p:spPr bwMode="auto">
          <a:xfrm rot="19920000">
            <a:off x="8148264" y="1423745"/>
            <a:ext cx="2042442" cy="5078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t</a:t>
            </a:r>
            <a:r>
              <a:rPr kumimoji="0" lang="en-US" altLang="en-US" sz="2400" b="0" i="0" u="none" strike="noStrike" cap="none" spc="-100" normalizeH="0">
                <a:ln>
                  <a:noFill/>
                </a:ln>
                <a:effectLst/>
                <a:latin typeface="Tw Cen MT Condensed" panose="020B0606020104020203" pitchFamily="34" charset="0"/>
                <a:cs typeface="Calibri" panose="020F0502020204030204" pitchFamily="34" charset="0"/>
              </a:rPr>
              <a:t>he South </a:t>
            </a:r>
            <a:r>
              <a:rPr lang="en-US" altLang="en-US" sz="2400" spc="-100">
                <a:solidFill>
                  <a:schemeClr val="tx1"/>
                </a:solidFill>
                <a:latin typeface="Tw Cen MT Condensed" panose="020B0606020104020203" pitchFamily="34" charset="0"/>
                <a:cs typeface="Calibri" panose="020F0502020204030204" pitchFamily="34" charset="0"/>
              </a:rPr>
              <a:t>Wales Echo</a:t>
            </a:r>
            <a:r>
              <a:rPr kumimoji="0" lang="en-US" altLang="en-US" sz="24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2400"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DB669235-7863-EBB0-4AFF-0C25C990CD95}"/>
              </a:ext>
            </a:extLst>
          </p:cNvPr>
          <p:cNvSpPr>
            <a:spLocks noChangeAspect="1" noChangeArrowheads="1"/>
          </p:cNvSpPr>
          <p:nvPr/>
        </p:nvSpPr>
        <p:spPr bwMode="auto">
          <a:xfrm rot="19920000">
            <a:off x="404588" y="5695608"/>
            <a:ext cx="1554062" cy="5078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I a</a:t>
            </a:r>
            <a:r>
              <a:rPr kumimoji="0" lang="en-US" altLang="en-US" sz="2400" b="0" i="0" u="none" strike="noStrike" cap="none" spc="-100" normalizeH="0">
                <a:ln>
                  <a:noFill/>
                </a:ln>
                <a:effectLst/>
                <a:latin typeface="Tw Cen MT Condensed" panose="020B0606020104020203" pitchFamily="34" charset="0"/>
                <a:cs typeface="Calibri" panose="020F0502020204030204" pitchFamily="34" charset="0"/>
              </a:rPr>
              <a:t>m writing</a:t>
            </a:r>
            <a:endParaRPr kumimoji="0" lang="en-US" altLang="en-US" sz="2400"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BE1F9053-65D7-4110-C85F-6CCA06C8E0BE}"/>
              </a:ext>
            </a:extLst>
          </p:cNvPr>
          <p:cNvSpPr>
            <a:spLocks noChangeAspect="1" noChangeArrowheads="1"/>
          </p:cNvSpPr>
          <p:nvPr/>
        </p:nvSpPr>
        <p:spPr bwMode="auto">
          <a:xfrm rot="19920000">
            <a:off x="5187910" y="3214117"/>
            <a:ext cx="1495636" cy="5078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advertisement</a:t>
            </a:r>
            <a:r>
              <a:rPr kumimoji="0" lang="en-US" altLang="en-US" sz="24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2400"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F43A54C-1FDD-AC17-44A2-B9F35B38CE11}"/>
              </a:ext>
            </a:extLst>
          </p:cNvPr>
          <p:cNvSpPr>
            <a:spLocks noChangeAspect="1" noChangeArrowheads="1"/>
          </p:cNvSpPr>
          <p:nvPr/>
        </p:nvSpPr>
        <p:spPr bwMode="auto">
          <a:xfrm rot="19920000">
            <a:off x="6677058" y="2312851"/>
            <a:ext cx="1779055" cy="5078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which appeared in</a:t>
            </a:r>
            <a:endParaRPr kumimoji="0" lang="en-US" altLang="en-US" sz="2400" b="0" i="0" u="none" strike="noStrike" cap="none" spc="-100" normalizeH="0">
              <a:ln>
                <a:noFill/>
              </a:ln>
              <a:effectLst/>
              <a:latin typeface="Tw Cen MT Condensed" panose="020B0606020104020203" pitchFamily="34" charset="0"/>
            </a:endParaRPr>
          </a:p>
        </p:txBody>
      </p:sp>
      <p:sp>
        <p:nvSpPr>
          <p:cNvPr id="28" name="Rectangle 1">
            <a:extLst>
              <a:ext uri="{FF2B5EF4-FFF2-40B4-BE49-F238E27FC236}">
                <a16:creationId xmlns:a16="http://schemas.microsoft.com/office/drawing/2014/main" id="{1B66B290-E463-1056-E60D-4C578F5B2AD1}"/>
              </a:ext>
            </a:extLst>
          </p:cNvPr>
          <p:cNvSpPr>
            <a:spLocks noChangeAspect="1" noChangeArrowheads="1"/>
          </p:cNvSpPr>
          <p:nvPr/>
        </p:nvSpPr>
        <p:spPr bwMode="auto">
          <a:xfrm rot="19920000">
            <a:off x="4050700" y="4021615"/>
            <a:ext cx="725173" cy="5078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spc="-100" normalizeH="0">
                <a:ln>
                  <a:noFill/>
                </a:ln>
                <a:effectLst/>
                <a:latin typeface="Tw Cen MT Condensed" panose="020B0606020104020203" pitchFamily="34" charset="0"/>
                <a:cs typeface="Calibri" panose="020F0502020204030204" pitchFamily="34" charset="0"/>
              </a:rPr>
              <a:t>your</a:t>
            </a:r>
            <a:endParaRPr kumimoji="0" lang="en-US" altLang="en-US" sz="2400" b="0" i="0" u="none" strike="noStrike" cap="none" spc="-100" normalizeH="0">
              <a:ln>
                <a:noFill/>
              </a:ln>
              <a:effectLst/>
              <a:latin typeface="Tw Cen MT Condensed" panose="020B0606020104020203" pitchFamily="34" charset="0"/>
            </a:endParaRPr>
          </a:p>
        </p:txBody>
      </p:sp>
      <p:sp>
        <p:nvSpPr>
          <p:cNvPr id="29" name="Rectangle 1">
            <a:extLst>
              <a:ext uri="{FF2B5EF4-FFF2-40B4-BE49-F238E27FC236}">
                <a16:creationId xmlns:a16="http://schemas.microsoft.com/office/drawing/2014/main" id="{96BF0994-4219-C506-26C7-B84A548BA14F}"/>
              </a:ext>
            </a:extLst>
          </p:cNvPr>
          <p:cNvSpPr>
            <a:spLocks noChangeAspect="1" noChangeArrowheads="1"/>
          </p:cNvSpPr>
          <p:nvPr/>
        </p:nvSpPr>
        <p:spPr bwMode="auto">
          <a:xfrm rot="19920000">
            <a:off x="10095119" y="634729"/>
            <a:ext cx="138723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on 7 July 2022.</a:t>
            </a:r>
            <a:endParaRPr kumimoji="0" lang="en-US" altLang="en-US" sz="2400" b="0" i="0" u="none" strike="noStrike" cap="none" spc="-100" normalizeH="0">
              <a:ln>
                <a:noFill/>
              </a:ln>
              <a:effectLst/>
              <a:latin typeface="Tw Cen MT Condensed" panose="020B0606020104020203" pitchFamily="34" charset="0"/>
            </a:endParaRPr>
          </a:p>
        </p:txBody>
      </p:sp>
      <p:sp>
        <p:nvSpPr>
          <p:cNvPr id="32" name="Rectangle 1">
            <a:extLst>
              <a:ext uri="{FF2B5EF4-FFF2-40B4-BE49-F238E27FC236}">
                <a16:creationId xmlns:a16="http://schemas.microsoft.com/office/drawing/2014/main" id="{BA88DBFA-2288-A8D3-88DC-408885EC208C}"/>
              </a:ext>
            </a:extLst>
          </p:cNvPr>
          <p:cNvSpPr>
            <a:spLocks noChangeAspect="1" noChangeArrowheads="1"/>
          </p:cNvSpPr>
          <p:nvPr/>
        </p:nvSpPr>
        <p:spPr bwMode="auto">
          <a:xfrm rot="19920000">
            <a:off x="1934013" y="4900677"/>
            <a:ext cx="160861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spc="-100">
                <a:latin typeface="Tw Cen MT Condensed" panose="020B0606020104020203" pitchFamily="34" charset="0"/>
                <a:cs typeface="Calibri" panose="020F0502020204030204" pitchFamily="34" charset="0"/>
              </a:rPr>
              <a:t>in connection with</a:t>
            </a:r>
            <a:endParaRPr kumimoji="0" lang="en-US" altLang="en-US" sz="2400"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485789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hidden="1">
            <a:extLst>
              <a:ext uri="{FF2B5EF4-FFF2-40B4-BE49-F238E27FC236}">
                <a16:creationId xmlns:a16="http://schemas.microsoft.com/office/drawing/2014/main" id="{801B4D45-1DEA-CE46-4704-9F0E3563C45E}"/>
              </a:ext>
            </a:extLst>
          </p:cNvPr>
          <p:cNvSpPr>
            <a:spLocks noChangeAspect="1"/>
          </p:cNvSpPr>
          <p:nvPr/>
        </p:nvSpPr>
        <p:spPr>
          <a:xfrm>
            <a:off x="5833429" y="4368290"/>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p:spPr>
        <p:txBody>
          <a:bodyPr rtlCol="0" anchor="ctr"/>
          <a:lstStyle/>
          <a:p>
            <a:pPr algn="ctr"/>
            <a:endParaRPr lang="en-GB" sz="2400"/>
          </a:p>
        </p:txBody>
      </p:sp>
      <p:sp>
        <p:nvSpPr>
          <p:cNvPr id="5" name="!!ii" hidden="1">
            <a:extLst>
              <a:ext uri="{FF2B5EF4-FFF2-40B4-BE49-F238E27FC236}">
                <a16:creationId xmlns:a16="http://schemas.microsoft.com/office/drawing/2014/main" id="{C21F7626-78E0-F13A-0A80-95C26C3A5355}"/>
              </a:ext>
            </a:extLst>
          </p:cNvPr>
          <p:cNvSpPr>
            <a:spLocks noChangeAspect="1"/>
          </p:cNvSpPr>
          <p:nvPr/>
        </p:nvSpPr>
        <p:spPr>
          <a:xfrm>
            <a:off x="6634426" y="1921818"/>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p:spPr>
        <p:txBody>
          <a:bodyPr rtlCol="0" anchor="ctr"/>
          <a:lstStyle/>
          <a:p>
            <a:pPr algn="ctr"/>
            <a:endParaRPr lang="en-GB" sz="2400"/>
          </a:p>
        </p:txBody>
      </p:sp>
      <p:sp>
        <p:nvSpPr>
          <p:cNvPr id="6" name="!!iii" hidden="1">
            <a:extLst>
              <a:ext uri="{FF2B5EF4-FFF2-40B4-BE49-F238E27FC236}">
                <a16:creationId xmlns:a16="http://schemas.microsoft.com/office/drawing/2014/main" id="{DBC1FD1B-8A34-7A79-D06E-2EC2CD0D6A44}"/>
              </a:ext>
            </a:extLst>
          </p:cNvPr>
          <p:cNvSpPr>
            <a:spLocks noChangeAspect="1"/>
          </p:cNvSpPr>
          <p:nvPr/>
        </p:nvSpPr>
        <p:spPr>
          <a:xfrm>
            <a:off x="8014292" y="4137458"/>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p:spPr>
        <p:txBody>
          <a:bodyPr rtlCol="0" anchor="ctr"/>
          <a:lstStyle/>
          <a:p>
            <a:pPr algn="ctr"/>
            <a:endParaRPr lang="en-GB" sz="2400"/>
          </a:p>
        </p:txBody>
      </p:sp>
      <p:sp>
        <p:nvSpPr>
          <p:cNvPr id="7" name="!!iv" hidden="1">
            <a:extLst>
              <a:ext uri="{FF2B5EF4-FFF2-40B4-BE49-F238E27FC236}">
                <a16:creationId xmlns:a16="http://schemas.microsoft.com/office/drawing/2014/main" id="{6F56DDDE-5BBB-97CC-E54A-896BB2315977}"/>
              </a:ext>
            </a:extLst>
          </p:cNvPr>
          <p:cNvSpPr>
            <a:spLocks noChangeAspect="1"/>
          </p:cNvSpPr>
          <p:nvPr/>
        </p:nvSpPr>
        <p:spPr>
          <a:xfrm>
            <a:off x="3833708" y="1759297"/>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8" name="!!v" hidden="1">
            <a:extLst>
              <a:ext uri="{FF2B5EF4-FFF2-40B4-BE49-F238E27FC236}">
                <a16:creationId xmlns:a16="http://schemas.microsoft.com/office/drawing/2014/main" id="{14CF9F13-EF3D-007D-BAAB-09C2CA316C38}"/>
              </a:ext>
            </a:extLst>
          </p:cNvPr>
          <p:cNvSpPr>
            <a:spLocks noChangeAspect="1"/>
          </p:cNvSpPr>
          <p:nvPr/>
        </p:nvSpPr>
        <p:spPr>
          <a:xfrm>
            <a:off x="3832620" y="4878312"/>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9" name="!!vi" hidden="1">
            <a:extLst>
              <a:ext uri="{FF2B5EF4-FFF2-40B4-BE49-F238E27FC236}">
                <a16:creationId xmlns:a16="http://schemas.microsoft.com/office/drawing/2014/main" id="{4061136F-02EB-98CD-D913-E1783D0140A5}"/>
              </a:ext>
            </a:extLst>
          </p:cNvPr>
          <p:cNvSpPr>
            <a:spLocks noChangeAspect="1"/>
          </p:cNvSpPr>
          <p:nvPr/>
        </p:nvSpPr>
        <p:spPr>
          <a:xfrm>
            <a:off x="2390041" y="3849257"/>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10" name="!!vii" hidden="1">
            <a:extLst>
              <a:ext uri="{FF2B5EF4-FFF2-40B4-BE49-F238E27FC236}">
                <a16:creationId xmlns:a16="http://schemas.microsoft.com/office/drawing/2014/main" id="{C55CD0D7-7A4A-A8CE-11C5-CE6909C0A861}"/>
              </a:ext>
            </a:extLst>
          </p:cNvPr>
          <p:cNvSpPr>
            <a:spLocks noChangeAspect="1"/>
          </p:cNvSpPr>
          <p:nvPr/>
        </p:nvSpPr>
        <p:spPr>
          <a:xfrm>
            <a:off x="1913816" y="1490839"/>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11" name="!!viii" hidden="1">
            <a:extLst>
              <a:ext uri="{FF2B5EF4-FFF2-40B4-BE49-F238E27FC236}">
                <a16:creationId xmlns:a16="http://schemas.microsoft.com/office/drawing/2014/main" id="{764D92C2-7D1C-855E-3858-DB569CD89A4D}"/>
              </a:ext>
            </a:extLst>
          </p:cNvPr>
          <p:cNvSpPr>
            <a:spLocks noChangeAspect="1"/>
          </p:cNvSpPr>
          <p:nvPr/>
        </p:nvSpPr>
        <p:spPr>
          <a:xfrm>
            <a:off x="9497924" y="5202161"/>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p:spPr>
        <p:txBody>
          <a:bodyPr rtlCol="0" anchor="ctr"/>
          <a:lstStyle/>
          <a:p>
            <a:pPr algn="ctr"/>
            <a:endParaRPr lang="en-GB" sz="2400"/>
          </a:p>
        </p:txBody>
      </p:sp>
      <p:sp>
        <p:nvSpPr>
          <p:cNvPr id="12" name="!!ix" hidden="1">
            <a:extLst>
              <a:ext uri="{FF2B5EF4-FFF2-40B4-BE49-F238E27FC236}">
                <a16:creationId xmlns:a16="http://schemas.microsoft.com/office/drawing/2014/main" id="{AAB714DF-C4AB-42D5-CC53-476DCD011AC6}"/>
              </a:ext>
            </a:extLst>
          </p:cNvPr>
          <p:cNvSpPr>
            <a:spLocks noChangeAspect="1"/>
          </p:cNvSpPr>
          <p:nvPr/>
        </p:nvSpPr>
        <p:spPr>
          <a:xfrm>
            <a:off x="4134427" y="2891226"/>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p:spPr>
        <p:txBody>
          <a:bodyPr rtlCol="0" anchor="ctr"/>
          <a:lstStyle/>
          <a:p>
            <a:pPr algn="ctr"/>
            <a:endParaRPr lang="en-GB" sz="2400"/>
          </a:p>
        </p:txBody>
      </p:sp>
      <p:sp>
        <p:nvSpPr>
          <p:cNvPr id="13" name="!!x" hidden="1">
            <a:extLst>
              <a:ext uri="{FF2B5EF4-FFF2-40B4-BE49-F238E27FC236}">
                <a16:creationId xmlns:a16="http://schemas.microsoft.com/office/drawing/2014/main" id="{714A0DF8-6AD0-87BE-8D9E-55AFB6A44ECD}"/>
              </a:ext>
            </a:extLst>
          </p:cNvPr>
          <p:cNvSpPr>
            <a:spLocks noChangeAspect="1"/>
          </p:cNvSpPr>
          <p:nvPr/>
        </p:nvSpPr>
        <p:spPr>
          <a:xfrm>
            <a:off x="8496149" y="2368324"/>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14" name="!!xi" hidden="1">
            <a:extLst>
              <a:ext uri="{FF2B5EF4-FFF2-40B4-BE49-F238E27FC236}">
                <a16:creationId xmlns:a16="http://schemas.microsoft.com/office/drawing/2014/main" id="{8EAB3982-696B-1632-C5C3-F2142C84BA40}"/>
              </a:ext>
            </a:extLst>
          </p:cNvPr>
          <p:cNvSpPr>
            <a:spLocks noChangeAspect="1"/>
          </p:cNvSpPr>
          <p:nvPr/>
        </p:nvSpPr>
        <p:spPr>
          <a:xfrm>
            <a:off x="6319161" y="2939997"/>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2111541" y="3853269"/>
            <a:ext cx="10897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looking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9492916" y="5189742"/>
            <a:ext cx="10472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kitchen</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3945787" y="1733245"/>
            <a:ext cx="9387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4380368" y="2889567"/>
            <a:ext cx="75442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and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5948930" y="4359273"/>
            <a:ext cx="7722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Your</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6358161" y="1580654"/>
            <a:ext cx="18423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advertisement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2039514" y="1466909"/>
            <a:ext cx="876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for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6516161" y="2953059"/>
            <a:ext cx="8737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taff.</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8200517" y="4093152"/>
            <a:ext cx="6750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says</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4032601" y="4849508"/>
            <a:ext cx="7854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are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8577366" y="2375160"/>
            <a:ext cx="11862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waiting</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3426143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801B4D45-1DEA-CE46-4704-9F0E3563C45E}"/>
              </a:ext>
            </a:extLst>
          </p:cNvPr>
          <p:cNvSpPr>
            <a:spLocks noChangeAspect="1"/>
          </p:cNvSpPr>
          <p:nvPr/>
        </p:nvSpPr>
        <p:spPr>
          <a:xfrm>
            <a:off x="5401834" y="4149653"/>
            <a:ext cx="1981947" cy="1004012"/>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6202831" y="1029410"/>
            <a:ext cx="1981947" cy="1004012"/>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7582697" y="3918821"/>
            <a:ext cx="1981947" cy="1004012"/>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3385076" y="1523623"/>
            <a:ext cx="2060182" cy="1082246"/>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3383988" y="4642638"/>
            <a:ext cx="2060182" cy="1082246"/>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1520164" y="3608530"/>
            <a:ext cx="2060182" cy="1082246"/>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1333061" y="1334384"/>
            <a:ext cx="2060182" cy="1082246"/>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9063490" y="4980684"/>
            <a:ext cx="1994983" cy="1017052"/>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3697152" y="2666911"/>
            <a:ext cx="2008028" cy="1030086"/>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8047517" y="2132650"/>
            <a:ext cx="2060182" cy="1082246"/>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5870529" y="2704323"/>
            <a:ext cx="2060182" cy="1082246"/>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5" name="Rectangle 1">
            <a:extLst>
              <a:ext uri="{FF2B5EF4-FFF2-40B4-BE49-F238E27FC236}">
                <a16:creationId xmlns:a16="http://schemas.microsoft.com/office/drawing/2014/main" id="{2BBE41CE-5D49-C589-05CD-8929FFD35380}"/>
              </a:ext>
            </a:extLst>
          </p:cNvPr>
          <p:cNvSpPr>
            <a:spLocks noChangeAspect="1" noChangeArrowheads="1"/>
          </p:cNvSpPr>
          <p:nvPr/>
        </p:nvSpPr>
        <p:spPr bwMode="auto">
          <a:xfrm>
            <a:off x="1805902" y="3818976"/>
            <a:ext cx="1453029"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looking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spect="1" noChangeArrowheads="1"/>
          </p:cNvSpPr>
          <p:nvPr/>
        </p:nvSpPr>
        <p:spPr bwMode="auto">
          <a:xfrm>
            <a:off x="9319160" y="5160502"/>
            <a:ext cx="1560909"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kitchen</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spect="1" noChangeArrowheads="1"/>
          </p:cNvSpPr>
          <p:nvPr/>
        </p:nvSpPr>
        <p:spPr bwMode="auto">
          <a:xfrm>
            <a:off x="3583631" y="1704005"/>
            <a:ext cx="1663070"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spect="1" noChangeArrowheads="1"/>
          </p:cNvSpPr>
          <p:nvPr/>
        </p:nvSpPr>
        <p:spPr bwMode="auto">
          <a:xfrm>
            <a:off x="4089325" y="2860327"/>
            <a:ext cx="1336515"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and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spect="1" noChangeArrowheads="1"/>
          </p:cNvSpPr>
          <p:nvPr/>
        </p:nvSpPr>
        <p:spPr bwMode="auto">
          <a:xfrm>
            <a:off x="5651005" y="4330033"/>
            <a:ext cx="1368115"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Your</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spect="1" noChangeArrowheads="1"/>
          </p:cNvSpPr>
          <p:nvPr/>
        </p:nvSpPr>
        <p:spPr bwMode="auto">
          <a:xfrm>
            <a:off x="6162638" y="1196483"/>
            <a:ext cx="2008027"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advertisement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spect="1" noChangeArrowheads="1"/>
          </p:cNvSpPr>
          <p:nvPr/>
        </p:nvSpPr>
        <p:spPr bwMode="auto">
          <a:xfrm>
            <a:off x="1474361" y="1445476"/>
            <a:ext cx="1552025"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for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spect="1" noChangeArrowheads="1"/>
          </p:cNvSpPr>
          <p:nvPr/>
        </p:nvSpPr>
        <p:spPr bwMode="auto">
          <a:xfrm>
            <a:off x="6179077" y="2923819"/>
            <a:ext cx="1547937"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taff.</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spect="1" noChangeArrowheads="1"/>
          </p:cNvSpPr>
          <p:nvPr/>
        </p:nvSpPr>
        <p:spPr bwMode="auto">
          <a:xfrm>
            <a:off x="7940112" y="4063912"/>
            <a:ext cx="1195823"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says</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spect="1" noChangeArrowheads="1"/>
          </p:cNvSpPr>
          <p:nvPr/>
        </p:nvSpPr>
        <p:spPr bwMode="auto">
          <a:xfrm>
            <a:off x="3729589" y="4820268"/>
            <a:ext cx="1391479"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are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spect="1" noChangeArrowheads="1"/>
          </p:cNvSpPr>
          <p:nvPr/>
        </p:nvSpPr>
        <p:spPr bwMode="auto">
          <a:xfrm>
            <a:off x="8251451" y="2345920"/>
            <a:ext cx="1496646" cy="64325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waiting</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53125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801B4D45-1DEA-CE46-4704-9F0E3563C45E}"/>
              </a:ext>
            </a:extLst>
          </p:cNvPr>
          <p:cNvSpPr>
            <a:spLocks noChangeAspect="1"/>
          </p:cNvSpPr>
          <p:nvPr/>
        </p:nvSpPr>
        <p:spPr>
          <a:xfrm>
            <a:off x="269410" y="2972627"/>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1292404" y="2968332"/>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2316028" y="2968332"/>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3328380" y="2939805"/>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4361188" y="2942461"/>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5393567" y="2941994"/>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6413626" y="2947957"/>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7453620" y="2964651"/>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24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8477826" y="2963416"/>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24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9499047" y="2939170"/>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10524197" y="2939170"/>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5251084" y="2990746"/>
            <a:ext cx="138661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looking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7614764" y="3013787"/>
            <a:ext cx="881093"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kitchen</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3440459" y="2975308"/>
            <a:ext cx="93875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8723767" y="3023312"/>
            <a:ext cx="75442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and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384911" y="3025165"/>
            <a:ext cx="772265"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Your</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1308210" y="3053728"/>
            <a:ext cx="1094927"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a:latin typeface="Gill Sans MT Condensed" panose="020B0506020104020203" pitchFamily="34" charset="0"/>
                <a:cs typeface="Calibri" panose="020F0502020204030204" pitchFamily="34" charset="0"/>
              </a:rPr>
              <a:t>advertisement</a:t>
            </a:r>
            <a:endParaRPr kumimoji="0" lang="en-US" altLang="en-US"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6539324" y="2985582"/>
            <a:ext cx="87607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for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0721197" y="3013787"/>
            <a:ext cx="87376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taff.</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2502253" y="2985581"/>
            <a:ext cx="67501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says</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4561169" y="2975212"/>
            <a:ext cx="785454"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are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580264" y="3007561"/>
            <a:ext cx="84481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waiting</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051733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hidden="1">
            <a:extLst>
              <a:ext uri="{FF2B5EF4-FFF2-40B4-BE49-F238E27FC236}">
                <a16:creationId xmlns:a16="http://schemas.microsoft.com/office/drawing/2014/main" id="{801B4D45-1DEA-CE46-4704-9F0E3563C45E}"/>
              </a:ext>
            </a:extLst>
          </p:cNvPr>
          <p:cNvSpPr>
            <a:spLocks noChangeAspect="1"/>
          </p:cNvSpPr>
          <p:nvPr/>
        </p:nvSpPr>
        <p:spPr>
          <a:xfrm>
            <a:off x="10161818" y="4350243"/>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p:spPr>
        <p:txBody>
          <a:bodyPr rtlCol="0" anchor="ctr"/>
          <a:lstStyle/>
          <a:p>
            <a:pPr algn="ctr"/>
            <a:endParaRPr lang="en-GB" sz="2400"/>
          </a:p>
        </p:txBody>
      </p:sp>
      <p:sp>
        <p:nvSpPr>
          <p:cNvPr id="5" name="!!ii" hidden="1">
            <a:extLst>
              <a:ext uri="{FF2B5EF4-FFF2-40B4-BE49-F238E27FC236}">
                <a16:creationId xmlns:a16="http://schemas.microsoft.com/office/drawing/2014/main" id="{C21F7626-78E0-F13A-0A80-95C26C3A5355}"/>
              </a:ext>
            </a:extLst>
          </p:cNvPr>
          <p:cNvSpPr>
            <a:spLocks noChangeAspect="1"/>
          </p:cNvSpPr>
          <p:nvPr/>
        </p:nvSpPr>
        <p:spPr>
          <a:xfrm>
            <a:off x="7646484" y="3438794"/>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p:spPr>
        <p:txBody>
          <a:bodyPr rtlCol="0" anchor="ctr"/>
          <a:lstStyle/>
          <a:p>
            <a:pPr algn="ctr"/>
            <a:endParaRPr lang="en-GB" sz="2400"/>
          </a:p>
        </p:txBody>
      </p:sp>
      <p:sp>
        <p:nvSpPr>
          <p:cNvPr id="6" name="!!iii" hidden="1">
            <a:extLst>
              <a:ext uri="{FF2B5EF4-FFF2-40B4-BE49-F238E27FC236}">
                <a16:creationId xmlns:a16="http://schemas.microsoft.com/office/drawing/2014/main" id="{DBC1FD1B-8A34-7A79-D06E-2EC2CD0D6A44}"/>
              </a:ext>
            </a:extLst>
          </p:cNvPr>
          <p:cNvSpPr>
            <a:spLocks noChangeAspect="1"/>
          </p:cNvSpPr>
          <p:nvPr/>
        </p:nvSpPr>
        <p:spPr>
          <a:xfrm>
            <a:off x="5033185" y="2794806"/>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p:spPr>
        <p:txBody>
          <a:bodyPr rtlCol="0" anchor="ctr"/>
          <a:lstStyle/>
          <a:p>
            <a:pPr algn="ctr"/>
            <a:endParaRPr lang="en-GB" sz="2400"/>
          </a:p>
        </p:txBody>
      </p:sp>
      <p:sp>
        <p:nvSpPr>
          <p:cNvPr id="7" name="!!iv" hidden="1">
            <a:extLst>
              <a:ext uri="{FF2B5EF4-FFF2-40B4-BE49-F238E27FC236}">
                <a16:creationId xmlns:a16="http://schemas.microsoft.com/office/drawing/2014/main" id="{6F56DDDE-5BBB-97CC-E54A-896BB2315977}"/>
              </a:ext>
            </a:extLst>
          </p:cNvPr>
          <p:cNvSpPr>
            <a:spLocks noChangeAspect="1"/>
          </p:cNvSpPr>
          <p:nvPr/>
        </p:nvSpPr>
        <p:spPr>
          <a:xfrm>
            <a:off x="7603434" y="1524419"/>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8" name="!!v" hidden="1">
            <a:extLst>
              <a:ext uri="{FF2B5EF4-FFF2-40B4-BE49-F238E27FC236}">
                <a16:creationId xmlns:a16="http://schemas.microsoft.com/office/drawing/2014/main" id="{14CF9F13-EF3D-007D-BAAB-09C2CA316C38}"/>
              </a:ext>
            </a:extLst>
          </p:cNvPr>
          <p:cNvSpPr>
            <a:spLocks noChangeAspect="1"/>
          </p:cNvSpPr>
          <p:nvPr/>
        </p:nvSpPr>
        <p:spPr>
          <a:xfrm>
            <a:off x="3599519" y="4471318"/>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9" name="!!vi" hidden="1">
            <a:extLst>
              <a:ext uri="{FF2B5EF4-FFF2-40B4-BE49-F238E27FC236}">
                <a16:creationId xmlns:a16="http://schemas.microsoft.com/office/drawing/2014/main" id="{4061136F-02EB-98CD-D913-E1783D0140A5}"/>
              </a:ext>
            </a:extLst>
          </p:cNvPr>
          <p:cNvSpPr>
            <a:spLocks noChangeAspect="1"/>
          </p:cNvSpPr>
          <p:nvPr/>
        </p:nvSpPr>
        <p:spPr>
          <a:xfrm>
            <a:off x="8184893" y="4916982"/>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10" name="!!vii" hidden="1">
            <a:extLst>
              <a:ext uri="{FF2B5EF4-FFF2-40B4-BE49-F238E27FC236}">
                <a16:creationId xmlns:a16="http://schemas.microsoft.com/office/drawing/2014/main" id="{C55CD0D7-7A4A-A8CE-11C5-CE6909C0A861}"/>
              </a:ext>
            </a:extLst>
          </p:cNvPr>
          <p:cNvSpPr>
            <a:spLocks noChangeAspect="1"/>
          </p:cNvSpPr>
          <p:nvPr/>
        </p:nvSpPr>
        <p:spPr>
          <a:xfrm>
            <a:off x="3168629" y="1449003"/>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11" name="!!viii" hidden="1">
            <a:extLst>
              <a:ext uri="{FF2B5EF4-FFF2-40B4-BE49-F238E27FC236}">
                <a16:creationId xmlns:a16="http://schemas.microsoft.com/office/drawing/2014/main" id="{764D92C2-7D1C-855E-3858-DB569CD89A4D}"/>
              </a:ext>
            </a:extLst>
          </p:cNvPr>
          <p:cNvSpPr>
            <a:spLocks noChangeAspect="1"/>
          </p:cNvSpPr>
          <p:nvPr/>
        </p:nvSpPr>
        <p:spPr>
          <a:xfrm>
            <a:off x="9714261" y="2220707"/>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p:spPr>
        <p:txBody>
          <a:bodyPr rtlCol="0" anchor="ctr"/>
          <a:lstStyle/>
          <a:p>
            <a:pPr algn="ctr"/>
            <a:endParaRPr lang="en-GB" sz="2400"/>
          </a:p>
        </p:txBody>
      </p:sp>
      <p:sp>
        <p:nvSpPr>
          <p:cNvPr id="12" name="!!ix" hidden="1">
            <a:extLst>
              <a:ext uri="{FF2B5EF4-FFF2-40B4-BE49-F238E27FC236}">
                <a16:creationId xmlns:a16="http://schemas.microsoft.com/office/drawing/2014/main" id="{AAB714DF-C4AB-42D5-CC53-476DCD011AC6}"/>
              </a:ext>
            </a:extLst>
          </p:cNvPr>
          <p:cNvSpPr>
            <a:spLocks noChangeAspect="1"/>
          </p:cNvSpPr>
          <p:nvPr/>
        </p:nvSpPr>
        <p:spPr>
          <a:xfrm>
            <a:off x="5346623" y="5387779"/>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p:spPr>
        <p:txBody>
          <a:bodyPr rtlCol="0" anchor="ctr"/>
          <a:lstStyle/>
          <a:p>
            <a:pPr algn="ctr"/>
            <a:endParaRPr lang="en-GB" sz="2400"/>
          </a:p>
        </p:txBody>
      </p:sp>
      <p:sp>
        <p:nvSpPr>
          <p:cNvPr id="13" name="!!x" hidden="1">
            <a:extLst>
              <a:ext uri="{FF2B5EF4-FFF2-40B4-BE49-F238E27FC236}">
                <a16:creationId xmlns:a16="http://schemas.microsoft.com/office/drawing/2014/main" id="{714A0DF8-6AD0-87BE-8D9E-55AFB6A44ECD}"/>
              </a:ext>
            </a:extLst>
          </p:cNvPr>
          <p:cNvSpPr>
            <a:spLocks noChangeAspect="1"/>
          </p:cNvSpPr>
          <p:nvPr/>
        </p:nvSpPr>
        <p:spPr>
          <a:xfrm>
            <a:off x="1498047" y="5207122"/>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p:spPr>
        <p:txBody>
          <a:bodyPr rtlCol="0" anchor="ctr"/>
          <a:lstStyle/>
          <a:p>
            <a:pPr algn="ctr"/>
            <a:endParaRPr lang="en-GB" sz="2400"/>
          </a:p>
        </p:txBody>
      </p:sp>
      <p:sp>
        <p:nvSpPr>
          <p:cNvPr id="14" name="!!xi" hidden="1">
            <a:extLst>
              <a:ext uri="{FF2B5EF4-FFF2-40B4-BE49-F238E27FC236}">
                <a16:creationId xmlns:a16="http://schemas.microsoft.com/office/drawing/2014/main" id="{8EAB3982-696B-1632-C5C3-F2142C84BA40}"/>
              </a:ext>
            </a:extLst>
          </p:cNvPr>
          <p:cNvSpPr>
            <a:spLocks noChangeAspect="1"/>
          </p:cNvSpPr>
          <p:nvPr/>
        </p:nvSpPr>
        <p:spPr>
          <a:xfrm>
            <a:off x="1153109" y="1447254"/>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8042410" y="4965734"/>
            <a:ext cx="13866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these</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9730019" y="2269843"/>
            <a:ext cx="10264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combined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7715513" y="1559922"/>
            <a:ext cx="9387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me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5592564" y="5447675"/>
            <a:ext cx="7544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or</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10277319" y="4402781"/>
            <a:ext cx="7722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Could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7662290" y="3447246"/>
            <a:ext cx="109492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3294327" y="1486628"/>
            <a:ext cx="8760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are</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350109" y="1521871"/>
            <a:ext cx="8737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r</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oles?</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5219410" y="2812055"/>
            <a:ext cx="6750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tell</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3799500" y="4504069"/>
            <a:ext cx="785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if</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1579264" y="5275513"/>
            <a:ext cx="9191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separate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402737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801B4D45-1DEA-CE46-4704-9F0E3563C45E}"/>
              </a:ext>
            </a:extLst>
          </p:cNvPr>
          <p:cNvSpPr>
            <a:spLocks noChangeAspect="1"/>
          </p:cNvSpPr>
          <p:nvPr/>
        </p:nvSpPr>
        <p:spPr>
          <a:xfrm>
            <a:off x="9820311" y="4177243"/>
            <a:ext cx="1801770" cy="912738"/>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7304977" y="3265794"/>
            <a:ext cx="1801770" cy="912738"/>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4691678" y="2621806"/>
            <a:ext cx="1801770" cy="912738"/>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7248447" y="1337938"/>
            <a:ext cx="1872893" cy="983860"/>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3244532" y="4284837"/>
            <a:ext cx="1872893" cy="983860"/>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7829906" y="4730501"/>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2813642" y="1262522"/>
            <a:ext cx="1872893" cy="983860"/>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9370508" y="2045460"/>
            <a:ext cx="1813621" cy="924593"/>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5000622" y="5210286"/>
            <a:ext cx="1825480" cy="936442"/>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1143060" y="5020641"/>
            <a:ext cx="1872893" cy="983860"/>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798122" y="1260773"/>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8042410" y="4904178"/>
            <a:ext cx="138661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these</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9588407" y="2208287"/>
            <a:ext cx="1396426"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combined</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7715513" y="1498366"/>
            <a:ext cx="93875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me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5592564" y="5386119"/>
            <a:ext cx="75442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or</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10277319" y="4341225"/>
            <a:ext cx="906810"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Could</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7662290" y="3416468"/>
            <a:ext cx="109492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3294327" y="1425072"/>
            <a:ext cx="87607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are</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350109" y="1460315"/>
            <a:ext cx="87376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r</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oles?</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5219410" y="2750499"/>
            <a:ext cx="675012"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tell</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3799500" y="4442513"/>
            <a:ext cx="785454"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if</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1443789" y="5213957"/>
            <a:ext cx="1185111"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separate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459661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3475737F-C4AF-FD0F-6DB4-EBC9AF9FFA0B}"/>
              </a:ext>
            </a:extLst>
          </p:cNvPr>
          <p:cNvGrpSpPr/>
          <p:nvPr/>
        </p:nvGrpSpPr>
        <p:grpSpPr>
          <a:xfrm>
            <a:off x="5393568" y="709863"/>
            <a:ext cx="6150732" cy="4914440"/>
            <a:chOff x="5393568" y="709863"/>
            <a:chExt cx="6150732" cy="4547937"/>
          </a:xfrm>
        </p:grpSpPr>
        <p:sp>
          <p:nvSpPr>
            <p:cNvPr id="36" name="Rectangle 35">
              <a:extLst>
                <a:ext uri="{FF2B5EF4-FFF2-40B4-BE49-F238E27FC236}">
                  <a16:creationId xmlns:a16="http://schemas.microsoft.com/office/drawing/2014/main" id="{6320DDC3-26F3-5745-0149-01F19BBEBB6E}"/>
                </a:ext>
              </a:extLst>
            </p:cNvPr>
            <p:cNvSpPr/>
            <p:nvPr/>
          </p:nvSpPr>
          <p:spPr>
            <a:xfrm>
              <a:off x="5393568" y="709863"/>
              <a:ext cx="6150732" cy="454793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E68FC790-4192-480C-7A30-A13044B5CC7A}"/>
                </a:ext>
              </a:extLst>
            </p:cNvPr>
            <p:cNvSpPr txBox="1"/>
            <p:nvPr/>
          </p:nvSpPr>
          <p:spPr>
            <a:xfrm>
              <a:off x="6576548" y="857260"/>
              <a:ext cx="3404937" cy="1569660"/>
            </a:xfrm>
            <a:prstGeom prst="rect">
              <a:avLst/>
            </a:prstGeom>
            <a:noFill/>
          </p:spPr>
          <p:txBody>
            <a:bodyPr wrap="square" rtlCol="0">
              <a:spAutoFit/>
            </a:bodyPr>
            <a:lstStyle/>
            <a:p>
              <a:pPr algn="ctr"/>
              <a:r>
                <a:rPr lang="en-GB" sz="9600"/>
                <a:t>…</a:t>
              </a:r>
            </a:p>
          </p:txBody>
        </p:sp>
      </p:grpSp>
      <p:grpSp>
        <p:nvGrpSpPr>
          <p:cNvPr id="43" name="Group 42">
            <a:extLst>
              <a:ext uri="{FF2B5EF4-FFF2-40B4-BE49-F238E27FC236}">
                <a16:creationId xmlns:a16="http://schemas.microsoft.com/office/drawing/2014/main" id="{5E6CB0D1-7870-991B-D783-B7C72BA96A13}"/>
              </a:ext>
            </a:extLst>
          </p:cNvPr>
          <p:cNvGrpSpPr/>
          <p:nvPr/>
        </p:nvGrpSpPr>
        <p:grpSpPr>
          <a:xfrm>
            <a:off x="4169491" y="709863"/>
            <a:ext cx="1415772" cy="4914440"/>
            <a:chOff x="4169491" y="709863"/>
            <a:chExt cx="1415772" cy="4547937"/>
          </a:xfrm>
        </p:grpSpPr>
        <p:sp>
          <p:nvSpPr>
            <p:cNvPr id="35" name="Rectangle 34">
              <a:extLst>
                <a:ext uri="{FF2B5EF4-FFF2-40B4-BE49-F238E27FC236}">
                  <a16:creationId xmlns:a16="http://schemas.microsoft.com/office/drawing/2014/main" id="{47D76678-6EFC-C9CE-A4B9-465C017FE444}"/>
                </a:ext>
              </a:extLst>
            </p:cNvPr>
            <p:cNvSpPr/>
            <p:nvPr/>
          </p:nvSpPr>
          <p:spPr>
            <a:xfrm>
              <a:off x="4361188" y="709863"/>
              <a:ext cx="1032379" cy="4547937"/>
            </a:xfrm>
            <a:prstGeom prst="rect">
              <a:avLst/>
            </a:prstGeom>
            <a:solidFill>
              <a:srgbClr val="C4A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ACE749A0-4721-B9F4-5279-4FC8F2326A8E}"/>
                </a:ext>
              </a:extLst>
            </p:cNvPr>
            <p:cNvSpPr txBox="1"/>
            <p:nvPr/>
          </p:nvSpPr>
          <p:spPr>
            <a:xfrm>
              <a:off x="4169491" y="875307"/>
              <a:ext cx="1415772" cy="2024043"/>
            </a:xfrm>
            <a:prstGeom prst="rect">
              <a:avLst/>
            </a:prstGeom>
            <a:noFill/>
          </p:spPr>
          <p:txBody>
            <a:bodyPr vert="vert270" wrap="square" rtlCol="0">
              <a:spAutoFit/>
            </a:bodyPr>
            <a:lstStyle/>
            <a:p>
              <a:pPr algn="ctr"/>
              <a:r>
                <a:rPr lang="en-GB" sz="4000"/>
                <a:t>Question word</a:t>
              </a:r>
            </a:p>
          </p:txBody>
        </p:sp>
      </p:grpSp>
      <p:grpSp>
        <p:nvGrpSpPr>
          <p:cNvPr id="42" name="Group 41">
            <a:extLst>
              <a:ext uri="{FF2B5EF4-FFF2-40B4-BE49-F238E27FC236}">
                <a16:creationId xmlns:a16="http://schemas.microsoft.com/office/drawing/2014/main" id="{11501E00-6521-060C-9C11-6DFB1184F9FB}"/>
              </a:ext>
            </a:extLst>
          </p:cNvPr>
          <p:cNvGrpSpPr/>
          <p:nvPr/>
        </p:nvGrpSpPr>
        <p:grpSpPr>
          <a:xfrm>
            <a:off x="263270" y="709863"/>
            <a:ext cx="4091778" cy="4914440"/>
            <a:chOff x="263270" y="709863"/>
            <a:chExt cx="4091778" cy="4547937"/>
          </a:xfrm>
        </p:grpSpPr>
        <p:sp>
          <p:nvSpPr>
            <p:cNvPr id="34" name="Rectangle 33">
              <a:extLst>
                <a:ext uri="{FF2B5EF4-FFF2-40B4-BE49-F238E27FC236}">
                  <a16:creationId xmlns:a16="http://schemas.microsoft.com/office/drawing/2014/main" id="{9B3DB20A-CFD5-07D3-46FC-37D6E1ECD3D0}"/>
                </a:ext>
              </a:extLst>
            </p:cNvPr>
            <p:cNvSpPr/>
            <p:nvPr/>
          </p:nvSpPr>
          <p:spPr>
            <a:xfrm>
              <a:off x="263270" y="709863"/>
              <a:ext cx="4091778" cy="454793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solidFill>
                  <a:schemeClr val="tx1"/>
                </a:solidFill>
              </a:endParaRPr>
            </a:p>
          </p:txBody>
        </p:sp>
        <p:sp>
          <p:nvSpPr>
            <p:cNvPr id="37" name="TextBox 36">
              <a:extLst>
                <a:ext uri="{FF2B5EF4-FFF2-40B4-BE49-F238E27FC236}">
                  <a16:creationId xmlns:a16="http://schemas.microsoft.com/office/drawing/2014/main" id="{8A968FF2-0B44-4BE7-7F83-B078DB017AF7}"/>
                </a:ext>
              </a:extLst>
            </p:cNvPr>
            <p:cNvSpPr txBox="1"/>
            <p:nvPr/>
          </p:nvSpPr>
          <p:spPr>
            <a:xfrm>
              <a:off x="516933" y="919904"/>
              <a:ext cx="3392905" cy="1938992"/>
            </a:xfrm>
            <a:prstGeom prst="rect">
              <a:avLst/>
            </a:prstGeom>
            <a:noFill/>
          </p:spPr>
          <p:txBody>
            <a:bodyPr wrap="square" rtlCol="0">
              <a:spAutoFit/>
            </a:bodyPr>
            <a:lstStyle/>
            <a:p>
              <a:pPr algn="ctr"/>
              <a:r>
                <a:rPr lang="en-GB" sz="4000"/>
                <a:t>Expression</a:t>
              </a:r>
            </a:p>
            <a:p>
              <a:pPr algn="ctr"/>
              <a:r>
                <a:rPr lang="en-GB" sz="4000"/>
                <a:t>of</a:t>
              </a:r>
            </a:p>
            <a:p>
              <a:pPr algn="ctr"/>
              <a:r>
                <a:rPr lang="en-GB" sz="4000"/>
                <a:t>Interest</a:t>
              </a:r>
            </a:p>
          </p:txBody>
        </p:sp>
      </p:grpSp>
      <p:sp>
        <p:nvSpPr>
          <p:cNvPr id="4" name="!!i">
            <a:extLst>
              <a:ext uri="{FF2B5EF4-FFF2-40B4-BE49-F238E27FC236}">
                <a16:creationId xmlns:a16="http://schemas.microsoft.com/office/drawing/2014/main" id="{801B4D45-1DEA-CE46-4704-9F0E3563C45E}"/>
              </a:ext>
            </a:extLst>
          </p:cNvPr>
          <p:cNvSpPr>
            <a:spLocks noChangeAspect="1"/>
          </p:cNvSpPr>
          <p:nvPr/>
        </p:nvSpPr>
        <p:spPr>
          <a:xfrm>
            <a:off x="269410" y="2972627"/>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1292404" y="2968332"/>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2316028" y="2968332"/>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3328380" y="2939805"/>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4361188" y="2942461"/>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5393567" y="2941994"/>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6413626" y="2947957"/>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7453620" y="2964651"/>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24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8477826" y="2963416"/>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24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9493031" y="2945186"/>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10518181" y="2945186"/>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5251084" y="2990746"/>
            <a:ext cx="138661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these</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7469378" y="3013787"/>
            <a:ext cx="102647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combined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3440459" y="2975308"/>
            <a:ext cx="93875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me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8723767" y="3023312"/>
            <a:ext cx="75442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or</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384911" y="3025165"/>
            <a:ext cx="772265"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Could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1308210" y="2976784"/>
            <a:ext cx="1094927"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you</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6539324" y="2985582"/>
            <a:ext cx="87607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are</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0715181" y="3019803"/>
            <a:ext cx="87376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r</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oles?</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2502253" y="2985581"/>
            <a:ext cx="67501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tell</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4561169" y="2975212"/>
            <a:ext cx="785454"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if</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574248" y="3013577"/>
            <a:ext cx="91915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separate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41" name="TextBox 40">
            <a:extLst>
              <a:ext uri="{FF2B5EF4-FFF2-40B4-BE49-F238E27FC236}">
                <a16:creationId xmlns:a16="http://schemas.microsoft.com/office/drawing/2014/main" id="{AFE633AB-3079-01A9-9188-35ED223E90A7}"/>
              </a:ext>
            </a:extLst>
          </p:cNvPr>
          <p:cNvSpPr txBox="1"/>
          <p:nvPr/>
        </p:nvSpPr>
        <p:spPr>
          <a:xfrm>
            <a:off x="4390778" y="3625094"/>
            <a:ext cx="1013133" cy="2031325"/>
          </a:xfrm>
          <a:prstGeom prst="rect">
            <a:avLst/>
          </a:prstGeom>
          <a:noFill/>
        </p:spPr>
        <p:txBody>
          <a:bodyPr wrap="square" rtlCol="0">
            <a:spAutoFit/>
          </a:bodyPr>
          <a:lstStyle/>
          <a:p>
            <a:pPr algn="ctr"/>
            <a:r>
              <a:rPr lang="en-GB"/>
              <a:t>Use </a:t>
            </a:r>
            <a:r>
              <a:rPr lang="en-GB" i="1"/>
              <a:t>if</a:t>
            </a:r>
            <a:r>
              <a:rPr lang="en-GB"/>
              <a:t>/</a:t>
            </a:r>
          </a:p>
          <a:p>
            <a:pPr algn="ctr"/>
            <a:r>
              <a:rPr lang="en-GB" i="1"/>
              <a:t>whether</a:t>
            </a:r>
            <a:r>
              <a:rPr lang="en-GB"/>
              <a:t> when there is no question word.</a:t>
            </a:r>
          </a:p>
        </p:txBody>
      </p:sp>
      <p:sp>
        <p:nvSpPr>
          <p:cNvPr id="45" name="TextBox 44">
            <a:extLst>
              <a:ext uri="{FF2B5EF4-FFF2-40B4-BE49-F238E27FC236}">
                <a16:creationId xmlns:a16="http://schemas.microsoft.com/office/drawing/2014/main" id="{DE0ED0DA-889E-B45C-F97A-76D6C528F593}"/>
              </a:ext>
            </a:extLst>
          </p:cNvPr>
          <p:cNvSpPr txBox="1"/>
          <p:nvPr/>
        </p:nvSpPr>
        <p:spPr>
          <a:xfrm>
            <a:off x="-89853" y="3587609"/>
            <a:ext cx="2492990" cy="652467"/>
          </a:xfrm>
          <a:prstGeom prst="rect">
            <a:avLst/>
          </a:prstGeom>
          <a:noFill/>
        </p:spPr>
        <p:txBody>
          <a:bodyPr vert="vert270" wrap="square" rtlCol="0">
            <a:spAutoFit/>
          </a:bodyPr>
          <a:lstStyle/>
          <a:p>
            <a:r>
              <a:rPr lang="en-GB" sz="15000"/>
              <a:t>{</a:t>
            </a:r>
          </a:p>
        </p:txBody>
      </p:sp>
      <p:sp>
        <p:nvSpPr>
          <p:cNvPr id="46" name="TextBox 45">
            <a:extLst>
              <a:ext uri="{FF2B5EF4-FFF2-40B4-BE49-F238E27FC236}">
                <a16:creationId xmlns:a16="http://schemas.microsoft.com/office/drawing/2014/main" id="{C1FB0715-27F2-8FCE-92BB-A0796E24D0B0}"/>
              </a:ext>
            </a:extLst>
          </p:cNvPr>
          <p:cNvSpPr txBox="1"/>
          <p:nvPr/>
        </p:nvSpPr>
        <p:spPr>
          <a:xfrm>
            <a:off x="195045" y="4054643"/>
            <a:ext cx="2653063" cy="1569660"/>
          </a:xfrm>
          <a:prstGeom prst="rect">
            <a:avLst/>
          </a:prstGeom>
          <a:noFill/>
        </p:spPr>
        <p:txBody>
          <a:bodyPr wrap="square" rtlCol="0">
            <a:spAutoFit/>
          </a:bodyPr>
          <a:lstStyle/>
          <a:p>
            <a:pPr algn="ctr"/>
            <a:r>
              <a:rPr lang="en-GB" sz="3200"/>
              <a:t>The expression of interest is a question,…</a:t>
            </a:r>
          </a:p>
        </p:txBody>
      </p:sp>
      <p:sp>
        <p:nvSpPr>
          <p:cNvPr id="48" name="Arrow: Up 47">
            <a:extLst>
              <a:ext uri="{FF2B5EF4-FFF2-40B4-BE49-F238E27FC236}">
                <a16:creationId xmlns:a16="http://schemas.microsoft.com/office/drawing/2014/main" id="{C640F27D-BCFE-0787-F30F-BE225E757FAB}"/>
              </a:ext>
            </a:extLst>
          </p:cNvPr>
          <p:cNvSpPr/>
          <p:nvPr/>
        </p:nvSpPr>
        <p:spPr>
          <a:xfrm>
            <a:off x="11202825" y="3625094"/>
            <a:ext cx="273250" cy="69677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0FF6F334-E66E-F6AF-70AB-2140F821E24D}"/>
              </a:ext>
            </a:extLst>
          </p:cNvPr>
          <p:cNvSpPr txBox="1"/>
          <p:nvPr/>
        </p:nvSpPr>
        <p:spPr>
          <a:xfrm>
            <a:off x="8518182" y="4390873"/>
            <a:ext cx="3048443" cy="1077218"/>
          </a:xfrm>
          <a:prstGeom prst="rect">
            <a:avLst/>
          </a:prstGeom>
          <a:noFill/>
        </p:spPr>
        <p:txBody>
          <a:bodyPr wrap="square" rtlCol="0">
            <a:spAutoFit/>
          </a:bodyPr>
          <a:lstStyle/>
          <a:p>
            <a:r>
              <a:rPr lang="en-GB" sz="3200"/>
              <a:t>…so we end with a question mark.</a:t>
            </a:r>
          </a:p>
        </p:txBody>
      </p:sp>
    </p:spTree>
    <p:extLst>
      <p:ext uri="{BB962C8B-B14F-4D97-AF65-F5344CB8AC3E}">
        <p14:creationId xmlns:p14="http://schemas.microsoft.com/office/powerpoint/2010/main" val="2826610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up)">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up)">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1000" fill="hold"/>
                                        <p:tgtEl>
                                          <p:spTgt spid="45"/>
                                        </p:tgtEl>
                                        <p:attrNameLst>
                                          <p:attrName>ppt_w</p:attrName>
                                        </p:attrNameLst>
                                      </p:cBhvr>
                                      <p:tavLst>
                                        <p:tav tm="0">
                                          <p:val>
                                            <p:strVal val="#ppt_w*0.70"/>
                                          </p:val>
                                        </p:tav>
                                        <p:tav tm="100000">
                                          <p:val>
                                            <p:strVal val="#ppt_w"/>
                                          </p:val>
                                        </p:tav>
                                      </p:tavLst>
                                    </p:anim>
                                    <p:anim calcmode="lin" valueType="num">
                                      <p:cBhvr>
                                        <p:cTn id="28" dur="1000" fill="hold"/>
                                        <p:tgtEl>
                                          <p:spTgt spid="45"/>
                                        </p:tgtEl>
                                        <p:attrNameLst>
                                          <p:attrName>ppt_h</p:attrName>
                                        </p:attrNameLst>
                                      </p:cBhvr>
                                      <p:tavLst>
                                        <p:tav tm="0">
                                          <p:val>
                                            <p:strVal val="#ppt_h"/>
                                          </p:val>
                                        </p:tav>
                                        <p:tav tm="100000">
                                          <p:val>
                                            <p:strVal val="#ppt_h"/>
                                          </p:val>
                                        </p:tav>
                                      </p:tavLst>
                                    </p:anim>
                                    <p:animEffect transition="in" filter="fade">
                                      <p:cBhvr>
                                        <p:cTn id="29" dur="1000"/>
                                        <p:tgtEl>
                                          <p:spTgt spid="4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left)">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wipe(left)">
                                      <p:cBhvr>
                                        <p:cTn id="39" dur="500"/>
                                        <p:tgtEl>
                                          <p:spTgt spid="49"/>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down)">
                                      <p:cBhvr>
                                        <p:cTn id="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P spid="46" grpId="0"/>
      <p:bldP spid="48" grpId="0" animBg="1"/>
      <p:bldP spid="49"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18" name="!!i" hidden="1">
            <a:extLst>
              <a:ext uri="{FF2B5EF4-FFF2-40B4-BE49-F238E27FC236}">
                <a16:creationId xmlns:a16="http://schemas.microsoft.com/office/drawing/2014/main" id="{4FA76582-422D-770B-F417-A5E5080E1011}"/>
              </a:ext>
            </a:extLst>
          </p:cNvPr>
          <p:cNvSpPr>
            <a:spLocks noChangeAspect="1"/>
          </p:cNvSpPr>
          <p:nvPr/>
        </p:nvSpPr>
        <p:spPr>
          <a:xfrm>
            <a:off x="8142253" y="4405035"/>
            <a:ext cx="1353696" cy="685754"/>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p:spPr>
        <p:txBody>
          <a:bodyPr rtlCol="0" anchor="ctr"/>
          <a:lstStyle/>
          <a:p>
            <a:pPr algn="ctr"/>
            <a:endParaRPr lang="en-GB" sz="2800"/>
          </a:p>
        </p:txBody>
      </p:sp>
      <p:sp>
        <p:nvSpPr>
          <p:cNvPr id="19" name="!!ii" hidden="1">
            <a:extLst>
              <a:ext uri="{FF2B5EF4-FFF2-40B4-BE49-F238E27FC236}">
                <a16:creationId xmlns:a16="http://schemas.microsoft.com/office/drawing/2014/main" id="{A4A4397A-BED2-379B-0879-DC235AE58DAA}"/>
              </a:ext>
            </a:extLst>
          </p:cNvPr>
          <p:cNvSpPr>
            <a:spLocks noChangeAspect="1"/>
          </p:cNvSpPr>
          <p:nvPr/>
        </p:nvSpPr>
        <p:spPr>
          <a:xfrm>
            <a:off x="6602974" y="2083635"/>
            <a:ext cx="1353696" cy="685754"/>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p:spPr>
        <p:txBody>
          <a:bodyPr rtlCol="0" anchor="ctr"/>
          <a:lstStyle/>
          <a:p>
            <a:pPr algn="ctr"/>
            <a:endParaRPr lang="en-GB" sz="2800"/>
          </a:p>
        </p:txBody>
      </p:sp>
      <p:sp>
        <p:nvSpPr>
          <p:cNvPr id="20" name="!!iii" hidden="1">
            <a:extLst>
              <a:ext uri="{FF2B5EF4-FFF2-40B4-BE49-F238E27FC236}">
                <a16:creationId xmlns:a16="http://schemas.microsoft.com/office/drawing/2014/main" id="{44EC88EC-2620-835B-4E33-9CA4ABB31732}"/>
              </a:ext>
            </a:extLst>
          </p:cNvPr>
          <p:cNvSpPr>
            <a:spLocks noChangeAspect="1"/>
          </p:cNvSpPr>
          <p:nvPr/>
        </p:nvSpPr>
        <p:spPr>
          <a:xfrm>
            <a:off x="8545311" y="2140415"/>
            <a:ext cx="1353696" cy="685754"/>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p:spPr>
        <p:txBody>
          <a:bodyPr rtlCol="0" anchor="ctr"/>
          <a:lstStyle/>
          <a:p>
            <a:pPr algn="ctr"/>
            <a:endParaRPr lang="en-GB" sz="2800"/>
          </a:p>
        </p:txBody>
      </p:sp>
      <p:sp>
        <p:nvSpPr>
          <p:cNvPr id="21" name="!!iv" hidden="1">
            <a:extLst>
              <a:ext uri="{FF2B5EF4-FFF2-40B4-BE49-F238E27FC236}">
                <a16:creationId xmlns:a16="http://schemas.microsoft.com/office/drawing/2014/main" id="{E156EC94-8282-7753-0B7C-11E0DCBD5CD7}"/>
              </a:ext>
            </a:extLst>
          </p:cNvPr>
          <p:cNvSpPr>
            <a:spLocks noChangeAspect="1"/>
          </p:cNvSpPr>
          <p:nvPr/>
        </p:nvSpPr>
        <p:spPr>
          <a:xfrm>
            <a:off x="6137643" y="4351601"/>
            <a:ext cx="1407132" cy="739188"/>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p:spPr>
        <p:txBody>
          <a:bodyPr rtlCol="0" anchor="ctr"/>
          <a:lstStyle/>
          <a:p>
            <a:pPr algn="ctr"/>
            <a:endParaRPr lang="en-GB" sz="2800"/>
          </a:p>
        </p:txBody>
      </p:sp>
      <p:sp>
        <p:nvSpPr>
          <p:cNvPr id="22" name="!!v" hidden="1">
            <a:extLst>
              <a:ext uri="{FF2B5EF4-FFF2-40B4-BE49-F238E27FC236}">
                <a16:creationId xmlns:a16="http://schemas.microsoft.com/office/drawing/2014/main" id="{7A3E3049-8E4A-7CDA-48F5-A3ED889C8185}"/>
              </a:ext>
            </a:extLst>
          </p:cNvPr>
          <p:cNvSpPr>
            <a:spLocks noChangeAspect="1"/>
          </p:cNvSpPr>
          <p:nvPr/>
        </p:nvSpPr>
        <p:spPr>
          <a:xfrm>
            <a:off x="1572048" y="2870748"/>
            <a:ext cx="1407132" cy="739188"/>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800"/>
          </a:p>
        </p:txBody>
      </p:sp>
      <p:sp>
        <p:nvSpPr>
          <p:cNvPr id="23" name="!!vi" hidden="1">
            <a:extLst>
              <a:ext uri="{FF2B5EF4-FFF2-40B4-BE49-F238E27FC236}">
                <a16:creationId xmlns:a16="http://schemas.microsoft.com/office/drawing/2014/main" id="{2B1C1302-FB9E-FAE5-5162-AEFEC9048085}"/>
              </a:ext>
            </a:extLst>
          </p:cNvPr>
          <p:cNvSpPr>
            <a:spLocks noChangeAspect="1"/>
          </p:cNvSpPr>
          <p:nvPr/>
        </p:nvSpPr>
        <p:spPr>
          <a:xfrm>
            <a:off x="3017120" y="4204503"/>
            <a:ext cx="1407132" cy="73918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p:spPr>
        <p:txBody>
          <a:bodyPr rtlCol="0" anchor="ctr"/>
          <a:lstStyle/>
          <a:p>
            <a:pPr algn="ctr"/>
            <a:endParaRPr lang="en-GB" sz="2800"/>
          </a:p>
        </p:txBody>
      </p:sp>
      <p:sp>
        <p:nvSpPr>
          <p:cNvPr id="24" name="!!vii" hidden="1">
            <a:extLst>
              <a:ext uri="{FF2B5EF4-FFF2-40B4-BE49-F238E27FC236}">
                <a16:creationId xmlns:a16="http://schemas.microsoft.com/office/drawing/2014/main" id="{BFD1B401-1379-97FA-8E59-45863C40152D}"/>
              </a:ext>
            </a:extLst>
          </p:cNvPr>
          <p:cNvSpPr>
            <a:spLocks noChangeAspect="1"/>
          </p:cNvSpPr>
          <p:nvPr/>
        </p:nvSpPr>
        <p:spPr>
          <a:xfrm>
            <a:off x="3952695" y="2870748"/>
            <a:ext cx="1407132" cy="73918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2800"/>
          </a:p>
        </p:txBody>
      </p:sp>
      <p:sp>
        <p:nvSpPr>
          <p:cNvPr id="25" name="!!viii" hidden="1">
            <a:extLst>
              <a:ext uri="{FF2B5EF4-FFF2-40B4-BE49-F238E27FC236}">
                <a16:creationId xmlns:a16="http://schemas.microsoft.com/office/drawing/2014/main" id="{3DB87AD9-9D15-C4B7-B8CB-A18BBECC9905}"/>
              </a:ext>
            </a:extLst>
          </p:cNvPr>
          <p:cNvSpPr>
            <a:spLocks noChangeAspect="1"/>
          </p:cNvSpPr>
          <p:nvPr/>
        </p:nvSpPr>
        <p:spPr>
          <a:xfrm>
            <a:off x="1814359" y="1531475"/>
            <a:ext cx="1362600" cy="694660"/>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p:spPr>
        <p:txBody>
          <a:bodyPr rtlCol="0" anchor="ctr"/>
          <a:lstStyle/>
          <a:p>
            <a:pPr algn="ctr"/>
            <a:endParaRPr lang="en-GB" sz="2800"/>
          </a:p>
        </p:txBody>
      </p:sp>
      <p:sp>
        <p:nvSpPr>
          <p:cNvPr id="26" name="!!ix" hidden="1">
            <a:extLst>
              <a:ext uri="{FF2B5EF4-FFF2-40B4-BE49-F238E27FC236}">
                <a16:creationId xmlns:a16="http://schemas.microsoft.com/office/drawing/2014/main" id="{07793FEC-B8CC-C3D7-825E-419D90A77FD5}"/>
              </a:ext>
            </a:extLst>
          </p:cNvPr>
          <p:cNvSpPr>
            <a:spLocks noChangeAspect="1"/>
          </p:cNvSpPr>
          <p:nvPr/>
        </p:nvSpPr>
        <p:spPr>
          <a:xfrm>
            <a:off x="4054445" y="1582424"/>
            <a:ext cx="1371510" cy="703563"/>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p:spPr>
        <p:txBody>
          <a:bodyPr rtlCol="0" anchor="ctr"/>
          <a:lstStyle/>
          <a:p>
            <a:pPr algn="ctr"/>
            <a:endParaRPr lang="en-GB" sz="2800"/>
          </a:p>
        </p:txBody>
      </p:sp>
      <p:sp>
        <p:nvSpPr>
          <p:cNvPr id="27" name="Rectangle 1">
            <a:extLst>
              <a:ext uri="{FF2B5EF4-FFF2-40B4-BE49-F238E27FC236}">
                <a16:creationId xmlns:a16="http://schemas.microsoft.com/office/drawing/2014/main" id="{1359D429-069B-410C-0044-6CE929F31AD1}"/>
              </a:ext>
            </a:extLst>
          </p:cNvPr>
          <p:cNvSpPr>
            <a:spLocks noChangeArrowheads="1"/>
          </p:cNvSpPr>
          <p:nvPr/>
        </p:nvSpPr>
        <p:spPr bwMode="auto">
          <a:xfrm>
            <a:off x="3027376" y="4290686"/>
            <a:ext cx="13866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do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8" name="Rectangle 1">
            <a:extLst>
              <a:ext uri="{FF2B5EF4-FFF2-40B4-BE49-F238E27FC236}">
                <a16:creationId xmlns:a16="http://schemas.microsoft.com/office/drawing/2014/main" id="{D2E3ACE6-CAE2-E50C-DF1D-4BD53ADB925C}"/>
              </a:ext>
            </a:extLst>
          </p:cNvPr>
          <p:cNvSpPr>
            <a:spLocks noChangeArrowheads="1"/>
          </p:cNvSpPr>
          <p:nvPr/>
        </p:nvSpPr>
        <p:spPr bwMode="auto">
          <a:xfrm>
            <a:off x="2079888" y="1617195"/>
            <a:ext cx="6756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or</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9" name="Rectangle 1">
            <a:extLst>
              <a:ext uri="{FF2B5EF4-FFF2-40B4-BE49-F238E27FC236}">
                <a16:creationId xmlns:a16="http://schemas.microsoft.com/office/drawing/2014/main" id="{B142E39C-B3CA-E532-9375-FC519B42810F}"/>
              </a:ext>
            </a:extLst>
          </p:cNvPr>
          <p:cNvSpPr>
            <a:spLocks noChangeArrowheads="1"/>
          </p:cNvSpPr>
          <p:nvPr/>
        </p:nvSpPr>
        <p:spPr bwMode="auto">
          <a:xfrm>
            <a:off x="6226351" y="4420471"/>
            <a:ext cx="10842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happy</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0" name="Rectangle 1">
            <a:extLst>
              <a:ext uri="{FF2B5EF4-FFF2-40B4-BE49-F238E27FC236}">
                <a16:creationId xmlns:a16="http://schemas.microsoft.com/office/drawing/2014/main" id="{FB570313-EAF9-9F64-0442-702AA735E84E}"/>
              </a:ext>
            </a:extLst>
          </p:cNvPr>
          <p:cNvSpPr>
            <a:spLocks noChangeArrowheads="1"/>
          </p:cNvSpPr>
          <p:nvPr/>
        </p:nvSpPr>
        <p:spPr bwMode="auto">
          <a:xfrm>
            <a:off x="4419402" y="1672595"/>
            <a:ext cx="75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b</a:t>
            </a: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oth.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1" name="Rectangle 1">
            <a:extLst>
              <a:ext uri="{FF2B5EF4-FFF2-40B4-BE49-F238E27FC236}">
                <a16:creationId xmlns:a16="http://schemas.microsoft.com/office/drawing/2014/main" id="{5EC52D8B-E757-8FA4-3E08-C41CED98090C}"/>
              </a:ext>
            </a:extLst>
          </p:cNvPr>
          <p:cNvSpPr>
            <a:spLocks noChangeArrowheads="1"/>
          </p:cNvSpPr>
          <p:nvPr/>
        </p:nvSpPr>
        <p:spPr bwMode="auto">
          <a:xfrm>
            <a:off x="8637820" y="4486303"/>
            <a:ext cx="8224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2" name="Rectangle 1">
            <a:extLst>
              <a:ext uri="{FF2B5EF4-FFF2-40B4-BE49-F238E27FC236}">
                <a16:creationId xmlns:a16="http://schemas.microsoft.com/office/drawing/2014/main" id="{BFE4A916-7E44-D745-6A53-2ED9F372C48E}"/>
              </a:ext>
            </a:extLst>
          </p:cNvPr>
          <p:cNvSpPr>
            <a:spLocks noChangeArrowheads="1"/>
          </p:cNvSpPr>
          <p:nvPr/>
        </p:nvSpPr>
        <p:spPr bwMode="auto">
          <a:xfrm>
            <a:off x="6940959" y="2134718"/>
            <a:ext cx="6290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am</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3" name="Rectangle 1">
            <a:extLst>
              <a:ext uri="{FF2B5EF4-FFF2-40B4-BE49-F238E27FC236}">
                <a16:creationId xmlns:a16="http://schemas.microsoft.com/office/drawing/2014/main" id="{FFD55424-041C-A978-009D-518E27C32DDF}"/>
              </a:ext>
            </a:extLst>
          </p:cNvPr>
          <p:cNvSpPr>
            <a:spLocks noChangeArrowheads="1"/>
          </p:cNvSpPr>
          <p:nvPr/>
        </p:nvSpPr>
        <p:spPr bwMode="auto">
          <a:xfrm>
            <a:off x="4218222" y="2976817"/>
            <a:ext cx="8760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either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4" name="Rectangle 1">
            <a:extLst>
              <a:ext uri="{FF2B5EF4-FFF2-40B4-BE49-F238E27FC236}">
                <a16:creationId xmlns:a16="http://schemas.microsoft.com/office/drawing/2014/main" id="{FCFF82D5-0A5E-0E1A-166C-450CDEDC1D91}"/>
              </a:ext>
            </a:extLst>
          </p:cNvPr>
          <p:cNvSpPr>
            <a:spLocks noChangeArrowheads="1"/>
          </p:cNvSpPr>
          <p:nvPr/>
        </p:nvSpPr>
        <p:spPr bwMode="auto">
          <a:xfrm>
            <a:off x="9196974" y="2149902"/>
            <a:ext cx="7968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quite</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5" name="Rectangle 1">
            <a:extLst>
              <a:ext uri="{FF2B5EF4-FFF2-40B4-BE49-F238E27FC236}">
                <a16:creationId xmlns:a16="http://schemas.microsoft.com/office/drawing/2014/main" id="{3F7E5CB7-C765-29BF-2672-89F604A11FC8}"/>
              </a:ext>
            </a:extLst>
          </p:cNvPr>
          <p:cNvSpPr>
            <a:spLocks noChangeArrowheads="1"/>
          </p:cNvSpPr>
          <p:nvPr/>
        </p:nvSpPr>
        <p:spPr bwMode="auto">
          <a:xfrm>
            <a:off x="1894136" y="2936866"/>
            <a:ext cx="7854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to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406582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18" name="!!i">
            <a:extLst>
              <a:ext uri="{FF2B5EF4-FFF2-40B4-BE49-F238E27FC236}">
                <a16:creationId xmlns:a16="http://schemas.microsoft.com/office/drawing/2014/main" id="{4FA76582-422D-770B-F417-A5E5080E1011}"/>
              </a:ext>
            </a:extLst>
          </p:cNvPr>
          <p:cNvSpPr>
            <a:spLocks noChangeAspect="1"/>
          </p:cNvSpPr>
          <p:nvPr/>
        </p:nvSpPr>
        <p:spPr>
          <a:xfrm>
            <a:off x="8339473" y="4245906"/>
            <a:ext cx="1981947" cy="1004012"/>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19" name="!!ii">
            <a:extLst>
              <a:ext uri="{FF2B5EF4-FFF2-40B4-BE49-F238E27FC236}">
                <a16:creationId xmlns:a16="http://schemas.microsoft.com/office/drawing/2014/main" id="{A4A4397A-BED2-379B-0879-DC235AE58DAA}"/>
              </a:ext>
            </a:extLst>
          </p:cNvPr>
          <p:cNvSpPr>
            <a:spLocks noChangeAspect="1"/>
          </p:cNvSpPr>
          <p:nvPr/>
        </p:nvSpPr>
        <p:spPr>
          <a:xfrm>
            <a:off x="6288849" y="1924506"/>
            <a:ext cx="1981947" cy="1004012"/>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20" name="!!iii">
            <a:extLst>
              <a:ext uri="{FF2B5EF4-FFF2-40B4-BE49-F238E27FC236}">
                <a16:creationId xmlns:a16="http://schemas.microsoft.com/office/drawing/2014/main" id="{44EC88EC-2620-835B-4E33-9CA4ABB31732}"/>
              </a:ext>
            </a:extLst>
          </p:cNvPr>
          <p:cNvSpPr>
            <a:spLocks noChangeAspect="1"/>
          </p:cNvSpPr>
          <p:nvPr/>
        </p:nvSpPr>
        <p:spPr>
          <a:xfrm>
            <a:off x="8616198" y="1981286"/>
            <a:ext cx="1981947" cy="1004012"/>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21" name="!!iv">
            <a:extLst>
              <a:ext uri="{FF2B5EF4-FFF2-40B4-BE49-F238E27FC236}">
                <a16:creationId xmlns:a16="http://schemas.microsoft.com/office/drawing/2014/main" id="{E156EC94-8282-7753-0B7C-11E0DCBD5CD7}"/>
              </a:ext>
            </a:extLst>
          </p:cNvPr>
          <p:cNvSpPr>
            <a:spLocks noChangeAspect="1"/>
          </p:cNvSpPr>
          <p:nvPr/>
        </p:nvSpPr>
        <p:spPr>
          <a:xfrm>
            <a:off x="5811118" y="4180072"/>
            <a:ext cx="2060182" cy="1082246"/>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22" name="!!v">
            <a:extLst>
              <a:ext uri="{FF2B5EF4-FFF2-40B4-BE49-F238E27FC236}">
                <a16:creationId xmlns:a16="http://schemas.microsoft.com/office/drawing/2014/main" id="{7A3E3049-8E4A-7CDA-48F5-A3ED889C8185}"/>
              </a:ext>
            </a:extLst>
          </p:cNvPr>
          <p:cNvSpPr>
            <a:spLocks noChangeAspect="1"/>
          </p:cNvSpPr>
          <p:nvPr/>
        </p:nvSpPr>
        <p:spPr>
          <a:xfrm>
            <a:off x="1245523" y="2699219"/>
            <a:ext cx="2060182" cy="1082246"/>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23" name="!!vi">
            <a:extLst>
              <a:ext uri="{FF2B5EF4-FFF2-40B4-BE49-F238E27FC236}">
                <a16:creationId xmlns:a16="http://schemas.microsoft.com/office/drawing/2014/main" id="{2B1C1302-FB9E-FAE5-5162-AEFEC9048085}"/>
              </a:ext>
            </a:extLst>
          </p:cNvPr>
          <p:cNvSpPr>
            <a:spLocks noChangeAspect="1"/>
          </p:cNvSpPr>
          <p:nvPr/>
        </p:nvSpPr>
        <p:spPr>
          <a:xfrm>
            <a:off x="2690595" y="4032974"/>
            <a:ext cx="2060182" cy="1082246"/>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24" name="!!vii">
            <a:extLst>
              <a:ext uri="{FF2B5EF4-FFF2-40B4-BE49-F238E27FC236}">
                <a16:creationId xmlns:a16="http://schemas.microsoft.com/office/drawing/2014/main" id="{BFD1B401-1379-97FA-8E59-45863C40152D}"/>
              </a:ext>
            </a:extLst>
          </p:cNvPr>
          <p:cNvSpPr>
            <a:spLocks noChangeAspect="1"/>
          </p:cNvSpPr>
          <p:nvPr/>
        </p:nvSpPr>
        <p:spPr>
          <a:xfrm>
            <a:off x="3626170" y="2699219"/>
            <a:ext cx="2060182" cy="1082246"/>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25" name="!!viii">
            <a:extLst>
              <a:ext uri="{FF2B5EF4-FFF2-40B4-BE49-F238E27FC236}">
                <a16:creationId xmlns:a16="http://schemas.microsoft.com/office/drawing/2014/main" id="{3DB87AD9-9D15-C4B7-B8CB-A18BBECC9905}"/>
              </a:ext>
            </a:extLst>
          </p:cNvPr>
          <p:cNvSpPr>
            <a:spLocks noChangeAspect="1"/>
          </p:cNvSpPr>
          <p:nvPr/>
        </p:nvSpPr>
        <p:spPr>
          <a:xfrm>
            <a:off x="1498168" y="1370279"/>
            <a:ext cx="1994983" cy="1017052"/>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a:p>
        </p:txBody>
      </p:sp>
      <p:sp>
        <p:nvSpPr>
          <p:cNvPr id="26" name="!!ix">
            <a:extLst>
              <a:ext uri="{FF2B5EF4-FFF2-40B4-BE49-F238E27FC236}">
                <a16:creationId xmlns:a16="http://schemas.microsoft.com/office/drawing/2014/main" id="{07793FEC-B8CC-C3D7-825E-419D90A77FD5}"/>
              </a:ext>
            </a:extLst>
          </p:cNvPr>
          <p:cNvSpPr>
            <a:spLocks noChangeAspect="1"/>
          </p:cNvSpPr>
          <p:nvPr/>
        </p:nvSpPr>
        <p:spPr>
          <a:xfrm>
            <a:off x="3736186" y="1419162"/>
            <a:ext cx="2008028" cy="1030086"/>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a:p>
        </p:txBody>
      </p:sp>
      <p:sp>
        <p:nvSpPr>
          <p:cNvPr id="27" name="Rectangle 1">
            <a:extLst>
              <a:ext uri="{FF2B5EF4-FFF2-40B4-BE49-F238E27FC236}">
                <a16:creationId xmlns:a16="http://schemas.microsoft.com/office/drawing/2014/main" id="{1359D429-069B-410C-0044-6CE929F31AD1}"/>
              </a:ext>
            </a:extLst>
          </p:cNvPr>
          <p:cNvSpPr>
            <a:spLocks noChangeArrowheads="1"/>
          </p:cNvSpPr>
          <p:nvPr/>
        </p:nvSpPr>
        <p:spPr bwMode="auto">
          <a:xfrm>
            <a:off x="3027376" y="4124211"/>
            <a:ext cx="1386619"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do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8" name="Rectangle 1">
            <a:extLst>
              <a:ext uri="{FF2B5EF4-FFF2-40B4-BE49-F238E27FC236}">
                <a16:creationId xmlns:a16="http://schemas.microsoft.com/office/drawing/2014/main" id="{D2E3ACE6-CAE2-E50C-DF1D-4BD53ADB925C}"/>
              </a:ext>
            </a:extLst>
          </p:cNvPr>
          <p:cNvSpPr>
            <a:spLocks noChangeArrowheads="1"/>
          </p:cNvSpPr>
          <p:nvPr/>
        </p:nvSpPr>
        <p:spPr bwMode="auto">
          <a:xfrm>
            <a:off x="2079888" y="1450720"/>
            <a:ext cx="675636"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or</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9" name="Rectangle 1">
            <a:extLst>
              <a:ext uri="{FF2B5EF4-FFF2-40B4-BE49-F238E27FC236}">
                <a16:creationId xmlns:a16="http://schemas.microsoft.com/office/drawing/2014/main" id="{B142E39C-B3CA-E532-9375-FC519B42810F}"/>
              </a:ext>
            </a:extLst>
          </p:cNvPr>
          <p:cNvSpPr>
            <a:spLocks noChangeArrowheads="1"/>
          </p:cNvSpPr>
          <p:nvPr/>
        </p:nvSpPr>
        <p:spPr bwMode="auto">
          <a:xfrm>
            <a:off x="6226351" y="4253996"/>
            <a:ext cx="1084238"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happy</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0" name="Rectangle 1">
            <a:extLst>
              <a:ext uri="{FF2B5EF4-FFF2-40B4-BE49-F238E27FC236}">
                <a16:creationId xmlns:a16="http://schemas.microsoft.com/office/drawing/2014/main" id="{FB570313-EAF9-9F64-0442-702AA735E84E}"/>
              </a:ext>
            </a:extLst>
          </p:cNvPr>
          <p:cNvSpPr>
            <a:spLocks noChangeArrowheads="1"/>
          </p:cNvSpPr>
          <p:nvPr/>
        </p:nvSpPr>
        <p:spPr bwMode="auto">
          <a:xfrm>
            <a:off x="4419402" y="1506120"/>
            <a:ext cx="754428"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b</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oth.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1" name="Rectangle 1">
            <a:extLst>
              <a:ext uri="{FF2B5EF4-FFF2-40B4-BE49-F238E27FC236}">
                <a16:creationId xmlns:a16="http://schemas.microsoft.com/office/drawing/2014/main" id="{5EC52D8B-E757-8FA4-3E08-C41CED98090C}"/>
              </a:ext>
            </a:extLst>
          </p:cNvPr>
          <p:cNvSpPr>
            <a:spLocks noChangeArrowheads="1"/>
          </p:cNvSpPr>
          <p:nvPr/>
        </p:nvSpPr>
        <p:spPr bwMode="auto">
          <a:xfrm>
            <a:off x="8836343" y="4319828"/>
            <a:ext cx="822492"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2" name="Rectangle 1">
            <a:extLst>
              <a:ext uri="{FF2B5EF4-FFF2-40B4-BE49-F238E27FC236}">
                <a16:creationId xmlns:a16="http://schemas.microsoft.com/office/drawing/2014/main" id="{BFE4A916-7E44-D745-6A53-2ED9F372C48E}"/>
              </a:ext>
            </a:extLst>
          </p:cNvPr>
          <p:cNvSpPr>
            <a:spLocks noChangeArrowheads="1"/>
          </p:cNvSpPr>
          <p:nvPr/>
        </p:nvSpPr>
        <p:spPr bwMode="auto">
          <a:xfrm>
            <a:off x="6940959" y="1968243"/>
            <a:ext cx="629048"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am</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3" name="Rectangle 1">
            <a:extLst>
              <a:ext uri="{FF2B5EF4-FFF2-40B4-BE49-F238E27FC236}">
                <a16:creationId xmlns:a16="http://schemas.microsoft.com/office/drawing/2014/main" id="{FFD55424-041C-A978-009D-518E27C32DDF}"/>
              </a:ext>
            </a:extLst>
          </p:cNvPr>
          <p:cNvSpPr>
            <a:spLocks noChangeArrowheads="1"/>
          </p:cNvSpPr>
          <p:nvPr/>
        </p:nvSpPr>
        <p:spPr bwMode="auto">
          <a:xfrm>
            <a:off x="4218222" y="2810342"/>
            <a:ext cx="876077"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either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4" name="Rectangle 1">
            <a:extLst>
              <a:ext uri="{FF2B5EF4-FFF2-40B4-BE49-F238E27FC236}">
                <a16:creationId xmlns:a16="http://schemas.microsoft.com/office/drawing/2014/main" id="{FCFF82D5-0A5E-0E1A-166C-450CDEDC1D91}"/>
              </a:ext>
            </a:extLst>
          </p:cNvPr>
          <p:cNvSpPr>
            <a:spLocks noChangeArrowheads="1"/>
          </p:cNvSpPr>
          <p:nvPr/>
        </p:nvSpPr>
        <p:spPr bwMode="auto">
          <a:xfrm>
            <a:off x="9106736" y="1983427"/>
            <a:ext cx="796842"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quite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35" name="Rectangle 1">
            <a:extLst>
              <a:ext uri="{FF2B5EF4-FFF2-40B4-BE49-F238E27FC236}">
                <a16:creationId xmlns:a16="http://schemas.microsoft.com/office/drawing/2014/main" id="{3F7E5CB7-C765-29BF-2672-89F604A11FC8}"/>
              </a:ext>
            </a:extLst>
          </p:cNvPr>
          <p:cNvSpPr>
            <a:spLocks noChangeArrowheads="1"/>
          </p:cNvSpPr>
          <p:nvPr/>
        </p:nvSpPr>
        <p:spPr bwMode="auto">
          <a:xfrm>
            <a:off x="1894136" y="2770391"/>
            <a:ext cx="785454" cy="85617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to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407477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18" name="!!i">
            <a:extLst>
              <a:ext uri="{FF2B5EF4-FFF2-40B4-BE49-F238E27FC236}">
                <a16:creationId xmlns:a16="http://schemas.microsoft.com/office/drawing/2014/main" id="{4FA76582-422D-770B-F417-A5E5080E1011}"/>
              </a:ext>
            </a:extLst>
          </p:cNvPr>
          <p:cNvSpPr>
            <a:spLocks noChangeAspect="1"/>
          </p:cNvSpPr>
          <p:nvPr/>
        </p:nvSpPr>
        <p:spPr>
          <a:xfrm>
            <a:off x="449253" y="2913119"/>
            <a:ext cx="1353696" cy="685754"/>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800"/>
          </a:p>
        </p:txBody>
      </p:sp>
      <p:sp>
        <p:nvSpPr>
          <p:cNvPr id="19" name="!!ii">
            <a:extLst>
              <a:ext uri="{FF2B5EF4-FFF2-40B4-BE49-F238E27FC236}">
                <a16:creationId xmlns:a16="http://schemas.microsoft.com/office/drawing/2014/main" id="{A4A4397A-BED2-379B-0879-DC235AE58DAA}"/>
              </a:ext>
            </a:extLst>
          </p:cNvPr>
          <p:cNvSpPr>
            <a:spLocks noChangeAspect="1"/>
          </p:cNvSpPr>
          <p:nvPr/>
        </p:nvSpPr>
        <p:spPr>
          <a:xfrm>
            <a:off x="1695298" y="2908824"/>
            <a:ext cx="1353696" cy="685754"/>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800"/>
          </a:p>
        </p:txBody>
      </p:sp>
      <p:sp>
        <p:nvSpPr>
          <p:cNvPr id="20" name="!!iii">
            <a:extLst>
              <a:ext uri="{FF2B5EF4-FFF2-40B4-BE49-F238E27FC236}">
                <a16:creationId xmlns:a16="http://schemas.microsoft.com/office/drawing/2014/main" id="{44EC88EC-2620-835B-4E33-9CA4ABB31732}"/>
              </a:ext>
            </a:extLst>
          </p:cNvPr>
          <p:cNvSpPr>
            <a:spLocks noChangeAspect="1"/>
          </p:cNvSpPr>
          <p:nvPr/>
        </p:nvSpPr>
        <p:spPr>
          <a:xfrm>
            <a:off x="2937086" y="2908824"/>
            <a:ext cx="1353696" cy="685754"/>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800"/>
          </a:p>
        </p:txBody>
      </p:sp>
      <p:sp>
        <p:nvSpPr>
          <p:cNvPr id="21" name="!!iv">
            <a:extLst>
              <a:ext uri="{FF2B5EF4-FFF2-40B4-BE49-F238E27FC236}">
                <a16:creationId xmlns:a16="http://schemas.microsoft.com/office/drawing/2014/main" id="{E156EC94-8282-7753-0B7C-11E0DCBD5CD7}"/>
              </a:ext>
            </a:extLst>
          </p:cNvPr>
          <p:cNvSpPr>
            <a:spLocks noChangeAspect="1"/>
          </p:cNvSpPr>
          <p:nvPr/>
        </p:nvSpPr>
        <p:spPr>
          <a:xfrm>
            <a:off x="4154625" y="2885185"/>
            <a:ext cx="1407132" cy="739188"/>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800"/>
          </a:p>
        </p:txBody>
      </p:sp>
      <p:sp>
        <p:nvSpPr>
          <p:cNvPr id="22" name="!!v">
            <a:extLst>
              <a:ext uri="{FF2B5EF4-FFF2-40B4-BE49-F238E27FC236}">
                <a16:creationId xmlns:a16="http://schemas.microsoft.com/office/drawing/2014/main" id="{7A3E3049-8E4A-7CDA-48F5-A3ED889C8185}"/>
              </a:ext>
            </a:extLst>
          </p:cNvPr>
          <p:cNvSpPr>
            <a:spLocks noChangeAspect="1"/>
          </p:cNvSpPr>
          <p:nvPr/>
        </p:nvSpPr>
        <p:spPr>
          <a:xfrm>
            <a:off x="5392075" y="2887841"/>
            <a:ext cx="1407132" cy="739188"/>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800"/>
          </a:p>
        </p:txBody>
      </p:sp>
      <p:sp>
        <p:nvSpPr>
          <p:cNvPr id="23" name="!!vi">
            <a:extLst>
              <a:ext uri="{FF2B5EF4-FFF2-40B4-BE49-F238E27FC236}">
                <a16:creationId xmlns:a16="http://schemas.microsoft.com/office/drawing/2014/main" id="{2B1C1302-FB9E-FAE5-5162-AEFEC9048085}"/>
              </a:ext>
            </a:extLst>
          </p:cNvPr>
          <p:cNvSpPr>
            <a:spLocks noChangeAspect="1"/>
          </p:cNvSpPr>
          <p:nvPr/>
        </p:nvSpPr>
        <p:spPr>
          <a:xfrm>
            <a:off x="6625058" y="2890599"/>
            <a:ext cx="1407132" cy="73918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800"/>
          </a:p>
        </p:txBody>
      </p:sp>
      <p:sp>
        <p:nvSpPr>
          <p:cNvPr id="24" name="!!vii">
            <a:extLst>
              <a:ext uri="{FF2B5EF4-FFF2-40B4-BE49-F238E27FC236}">
                <a16:creationId xmlns:a16="http://schemas.microsoft.com/office/drawing/2014/main" id="{BFD1B401-1379-97FA-8E59-45863C40152D}"/>
              </a:ext>
            </a:extLst>
          </p:cNvPr>
          <p:cNvSpPr>
            <a:spLocks noChangeAspect="1"/>
          </p:cNvSpPr>
          <p:nvPr/>
        </p:nvSpPr>
        <p:spPr>
          <a:xfrm>
            <a:off x="7876726" y="2894537"/>
            <a:ext cx="1407132" cy="73918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800"/>
          </a:p>
        </p:txBody>
      </p:sp>
      <p:sp>
        <p:nvSpPr>
          <p:cNvPr id="25" name="!!viii">
            <a:extLst>
              <a:ext uri="{FF2B5EF4-FFF2-40B4-BE49-F238E27FC236}">
                <a16:creationId xmlns:a16="http://schemas.microsoft.com/office/drawing/2014/main" id="{3DB87AD9-9D15-C4B7-B8CB-A18BBECC9905}"/>
              </a:ext>
            </a:extLst>
          </p:cNvPr>
          <p:cNvSpPr>
            <a:spLocks noChangeAspect="1"/>
          </p:cNvSpPr>
          <p:nvPr/>
        </p:nvSpPr>
        <p:spPr>
          <a:xfrm>
            <a:off x="9147606" y="2917741"/>
            <a:ext cx="1362600" cy="694660"/>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2800"/>
          </a:p>
        </p:txBody>
      </p:sp>
      <p:sp>
        <p:nvSpPr>
          <p:cNvPr id="26" name="!!ix">
            <a:extLst>
              <a:ext uri="{FF2B5EF4-FFF2-40B4-BE49-F238E27FC236}">
                <a16:creationId xmlns:a16="http://schemas.microsoft.com/office/drawing/2014/main" id="{07793FEC-B8CC-C3D7-825E-419D90A77FD5}"/>
              </a:ext>
            </a:extLst>
          </p:cNvPr>
          <p:cNvSpPr>
            <a:spLocks noChangeAspect="1"/>
          </p:cNvSpPr>
          <p:nvPr/>
        </p:nvSpPr>
        <p:spPr>
          <a:xfrm>
            <a:off x="10393417" y="2909243"/>
            <a:ext cx="1371510" cy="703563"/>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2800"/>
          </a:p>
        </p:txBody>
      </p:sp>
      <p:sp>
        <p:nvSpPr>
          <p:cNvPr id="27" name="Rectangle 1">
            <a:extLst>
              <a:ext uri="{FF2B5EF4-FFF2-40B4-BE49-F238E27FC236}">
                <a16:creationId xmlns:a16="http://schemas.microsoft.com/office/drawing/2014/main" id="{1359D429-069B-410C-0044-6CE929F31AD1}"/>
              </a:ext>
            </a:extLst>
          </p:cNvPr>
          <p:cNvSpPr>
            <a:spLocks noChangeArrowheads="1"/>
          </p:cNvSpPr>
          <p:nvPr/>
        </p:nvSpPr>
        <p:spPr bwMode="auto">
          <a:xfrm>
            <a:off x="6635314" y="2976782"/>
            <a:ext cx="1386619"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do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8" name="Rectangle 1">
            <a:extLst>
              <a:ext uri="{FF2B5EF4-FFF2-40B4-BE49-F238E27FC236}">
                <a16:creationId xmlns:a16="http://schemas.microsoft.com/office/drawing/2014/main" id="{D2E3ACE6-CAE2-E50C-DF1D-4BD53ADB925C}"/>
              </a:ext>
            </a:extLst>
          </p:cNvPr>
          <p:cNvSpPr>
            <a:spLocks noChangeArrowheads="1"/>
          </p:cNvSpPr>
          <p:nvPr/>
        </p:nvSpPr>
        <p:spPr bwMode="auto">
          <a:xfrm>
            <a:off x="9413135" y="3003461"/>
            <a:ext cx="675636"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or</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9" name="Rectangle 1">
            <a:extLst>
              <a:ext uri="{FF2B5EF4-FFF2-40B4-BE49-F238E27FC236}">
                <a16:creationId xmlns:a16="http://schemas.microsoft.com/office/drawing/2014/main" id="{B142E39C-B3CA-E532-9375-FC519B42810F}"/>
              </a:ext>
            </a:extLst>
          </p:cNvPr>
          <p:cNvSpPr>
            <a:spLocks noChangeArrowheads="1"/>
          </p:cNvSpPr>
          <p:nvPr/>
        </p:nvSpPr>
        <p:spPr bwMode="auto">
          <a:xfrm>
            <a:off x="4243333" y="2954055"/>
            <a:ext cx="1084238"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happy</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0" name="Rectangle 1">
            <a:extLst>
              <a:ext uri="{FF2B5EF4-FFF2-40B4-BE49-F238E27FC236}">
                <a16:creationId xmlns:a16="http://schemas.microsoft.com/office/drawing/2014/main" id="{FB570313-EAF9-9F64-0442-702AA735E84E}"/>
              </a:ext>
            </a:extLst>
          </p:cNvPr>
          <p:cNvSpPr>
            <a:spLocks noChangeArrowheads="1"/>
          </p:cNvSpPr>
          <p:nvPr/>
        </p:nvSpPr>
        <p:spPr bwMode="auto">
          <a:xfrm>
            <a:off x="10758374" y="2999414"/>
            <a:ext cx="754428"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b</a:t>
            </a: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oth.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1" name="Rectangle 1">
            <a:extLst>
              <a:ext uri="{FF2B5EF4-FFF2-40B4-BE49-F238E27FC236}">
                <a16:creationId xmlns:a16="http://schemas.microsoft.com/office/drawing/2014/main" id="{5EC52D8B-E757-8FA4-3E08-C41CED98090C}"/>
              </a:ext>
            </a:extLst>
          </p:cNvPr>
          <p:cNvSpPr>
            <a:spLocks noChangeArrowheads="1"/>
          </p:cNvSpPr>
          <p:nvPr/>
        </p:nvSpPr>
        <p:spPr bwMode="auto">
          <a:xfrm>
            <a:off x="631998" y="2994387"/>
            <a:ext cx="822492"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2" name="Rectangle 1">
            <a:extLst>
              <a:ext uri="{FF2B5EF4-FFF2-40B4-BE49-F238E27FC236}">
                <a16:creationId xmlns:a16="http://schemas.microsoft.com/office/drawing/2014/main" id="{BFE4A916-7E44-D745-6A53-2ED9F372C48E}"/>
              </a:ext>
            </a:extLst>
          </p:cNvPr>
          <p:cNvSpPr>
            <a:spLocks noChangeArrowheads="1"/>
          </p:cNvSpPr>
          <p:nvPr/>
        </p:nvSpPr>
        <p:spPr bwMode="auto">
          <a:xfrm>
            <a:off x="2033283" y="2959907"/>
            <a:ext cx="629048"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a:latin typeface="Gill Sans MT Condensed" panose="020B0506020104020203" pitchFamily="34" charset="0"/>
                <a:cs typeface="Calibri" panose="020F0502020204030204" pitchFamily="34" charset="0"/>
              </a:rPr>
              <a:t>am</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3" name="Rectangle 1">
            <a:extLst>
              <a:ext uri="{FF2B5EF4-FFF2-40B4-BE49-F238E27FC236}">
                <a16:creationId xmlns:a16="http://schemas.microsoft.com/office/drawing/2014/main" id="{FFD55424-041C-A978-009D-518E27C32DDF}"/>
              </a:ext>
            </a:extLst>
          </p:cNvPr>
          <p:cNvSpPr>
            <a:spLocks noChangeArrowheads="1"/>
          </p:cNvSpPr>
          <p:nvPr/>
        </p:nvSpPr>
        <p:spPr bwMode="auto">
          <a:xfrm>
            <a:off x="8142253" y="3000606"/>
            <a:ext cx="876077"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either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4" name="Rectangle 1">
            <a:extLst>
              <a:ext uri="{FF2B5EF4-FFF2-40B4-BE49-F238E27FC236}">
                <a16:creationId xmlns:a16="http://schemas.microsoft.com/office/drawing/2014/main" id="{FCFF82D5-0A5E-0E1A-166C-450CDEDC1D91}"/>
              </a:ext>
            </a:extLst>
          </p:cNvPr>
          <p:cNvSpPr>
            <a:spLocks noChangeArrowheads="1"/>
          </p:cNvSpPr>
          <p:nvPr/>
        </p:nvSpPr>
        <p:spPr bwMode="auto">
          <a:xfrm>
            <a:off x="3113499" y="2918311"/>
            <a:ext cx="796842"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quite</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35" name="Rectangle 1">
            <a:extLst>
              <a:ext uri="{FF2B5EF4-FFF2-40B4-BE49-F238E27FC236}">
                <a16:creationId xmlns:a16="http://schemas.microsoft.com/office/drawing/2014/main" id="{3F7E5CB7-C765-29BF-2672-89F604A11FC8}"/>
              </a:ext>
            </a:extLst>
          </p:cNvPr>
          <p:cNvSpPr>
            <a:spLocks noChangeArrowheads="1"/>
          </p:cNvSpPr>
          <p:nvPr/>
        </p:nvSpPr>
        <p:spPr bwMode="auto">
          <a:xfrm>
            <a:off x="5714163" y="2953959"/>
            <a:ext cx="785454"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to </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246138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hidden="1">
            <a:extLst>
              <a:ext uri="{FF2B5EF4-FFF2-40B4-BE49-F238E27FC236}">
                <a16:creationId xmlns:a16="http://schemas.microsoft.com/office/drawing/2014/main" id="{801B4D45-1DEA-CE46-4704-9F0E3563C45E}"/>
              </a:ext>
            </a:extLst>
          </p:cNvPr>
          <p:cNvSpPr>
            <a:spLocks noChangeAspect="1"/>
          </p:cNvSpPr>
          <p:nvPr/>
        </p:nvSpPr>
        <p:spPr>
          <a:xfrm>
            <a:off x="8238122" y="4479523"/>
            <a:ext cx="1801770" cy="912738"/>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5" name="!!ii" hidden="1">
            <a:extLst>
              <a:ext uri="{FF2B5EF4-FFF2-40B4-BE49-F238E27FC236}">
                <a16:creationId xmlns:a16="http://schemas.microsoft.com/office/drawing/2014/main" id="{C21F7626-78E0-F13A-0A80-95C26C3A5355}"/>
              </a:ext>
            </a:extLst>
          </p:cNvPr>
          <p:cNvSpPr>
            <a:spLocks noChangeAspect="1"/>
          </p:cNvSpPr>
          <p:nvPr/>
        </p:nvSpPr>
        <p:spPr>
          <a:xfrm>
            <a:off x="6113417" y="4422975"/>
            <a:ext cx="1801770" cy="912738"/>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6" name="!!iii" hidden="1">
            <a:extLst>
              <a:ext uri="{FF2B5EF4-FFF2-40B4-BE49-F238E27FC236}">
                <a16:creationId xmlns:a16="http://schemas.microsoft.com/office/drawing/2014/main" id="{DBC1FD1B-8A34-7A79-D06E-2EC2CD0D6A44}"/>
              </a:ext>
            </a:extLst>
          </p:cNvPr>
          <p:cNvSpPr>
            <a:spLocks noChangeAspect="1"/>
          </p:cNvSpPr>
          <p:nvPr/>
        </p:nvSpPr>
        <p:spPr>
          <a:xfrm>
            <a:off x="7585546" y="2629034"/>
            <a:ext cx="1801770" cy="912738"/>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7" name="!!iv" hidden="1">
            <a:extLst>
              <a:ext uri="{FF2B5EF4-FFF2-40B4-BE49-F238E27FC236}">
                <a16:creationId xmlns:a16="http://schemas.microsoft.com/office/drawing/2014/main" id="{6F56DDDE-5BBB-97CC-E54A-896BB2315977}"/>
              </a:ext>
            </a:extLst>
          </p:cNvPr>
          <p:cNvSpPr>
            <a:spLocks noChangeAspect="1"/>
          </p:cNvSpPr>
          <p:nvPr/>
        </p:nvSpPr>
        <p:spPr>
          <a:xfrm>
            <a:off x="2663162" y="2561093"/>
            <a:ext cx="1872893" cy="983860"/>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8" name="!!v" hidden="1">
            <a:extLst>
              <a:ext uri="{FF2B5EF4-FFF2-40B4-BE49-F238E27FC236}">
                <a16:creationId xmlns:a16="http://schemas.microsoft.com/office/drawing/2014/main" id="{14CF9F13-EF3D-007D-BAAB-09C2CA316C38}"/>
              </a:ext>
            </a:extLst>
          </p:cNvPr>
          <p:cNvSpPr>
            <a:spLocks noChangeAspect="1"/>
          </p:cNvSpPr>
          <p:nvPr/>
        </p:nvSpPr>
        <p:spPr>
          <a:xfrm>
            <a:off x="1319549" y="1063670"/>
            <a:ext cx="1872893" cy="983860"/>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9" name="!!vi" hidden="1">
            <a:extLst>
              <a:ext uri="{FF2B5EF4-FFF2-40B4-BE49-F238E27FC236}">
                <a16:creationId xmlns:a16="http://schemas.microsoft.com/office/drawing/2014/main" id="{4061136F-02EB-98CD-D913-E1783D0140A5}"/>
              </a:ext>
            </a:extLst>
          </p:cNvPr>
          <p:cNvSpPr>
            <a:spLocks noChangeAspect="1"/>
          </p:cNvSpPr>
          <p:nvPr/>
        </p:nvSpPr>
        <p:spPr>
          <a:xfrm>
            <a:off x="3726855" y="1026870"/>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0" name="!!vii" hidden="1">
            <a:extLst>
              <a:ext uri="{FF2B5EF4-FFF2-40B4-BE49-F238E27FC236}">
                <a16:creationId xmlns:a16="http://schemas.microsoft.com/office/drawing/2014/main" id="{C55CD0D7-7A4A-A8CE-11C5-CE6909C0A861}"/>
              </a:ext>
            </a:extLst>
          </p:cNvPr>
          <p:cNvSpPr>
            <a:spLocks noChangeAspect="1"/>
          </p:cNvSpPr>
          <p:nvPr/>
        </p:nvSpPr>
        <p:spPr>
          <a:xfrm>
            <a:off x="3814555" y="4362873"/>
            <a:ext cx="1872893" cy="983860"/>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1" name="!!viii" hidden="1">
            <a:extLst>
              <a:ext uri="{FF2B5EF4-FFF2-40B4-BE49-F238E27FC236}">
                <a16:creationId xmlns:a16="http://schemas.microsoft.com/office/drawing/2014/main" id="{764D92C2-7D1C-855E-3858-DB569CD89A4D}"/>
              </a:ext>
            </a:extLst>
          </p:cNvPr>
          <p:cNvSpPr>
            <a:spLocks noChangeAspect="1"/>
          </p:cNvSpPr>
          <p:nvPr/>
        </p:nvSpPr>
        <p:spPr>
          <a:xfrm>
            <a:off x="6603487" y="1074904"/>
            <a:ext cx="1813621" cy="924593"/>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a:p>
        </p:txBody>
      </p:sp>
      <p:sp>
        <p:nvSpPr>
          <p:cNvPr id="12" name="!!ix" hidden="1">
            <a:extLst>
              <a:ext uri="{FF2B5EF4-FFF2-40B4-BE49-F238E27FC236}">
                <a16:creationId xmlns:a16="http://schemas.microsoft.com/office/drawing/2014/main" id="{AAB714DF-C4AB-42D5-CC53-476DCD011AC6}"/>
              </a:ext>
            </a:extLst>
          </p:cNvPr>
          <p:cNvSpPr>
            <a:spLocks noChangeAspect="1"/>
          </p:cNvSpPr>
          <p:nvPr/>
        </p:nvSpPr>
        <p:spPr>
          <a:xfrm>
            <a:off x="1584740" y="4371861"/>
            <a:ext cx="1825480" cy="936442"/>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a:p>
        </p:txBody>
      </p:sp>
      <p:sp>
        <p:nvSpPr>
          <p:cNvPr id="13" name="!!x" hidden="1">
            <a:extLst>
              <a:ext uri="{FF2B5EF4-FFF2-40B4-BE49-F238E27FC236}">
                <a16:creationId xmlns:a16="http://schemas.microsoft.com/office/drawing/2014/main" id="{714A0DF8-6AD0-87BE-8D9E-55AFB6A44ECD}"/>
              </a:ext>
            </a:extLst>
          </p:cNvPr>
          <p:cNvSpPr>
            <a:spLocks noChangeAspect="1"/>
          </p:cNvSpPr>
          <p:nvPr/>
        </p:nvSpPr>
        <p:spPr>
          <a:xfrm>
            <a:off x="8631664" y="1044205"/>
            <a:ext cx="1872893" cy="983860"/>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4" name="!!xi" hidden="1">
            <a:extLst>
              <a:ext uri="{FF2B5EF4-FFF2-40B4-BE49-F238E27FC236}">
                <a16:creationId xmlns:a16="http://schemas.microsoft.com/office/drawing/2014/main" id="{8EAB3982-696B-1632-C5C3-F2142C84BA40}"/>
              </a:ext>
            </a:extLst>
          </p:cNvPr>
          <p:cNvSpPr>
            <a:spLocks noChangeAspect="1"/>
          </p:cNvSpPr>
          <p:nvPr/>
        </p:nvSpPr>
        <p:spPr>
          <a:xfrm>
            <a:off x="4904326" y="2569477"/>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4333787" y="1217362"/>
            <a:ext cx="65902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6962998" y="1237731"/>
            <a:ext cx="102647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choose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2960441" y="2715505"/>
            <a:ext cx="1199455"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t</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 know</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2176682" y="4547694"/>
            <a:ext cx="75442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my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8486431" y="4643504"/>
            <a:ext cx="1138571"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would</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6470730" y="4573648"/>
            <a:ext cx="109492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also</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4295240" y="4525423"/>
            <a:ext cx="87607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can</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5456313" y="2769019"/>
            <a:ext cx="87376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8113277" y="2757727"/>
            <a:ext cx="704723"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like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1584740" y="1239536"/>
            <a:ext cx="1138376"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whether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067868" y="1237521"/>
            <a:ext cx="919152"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shift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3266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801B4D45-1DEA-CE46-4704-9F0E3563C45E}"/>
              </a:ext>
            </a:extLst>
          </p:cNvPr>
          <p:cNvSpPr>
            <a:spLocks noChangeAspect="1"/>
          </p:cNvSpPr>
          <p:nvPr/>
        </p:nvSpPr>
        <p:spPr>
          <a:xfrm>
            <a:off x="8238122" y="4479523"/>
            <a:ext cx="1801770" cy="912738"/>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6113417" y="4422975"/>
            <a:ext cx="1801770" cy="912738"/>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7585546" y="2629034"/>
            <a:ext cx="1801770" cy="912738"/>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2663162" y="2561093"/>
            <a:ext cx="1872893" cy="983860"/>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1319549" y="1063670"/>
            <a:ext cx="1872893" cy="983860"/>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3726855" y="1026870"/>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3814555" y="4362873"/>
            <a:ext cx="1872893" cy="983860"/>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6603487" y="1074904"/>
            <a:ext cx="1813621" cy="924593"/>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1584740" y="4371861"/>
            <a:ext cx="1825480" cy="936442"/>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8631664" y="1044205"/>
            <a:ext cx="1872893" cy="983860"/>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4904326" y="2569477"/>
            <a:ext cx="1872893" cy="983860"/>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4333787" y="1217362"/>
            <a:ext cx="65902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6962998" y="1237731"/>
            <a:ext cx="102647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choose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2960441" y="2715505"/>
            <a:ext cx="1199455"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t</a:t>
            </a: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 know</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2176682" y="4547694"/>
            <a:ext cx="754428"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my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8486431" y="4643504"/>
            <a:ext cx="1138571"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would</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6470730" y="4573648"/>
            <a:ext cx="109492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also</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4295240" y="4525423"/>
            <a:ext cx="876077"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can</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5456313" y="2769019"/>
            <a:ext cx="873769"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8113277" y="2757727"/>
            <a:ext cx="704723"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like</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1584740" y="1239536"/>
            <a:ext cx="1138376"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whether </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067868" y="1237521"/>
            <a:ext cx="919152"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a:latin typeface="Gill Sans MT Condensed" panose="020B0506020104020203" pitchFamily="34" charset="0"/>
                <a:cs typeface="Calibri" panose="020F0502020204030204" pitchFamily="34" charset="0"/>
              </a:rPr>
              <a:t>shift</a:t>
            </a:r>
            <a:endParaRPr kumimoji="0" lang="en-US" altLang="en-US" sz="32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1344026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801B4D45-1DEA-CE46-4704-9F0E3563C45E}"/>
              </a:ext>
            </a:extLst>
          </p:cNvPr>
          <p:cNvSpPr>
            <a:spLocks noChangeAspect="1"/>
          </p:cNvSpPr>
          <p:nvPr/>
        </p:nvSpPr>
        <p:spPr>
          <a:xfrm>
            <a:off x="269410" y="2972627"/>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1292404" y="2968332"/>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2316028" y="2968332"/>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3328380" y="2939805"/>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4361188" y="2942461"/>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5393567" y="2941994"/>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6413626" y="2947957"/>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7453620" y="2964651"/>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24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8477826" y="2963416"/>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24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9493031" y="2945186"/>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10518181" y="2945186"/>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5645512" y="3007561"/>
            <a:ext cx="65902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7469378" y="3013787"/>
            <a:ext cx="102647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choose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3440459" y="2975308"/>
            <a:ext cx="93875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t</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o know</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8723767" y="3023312"/>
            <a:ext cx="75442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my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384911" y="3025165"/>
            <a:ext cx="86054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would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1308210" y="3007561"/>
            <a:ext cx="109492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also</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6539324" y="2985582"/>
            <a:ext cx="87607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can</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0715181" y="3019803"/>
            <a:ext cx="87376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2502252" y="2985581"/>
            <a:ext cx="704723"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like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4484492" y="2993402"/>
            <a:ext cx="87945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whether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574248" y="3013577"/>
            <a:ext cx="91915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shift</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Tree>
    <p:extLst>
      <p:ext uri="{BB962C8B-B14F-4D97-AF65-F5344CB8AC3E}">
        <p14:creationId xmlns:p14="http://schemas.microsoft.com/office/powerpoint/2010/main" val="2568917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3475737F-C4AF-FD0F-6DB4-EBC9AF9FFA0B}"/>
              </a:ext>
            </a:extLst>
          </p:cNvPr>
          <p:cNvGrpSpPr/>
          <p:nvPr/>
        </p:nvGrpSpPr>
        <p:grpSpPr>
          <a:xfrm>
            <a:off x="5393568" y="709863"/>
            <a:ext cx="6150732" cy="4914440"/>
            <a:chOff x="5393568" y="709863"/>
            <a:chExt cx="6150732" cy="4547937"/>
          </a:xfrm>
        </p:grpSpPr>
        <p:sp>
          <p:nvSpPr>
            <p:cNvPr id="36" name="Rectangle 35">
              <a:extLst>
                <a:ext uri="{FF2B5EF4-FFF2-40B4-BE49-F238E27FC236}">
                  <a16:creationId xmlns:a16="http://schemas.microsoft.com/office/drawing/2014/main" id="{6320DDC3-26F3-5745-0149-01F19BBEBB6E}"/>
                </a:ext>
              </a:extLst>
            </p:cNvPr>
            <p:cNvSpPr/>
            <p:nvPr/>
          </p:nvSpPr>
          <p:spPr>
            <a:xfrm>
              <a:off x="5393568" y="709863"/>
              <a:ext cx="6150732" cy="454793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E68FC790-4192-480C-7A30-A13044B5CC7A}"/>
                </a:ext>
              </a:extLst>
            </p:cNvPr>
            <p:cNvSpPr txBox="1"/>
            <p:nvPr/>
          </p:nvSpPr>
          <p:spPr>
            <a:xfrm>
              <a:off x="6576548" y="857260"/>
              <a:ext cx="3404937" cy="1569660"/>
            </a:xfrm>
            <a:prstGeom prst="rect">
              <a:avLst/>
            </a:prstGeom>
            <a:noFill/>
          </p:spPr>
          <p:txBody>
            <a:bodyPr wrap="square" rtlCol="0">
              <a:spAutoFit/>
            </a:bodyPr>
            <a:lstStyle/>
            <a:p>
              <a:pPr algn="ctr"/>
              <a:r>
                <a:rPr lang="en-GB" sz="9600"/>
                <a:t>…</a:t>
              </a:r>
            </a:p>
          </p:txBody>
        </p:sp>
      </p:grpSp>
      <p:grpSp>
        <p:nvGrpSpPr>
          <p:cNvPr id="43" name="Group 42">
            <a:extLst>
              <a:ext uri="{FF2B5EF4-FFF2-40B4-BE49-F238E27FC236}">
                <a16:creationId xmlns:a16="http://schemas.microsoft.com/office/drawing/2014/main" id="{5E6CB0D1-7870-991B-D783-B7C72BA96A13}"/>
              </a:ext>
            </a:extLst>
          </p:cNvPr>
          <p:cNvGrpSpPr/>
          <p:nvPr/>
        </p:nvGrpSpPr>
        <p:grpSpPr>
          <a:xfrm>
            <a:off x="4169491" y="709863"/>
            <a:ext cx="1415772" cy="4914440"/>
            <a:chOff x="4169491" y="709863"/>
            <a:chExt cx="1415772" cy="4547937"/>
          </a:xfrm>
        </p:grpSpPr>
        <p:sp>
          <p:nvSpPr>
            <p:cNvPr id="35" name="Rectangle 34">
              <a:extLst>
                <a:ext uri="{FF2B5EF4-FFF2-40B4-BE49-F238E27FC236}">
                  <a16:creationId xmlns:a16="http://schemas.microsoft.com/office/drawing/2014/main" id="{47D76678-6EFC-C9CE-A4B9-465C017FE444}"/>
                </a:ext>
              </a:extLst>
            </p:cNvPr>
            <p:cNvSpPr/>
            <p:nvPr/>
          </p:nvSpPr>
          <p:spPr>
            <a:xfrm>
              <a:off x="4361188" y="709863"/>
              <a:ext cx="1032379" cy="4547937"/>
            </a:xfrm>
            <a:prstGeom prst="rect">
              <a:avLst/>
            </a:prstGeom>
            <a:solidFill>
              <a:srgbClr val="C4A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ACE749A0-4721-B9F4-5279-4FC8F2326A8E}"/>
                </a:ext>
              </a:extLst>
            </p:cNvPr>
            <p:cNvSpPr txBox="1"/>
            <p:nvPr/>
          </p:nvSpPr>
          <p:spPr>
            <a:xfrm>
              <a:off x="4169491" y="875307"/>
              <a:ext cx="1415772" cy="2024043"/>
            </a:xfrm>
            <a:prstGeom prst="rect">
              <a:avLst/>
            </a:prstGeom>
            <a:noFill/>
          </p:spPr>
          <p:txBody>
            <a:bodyPr vert="vert270" wrap="square" rtlCol="0">
              <a:spAutoFit/>
            </a:bodyPr>
            <a:lstStyle/>
            <a:p>
              <a:pPr algn="ctr"/>
              <a:r>
                <a:rPr lang="en-GB" sz="4000"/>
                <a:t>Question word</a:t>
              </a:r>
            </a:p>
          </p:txBody>
        </p:sp>
      </p:grpSp>
      <p:grpSp>
        <p:nvGrpSpPr>
          <p:cNvPr id="42" name="Group 41">
            <a:extLst>
              <a:ext uri="{FF2B5EF4-FFF2-40B4-BE49-F238E27FC236}">
                <a16:creationId xmlns:a16="http://schemas.microsoft.com/office/drawing/2014/main" id="{11501E00-6521-060C-9C11-6DFB1184F9FB}"/>
              </a:ext>
            </a:extLst>
          </p:cNvPr>
          <p:cNvGrpSpPr/>
          <p:nvPr/>
        </p:nvGrpSpPr>
        <p:grpSpPr>
          <a:xfrm>
            <a:off x="263270" y="709863"/>
            <a:ext cx="4091778" cy="4914440"/>
            <a:chOff x="263270" y="709863"/>
            <a:chExt cx="4091778" cy="4547937"/>
          </a:xfrm>
        </p:grpSpPr>
        <p:sp>
          <p:nvSpPr>
            <p:cNvPr id="34" name="Rectangle 33">
              <a:extLst>
                <a:ext uri="{FF2B5EF4-FFF2-40B4-BE49-F238E27FC236}">
                  <a16:creationId xmlns:a16="http://schemas.microsoft.com/office/drawing/2014/main" id="{9B3DB20A-CFD5-07D3-46FC-37D6E1ECD3D0}"/>
                </a:ext>
              </a:extLst>
            </p:cNvPr>
            <p:cNvSpPr/>
            <p:nvPr/>
          </p:nvSpPr>
          <p:spPr>
            <a:xfrm>
              <a:off x="263270" y="709863"/>
              <a:ext cx="4091778" cy="454793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solidFill>
                  <a:schemeClr val="tx1"/>
                </a:solidFill>
              </a:endParaRPr>
            </a:p>
          </p:txBody>
        </p:sp>
        <p:sp>
          <p:nvSpPr>
            <p:cNvPr id="37" name="TextBox 36">
              <a:extLst>
                <a:ext uri="{FF2B5EF4-FFF2-40B4-BE49-F238E27FC236}">
                  <a16:creationId xmlns:a16="http://schemas.microsoft.com/office/drawing/2014/main" id="{8A968FF2-0B44-4BE7-7F83-B078DB017AF7}"/>
                </a:ext>
              </a:extLst>
            </p:cNvPr>
            <p:cNvSpPr txBox="1"/>
            <p:nvPr/>
          </p:nvSpPr>
          <p:spPr>
            <a:xfrm>
              <a:off x="516933" y="919904"/>
              <a:ext cx="3392905" cy="1938992"/>
            </a:xfrm>
            <a:prstGeom prst="rect">
              <a:avLst/>
            </a:prstGeom>
            <a:noFill/>
          </p:spPr>
          <p:txBody>
            <a:bodyPr wrap="square" rtlCol="0">
              <a:spAutoFit/>
            </a:bodyPr>
            <a:lstStyle/>
            <a:p>
              <a:pPr algn="ctr"/>
              <a:r>
                <a:rPr lang="en-GB" sz="4000"/>
                <a:t>Expression</a:t>
              </a:r>
            </a:p>
            <a:p>
              <a:pPr algn="ctr"/>
              <a:r>
                <a:rPr lang="en-GB" sz="4000"/>
                <a:t>of</a:t>
              </a:r>
            </a:p>
            <a:p>
              <a:pPr algn="ctr"/>
              <a:r>
                <a:rPr lang="en-GB" sz="4000"/>
                <a:t>Interest</a:t>
              </a:r>
            </a:p>
          </p:txBody>
        </p:sp>
      </p:grpSp>
      <p:sp>
        <p:nvSpPr>
          <p:cNvPr id="4" name="!!i">
            <a:extLst>
              <a:ext uri="{FF2B5EF4-FFF2-40B4-BE49-F238E27FC236}">
                <a16:creationId xmlns:a16="http://schemas.microsoft.com/office/drawing/2014/main" id="{801B4D45-1DEA-CE46-4704-9F0E3563C45E}"/>
              </a:ext>
            </a:extLst>
          </p:cNvPr>
          <p:cNvSpPr>
            <a:spLocks noChangeAspect="1"/>
          </p:cNvSpPr>
          <p:nvPr/>
        </p:nvSpPr>
        <p:spPr>
          <a:xfrm>
            <a:off x="269410" y="2972627"/>
            <a:ext cx="1118757" cy="566739"/>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5" name="!!ii">
            <a:extLst>
              <a:ext uri="{FF2B5EF4-FFF2-40B4-BE49-F238E27FC236}">
                <a16:creationId xmlns:a16="http://schemas.microsoft.com/office/drawing/2014/main" id="{C21F7626-78E0-F13A-0A80-95C26C3A5355}"/>
              </a:ext>
            </a:extLst>
          </p:cNvPr>
          <p:cNvSpPr>
            <a:spLocks noChangeAspect="1"/>
          </p:cNvSpPr>
          <p:nvPr/>
        </p:nvSpPr>
        <p:spPr>
          <a:xfrm>
            <a:off x="1292404" y="2968332"/>
            <a:ext cx="1118757" cy="566739"/>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6" name="!!iii">
            <a:extLst>
              <a:ext uri="{FF2B5EF4-FFF2-40B4-BE49-F238E27FC236}">
                <a16:creationId xmlns:a16="http://schemas.microsoft.com/office/drawing/2014/main" id="{DBC1FD1B-8A34-7A79-D06E-2EC2CD0D6A44}"/>
              </a:ext>
            </a:extLst>
          </p:cNvPr>
          <p:cNvSpPr>
            <a:spLocks noChangeAspect="1"/>
          </p:cNvSpPr>
          <p:nvPr/>
        </p:nvSpPr>
        <p:spPr>
          <a:xfrm>
            <a:off x="2316028" y="2968332"/>
            <a:ext cx="1118757" cy="566739"/>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2400"/>
          </a:p>
        </p:txBody>
      </p:sp>
      <p:sp>
        <p:nvSpPr>
          <p:cNvPr id="7" name="!!iv">
            <a:extLst>
              <a:ext uri="{FF2B5EF4-FFF2-40B4-BE49-F238E27FC236}">
                <a16:creationId xmlns:a16="http://schemas.microsoft.com/office/drawing/2014/main" id="{6F56DDDE-5BBB-97CC-E54A-896BB2315977}"/>
              </a:ext>
            </a:extLst>
          </p:cNvPr>
          <p:cNvSpPr>
            <a:spLocks noChangeAspect="1"/>
          </p:cNvSpPr>
          <p:nvPr/>
        </p:nvSpPr>
        <p:spPr>
          <a:xfrm>
            <a:off x="3328380" y="2939805"/>
            <a:ext cx="1162919" cy="61089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8" name="!!v">
            <a:extLst>
              <a:ext uri="{FF2B5EF4-FFF2-40B4-BE49-F238E27FC236}">
                <a16:creationId xmlns:a16="http://schemas.microsoft.com/office/drawing/2014/main" id="{14CF9F13-EF3D-007D-BAAB-09C2CA316C38}"/>
              </a:ext>
            </a:extLst>
          </p:cNvPr>
          <p:cNvSpPr>
            <a:spLocks noChangeAspect="1"/>
          </p:cNvSpPr>
          <p:nvPr/>
        </p:nvSpPr>
        <p:spPr>
          <a:xfrm>
            <a:off x="4361188" y="2942461"/>
            <a:ext cx="1162919" cy="61089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9" name="!!vi">
            <a:extLst>
              <a:ext uri="{FF2B5EF4-FFF2-40B4-BE49-F238E27FC236}">
                <a16:creationId xmlns:a16="http://schemas.microsoft.com/office/drawing/2014/main" id="{4061136F-02EB-98CD-D913-E1783D0140A5}"/>
              </a:ext>
            </a:extLst>
          </p:cNvPr>
          <p:cNvSpPr>
            <a:spLocks noChangeAspect="1"/>
          </p:cNvSpPr>
          <p:nvPr/>
        </p:nvSpPr>
        <p:spPr>
          <a:xfrm>
            <a:off x="5393567" y="2941994"/>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0" name="!!vii">
            <a:extLst>
              <a:ext uri="{FF2B5EF4-FFF2-40B4-BE49-F238E27FC236}">
                <a16:creationId xmlns:a16="http://schemas.microsoft.com/office/drawing/2014/main" id="{C55CD0D7-7A4A-A8CE-11C5-CE6909C0A861}"/>
              </a:ext>
            </a:extLst>
          </p:cNvPr>
          <p:cNvSpPr>
            <a:spLocks noChangeAspect="1"/>
          </p:cNvSpPr>
          <p:nvPr/>
        </p:nvSpPr>
        <p:spPr>
          <a:xfrm>
            <a:off x="6413626" y="2947957"/>
            <a:ext cx="1162919" cy="61089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1" name="!!viii">
            <a:extLst>
              <a:ext uri="{FF2B5EF4-FFF2-40B4-BE49-F238E27FC236}">
                <a16:creationId xmlns:a16="http://schemas.microsoft.com/office/drawing/2014/main" id="{764D92C2-7D1C-855E-3858-DB569CD89A4D}"/>
              </a:ext>
            </a:extLst>
          </p:cNvPr>
          <p:cNvSpPr>
            <a:spLocks noChangeAspect="1"/>
          </p:cNvSpPr>
          <p:nvPr/>
        </p:nvSpPr>
        <p:spPr>
          <a:xfrm>
            <a:off x="7453620" y="2964651"/>
            <a:ext cx="1126115" cy="57409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2400"/>
          </a:p>
        </p:txBody>
      </p:sp>
      <p:sp>
        <p:nvSpPr>
          <p:cNvPr id="12" name="!!ix">
            <a:extLst>
              <a:ext uri="{FF2B5EF4-FFF2-40B4-BE49-F238E27FC236}">
                <a16:creationId xmlns:a16="http://schemas.microsoft.com/office/drawing/2014/main" id="{AAB714DF-C4AB-42D5-CC53-476DCD011AC6}"/>
              </a:ext>
            </a:extLst>
          </p:cNvPr>
          <p:cNvSpPr>
            <a:spLocks noChangeAspect="1"/>
          </p:cNvSpPr>
          <p:nvPr/>
        </p:nvSpPr>
        <p:spPr>
          <a:xfrm>
            <a:off x="8477826" y="2963416"/>
            <a:ext cx="1133479" cy="581457"/>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2400"/>
          </a:p>
        </p:txBody>
      </p:sp>
      <p:sp>
        <p:nvSpPr>
          <p:cNvPr id="13" name="!!x">
            <a:extLst>
              <a:ext uri="{FF2B5EF4-FFF2-40B4-BE49-F238E27FC236}">
                <a16:creationId xmlns:a16="http://schemas.microsoft.com/office/drawing/2014/main" id="{714A0DF8-6AD0-87BE-8D9E-55AFB6A44ECD}"/>
              </a:ext>
            </a:extLst>
          </p:cNvPr>
          <p:cNvSpPr>
            <a:spLocks noChangeAspect="1"/>
          </p:cNvSpPr>
          <p:nvPr/>
        </p:nvSpPr>
        <p:spPr>
          <a:xfrm>
            <a:off x="9493031" y="2945186"/>
            <a:ext cx="1162919" cy="61089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4" name="!!xi">
            <a:extLst>
              <a:ext uri="{FF2B5EF4-FFF2-40B4-BE49-F238E27FC236}">
                <a16:creationId xmlns:a16="http://schemas.microsoft.com/office/drawing/2014/main" id="{8EAB3982-696B-1632-C5C3-F2142C84BA40}"/>
              </a:ext>
            </a:extLst>
          </p:cNvPr>
          <p:cNvSpPr>
            <a:spLocks noChangeAspect="1"/>
          </p:cNvSpPr>
          <p:nvPr/>
        </p:nvSpPr>
        <p:spPr>
          <a:xfrm>
            <a:off x="10518181" y="2945186"/>
            <a:ext cx="1162919" cy="61089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2400"/>
          </a:p>
        </p:txBody>
      </p:sp>
      <p:sp>
        <p:nvSpPr>
          <p:cNvPr id="15" name="Rectangle 1">
            <a:extLst>
              <a:ext uri="{FF2B5EF4-FFF2-40B4-BE49-F238E27FC236}">
                <a16:creationId xmlns:a16="http://schemas.microsoft.com/office/drawing/2014/main" id="{2BBE41CE-5D49-C589-05CD-8929FFD35380}"/>
              </a:ext>
            </a:extLst>
          </p:cNvPr>
          <p:cNvSpPr>
            <a:spLocks noChangeArrowheads="1"/>
          </p:cNvSpPr>
          <p:nvPr/>
        </p:nvSpPr>
        <p:spPr bwMode="auto">
          <a:xfrm>
            <a:off x="5251084" y="2990746"/>
            <a:ext cx="138661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I</a:t>
            </a: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6" name="Rectangle 1">
            <a:extLst>
              <a:ext uri="{FF2B5EF4-FFF2-40B4-BE49-F238E27FC236}">
                <a16:creationId xmlns:a16="http://schemas.microsoft.com/office/drawing/2014/main" id="{E11119D7-8F96-6660-9BD4-9D0C2FC315E7}"/>
              </a:ext>
            </a:extLst>
          </p:cNvPr>
          <p:cNvSpPr>
            <a:spLocks noChangeArrowheads="1"/>
          </p:cNvSpPr>
          <p:nvPr/>
        </p:nvSpPr>
        <p:spPr bwMode="auto">
          <a:xfrm>
            <a:off x="7469378" y="3013787"/>
            <a:ext cx="102647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choose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7" name="Rectangle 1">
            <a:extLst>
              <a:ext uri="{FF2B5EF4-FFF2-40B4-BE49-F238E27FC236}">
                <a16:creationId xmlns:a16="http://schemas.microsoft.com/office/drawing/2014/main" id="{7EFA3A95-02CE-5E82-4E07-849266D2248F}"/>
              </a:ext>
            </a:extLst>
          </p:cNvPr>
          <p:cNvSpPr>
            <a:spLocks noChangeArrowheads="1"/>
          </p:cNvSpPr>
          <p:nvPr/>
        </p:nvSpPr>
        <p:spPr bwMode="auto">
          <a:xfrm>
            <a:off x="3440459" y="2975308"/>
            <a:ext cx="93875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to know</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8" name="Rectangle 1">
            <a:extLst>
              <a:ext uri="{FF2B5EF4-FFF2-40B4-BE49-F238E27FC236}">
                <a16:creationId xmlns:a16="http://schemas.microsoft.com/office/drawing/2014/main" id="{05BDB571-5E4B-4CA2-8392-54A611E93851}"/>
              </a:ext>
            </a:extLst>
          </p:cNvPr>
          <p:cNvSpPr>
            <a:spLocks noChangeArrowheads="1"/>
          </p:cNvSpPr>
          <p:nvPr/>
        </p:nvSpPr>
        <p:spPr bwMode="auto">
          <a:xfrm>
            <a:off x="8723767" y="3023312"/>
            <a:ext cx="75442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my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19" name="Rectangle 1">
            <a:extLst>
              <a:ext uri="{FF2B5EF4-FFF2-40B4-BE49-F238E27FC236}">
                <a16:creationId xmlns:a16="http://schemas.microsoft.com/office/drawing/2014/main" id="{17AE0B35-B70B-FF26-7922-859B5FC96373}"/>
              </a:ext>
            </a:extLst>
          </p:cNvPr>
          <p:cNvSpPr>
            <a:spLocks noChangeArrowheads="1"/>
          </p:cNvSpPr>
          <p:nvPr/>
        </p:nvSpPr>
        <p:spPr bwMode="auto">
          <a:xfrm>
            <a:off x="269409" y="3025165"/>
            <a:ext cx="88776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I would</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0" name="Rectangle 1">
            <a:extLst>
              <a:ext uri="{FF2B5EF4-FFF2-40B4-BE49-F238E27FC236}">
                <a16:creationId xmlns:a16="http://schemas.microsoft.com/office/drawing/2014/main" id="{8D0C6A61-C780-8BF6-5005-87B534189787}"/>
              </a:ext>
            </a:extLst>
          </p:cNvPr>
          <p:cNvSpPr>
            <a:spLocks noChangeArrowheads="1"/>
          </p:cNvSpPr>
          <p:nvPr/>
        </p:nvSpPr>
        <p:spPr bwMode="auto">
          <a:xfrm>
            <a:off x="1308210" y="2976784"/>
            <a:ext cx="1094927" cy="52322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also</a:t>
            </a:r>
            <a:endParaRPr kumimoji="0" lang="en-US" altLang="en-US" sz="2800" b="0" i="0" u="none" strike="noStrike" cap="none" normalizeH="0" baseline="0">
              <a:ln>
                <a:noFill/>
              </a:ln>
              <a:solidFill>
                <a:schemeClr val="tx1"/>
              </a:solidFill>
              <a:effectLst/>
              <a:latin typeface="Gill Sans MT Condensed" panose="020B0506020104020203" pitchFamily="34" charset="0"/>
            </a:endParaRPr>
          </a:p>
        </p:txBody>
      </p:sp>
      <p:sp>
        <p:nvSpPr>
          <p:cNvPr id="21" name="Rectangle 1">
            <a:extLst>
              <a:ext uri="{FF2B5EF4-FFF2-40B4-BE49-F238E27FC236}">
                <a16:creationId xmlns:a16="http://schemas.microsoft.com/office/drawing/2014/main" id="{09294C27-3296-8750-DC42-C4DDF081B478}"/>
              </a:ext>
            </a:extLst>
          </p:cNvPr>
          <p:cNvSpPr>
            <a:spLocks noChangeArrowheads="1"/>
          </p:cNvSpPr>
          <p:nvPr/>
        </p:nvSpPr>
        <p:spPr bwMode="auto">
          <a:xfrm>
            <a:off x="6539324" y="2985582"/>
            <a:ext cx="876077"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can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2" name="Rectangle 1">
            <a:extLst>
              <a:ext uri="{FF2B5EF4-FFF2-40B4-BE49-F238E27FC236}">
                <a16:creationId xmlns:a16="http://schemas.microsoft.com/office/drawing/2014/main" id="{9719C608-2293-E2A7-490B-5A0BFE656213}"/>
              </a:ext>
            </a:extLst>
          </p:cNvPr>
          <p:cNvSpPr>
            <a:spLocks noChangeArrowheads="1"/>
          </p:cNvSpPr>
          <p:nvPr/>
        </p:nvSpPr>
        <p:spPr bwMode="auto">
          <a:xfrm>
            <a:off x="10715181" y="3019803"/>
            <a:ext cx="873769"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3" name="Rectangle 1">
            <a:extLst>
              <a:ext uri="{FF2B5EF4-FFF2-40B4-BE49-F238E27FC236}">
                <a16:creationId xmlns:a16="http://schemas.microsoft.com/office/drawing/2014/main" id="{C083B7E1-5CAA-1286-2FB8-1CB9FC72632D}"/>
              </a:ext>
            </a:extLst>
          </p:cNvPr>
          <p:cNvSpPr>
            <a:spLocks noChangeArrowheads="1"/>
          </p:cNvSpPr>
          <p:nvPr/>
        </p:nvSpPr>
        <p:spPr bwMode="auto">
          <a:xfrm>
            <a:off x="2502253" y="2985581"/>
            <a:ext cx="67501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like</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4" name="Rectangle 1">
            <a:extLst>
              <a:ext uri="{FF2B5EF4-FFF2-40B4-BE49-F238E27FC236}">
                <a16:creationId xmlns:a16="http://schemas.microsoft.com/office/drawing/2014/main" id="{A463D954-83FE-F7A4-FFAE-31F046A4778D}"/>
              </a:ext>
            </a:extLst>
          </p:cNvPr>
          <p:cNvSpPr>
            <a:spLocks noChangeArrowheads="1"/>
          </p:cNvSpPr>
          <p:nvPr/>
        </p:nvSpPr>
        <p:spPr bwMode="auto">
          <a:xfrm>
            <a:off x="4520890" y="2975212"/>
            <a:ext cx="897458"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Gill Sans MT Condensed" panose="020B0506020104020203" pitchFamily="34" charset="0"/>
                <a:cs typeface="Calibri" panose="020F0502020204030204" pitchFamily="34" charset="0"/>
              </a:rPr>
              <a:t>whether </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25" name="Rectangle 1">
            <a:extLst>
              <a:ext uri="{FF2B5EF4-FFF2-40B4-BE49-F238E27FC236}">
                <a16:creationId xmlns:a16="http://schemas.microsoft.com/office/drawing/2014/main" id="{549A0451-63C2-2F94-28CF-6FED8DF20568}"/>
              </a:ext>
            </a:extLst>
          </p:cNvPr>
          <p:cNvSpPr>
            <a:spLocks noChangeArrowheads="1"/>
          </p:cNvSpPr>
          <p:nvPr/>
        </p:nvSpPr>
        <p:spPr bwMode="auto">
          <a:xfrm>
            <a:off x="9574248" y="3013577"/>
            <a:ext cx="919152" cy="46166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a:latin typeface="Gill Sans MT Condensed" panose="020B0506020104020203" pitchFamily="34" charset="0"/>
                <a:cs typeface="Calibri" panose="020F0502020204030204" pitchFamily="34" charset="0"/>
              </a:rPr>
              <a:t>shift</a:t>
            </a:r>
            <a:endParaRPr kumimoji="0" lang="en-US" altLang="en-US" sz="2400" b="0" i="0" u="none" strike="noStrike" cap="none" normalizeH="0" baseline="0">
              <a:ln>
                <a:noFill/>
              </a:ln>
              <a:solidFill>
                <a:schemeClr val="tx1"/>
              </a:solidFill>
              <a:effectLst/>
              <a:latin typeface="Gill Sans MT Condensed" panose="020B0506020104020203" pitchFamily="34" charset="0"/>
            </a:endParaRPr>
          </a:p>
        </p:txBody>
      </p:sp>
      <p:sp>
        <p:nvSpPr>
          <p:cNvPr id="41" name="TextBox 40">
            <a:extLst>
              <a:ext uri="{FF2B5EF4-FFF2-40B4-BE49-F238E27FC236}">
                <a16:creationId xmlns:a16="http://schemas.microsoft.com/office/drawing/2014/main" id="{AFE633AB-3079-01A9-9188-35ED223E90A7}"/>
              </a:ext>
            </a:extLst>
          </p:cNvPr>
          <p:cNvSpPr txBox="1"/>
          <p:nvPr/>
        </p:nvSpPr>
        <p:spPr>
          <a:xfrm>
            <a:off x="4390778" y="3625094"/>
            <a:ext cx="1013133" cy="2031325"/>
          </a:xfrm>
          <a:prstGeom prst="rect">
            <a:avLst/>
          </a:prstGeom>
          <a:noFill/>
        </p:spPr>
        <p:txBody>
          <a:bodyPr wrap="square" rtlCol="0">
            <a:spAutoFit/>
          </a:bodyPr>
          <a:lstStyle/>
          <a:p>
            <a:pPr algn="ctr"/>
            <a:r>
              <a:rPr lang="en-GB"/>
              <a:t>Use </a:t>
            </a:r>
            <a:r>
              <a:rPr lang="en-GB" i="1"/>
              <a:t>if</a:t>
            </a:r>
            <a:r>
              <a:rPr lang="en-GB"/>
              <a:t>/</a:t>
            </a:r>
          </a:p>
          <a:p>
            <a:pPr algn="ctr"/>
            <a:r>
              <a:rPr lang="en-GB" i="1"/>
              <a:t>whether</a:t>
            </a:r>
            <a:r>
              <a:rPr lang="en-GB"/>
              <a:t> when there is no question word.</a:t>
            </a:r>
          </a:p>
        </p:txBody>
      </p:sp>
      <p:sp>
        <p:nvSpPr>
          <p:cNvPr id="45" name="TextBox 44">
            <a:extLst>
              <a:ext uri="{FF2B5EF4-FFF2-40B4-BE49-F238E27FC236}">
                <a16:creationId xmlns:a16="http://schemas.microsoft.com/office/drawing/2014/main" id="{DE0ED0DA-889E-B45C-F97A-76D6C528F593}"/>
              </a:ext>
            </a:extLst>
          </p:cNvPr>
          <p:cNvSpPr txBox="1"/>
          <p:nvPr/>
        </p:nvSpPr>
        <p:spPr>
          <a:xfrm>
            <a:off x="-115340" y="3349640"/>
            <a:ext cx="1661993" cy="652467"/>
          </a:xfrm>
          <a:prstGeom prst="rect">
            <a:avLst/>
          </a:prstGeom>
          <a:noFill/>
        </p:spPr>
        <p:txBody>
          <a:bodyPr vert="vert270" wrap="square" rtlCol="0">
            <a:spAutoFit/>
          </a:bodyPr>
          <a:lstStyle/>
          <a:p>
            <a:r>
              <a:rPr lang="en-GB" sz="9600"/>
              <a:t>{</a:t>
            </a:r>
          </a:p>
        </p:txBody>
      </p:sp>
      <p:sp>
        <p:nvSpPr>
          <p:cNvPr id="46" name="TextBox 45">
            <a:extLst>
              <a:ext uri="{FF2B5EF4-FFF2-40B4-BE49-F238E27FC236}">
                <a16:creationId xmlns:a16="http://schemas.microsoft.com/office/drawing/2014/main" id="{C1FB0715-27F2-8FCE-92BB-A0796E24D0B0}"/>
              </a:ext>
            </a:extLst>
          </p:cNvPr>
          <p:cNvSpPr txBox="1"/>
          <p:nvPr/>
        </p:nvSpPr>
        <p:spPr>
          <a:xfrm>
            <a:off x="183348" y="3912084"/>
            <a:ext cx="2982220" cy="1569660"/>
          </a:xfrm>
          <a:prstGeom prst="rect">
            <a:avLst/>
          </a:prstGeom>
          <a:noFill/>
        </p:spPr>
        <p:txBody>
          <a:bodyPr wrap="square" rtlCol="0">
            <a:spAutoFit/>
          </a:bodyPr>
          <a:lstStyle/>
          <a:p>
            <a:pPr algn="ctr"/>
            <a:r>
              <a:rPr lang="en-GB" sz="3200"/>
              <a:t>The expression of interest is not a question,…</a:t>
            </a:r>
          </a:p>
        </p:txBody>
      </p:sp>
      <p:sp>
        <p:nvSpPr>
          <p:cNvPr id="48" name="Arrow: Up 47">
            <a:extLst>
              <a:ext uri="{FF2B5EF4-FFF2-40B4-BE49-F238E27FC236}">
                <a16:creationId xmlns:a16="http://schemas.microsoft.com/office/drawing/2014/main" id="{C640F27D-BCFE-0787-F30F-BE225E757FAB}"/>
              </a:ext>
            </a:extLst>
          </p:cNvPr>
          <p:cNvSpPr/>
          <p:nvPr/>
        </p:nvSpPr>
        <p:spPr>
          <a:xfrm>
            <a:off x="11015440" y="3619486"/>
            <a:ext cx="273250" cy="69677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0FF6F334-E66E-F6AF-70AB-2140F821E24D}"/>
              </a:ext>
            </a:extLst>
          </p:cNvPr>
          <p:cNvSpPr txBox="1"/>
          <p:nvPr/>
        </p:nvSpPr>
        <p:spPr>
          <a:xfrm>
            <a:off x="8518182" y="4390873"/>
            <a:ext cx="3048443" cy="1077218"/>
          </a:xfrm>
          <a:prstGeom prst="rect">
            <a:avLst/>
          </a:prstGeom>
          <a:noFill/>
        </p:spPr>
        <p:txBody>
          <a:bodyPr wrap="square" rtlCol="0">
            <a:spAutoFit/>
          </a:bodyPr>
          <a:lstStyle/>
          <a:p>
            <a:pPr algn="ctr"/>
            <a:r>
              <a:rPr lang="en-GB" sz="3200"/>
              <a:t>…so we end </a:t>
            </a:r>
          </a:p>
          <a:p>
            <a:pPr algn="ctr"/>
            <a:r>
              <a:rPr lang="en-GB" sz="3200"/>
              <a:t>with a full stop.</a:t>
            </a:r>
          </a:p>
        </p:txBody>
      </p:sp>
    </p:spTree>
    <p:extLst>
      <p:ext uri="{BB962C8B-B14F-4D97-AF65-F5344CB8AC3E}">
        <p14:creationId xmlns:p14="http://schemas.microsoft.com/office/powerpoint/2010/main" val="2754369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up)">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up)">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1000" fill="hold"/>
                                        <p:tgtEl>
                                          <p:spTgt spid="45"/>
                                        </p:tgtEl>
                                        <p:attrNameLst>
                                          <p:attrName>ppt_w</p:attrName>
                                        </p:attrNameLst>
                                      </p:cBhvr>
                                      <p:tavLst>
                                        <p:tav tm="0">
                                          <p:val>
                                            <p:strVal val="#ppt_w*0.70"/>
                                          </p:val>
                                        </p:tav>
                                        <p:tav tm="100000">
                                          <p:val>
                                            <p:strVal val="#ppt_w"/>
                                          </p:val>
                                        </p:tav>
                                      </p:tavLst>
                                    </p:anim>
                                    <p:anim calcmode="lin" valueType="num">
                                      <p:cBhvr>
                                        <p:cTn id="28" dur="1000" fill="hold"/>
                                        <p:tgtEl>
                                          <p:spTgt spid="45"/>
                                        </p:tgtEl>
                                        <p:attrNameLst>
                                          <p:attrName>ppt_h</p:attrName>
                                        </p:attrNameLst>
                                      </p:cBhvr>
                                      <p:tavLst>
                                        <p:tav tm="0">
                                          <p:val>
                                            <p:strVal val="#ppt_h"/>
                                          </p:val>
                                        </p:tav>
                                        <p:tav tm="100000">
                                          <p:val>
                                            <p:strVal val="#ppt_h"/>
                                          </p:val>
                                        </p:tav>
                                      </p:tavLst>
                                    </p:anim>
                                    <p:animEffect transition="in" filter="fade">
                                      <p:cBhvr>
                                        <p:cTn id="29" dur="1000"/>
                                        <p:tgtEl>
                                          <p:spTgt spid="4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left)">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wipe(left)">
                                      <p:cBhvr>
                                        <p:cTn id="39" dur="500"/>
                                        <p:tgtEl>
                                          <p:spTgt spid="49"/>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down)">
                                      <p:cBhvr>
                                        <p:cTn id="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P spid="46" grpId="0"/>
      <p:bldP spid="48" grpId="0" animBg="1"/>
      <p:bldP spid="4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00F9C3-5B24-CDF7-6E4C-AD583B28F228}"/>
              </a:ext>
            </a:extLst>
          </p:cNvPr>
          <p:cNvPicPr>
            <a:picLocks noChangeAspect="1"/>
          </p:cNvPicPr>
          <p:nvPr/>
        </p:nvPicPr>
        <p:blipFill>
          <a:blip r:embed="rId2"/>
          <a:stretch>
            <a:fillRect/>
          </a:stretch>
        </p:blipFill>
        <p:spPr>
          <a:xfrm>
            <a:off x="554183" y="1542690"/>
            <a:ext cx="11083636" cy="3772619"/>
          </a:xfrm>
          <a:prstGeom prst="rect">
            <a:avLst/>
          </a:prstGeom>
        </p:spPr>
      </p:pic>
      <p:sp>
        <p:nvSpPr>
          <p:cNvPr id="2" name="TextBox 1">
            <a:extLst>
              <a:ext uri="{FF2B5EF4-FFF2-40B4-BE49-F238E27FC236}">
                <a16:creationId xmlns:a16="http://schemas.microsoft.com/office/drawing/2014/main" id="{6CD391A1-D585-A96E-9534-3116368FC02A}"/>
              </a:ext>
            </a:extLst>
          </p:cNvPr>
          <p:cNvSpPr txBox="1"/>
          <p:nvPr/>
        </p:nvSpPr>
        <p:spPr>
          <a:xfrm>
            <a:off x="5837321" y="2664995"/>
            <a:ext cx="565485" cy="523220"/>
          </a:xfrm>
          <a:prstGeom prst="rect">
            <a:avLst/>
          </a:prstGeom>
          <a:noFill/>
        </p:spPr>
        <p:txBody>
          <a:bodyPr wrap="square" rtlCol="0">
            <a:spAutoFit/>
          </a:bodyPr>
          <a:lstStyle/>
          <a:p>
            <a:r>
              <a:rPr lang="en-GB" sz="2800">
                <a:solidFill>
                  <a:srgbClr val="00B050"/>
                </a:solidFill>
                <a:latin typeface="Wingdings 2" panose="05020102010507070707" pitchFamily="18" charset="2"/>
              </a:rPr>
              <a:t>P</a:t>
            </a:r>
          </a:p>
        </p:txBody>
      </p:sp>
      <p:sp>
        <p:nvSpPr>
          <p:cNvPr id="4" name="TextBox 3">
            <a:extLst>
              <a:ext uri="{FF2B5EF4-FFF2-40B4-BE49-F238E27FC236}">
                <a16:creationId xmlns:a16="http://schemas.microsoft.com/office/drawing/2014/main" id="{8F0E557E-20B4-1683-70D4-F86FD58689F5}"/>
              </a:ext>
            </a:extLst>
          </p:cNvPr>
          <p:cNvSpPr txBox="1"/>
          <p:nvPr/>
        </p:nvSpPr>
        <p:spPr>
          <a:xfrm>
            <a:off x="6519110" y="3188215"/>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5" name="TextBox 4">
            <a:extLst>
              <a:ext uri="{FF2B5EF4-FFF2-40B4-BE49-F238E27FC236}">
                <a16:creationId xmlns:a16="http://schemas.microsoft.com/office/drawing/2014/main" id="{82870171-86DA-C4CE-7964-D16F0290DA7B}"/>
              </a:ext>
            </a:extLst>
          </p:cNvPr>
          <p:cNvSpPr txBox="1"/>
          <p:nvPr/>
        </p:nvSpPr>
        <p:spPr>
          <a:xfrm>
            <a:off x="2526631" y="4116652"/>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6" name="TextBox 5">
            <a:extLst>
              <a:ext uri="{FF2B5EF4-FFF2-40B4-BE49-F238E27FC236}">
                <a16:creationId xmlns:a16="http://schemas.microsoft.com/office/drawing/2014/main" id="{8AF56E22-EE95-526D-89AC-7ABA0C7BCE5B}"/>
              </a:ext>
            </a:extLst>
          </p:cNvPr>
          <p:cNvSpPr txBox="1"/>
          <p:nvPr/>
        </p:nvSpPr>
        <p:spPr>
          <a:xfrm>
            <a:off x="6729663" y="4712369"/>
            <a:ext cx="565485" cy="523220"/>
          </a:xfrm>
          <a:prstGeom prst="rect">
            <a:avLst/>
          </a:prstGeom>
          <a:noFill/>
        </p:spPr>
        <p:txBody>
          <a:bodyPr wrap="square" rtlCol="0">
            <a:spAutoFit/>
          </a:bodyPr>
          <a:lstStyle/>
          <a:p>
            <a:r>
              <a:rPr lang="en-GB" sz="2800">
                <a:solidFill>
                  <a:srgbClr val="00B050"/>
                </a:solidFill>
                <a:latin typeface="Wingdings 2" panose="05020102010507070707" pitchFamily="18" charset="2"/>
              </a:rPr>
              <a:t>P</a:t>
            </a:r>
          </a:p>
        </p:txBody>
      </p:sp>
      <p:sp>
        <p:nvSpPr>
          <p:cNvPr id="7" name="TextBox 6">
            <a:extLst>
              <a:ext uri="{FF2B5EF4-FFF2-40B4-BE49-F238E27FC236}">
                <a16:creationId xmlns:a16="http://schemas.microsoft.com/office/drawing/2014/main" id="{D9119681-A1F1-D633-513F-108595679A7D}"/>
              </a:ext>
            </a:extLst>
          </p:cNvPr>
          <p:cNvSpPr txBox="1"/>
          <p:nvPr/>
        </p:nvSpPr>
        <p:spPr>
          <a:xfrm>
            <a:off x="6873949" y="3198166"/>
            <a:ext cx="4544020" cy="400110"/>
          </a:xfrm>
          <a:prstGeom prst="rect">
            <a:avLst/>
          </a:prstGeom>
          <a:noFill/>
        </p:spPr>
        <p:txBody>
          <a:bodyPr wrap="square" rtlCol="0">
            <a:spAutoFit/>
          </a:bodyPr>
          <a:lstStyle/>
          <a:p>
            <a:r>
              <a:rPr lang="en-GB" sz="2000" i="1">
                <a:solidFill>
                  <a:srgbClr val="0070C0"/>
                </a:solidFill>
              </a:rPr>
              <a:t>Anyway </a:t>
            </a:r>
            <a:r>
              <a:rPr lang="en-GB" sz="2000">
                <a:solidFill>
                  <a:srgbClr val="0070C0"/>
                </a:solidFill>
              </a:rPr>
              <a:t>is informal. In addition, the writer</a:t>
            </a:r>
          </a:p>
        </p:txBody>
      </p:sp>
      <p:sp>
        <p:nvSpPr>
          <p:cNvPr id="9" name="TextBox 8">
            <a:extLst>
              <a:ext uri="{FF2B5EF4-FFF2-40B4-BE49-F238E27FC236}">
                <a16:creationId xmlns:a16="http://schemas.microsoft.com/office/drawing/2014/main" id="{F4A6C157-ACC8-8247-257F-924809435EB5}"/>
              </a:ext>
            </a:extLst>
          </p:cNvPr>
          <p:cNvSpPr txBox="1"/>
          <p:nvPr/>
        </p:nvSpPr>
        <p:spPr>
          <a:xfrm>
            <a:off x="1173079" y="3480602"/>
            <a:ext cx="9125953" cy="400110"/>
          </a:xfrm>
          <a:prstGeom prst="rect">
            <a:avLst/>
          </a:prstGeom>
          <a:noFill/>
        </p:spPr>
        <p:txBody>
          <a:bodyPr wrap="square">
            <a:spAutoFit/>
          </a:bodyPr>
          <a:lstStyle/>
          <a:p>
            <a:r>
              <a:rPr lang="en-GB" sz="2000">
                <a:solidFill>
                  <a:srgbClr val="0070C0"/>
                </a:solidFill>
              </a:rPr>
              <a:t>cannot even be bothered to point out which of their qualifications are most relevant.</a:t>
            </a:r>
          </a:p>
        </p:txBody>
      </p:sp>
      <p:sp>
        <p:nvSpPr>
          <p:cNvPr id="10" name="TextBox 9">
            <a:extLst>
              <a:ext uri="{FF2B5EF4-FFF2-40B4-BE49-F238E27FC236}">
                <a16:creationId xmlns:a16="http://schemas.microsoft.com/office/drawing/2014/main" id="{C7B39E7F-1298-013B-8E7E-0CCFAA18F4A4}"/>
              </a:ext>
            </a:extLst>
          </p:cNvPr>
          <p:cNvSpPr txBox="1"/>
          <p:nvPr/>
        </p:nvSpPr>
        <p:spPr>
          <a:xfrm>
            <a:off x="2917562" y="4197900"/>
            <a:ext cx="8289853" cy="400110"/>
          </a:xfrm>
          <a:prstGeom prst="rect">
            <a:avLst/>
          </a:prstGeom>
          <a:noFill/>
        </p:spPr>
        <p:txBody>
          <a:bodyPr wrap="square" rtlCol="0">
            <a:spAutoFit/>
          </a:bodyPr>
          <a:lstStyle/>
          <a:p>
            <a:r>
              <a:rPr lang="en-GB" sz="2000">
                <a:solidFill>
                  <a:srgbClr val="0070C0"/>
                </a:solidFill>
              </a:rPr>
              <a:t>If it can be arranged, arrange it and don’t put doubts into the recruiter’s mind.</a:t>
            </a:r>
          </a:p>
        </p:txBody>
      </p:sp>
      <p:sp>
        <p:nvSpPr>
          <p:cNvPr id="11" name="TextBox 10">
            <a:extLst>
              <a:ext uri="{FF2B5EF4-FFF2-40B4-BE49-F238E27FC236}">
                <a16:creationId xmlns:a16="http://schemas.microsoft.com/office/drawing/2014/main" id="{338CB029-8D87-C3F4-F17B-C54A7C18CDFF}"/>
              </a:ext>
            </a:extLst>
          </p:cNvPr>
          <p:cNvSpPr txBox="1"/>
          <p:nvPr/>
        </p:nvSpPr>
        <p:spPr>
          <a:xfrm>
            <a:off x="6328518" y="2729268"/>
            <a:ext cx="4060750" cy="400110"/>
          </a:xfrm>
          <a:prstGeom prst="rect">
            <a:avLst/>
          </a:prstGeom>
          <a:noFill/>
        </p:spPr>
        <p:txBody>
          <a:bodyPr wrap="square" rtlCol="0">
            <a:spAutoFit/>
          </a:bodyPr>
          <a:lstStyle/>
          <a:p>
            <a:r>
              <a:rPr lang="en-GB" sz="2000">
                <a:solidFill>
                  <a:srgbClr val="0070C0"/>
                </a:solidFill>
              </a:rPr>
              <a:t>This is one of the job requirements.</a:t>
            </a:r>
          </a:p>
        </p:txBody>
      </p:sp>
      <p:sp>
        <p:nvSpPr>
          <p:cNvPr id="12" name="TextBox 11">
            <a:extLst>
              <a:ext uri="{FF2B5EF4-FFF2-40B4-BE49-F238E27FC236}">
                <a16:creationId xmlns:a16="http://schemas.microsoft.com/office/drawing/2014/main" id="{F2258D17-BAE0-5386-65B6-D1CCABBE69B5}"/>
              </a:ext>
            </a:extLst>
          </p:cNvPr>
          <p:cNvSpPr txBox="1"/>
          <p:nvPr/>
        </p:nvSpPr>
        <p:spPr>
          <a:xfrm>
            <a:off x="7115584" y="4756604"/>
            <a:ext cx="3273684" cy="400110"/>
          </a:xfrm>
          <a:prstGeom prst="rect">
            <a:avLst/>
          </a:prstGeom>
          <a:noFill/>
        </p:spPr>
        <p:txBody>
          <a:bodyPr wrap="square" rtlCol="0">
            <a:spAutoFit/>
          </a:bodyPr>
          <a:lstStyle/>
          <a:p>
            <a:r>
              <a:rPr lang="en-GB" sz="2000">
                <a:solidFill>
                  <a:srgbClr val="0070C0"/>
                </a:solidFill>
              </a:rPr>
              <a:t>This shows your availability.</a:t>
            </a:r>
          </a:p>
        </p:txBody>
      </p:sp>
    </p:spTree>
    <p:extLst>
      <p:ext uri="{BB962C8B-B14F-4D97-AF65-F5344CB8AC3E}">
        <p14:creationId xmlns:p14="http://schemas.microsoft.com/office/powerpoint/2010/main" val="1610342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9" grpId="0"/>
      <p:bldP spid="10" grpId="0"/>
      <p:bldP spid="11" grpId="0"/>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4E72CF-C7C7-F5F3-5D7B-D6015A3F1426}"/>
              </a:ext>
            </a:extLst>
          </p:cNvPr>
          <p:cNvPicPr>
            <a:picLocks noChangeAspect="1"/>
          </p:cNvPicPr>
          <p:nvPr/>
        </p:nvPicPr>
        <p:blipFill>
          <a:blip r:embed="rId2"/>
          <a:stretch>
            <a:fillRect/>
          </a:stretch>
        </p:blipFill>
        <p:spPr>
          <a:xfrm>
            <a:off x="554182" y="1557231"/>
            <a:ext cx="11083636" cy="3743537"/>
          </a:xfrm>
          <a:prstGeom prst="rect">
            <a:avLst/>
          </a:prstGeom>
        </p:spPr>
      </p:pic>
      <p:sp>
        <p:nvSpPr>
          <p:cNvPr id="4" name="TextBox 3">
            <a:extLst>
              <a:ext uri="{FF2B5EF4-FFF2-40B4-BE49-F238E27FC236}">
                <a16:creationId xmlns:a16="http://schemas.microsoft.com/office/drawing/2014/main" id="{2981E663-2A0B-76E2-8ECD-5F03FF698B7D}"/>
              </a:ext>
            </a:extLst>
          </p:cNvPr>
          <p:cNvSpPr txBox="1"/>
          <p:nvPr/>
        </p:nvSpPr>
        <p:spPr>
          <a:xfrm>
            <a:off x="6896100" y="1636295"/>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5" name="TextBox 4">
            <a:extLst>
              <a:ext uri="{FF2B5EF4-FFF2-40B4-BE49-F238E27FC236}">
                <a16:creationId xmlns:a16="http://schemas.microsoft.com/office/drawing/2014/main" id="{80BBB7D2-F065-2E47-5C9C-D34327B2B41E}"/>
              </a:ext>
            </a:extLst>
          </p:cNvPr>
          <p:cNvSpPr txBox="1"/>
          <p:nvPr/>
        </p:nvSpPr>
        <p:spPr>
          <a:xfrm>
            <a:off x="7387296" y="1700568"/>
            <a:ext cx="4138957" cy="400110"/>
          </a:xfrm>
          <a:prstGeom prst="rect">
            <a:avLst/>
          </a:prstGeom>
          <a:noFill/>
        </p:spPr>
        <p:txBody>
          <a:bodyPr wrap="square" rtlCol="0">
            <a:spAutoFit/>
          </a:bodyPr>
          <a:lstStyle/>
          <a:p>
            <a:r>
              <a:rPr lang="en-GB" sz="2000">
                <a:solidFill>
                  <a:srgbClr val="0070C0"/>
                </a:solidFill>
              </a:rPr>
              <a:t>It is not relevant to this particular job.</a:t>
            </a:r>
          </a:p>
        </p:txBody>
      </p:sp>
      <p:sp>
        <p:nvSpPr>
          <p:cNvPr id="6" name="TextBox 5">
            <a:extLst>
              <a:ext uri="{FF2B5EF4-FFF2-40B4-BE49-F238E27FC236}">
                <a16:creationId xmlns:a16="http://schemas.microsoft.com/office/drawing/2014/main" id="{CD4FF21D-CF80-C448-5A6C-F6DA0EFFE562}"/>
              </a:ext>
            </a:extLst>
          </p:cNvPr>
          <p:cNvSpPr txBox="1"/>
          <p:nvPr/>
        </p:nvSpPr>
        <p:spPr>
          <a:xfrm>
            <a:off x="9160041" y="2159515"/>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7" name="TextBox 6">
            <a:extLst>
              <a:ext uri="{FF2B5EF4-FFF2-40B4-BE49-F238E27FC236}">
                <a16:creationId xmlns:a16="http://schemas.microsoft.com/office/drawing/2014/main" id="{B25C660F-3BAA-A78B-1AAA-3800BC2D1143}"/>
              </a:ext>
            </a:extLst>
          </p:cNvPr>
          <p:cNvSpPr txBox="1"/>
          <p:nvPr/>
        </p:nvSpPr>
        <p:spPr>
          <a:xfrm>
            <a:off x="9514880" y="2244015"/>
            <a:ext cx="2450525" cy="400110"/>
          </a:xfrm>
          <a:prstGeom prst="rect">
            <a:avLst/>
          </a:prstGeom>
          <a:noFill/>
        </p:spPr>
        <p:txBody>
          <a:bodyPr wrap="square" rtlCol="0">
            <a:spAutoFit/>
          </a:bodyPr>
          <a:lstStyle/>
          <a:p>
            <a:r>
              <a:rPr lang="en-GB" sz="2000">
                <a:solidFill>
                  <a:srgbClr val="0070C0"/>
                </a:solidFill>
              </a:rPr>
              <a:t>You wouldn’t enclose</a:t>
            </a:r>
          </a:p>
        </p:txBody>
      </p:sp>
      <p:sp>
        <p:nvSpPr>
          <p:cNvPr id="8" name="TextBox 7">
            <a:extLst>
              <a:ext uri="{FF2B5EF4-FFF2-40B4-BE49-F238E27FC236}">
                <a16:creationId xmlns:a16="http://schemas.microsoft.com/office/drawing/2014/main" id="{B5CD7EED-1533-EA82-2D26-DF904EBDC567}"/>
              </a:ext>
            </a:extLst>
          </p:cNvPr>
          <p:cNvSpPr txBox="1"/>
          <p:nvPr/>
        </p:nvSpPr>
        <p:spPr>
          <a:xfrm>
            <a:off x="878211" y="2482680"/>
            <a:ext cx="7182947" cy="400110"/>
          </a:xfrm>
          <a:prstGeom prst="rect">
            <a:avLst/>
          </a:prstGeom>
          <a:noFill/>
        </p:spPr>
        <p:txBody>
          <a:bodyPr wrap="square" rtlCol="0">
            <a:spAutoFit/>
          </a:bodyPr>
          <a:lstStyle/>
          <a:p>
            <a:r>
              <a:rPr lang="en-GB" sz="2000">
                <a:solidFill>
                  <a:srgbClr val="0070C0"/>
                </a:solidFill>
              </a:rPr>
              <a:t>one yet, anyway. However, difficult it may be, you need to get one.</a:t>
            </a:r>
          </a:p>
        </p:txBody>
      </p:sp>
      <p:sp>
        <p:nvSpPr>
          <p:cNvPr id="9" name="TextBox 8">
            <a:extLst>
              <a:ext uri="{FF2B5EF4-FFF2-40B4-BE49-F238E27FC236}">
                <a16:creationId xmlns:a16="http://schemas.microsoft.com/office/drawing/2014/main" id="{6D53BAAA-3765-2979-F424-F51AED1CCF61}"/>
              </a:ext>
            </a:extLst>
          </p:cNvPr>
          <p:cNvSpPr txBox="1"/>
          <p:nvPr/>
        </p:nvSpPr>
        <p:spPr>
          <a:xfrm>
            <a:off x="5949615" y="2669708"/>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10" name="TextBox 9">
            <a:extLst>
              <a:ext uri="{FF2B5EF4-FFF2-40B4-BE49-F238E27FC236}">
                <a16:creationId xmlns:a16="http://schemas.microsoft.com/office/drawing/2014/main" id="{B7CB5DB7-4C59-2374-D1EB-77E64EC558BF}"/>
              </a:ext>
            </a:extLst>
          </p:cNvPr>
          <p:cNvSpPr txBox="1"/>
          <p:nvPr/>
        </p:nvSpPr>
        <p:spPr>
          <a:xfrm>
            <a:off x="6304454" y="2754208"/>
            <a:ext cx="5221799" cy="400110"/>
          </a:xfrm>
          <a:prstGeom prst="rect">
            <a:avLst/>
          </a:prstGeom>
          <a:noFill/>
        </p:spPr>
        <p:txBody>
          <a:bodyPr wrap="square" rtlCol="0">
            <a:spAutoFit/>
          </a:bodyPr>
          <a:lstStyle/>
          <a:p>
            <a:r>
              <a:rPr lang="en-GB" sz="2000">
                <a:solidFill>
                  <a:srgbClr val="0070C0"/>
                </a:solidFill>
              </a:rPr>
              <a:t>This is far too informal and does not give them a</a:t>
            </a:r>
          </a:p>
        </p:txBody>
      </p:sp>
      <p:sp>
        <p:nvSpPr>
          <p:cNvPr id="11" name="TextBox 10">
            <a:extLst>
              <a:ext uri="{FF2B5EF4-FFF2-40B4-BE49-F238E27FC236}">
                <a16:creationId xmlns:a16="http://schemas.microsoft.com/office/drawing/2014/main" id="{BAC8A214-082C-8D10-D062-05AAF6625EA8}"/>
              </a:ext>
            </a:extLst>
          </p:cNvPr>
          <p:cNvSpPr txBox="1"/>
          <p:nvPr/>
        </p:nvSpPr>
        <p:spPr>
          <a:xfrm>
            <a:off x="799098" y="2933679"/>
            <a:ext cx="2100513" cy="369332"/>
          </a:xfrm>
          <a:prstGeom prst="rect">
            <a:avLst/>
          </a:prstGeom>
          <a:noFill/>
        </p:spPr>
        <p:txBody>
          <a:bodyPr wrap="square">
            <a:spAutoFit/>
          </a:bodyPr>
          <a:lstStyle/>
          <a:p>
            <a:r>
              <a:rPr lang="en-GB" sz="1800">
                <a:solidFill>
                  <a:srgbClr val="0070C0"/>
                </a:solidFill>
              </a:rPr>
              <a:t>reason to invite you.</a:t>
            </a:r>
            <a:endParaRPr lang="en-GB"/>
          </a:p>
        </p:txBody>
      </p:sp>
      <p:sp>
        <p:nvSpPr>
          <p:cNvPr id="12" name="TextBox 11">
            <a:extLst>
              <a:ext uri="{FF2B5EF4-FFF2-40B4-BE49-F238E27FC236}">
                <a16:creationId xmlns:a16="http://schemas.microsoft.com/office/drawing/2014/main" id="{978DC6C7-4BB7-5AE1-912C-42927972DE29}"/>
              </a:ext>
            </a:extLst>
          </p:cNvPr>
          <p:cNvSpPr txBox="1"/>
          <p:nvPr/>
        </p:nvSpPr>
        <p:spPr>
          <a:xfrm>
            <a:off x="6244389" y="3170562"/>
            <a:ext cx="565485" cy="523220"/>
          </a:xfrm>
          <a:prstGeom prst="rect">
            <a:avLst/>
          </a:prstGeom>
          <a:noFill/>
        </p:spPr>
        <p:txBody>
          <a:bodyPr wrap="square" rtlCol="0">
            <a:spAutoFit/>
          </a:bodyPr>
          <a:lstStyle/>
          <a:p>
            <a:r>
              <a:rPr lang="en-GB" sz="2800">
                <a:solidFill>
                  <a:srgbClr val="FF0000"/>
                </a:solidFill>
                <a:latin typeface="Wingdings 2" panose="05020102010507070707" pitchFamily="18" charset="2"/>
              </a:rPr>
              <a:t>O</a:t>
            </a:r>
          </a:p>
        </p:txBody>
      </p:sp>
      <p:sp>
        <p:nvSpPr>
          <p:cNvPr id="13" name="TextBox 12">
            <a:extLst>
              <a:ext uri="{FF2B5EF4-FFF2-40B4-BE49-F238E27FC236}">
                <a16:creationId xmlns:a16="http://schemas.microsoft.com/office/drawing/2014/main" id="{4871FD16-1D41-49B4-7537-CB799641A187}"/>
              </a:ext>
            </a:extLst>
          </p:cNvPr>
          <p:cNvSpPr txBox="1"/>
          <p:nvPr/>
        </p:nvSpPr>
        <p:spPr>
          <a:xfrm>
            <a:off x="6599228" y="3255062"/>
            <a:ext cx="3356904" cy="400110"/>
          </a:xfrm>
          <a:prstGeom prst="rect">
            <a:avLst/>
          </a:prstGeom>
          <a:noFill/>
        </p:spPr>
        <p:txBody>
          <a:bodyPr wrap="square" rtlCol="0">
            <a:spAutoFit/>
          </a:bodyPr>
          <a:lstStyle/>
          <a:p>
            <a:r>
              <a:rPr lang="en-GB" sz="2000">
                <a:solidFill>
                  <a:srgbClr val="0070C0"/>
                </a:solidFill>
              </a:rPr>
              <a:t>This is not relevant to the job.</a:t>
            </a:r>
          </a:p>
        </p:txBody>
      </p:sp>
      <p:sp>
        <p:nvSpPr>
          <p:cNvPr id="14" name="TextBox 13">
            <a:extLst>
              <a:ext uri="{FF2B5EF4-FFF2-40B4-BE49-F238E27FC236}">
                <a16:creationId xmlns:a16="http://schemas.microsoft.com/office/drawing/2014/main" id="{2FE095E4-9863-8028-1196-693938B4ED42}"/>
              </a:ext>
            </a:extLst>
          </p:cNvPr>
          <p:cNvSpPr txBox="1"/>
          <p:nvPr/>
        </p:nvSpPr>
        <p:spPr>
          <a:xfrm>
            <a:off x="4525832" y="3701605"/>
            <a:ext cx="565485" cy="523220"/>
          </a:xfrm>
          <a:prstGeom prst="rect">
            <a:avLst/>
          </a:prstGeom>
          <a:noFill/>
        </p:spPr>
        <p:txBody>
          <a:bodyPr wrap="square" rtlCol="0">
            <a:spAutoFit/>
          </a:bodyPr>
          <a:lstStyle/>
          <a:p>
            <a:r>
              <a:rPr lang="en-GB" sz="2800">
                <a:solidFill>
                  <a:srgbClr val="00B050"/>
                </a:solidFill>
                <a:latin typeface="Wingdings 2" panose="05020102010507070707" pitchFamily="18" charset="2"/>
              </a:rPr>
              <a:t>P</a:t>
            </a:r>
          </a:p>
        </p:txBody>
      </p:sp>
      <p:sp>
        <p:nvSpPr>
          <p:cNvPr id="15" name="TextBox 14">
            <a:extLst>
              <a:ext uri="{FF2B5EF4-FFF2-40B4-BE49-F238E27FC236}">
                <a16:creationId xmlns:a16="http://schemas.microsoft.com/office/drawing/2014/main" id="{114B0DDD-CD4E-A17F-C0CE-F5C6503B5DA8}"/>
              </a:ext>
            </a:extLst>
          </p:cNvPr>
          <p:cNvSpPr txBox="1"/>
          <p:nvPr/>
        </p:nvSpPr>
        <p:spPr>
          <a:xfrm>
            <a:off x="5017028" y="3765878"/>
            <a:ext cx="2827561" cy="400110"/>
          </a:xfrm>
          <a:prstGeom prst="rect">
            <a:avLst/>
          </a:prstGeom>
          <a:noFill/>
        </p:spPr>
        <p:txBody>
          <a:bodyPr wrap="square" rtlCol="0">
            <a:spAutoFit/>
          </a:bodyPr>
          <a:lstStyle/>
          <a:p>
            <a:r>
              <a:rPr lang="en-GB" sz="2000">
                <a:solidFill>
                  <a:srgbClr val="0070C0"/>
                </a:solidFill>
              </a:rPr>
              <a:t>This is a job requirement.</a:t>
            </a:r>
          </a:p>
        </p:txBody>
      </p:sp>
      <p:sp>
        <p:nvSpPr>
          <p:cNvPr id="16" name="TextBox 15">
            <a:extLst>
              <a:ext uri="{FF2B5EF4-FFF2-40B4-BE49-F238E27FC236}">
                <a16:creationId xmlns:a16="http://schemas.microsoft.com/office/drawing/2014/main" id="{DD91A732-7201-44D9-694E-356CF409FB1D}"/>
              </a:ext>
            </a:extLst>
          </p:cNvPr>
          <p:cNvSpPr txBox="1"/>
          <p:nvPr/>
        </p:nvSpPr>
        <p:spPr>
          <a:xfrm>
            <a:off x="799097" y="4713525"/>
            <a:ext cx="10396287" cy="707886"/>
          </a:xfrm>
          <a:prstGeom prst="rect">
            <a:avLst/>
          </a:prstGeom>
          <a:noFill/>
        </p:spPr>
        <p:txBody>
          <a:bodyPr wrap="square" rtlCol="0">
            <a:spAutoFit/>
          </a:bodyPr>
          <a:lstStyle/>
          <a:p>
            <a:r>
              <a:rPr lang="en-GB" sz="2000">
                <a:solidFill>
                  <a:srgbClr val="0070C0"/>
                </a:solidFill>
              </a:rPr>
              <a:t>Probably not. Certainly, it has to be true and will depend on your friends behaviour and maturity. It probably has as many advantages as disadvantages.</a:t>
            </a:r>
          </a:p>
        </p:txBody>
      </p:sp>
      <p:pic>
        <p:nvPicPr>
          <p:cNvPr id="18" name="Graphic 17" descr="Question Mark with solid fill">
            <a:extLst>
              <a:ext uri="{FF2B5EF4-FFF2-40B4-BE49-F238E27FC236}">
                <a16:creationId xmlns:a16="http://schemas.microsoft.com/office/drawing/2014/main" id="{7421D6BA-05C1-2873-3415-3670EA2D6C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5848" y="4420879"/>
            <a:ext cx="240790" cy="240790"/>
          </a:xfrm>
          <a:prstGeom prst="rect">
            <a:avLst/>
          </a:prstGeom>
        </p:spPr>
      </p:pic>
    </p:spTree>
    <p:extLst>
      <p:ext uri="{BB962C8B-B14F-4D97-AF65-F5344CB8AC3E}">
        <p14:creationId xmlns:p14="http://schemas.microsoft.com/office/powerpoint/2010/main" val="113883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left)">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1B0867-51DC-C6A8-E69B-87E88E956ACA}"/>
              </a:ext>
            </a:extLst>
          </p:cNvPr>
          <p:cNvPicPr>
            <a:picLocks noChangeAspect="1"/>
          </p:cNvPicPr>
          <p:nvPr/>
        </p:nvPicPr>
        <p:blipFill>
          <a:blip r:embed="rId2"/>
          <a:stretch>
            <a:fillRect/>
          </a:stretch>
        </p:blipFill>
        <p:spPr>
          <a:xfrm>
            <a:off x="648672" y="2294501"/>
            <a:ext cx="10894656" cy="2268998"/>
          </a:xfrm>
          <a:prstGeom prst="rect">
            <a:avLst/>
          </a:prstGeom>
        </p:spPr>
      </p:pic>
    </p:spTree>
    <p:extLst>
      <p:ext uri="{BB962C8B-B14F-4D97-AF65-F5344CB8AC3E}">
        <p14:creationId xmlns:p14="http://schemas.microsoft.com/office/powerpoint/2010/main" val="3514708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hidden="1">
            <a:extLst>
              <a:ext uri="{FF2B5EF4-FFF2-40B4-BE49-F238E27FC236}">
                <a16:creationId xmlns:a16="http://schemas.microsoft.com/office/drawing/2014/main" id="{7D98014E-B854-9774-7DE8-9E6CF08141A6}"/>
              </a:ext>
            </a:extLst>
          </p:cNvPr>
          <p:cNvSpPr>
            <a:spLocks noChangeAspect="1"/>
          </p:cNvSpPr>
          <p:nvPr/>
        </p:nvSpPr>
        <p:spPr>
          <a:xfrm rot="19920000">
            <a:off x="9153815" y="4945076"/>
            <a:ext cx="2398156" cy="1214854"/>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5" name="!!ii" hidden="1">
            <a:extLst>
              <a:ext uri="{FF2B5EF4-FFF2-40B4-BE49-F238E27FC236}">
                <a16:creationId xmlns:a16="http://schemas.microsoft.com/office/drawing/2014/main" id="{AF87C5A1-C2CC-AA73-48C5-EE9FBD17BADB}"/>
              </a:ext>
            </a:extLst>
          </p:cNvPr>
          <p:cNvSpPr>
            <a:spLocks noChangeAspect="1"/>
          </p:cNvSpPr>
          <p:nvPr/>
        </p:nvSpPr>
        <p:spPr>
          <a:xfrm rot="19920000">
            <a:off x="5843639" y="572911"/>
            <a:ext cx="2398156" cy="1214854"/>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6" name="!!iii" hidden="1">
            <a:extLst>
              <a:ext uri="{FF2B5EF4-FFF2-40B4-BE49-F238E27FC236}">
                <a16:creationId xmlns:a16="http://schemas.microsoft.com/office/drawing/2014/main" id="{082028F1-4A15-5EF8-AF11-A09381395333}"/>
              </a:ext>
            </a:extLst>
          </p:cNvPr>
          <p:cNvSpPr>
            <a:spLocks noChangeAspect="1"/>
          </p:cNvSpPr>
          <p:nvPr/>
        </p:nvSpPr>
        <p:spPr>
          <a:xfrm rot="19920000">
            <a:off x="5856382" y="4937574"/>
            <a:ext cx="2398156" cy="1214854"/>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7" name="!!iv" hidden="1">
            <a:extLst>
              <a:ext uri="{FF2B5EF4-FFF2-40B4-BE49-F238E27FC236}">
                <a16:creationId xmlns:a16="http://schemas.microsoft.com/office/drawing/2014/main" id="{1A48F36A-1CD3-2643-A54F-334C0D923F22}"/>
              </a:ext>
            </a:extLst>
          </p:cNvPr>
          <p:cNvSpPr>
            <a:spLocks noChangeAspect="1"/>
          </p:cNvSpPr>
          <p:nvPr/>
        </p:nvSpPr>
        <p:spPr>
          <a:xfrm rot="19920000">
            <a:off x="3000473" y="5008548"/>
            <a:ext cx="2492820" cy="1309518"/>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8" name="!!v" hidden="1">
            <a:extLst>
              <a:ext uri="{FF2B5EF4-FFF2-40B4-BE49-F238E27FC236}">
                <a16:creationId xmlns:a16="http://schemas.microsoft.com/office/drawing/2014/main" id="{6607AD48-2A40-E28B-C665-E143081560A0}"/>
              </a:ext>
            </a:extLst>
          </p:cNvPr>
          <p:cNvSpPr>
            <a:spLocks noChangeAspect="1"/>
          </p:cNvSpPr>
          <p:nvPr/>
        </p:nvSpPr>
        <p:spPr>
          <a:xfrm rot="19920000">
            <a:off x="398223" y="355470"/>
            <a:ext cx="2492820" cy="1309518"/>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9" name="!!vi" hidden="1">
            <a:extLst>
              <a:ext uri="{FF2B5EF4-FFF2-40B4-BE49-F238E27FC236}">
                <a16:creationId xmlns:a16="http://schemas.microsoft.com/office/drawing/2014/main" id="{19E44F1D-D69A-5065-6F1F-FB3275A26EB3}"/>
              </a:ext>
            </a:extLst>
          </p:cNvPr>
          <p:cNvSpPr>
            <a:spLocks noChangeAspect="1"/>
          </p:cNvSpPr>
          <p:nvPr/>
        </p:nvSpPr>
        <p:spPr>
          <a:xfrm rot="19920000">
            <a:off x="8508377" y="647908"/>
            <a:ext cx="2492820" cy="130951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0" name="!!vii" hidden="1">
            <a:extLst>
              <a:ext uri="{FF2B5EF4-FFF2-40B4-BE49-F238E27FC236}">
                <a16:creationId xmlns:a16="http://schemas.microsoft.com/office/drawing/2014/main" id="{378D16C5-1315-781B-DD52-1D8CB37927AB}"/>
              </a:ext>
            </a:extLst>
          </p:cNvPr>
          <p:cNvSpPr>
            <a:spLocks noChangeAspect="1"/>
          </p:cNvSpPr>
          <p:nvPr/>
        </p:nvSpPr>
        <p:spPr>
          <a:xfrm rot="19920000">
            <a:off x="354049" y="4926857"/>
            <a:ext cx="2492820" cy="130951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1" name="!!viii" hidden="1">
            <a:extLst>
              <a:ext uri="{FF2B5EF4-FFF2-40B4-BE49-F238E27FC236}">
                <a16:creationId xmlns:a16="http://schemas.microsoft.com/office/drawing/2014/main" id="{B8A9E2D2-B18E-83C4-02CA-775D7B4854D1}"/>
              </a:ext>
            </a:extLst>
          </p:cNvPr>
          <p:cNvSpPr>
            <a:spLocks noChangeAspect="1"/>
          </p:cNvSpPr>
          <p:nvPr/>
        </p:nvSpPr>
        <p:spPr>
          <a:xfrm rot="19920000">
            <a:off x="3012544" y="2766879"/>
            <a:ext cx="2413929" cy="1230633"/>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2" name="!!ix" hidden="1">
            <a:extLst>
              <a:ext uri="{FF2B5EF4-FFF2-40B4-BE49-F238E27FC236}">
                <a16:creationId xmlns:a16="http://schemas.microsoft.com/office/drawing/2014/main" id="{2AB31197-F4CB-C2B0-5F82-F8D226925340}"/>
              </a:ext>
            </a:extLst>
          </p:cNvPr>
          <p:cNvSpPr>
            <a:spLocks noChangeAspect="1"/>
          </p:cNvSpPr>
          <p:nvPr/>
        </p:nvSpPr>
        <p:spPr>
          <a:xfrm rot="19920000">
            <a:off x="8725581" y="2771393"/>
            <a:ext cx="2429713" cy="1246405"/>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3" name="!!xii" hidden="1">
            <a:extLst>
              <a:ext uri="{FF2B5EF4-FFF2-40B4-BE49-F238E27FC236}">
                <a16:creationId xmlns:a16="http://schemas.microsoft.com/office/drawing/2014/main" id="{428526F2-E53C-6977-97C5-CB9E3B2220FF}"/>
              </a:ext>
            </a:extLst>
          </p:cNvPr>
          <p:cNvSpPr>
            <a:spLocks noChangeAspect="1"/>
          </p:cNvSpPr>
          <p:nvPr/>
        </p:nvSpPr>
        <p:spPr>
          <a:xfrm rot="19920000">
            <a:off x="2829393" y="472677"/>
            <a:ext cx="2492820" cy="130951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09 w 1504950"/>
              <a:gd name="connsiteY3" fmla="*/ 285554 h 790575"/>
              <a:gd name="connsiteX4" fmla="*/ 65629 w 1504950"/>
              <a:gd name="connsiteY4" fmla="*/ 283862 h 790575"/>
              <a:gd name="connsiteX5" fmla="*/ 108397 w 1504950"/>
              <a:gd name="connsiteY5" fmla="*/ 270362 h 790575"/>
              <a:gd name="connsiteX6" fmla="*/ 133129 w 1504950"/>
              <a:gd name="connsiteY6" fmla="*/ 277670 h 790575"/>
              <a:gd name="connsiteX7" fmla="*/ 144398 w 1504950"/>
              <a:gd name="connsiteY7" fmla="*/ 306362 h 790575"/>
              <a:gd name="connsiteX8" fmla="*/ 133129 w 1504950"/>
              <a:gd name="connsiteY8" fmla="*/ 335054 h 790575"/>
              <a:gd name="connsiteX9" fmla="*/ 108397 w 1504950"/>
              <a:gd name="connsiteY9" fmla="*/ 342362 h 790575"/>
              <a:gd name="connsiteX10" fmla="*/ 65629 w 1504950"/>
              <a:gd name="connsiteY10" fmla="*/ 328862 h 790575"/>
              <a:gd name="connsiteX11" fmla="*/ 45109 w 1504950"/>
              <a:gd name="connsiteY11" fmla="*/ 327170 h 790575"/>
              <a:gd name="connsiteX12" fmla="*/ 36361 w 1504950"/>
              <a:gd name="connsiteY12" fmla="*/ 342362 h 790575"/>
              <a:gd name="connsiteX13" fmla="*/ 36361 w 1504950"/>
              <a:gd name="connsiteY13" fmla="*/ 378362 h 790575"/>
              <a:gd name="connsiteX14" fmla="*/ 90362 w 1504950"/>
              <a:gd name="connsiteY14" fmla="*/ 432362 h 790575"/>
              <a:gd name="connsiteX15" fmla="*/ 144398 w 1504950"/>
              <a:gd name="connsiteY15" fmla="*/ 378362 h 790575"/>
              <a:gd name="connsiteX16" fmla="*/ 144398 w 1504950"/>
              <a:gd name="connsiteY16" fmla="*/ 522362 h 790575"/>
              <a:gd name="connsiteX17" fmla="*/ 90362 w 1504950"/>
              <a:gd name="connsiteY17" fmla="*/ 468362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576362 h 790575"/>
              <a:gd name="connsiteX24" fmla="*/ 1422387 w 1504950"/>
              <a:gd name="connsiteY24" fmla="*/ 522362 h 790575"/>
              <a:gd name="connsiteX25" fmla="*/ 1476373 w 1504950"/>
              <a:gd name="connsiteY25" fmla="*/ 576362 h 790575"/>
              <a:gd name="connsiteX26" fmla="*/ 1476373 w 1504950"/>
              <a:gd name="connsiteY26" fmla="*/ 432362 h 790575"/>
              <a:gd name="connsiteX27" fmla="*/ 1422387 w 1504950"/>
              <a:gd name="connsiteY27" fmla="*/ 486362 h 790575"/>
              <a:gd name="connsiteX28" fmla="*/ 1368380 w 1504950"/>
              <a:gd name="connsiteY28" fmla="*/ 432362 h 790575"/>
              <a:gd name="connsiteX29" fmla="*/ 1368380 w 1504950"/>
              <a:gd name="connsiteY29" fmla="*/ 396362 h 790575"/>
              <a:gd name="connsiteX30" fmla="*/ 1377107 w 1504950"/>
              <a:gd name="connsiteY30" fmla="*/ 381170 h 790575"/>
              <a:gd name="connsiteX31" fmla="*/ 1397627 w 1504950"/>
              <a:gd name="connsiteY31" fmla="*/ 382862 h 790575"/>
              <a:gd name="connsiteX32" fmla="*/ 1440377 w 1504950"/>
              <a:gd name="connsiteY32" fmla="*/ 396362 h 790575"/>
              <a:gd name="connsiteX33" fmla="*/ 1465120 w 1504950"/>
              <a:gd name="connsiteY33" fmla="*/ 389054 h 790575"/>
              <a:gd name="connsiteX34" fmla="*/ 1476373 w 1504950"/>
              <a:gd name="connsiteY34" fmla="*/ 360362 h 790575"/>
              <a:gd name="connsiteX35" fmla="*/ 1465120 w 1504950"/>
              <a:gd name="connsiteY35" fmla="*/ 331670 h 790575"/>
              <a:gd name="connsiteX36" fmla="*/ 1440377 w 1504950"/>
              <a:gd name="connsiteY36" fmla="*/ 324362 h 790575"/>
              <a:gd name="connsiteX37" fmla="*/ 1397627 w 1504950"/>
              <a:gd name="connsiteY37" fmla="*/ 337862 h 790575"/>
              <a:gd name="connsiteX38" fmla="*/ 1377107 w 1504950"/>
              <a:gd name="connsiteY38" fmla="*/ 339554 h 790575"/>
              <a:gd name="connsiteX39" fmla="*/ 1368380 w 1504950"/>
              <a:gd name="connsiteY39" fmla="*/ 324362 h 790575"/>
              <a:gd name="connsiteX40" fmla="*/ 1368380 w 1504950"/>
              <a:gd name="connsiteY40" fmla="*/ 288362 h 790575"/>
              <a:gd name="connsiteX41" fmla="*/ 1377107 w 1504950"/>
              <a:gd name="connsiteY41" fmla="*/ 273170 h 790575"/>
              <a:gd name="connsiteX42" fmla="*/ 1397627 w 1504950"/>
              <a:gd name="connsiteY42" fmla="*/ 274862 h 790575"/>
              <a:gd name="connsiteX43" fmla="*/ 1440377 w 1504950"/>
              <a:gd name="connsiteY43" fmla="*/ 288362 h 790575"/>
              <a:gd name="connsiteX44" fmla="*/ 1465120 w 1504950"/>
              <a:gd name="connsiteY44" fmla="*/ 281054 h 790575"/>
              <a:gd name="connsiteX45" fmla="*/ 1476373 w 1504950"/>
              <a:gd name="connsiteY45" fmla="*/ 252362 h 790575"/>
              <a:gd name="connsiteX46" fmla="*/ 1465120 w 1504950"/>
              <a:gd name="connsiteY46" fmla="*/ 223670 h 790575"/>
              <a:gd name="connsiteX47" fmla="*/ 1440377 w 1504950"/>
              <a:gd name="connsiteY47" fmla="*/ 216362 h 790575"/>
              <a:gd name="connsiteX48" fmla="*/ 1397627 w 1504950"/>
              <a:gd name="connsiteY48" fmla="*/ 229862 h 790575"/>
              <a:gd name="connsiteX49" fmla="*/ 1377107 w 1504950"/>
              <a:gd name="connsiteY49" fmla="*/ 231554 h 790575"/>
              <a:gd name="connsiteX50" fmla="*/ 1368380 w 1504950"/>
              <a:gd name="connsiteY50" fmla="*/ 216362 h 790575"/>
              <a:gd name="connsiteX51" fmla="*/ 1368380 w 1504950"/>
              <a:gd name="connsiteY51" fmla="*/ 180362 h 790575"/>
              <a:gd name="connsiteX52" fmla="*/ 1368380 w 1504950"/>
              <a:gd name="connsiteY52" fmla="*/ 36361 h 790575"/>
              <a:gd name="connsiteX53" fmla="*/ 1260369 w 1504950"/>
              <a:gd name="connsiteY53" fmla="*/ 36361 h 790575"/>
              <a:gd name="connsiteX54" fmla="*/ 252362 w 1504950"/>
              <a:gd name="connsiteY54"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04950" h="790575">
                <a:moveTo>
                  <a:pt x="36361" y="36361"/>
                </a:moveTo>
                <a:lnTo>
                  <a:pt x="36361" y="234362"/>
                </a:lnTo>
                <a:lnTo>
                  <a:pt x="36361" y="270362"/>
                </a:lnTo>
                <a:cubicBezTo>
                  <a:pt x="36361" y="279362"/>
                  <a:pt x="39745" y="283862"/>
                  <a:pt x="45109" y="285554"/>
                </a:cubicBezTo>
                <a:cubicBezTo>
                  <a:pt x="50437" y="287246"/>
                  <a:pt x="57745" y="286094"/>
                  <a:pt x="65629" y="283862"/>
                </a:cubicBezTo>
                <a:cubicBezTo>
                  <a:pt x="81397" y="279362"/>
                  <a:pt x="99397" y="270362"/>
                  <a:pt x="108397" y="270362"/>
                </a:cubicBezTo>
                <a:cubicBezTo>
                  <a:pt x="117398" y="270362"/>
                  <a:pt x="126362" y="272234"/>
                  <a:pt x="133129" y="277670"/>
                </a:cubicBezTo>
                <a:cubicBezTo>
                  <a:pt x="139862" y="283106"/>
                  <a:pt x="144398" y="292142"/>
                  <a:pt x="144398" y="306362"/>
                </a:cubicBezTo>
                <a:cubicBezTo>
                  <a:pt x="144398" y="320618"/>
                  <a:pt x="139862" y="329618"/>
                  <a:pt x="133129" y="335054"/>
                </a:cubicBezTo>
                <a:cubicBezTo>
                  <a:pt x="126362" y="340490"/>
                  <a:pt x="117398" y="342362"/>
                  <a:pt x="108397" y="342362"/>
                </a:cubicBezTo>
                <a:cubicBezTo>
                  <a:pt x="99397" y="342362"/>
                  <a:pt x="81397" y="333362"/>
                  <a:pt x="65629" y="328862"/>
                </a:cubicBezTo>
                <a:cubicBezTo>
                  <a:pt x="57745" y="326594"/>
                  <a:pt x="50437" y="325478"/>
                  <a:pt x="45109" y="327170"/>
                </a:cubicBezTo>
                <a:cubicBezTo>
                  <a:pt x="39745" y="328862"/>
                  <a:pt x="36361" y="333362"/>
                  <a:pt x="36361" y="342362"/>
                </a:cubicBezTo>
                <a:lnTo>
                  <a:pt x="36361" y="378362"/>
                </a:lnTo>
                <a:lnTo>
                  <a:pt x="90362" y="432362"/>
                </a:lnTo>
                <a:lnTo>
                  <a:pt x="144398" y="378362"/>
                </a:lnTo>
                <a:lnTo>
                  <a:pt x="144398" y="522362"/>
                </a:lnTo>
                <a:lnTo>
                  <a:pt x="90362" y="468362"/>
                </a:lnTo>
                <a:lnTo>
                  <a:pt x="36361" y="522362"/>
                </a:lnTo>
                <a:lnTo>
                  <a:pt x="36361" y="756362"/>
                </a:lnTo>
                <a:lnTo>
                  <a:pt x="252362" y="756362"/>
                </a:lnTo>
                <a:lnTo>
                  <a:pt x="1260369" y="756362"/>
                </a:lnTo>
                <a:lnTo>
                  <a:pt x="1368380" y="756362"/>
                </a:lnTo>
                <a:lnTo>
                  <a:pt x="1368380" y="576362"/>
                </a:lnTo>
                <a:lnTo>
                  <a:pt x="1422387" y="522362"/>
                </a:lnTo>
                <a:lnTo>
                  <a:pt x="1476373" y="576362"/>
                </a:lnTo>
                <a:lnTo>
                  <a:pt x="1476373" y="432362"/>
                </a:lnTo>
                <a:lnTo>
                  <a:pt x="1422387" y="486362"/>
                </a:lnTo>
                <a:lnTo>
                  <a:pt x="1368380" y="432362"/>
                </a:lnTo>
                <a:lnTo>
                  <a:pt x="1368380" y="396362"/>
                </a:lnTo>
                <a:cubicBezTo>
                  <a:pt x="1368380" y="387362"/>
                  <a:pt x="1371761" y="382862"/>
                  <a:pt x="1377107" y="381170"/>
                </a:cubicBezTo>
                <a:cubicBezTo>
                  <a:pt x="1382449" y="379478"/>
                  <a:pt x="1389750" y="380630"/>
                  <a:pt x="1397627" y="382862"/>
                </a:cubicBezTo>
                <a:cubicBezTo>
                  <a:pt x="1413377" y="387362"/>
                  <a:pt x="1431377" y="396362"/>
                  <a:pt x="1440377" y="396362"/>
                </a:cubicBezTo>
                <a:cubicBezTo>
                  <a:pt x="1449377" y="396362"/>
                  <a:pt x="1458370" y="394490"/>
                  <a:pt x="1465120" y="389054"/>
                </a:cubicBezTo>
                <a:cubicBezTo>
                  <a:pt x="1471870" y="383618"/>
                  <a:pt x="1476373" y="374582"/>
                  <a:pt x="1476373" y="360362"/>
                </a:cubicBezTo>
                <a:cubicBezTo>
                  <a:pt x="1476373" y="346106"/>
                  <a:pt x="1471870" y="337106"/>
                  <a:pt x="1465120" y="331670"/>
                </a:cubicBezTo>
                <a:cubicBezTo>
                  <a:pt x="1458370" y="326234"/>
                  <a:pt x="1449377" y="324362"/>
                  <a:pt x="1440377" y="324362"/>
                </a:cubicBezTo>
                <a:cubicBezTo>
                  <a:pt x="1431377" y="324362"/>
                  <a:pt x="1413377" y="333362"/>
                  <a:pt x="1397627" y="337862"/>
                </a:cubicBezTo>
                <a:cubicBezTo>
                  <a:pt x="1389750" y="340130"/>
                  <a:pt x="1382449" y="341210"/>
                  <a:pt x="1377107" y="339554"/>
                </a:cubicBezTo>
                <a:cubicBezTo>
                  <a:pt x="1371764" y="337862"/>
                  <a:pt x="1368380" y="333362"/>
                  <a:pt x="1368380" y="324362"/>
                </a:cubicBezTo>
                <a:lnTo>
                  <a:pt x="1368380" y="288362"/>
                </a:lnTo>
                <a:cubicBezTo>
                  <a:pt x="1368380" y="279362"/>
                  <a:pt x="1371761" y="274862"/>
                  <a:pt x="1377107" y="273170"/>
                </a:cubicBezTo>
                <a:cubicBezTo>
                  <a:pt x="1382449" y="271478"/>
                  <a:pt x="1389750" y="272594"/>
                  <a:pt x="1397627" y="274862"/>
                </a:cubicBezTo>
                <a:cubicBezTo>
                  <a:pt x="1413377" y="279362"/>
                  <a:pt x="1431377" y="288362"/>
                  <a:pt x="1440377" y="288362"/>
                </a:cubicBezTo>
                <a:cubicBezTo>
                  <a:pt x="1449377" y="288362"/>
                  <a:pt x="1458370" y="286490"/>
                  <a:pt x="1465120" y="281054"/>
                </a:cubicBezTo>
                <a:cubicBezTo>
                  <a:pt x="1471870" y="275618"/>
                  <a:pt x="1476373" y="266582"/>
                  <a:pt x="1476373" y="252362"/>
                </a:cubicBezTo>
                <a:cubicBezTo>
                  <a:pt x="1476373" y="238142"/>
                  <a:pt x="1471870" y="229106"/>
                  <a:pt x="1465120" y="223670"/>
                </a:cubicBezTo>
                <a:cubicBezTo>
                  <a:pt x="1458370" y="218234"/>
                  <a:pt x="1449377" y="216362"/>
                  <a:pt x="1440377" y="216362"/>
                </a:cubicBezTo>
                <a:cubicBezTo>
                  <a:pt x="1431377" y="216362"/>
                  <a:pt x="1413377" y="225362"/>
                  <a:pt x="1397627" y="229862"/>
                </a:cubicBezTo>
                <a:cubicBezTo>
                  <a:pt x="1389750" y="232130"/>
                  <a:pt x="1382449" y="233210"/>
                  <a:pt x="1377107" y="231554"/>
                </a:cubicBezTo>
                <a:cubicBezTo>
                  <a:pt x="1371764" y="229862"/>
                  <a:pt x="1368380" y="225362"/>
                  <a:pt x="1368380" y="216362"/>
                </a:cubicBezTo>
                <a:lnTo>
                  <a:pt x="1368380" y="180362"/>
                </a:lnTo>
                <a:lnTo>
                  <a:pt x="1368380" y="36361"/>
                </a:lnTo>
                <a:lnTo>
                  <a:pt x="1260369" y="36361"/>
                </a:lnTo>
                <a:lnTo>
                  <a:pt x="252362" y="36361"/>
                </a:lnTo>
                <a:close/>
              </a:path>
            </a:pathLst>
          </a:custGeom>
          <a:solidFill>
            <a:srgbClr val="00B0F0"/>
          </a:solidFill>
          <a:ln w="48484" cap="flat">
            <a:noFill/>
            <a:prstDash val="solid"/>
            <a:miter/>
          </a:ln>
        </p:spPr>
        <p:txBody>
          <a:bodyPr rtlCol="0" anchor="ctr"/>
          <a:lstStyle/>
          <a:p>
            <a:pPr algn="ctr"/>
            <a:endParaRPr lang="en-GB" sz="3200">
              <a:latin typeface="Tw Cen MT Condensed" panose="020B0606020104020203" pitchFamily="34" charset="0"/>
            </a:endParaRPr>
          </a:p>
        </p:txBody>
      </p:sp>
      <p:sp>
        <p:nvSpPr>
          <p:cNvPr id="14" name="!!x" hidden="1">
            <a:extLst>
              <a:ext uri="{FF2B5EF4-FFF2-40B4-BE49-F238E27FC236}">
                <a16:creationId xmlns:a16="http://schemas.microsoft.com/office/drawing/2014/main" id="{3CD46F2A-A820-34F6-5D6D-ADE41610C878}"/>
              </a:ext>
            </a:extLst>
          </p:cNvPr>
          <p:cNvSpPr>
            <a:spLocks noChangeAspect="1"/>
          </p:cNvSpPr>
          <p:nvPr/>
        </p:nvSpPr>
        <p:spPr>
          <a:xfrm rot="19920000">
            <a:off x="5829154" y="2657836"/>
            <a:ext cx="2492820" cy="1309518"/>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5" name="!!xi" hidden="1">
            <a:extLst>
              <a:ext uri="{FF2B5EF4-FFF2-40B4-BE49-F238E27FC236}">
                <a16:creationId xmlns:a16="http://schemas.microsoft.com/office/drawing/2014/main" id="{647D2C44-900B-40E4-42C8-08454CDAB06B}"/>
              </a:ext>
            </a:extLst>
          </p:cNvPr>
          <p:cNvSpPr>
            <a:spLocks noChangeAspect="1"/>
          </p:cNvSpPr>
          <p:nvPr/>
        </p:nvSpPr>
        <p:spPr>
          <a:xfrm rot="19920000">
            <a:off x="396729" y="2704565"/>
            <a:ext cx="2492820" cy="130951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16" name="Rectangle 1">
            <a:extLst>
              <a:ext uri="{FF2B5EF4-FFF2-40B4-BE49-F238E27FC236}">
                <a16:creationId xmlns:a16="http://schemas.microsoft.com/office/drawing/2014/main" id="{F05C0B79-9EC2-B433-3C26-0356A5842562}"/>
              </a:ext>
            </a:extLst>
          </p:cNvPr>
          <p:cNvSpPr>
            <a:spLocks noChangeArrowheads="1"/>
          </p:cNvSpPr>
          <p:nvPr/>
        </p:nvSpPr>
        <p:spPr bwMode="auto">
          <a:xfrm rot="19920000">
            <a:off x="9050531" y="923354"/>
            <a:ext cx="1386619"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welcome a </a:t>
            </a:r>
            <a:endParaRPr kumimoji="0" lang="en-US" altLang="en-US" sz="3200"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F44582F2-7A7C-83BA-AA5B-5FB4102CA8F8}"/>
              </a:ext>
            </a:extLst>
          </p:cNvPr>
          <p:cNvSpPr>
            <a:spLocks noChangeArrowheads="1"/>
          </p:cNvSpPr>
          <p:nvPr/>
        </p:nvSpPr>
        <p:spPr bwMode="auto">
          <a:xfrm rot="19920000">
            <a:off x="9166280" y="5312185"/>
            <a:ext cx="2126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If my experience</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18" name="Rectangle 1">
            <a:extLst>
              <a:ext uri="{FF2B5EF4-FFF2-40B4-BE49-F238E27FC236}">
                <a16:creationId xmlns:a16="http://schemas.microsoft.com/office/drawing/2014/main" id="{51F3B737-E2B5-4EE2-644C-1D2D3AC3E62A}"/>
              </a:ext>
            </a:extLst>
          </p:cNvPr>
          <p:cNvSpPr>
            <a:spLocks noChangeArrowheads="1"/>
          </p:cNvSpPr>
          <p:nvPr/>
        </p:nvSpPr>
        <p:spPr bwMode="auto">
          <a:xfrm rot="19920000">
            <a:off x="5892571" y="803670"/>
            <a:ext cx="2192328"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and qualifications</a:t>
            </a:r>
            <a:endParaRPr kumimoji="0" lang="en-US" altLang="en-US" sz="3200" b="0" i="0" u="none" strike="noStrike" cap="none" spc="-100" normalizeH="0">
              <a:ln>
                <a:noFill/>
              </a:ln>
              <a:effectLst/>
              <a:latin typeface="Tw Cen MT Condensed" panose="020B0606020104020203" pitchFamily="34" charset="0"/>
            </a:endParaRPr>
          </a:p>
        </p:txBody>
      </p:sp>
      <p:sp>
        <p:nvSpPr>
          <p:cNvPr id="19" name="Rectangle 1">
            <a:extLst>
              <a:ext uri="{FF2B5EF4-FFF2-40B4-BE49-F238E27FC236}">
                <a16:creationId xmlns:a16="http://schemas.microsoft.com/office/drawing/2014/main" id="{3B6427B2-FB07-A372-62D4-6E5CECD2AD68}"/>
              </a:ext>
            </a:extLst>
          </p:cNvPr>
          <p:cNvSpPr>
            <a:spLocks noChangeArrowheads="1"/>
          </p:cNvSpPr>
          <p:nvPr/>
        </p:nvSpPr>
        <p:spPr bwMode="auto">
          <a:xfrm rot="19920000">
            <a:off x="6374218" y="5162896"/>
            <a:ext cx="1338022"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m</a:t>
            </a:r>
            <a:r>
              <a:rPr lang="en-US" altLang="en-US" sz="3200" spc="-100">
                <a:solidFill>
                  <a:schemeClr val="tx1"/>
                </a:solidFill>
                <a:latin typeface="Tw Cen MT Condensed" panose="020B0606020104020203" pitchFamily="34" charset="0"/>
                <a:cs typeface="Calibri" panose="020F0502020204030204" pitchFamily="34" charset="0"/>
              </a:rPr>
              <a:t>eet your</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923B1F31-C8EE-F204-73AD-A9C39C20A2B5}"/>
              </a:ext>
            </a:extLst>
          </p:cNvPr>
          <p:cNvSpPr>
            <a:spLocks noChangeArrowheads="1"/>
          </p:cNvSpPr>
          <p:nvPr/>
        </p:nvSpPr>
        <p:spPr bwMode="auto">
          <a:xfrm rot="19920000">
            <a:off x="3256022" y="5386038"/>
            <a:ext cx="18119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requirements,</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E4FB509-780B-FEC7-ECDB-8B9ECF955B3A}"/>
              </a:ext>
            </a:extLst>
          </p:cNvPr>
          <p:cNvSpPr>
            <a:spLocks noChangeArrowheads="1"/>
          </p:cNvSpPr>
          <p:nvPr/>
        </p:nvSpPr>
        <p:spPr bwMode="auto">
          <a:xfrm rot="19920000">
            <a:off x="962093" y="654047"/>
            <a:ext cx="1338022"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I would</a:t>
            </a:r>
            <a:endParaRPr kumimoji="0" lang="en-US" altLang="en-US" sz="3200" b="0" i="0" u="none" strike="noStrike" cap="none" spc="-100" normalizeH="0">
              <a:ln>
                <a:noFill/>
              </a:ln>
              <a:effectLst/>
              <a:latin typeface="Tw Cen MT Condensed" panose="020B0606020104020203" pitchFamily="34" charset="0"/>
            </a:endParaRPr>
          </a:p>
        </p:txBody>
      </p:sp>
      <p:sp>
        <p:nvSpPr>
          <p:cNvPr id="22" name="Rectangle 1">
            <a:extLst>
              <a:ext uri="{FF2B5EF4-FFF2-40B4-BE49-F238E27FC236}">
                <a16:creationId xmlns:a16="http://schemas.microsoft.com/office/drawing/2014/main" id="{3D1C68C5-B11C-DB28-456B-28863EF3EF0E}"/>
              </a:ext>
            </a:extLst>
          </p:cNvPr>
          <p:cNvSpPr>
            <a:spLocks noChangeArrowheads="1"/>
          </p:cNvSpPr>
          <p:nvPr/>
        </p:nvSpPr>
        <p:spPr bwMode="auto">
          <a:xfrm rot="19920000">
            <a:off x="384958" y="5261261"/>
            <a:ext cx="22980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personal interview</a:t>
            </a:r>
            <a:endParaRPr kumimoji="0" lang="en-US" altLang="en-US" sz="3200" b="0" i="0" u="none" strike="noStrike" cap="none" spc="-100" normalizeH="0">
              <a:ln>
                <a:noFill/>
              </a:ln>
              <a:effectLst/>
              <a:latin typeface="Tw Cen MT Condensed" panose="020B0606020104020203" pitchFamily="34" charset="0"/>
            </a:endParaRPr>
          </a:p>
        </p:txBody>
      </p:sp>
      <p:sp>
        <p:nvSpPr>
          <p:cNvPr id="23" name="Rectangle 1">
            <a:extLst>
              <a:ext uri="{FF2B5EF4-FFF2-40B4-BE49-F238E27FC236}">
                <a16:creationId xmlns:a16="http://schemas.microsoft.com/office/drawing/2014/main" id="{47256E22-8574-747E-9626-65981B0AB803}"/>
              </a:ext>
            </a:extLst>
          </p:cNvPr>
          <p:cNvSpPr>
            <a:spLocks noChangeArrowheads="1"/>
          </p:cNvSpPr>
          <p:nvPr/>
        </p:nvSpPr>
        <p:spPr bwMode="auto">
          <a:xfrm rot="19920000">
            <a:off x="3590535" y="3003344"/>
            <a:ext cx="1307696" cy="70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rPr>
              <a:t>w</a:t>
            </a:r>
            <a:r>
              <a:rPr kumimoji="0" lang="en-US" altLang="en-US" sz="3200" b="0" i="0" u="none" strike="noStrike" cap="none" spc="-100" normalizeH="0">
                <a:ln>
                  <a:noFill/>
                </a:ln>
                <a:effectLst/>
                <a:latin typeface="Tw Cen MT Condensed" panose="020B0606020104020203" pitchFamily="34" charset="0"/>
              </a:rPr>
              <a:t>ith you.</a:t>
            </a:r>
          </a:p>
        </p:txBody>
      </p:sp>
      <p:sp>
        <p:nvSpPr>
          <p:cNvPr id="24" name="Rectangle 1">
            <a:extLst>
              <a:ext uri="{FF2B5EF4-FFF2-40B4-BE49-F238E27FC236}">
                <a16:creationId xmlns:a16="http://schemas.microsoft.com/office/drawing/2014/main" id="{F07B1A40-EF2A-4B70-C02E-D1702991C8BC}"/>
              </a:ext>
            </a:extLst>
          </p:cNvPr>
          <p:cNvSpPr>
            <a:spLocks noChangeArrowheads="1"/>
          </p:cNvSpPr>
          <p:nvPr/>
        </p:nvSpPr>
        <p:spPr bwMode="auto">
          <a:xfrm rot="19920000">
            <a:off x="3707029" y="750805"/>
            <a:ext cx="765850" cy="70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y</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ou.</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5" name="Rectangle 1">
            <a:extLst>
              <a:ext uri="{FF2B5EF4-FFF2-40B4-BE49-F238E27FC236}">
                <a16:creationId xmlns:a16="http://schemas.microsoft.com/office/drawing/2014/main" id="{8499DEDA-49B4-0C1D-BA78-3A76DB9521BA}"/>
              </a:ext>
            </a:extLst>
          </p:cNvPr>
          <p:cNvSpPr>
            <a:spLocks noChangeArrowheads="1"/>
          </p:cNvSpPr>
          <p:nvPr/>
        </p:nvSpPr>
        <p:spPr bwMode="auto">
          <a:xfrm rot="19920000">
            <a:off x="8982396" y="3024675"/>
            <a:ext cx="1859279" cy="70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l l</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ook forward </a:t>
            </a:r>
            <a:endParaRPr kumimoji="0" lang="en-US" altLang="en-US" sz="3200" b="0" i="0" u="none" strike="noStrike" cap="none" spc="-100" normalizeH="0">
              <a:ln>
                <a:noFill/>
              </a:ln>
              <a:effectLst/>
              <a:latin typeface="Tw Cen MT Condensed" panose="020B0606020104020203" pitchFamily="34" charset="0"/>
            </a:endParaRPr>
          </a:p>
        </p:txBody>
      </p:sp>
      <p:sp>
        <p:nvSpPr>
          <p:cNvPr id="26" name="Rectangle 1">
            <a:extLst>
              <a:ext uri="{FF2B5EF4-FFF2-40B4-BE49-F238E27FC236}">
                <a16:creationId xmlns:a16="http://schemas.microsoft.com/office/drawing/2014/main" id="{6F076298-570C-C9E7-8345-98A1C6FEF722}"/>
              </a:ext>
            </a:extLst>
          </p:cNvPr>
          <p:cNvSpPr>
            <a:spLocks noChangeArrowheads="1"/>
          </p:cNvSpPr>
          <p:nvPr/>
        </p:nvSpPr>
        <p:spPr bwMode="auto">
          <a:xfrm rot="19920000">
            <a:off x="6399826" y="2943049"/>
            <a:ext cx="1338022"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to hearing</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7" name="Rectangle 1">
            <a:extLst>
              <a:ext uri="{FF2B5EF4-FFF2-40B4-BE49-F238E27FC236}">
                <a16:creationId xmlns:a16="http://schemas.microsoft.com/office/drawing/2014/main" id="{5B03077C-53FE-4FA7-5CBA-72FA8ED1BF33}"/>
              </a:ext>
            </a:extLst>
          </p:cNvPr>
          <p:cNvSpPr>
            <a:spLocks noChangeArrowheads="1"/>
          </p:cNvSpPr>
          <p:nvPr/>
        </p:nvSpPr>
        <p:spPr bwMode="auto">
          <a:xfrm rot="19920000">
            <a:off x="976529" y="3011586"/>
            <a:ext cx="1338022" cy="719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from</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3980463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7D98014E-B854-9774-7DE8-9E6CF08141A6}"/>
              </a:ext>
            </a:extLst>
          </p:cNvPr>
          <p:cNvSpPr>
            <a:spLocks noChangeAspect="1"/>
          </p:cNvSpPr>
          <p:nvPr/>
        </p:nvSpPr>
        <p:spPr>
          <a:xfrm rot="19920000">
            <a:off x="9153815" y="4945076"/>
            <a:ext cx="2398156" cy="1214854"/>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5" name="!!ii">
            <a:extLst>
              <a:ext uri="{FF2B5EF4-FFF2-40B4-BE49-F238E27FC236}">
                <a16:creationId xmlns:a16="http://schemas.microsoft.com/office/drawing/2014/main" id="{AF87C5A1-C2CC-AA73-48C5-EE9FBD17BADB}"/>
              </a:ext>
            </a:extLst>
          </p:cNvPr>
          <p:cNvSpPr>
            <a:spLocks noChangeAspect="1"/>
          </p:cNvSpPr>
          <p:nvPr/>
        </p:nvSpPr>
        <p:spPr>
          <a:xfrm rot="19920000">
            <a:off x="5843639" y="572911"/>
            <a:ext cx="2398156" cy="1214854"/>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6" name="!!iii">
            <a:extLst>
              <a:ext uri="{FF2B5EF4-FFF2-40B4-BE49-F238E27FC236}">
                <a16:creationId xmlns:a16="http://schemas.microsoft.com/office/drawing/2014/main" id="{082028F1-4A15-5EF8-AF11-A09381395333}"/>
              </a:ext>
            </a:extLst>
          </p:cNvPr>
          <p:cNvSpPr>
            <a:spLocks noChangeAspect="1"/>
          </p:cNvSpPr>
          <p:nvPr/>
        </p:nvSpPr>
        <p:spPr>
          <a:xfrm rot="19920000">
            <a:off x="5856382" y="4937574"/>
            <a:ext cx="2398156" cy="1214854"/>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7" name="!!iv">
            <a:extLst>
              <a:ext uri="{FF2B5EF4-FFF2-40B4-BE49-F238E27FC236}">
                <a16:creationId xmlns:a16="http://schemas.microsoft.com/office/drawing/2014/main" id="{1A48F36A-1CD3-2643-A54F-334C0D923F22}"/>
              </a:ext>
            </a:extLst>
          </p:cNvPr>
          <p:cNvSpPr>
            <a:spLocks noChangeAspect="1"/>
          </p:cNvSpPr>
          <p:nvPr/>
        </p:nvSpPr>
        <p:spPr>
          <a:xfrm rot="19920000">
            <a:off x="3000473" y="5008548"/>
            <a:ext cx="2492820" cy="1309518"/>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8" name="!!v">
            <a:extLst>
              <a:ext uri="{FF2B5EF4-FFF2-40B4-BE49-F238E27FC236}">
                <a16:creationId xmlns:a16="http://schemas.microsoft.com/office/drawing/2014/main" id="{6607AD48-2A40-E28B-C665-E143081560A0}"/>
              </a:ext>
            </a:extLst>
          </p:cNvPr>
          <p:cNvSpPr>
            <a:spLocks noChangeAspect="1"/>
          </p:cNvSpPr>
          <p:nvPr/>
        </p:nvSpPr>
        <p:spPr>
          <a:xfrm rot="19920000">
            <a:off x="398223" y="355470"/>
            <a:ext cx="2492820" cy="1309518"/>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p:spPr>
        <p:txBody>
          <a:bodyPr rtlCol="0" anchor="ctr"/>
          <a:lstStyle/>
          <a:p>
            <a:pPr algn="ctr"/>
            <a:endParaRPr lang="en-GB" sz="3200" spc="-100">
              <a:latin typeface="Tw Cen MT Condensed" panose="020B0606020104020203" pitchFamily="34" charset="0"/>
            </a:endParaRPr>
          </a:p>
        </p:txBody>
      </p:sp>
      <p:sp>
        <p:nvSpPr>
          <p:cNvPr id="9" name="!!vi">
            <a:extLst>
              <a:ext uri="{FF2B5EF4-FFF2-40B4-BE49-F238E27FC236}">
                <a16:creationId xmlns:a16="http://schemas.microsoft.com/office/drawing/2014/main" id="{19E44F1D-D69A-5065-6F1F-FB3275A26EB3}"/>
              </a:ext>
            </a:extLst>
          </p:cNvPr>
          <p:cNvSpPr>
            <a:spLocks noChangeAspect="1"/>
          </p:cNvSpPr>
          <p:nvPr/>
        </p:nvSpPr>
        <p:spPr>
          <a:xfrm rot="19920000">
            <a:off x="8508377" y="647908"/>
            <a:ext cx="2492820" cy="130951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0" name="!!vii">
            <a:extLst>
              <a:ext uri="{FF2B5EF4-FFF2-40B4-BE49-F238E27FC236}">
                <a16:creationId xmlns:a16="http://schemas.microsoft.com/office/drawing/2014/main" id="{378D16C5-1315-781B-DD52-1D8CB37927AB}"/>
              </a:ext>
            </a:extLst>
          </p:cNvPr>
          <p:cNvSpPr>
            <a:spLocks noChangeAspect="1"/>
          </p:cNvSpPr>
          <p:nvPr/>
        </p:nvSpPr>
        <p:spPr>
          <a:xfrm rot="19920000">
            <a:off x="354049" y="4926857"/>
            <a:ext cx="2492820" cy="130951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1" name="!!viii">
            <a:extLst>
              <a:ext uri="{FF2B5EF4-FFF2-40B4-BE49-F238E27FC236}">
                <a16:creationId xmlns:a16="http://schemas.microsoft.com/office/drawing/2014/main" id="{B8A9E2D2-B18E-83C4-02CA-775D7B4854D1}"/>
              </a:ext>
            </a:extLst>
          </p:cNvPr>
          <p:cNvSpPr>
            <a:spLocks noChangeAspect="1"/>
          </p:cNvSpPr>
          <p:nvPr/>
        </p:nvSpPr>
        <p:spPr>
          <a:xfrm rot="19920000">
            <a:off x="3012544" y="2766879"/>
            <a:ext cx="2413929" cy="1230633"/>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2" name="!!ix">
            <a:extLst>
              <a:ext uri="{FF2B5EF4-FFF2-40B4-BE49-F238E27FC236}">
                <a16:creationId xmlns:a16="http://schemas.microsoft.com/office/drawing/2014/main" id="{2AB31197-F4CB-C2B0-5F82-F8D226925340}"/>
              </a:ext>
            </a:extLst>
          </p:cNvPr>
          <p:cNvSpPr>
            <a:spLocks noChangeAspect="1"/>
          </p:cNvSpPr>
          <p:nvPr/>
        </p:nvSpPr>
        <p:spPr>
          <a:xfrm rot="19920000">
            <a:off x="8725581" y="2771393"/>
            <a:ext cx="2429713" cy="1246405"/>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3" name="!!xii">
            <a:extLst>
              <a:ext uri="{FF2B5EF4-FFF2-40B4-BE49-F238E27FC236}">
                <a16:creationId xmlns:a16="http://schemas.microsoft.com/office/drawing/2014/main" id="{428526F2-E53C-6977-97C5-CB9E3B2220FF}"/>
              </a:ext>
            </a:extLst>
          </p:cNvPr>
          <p:cNvSpPr>
            <a:spLocks noChangeAspect="1"/>
          </p:cNvSpPr>
          <p:nvPr/>
        </p:nvSpPr>
        <p:spPr>
          <a:xfrm rot="19920000">
            <a:off x="2829393" y="472677"/>
            <a:ext cx="2492820" cy="1309518"/>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09 w 1504950"/>
              <a:gd name="connsiteY3" fmla="*/ 285554 h 790575"/>
              <a:gd name="connsiteX4" fmla="*/ 65629 w 1504950"/>
              <a:gd name="connsiteY4" fmla="*/ 283862 h 790575"/>
              <a:gd name="connsiteX5" fmla="*/ 108397 w 1504950"/>
              <a:gd name="connsiteY5" fmla="*/ 270362 h 790575"/>
              <a:gd name="connsiteX6" fmla="*/ 133129 w 1504950"/>
              <a:gd name="connsiteY6" fmla="*/ 277670 h 790575"/>
              <a:gd name="connsiteX7" fmla="*/ 144398 w 1504950"/>
              <a:gd name="connsiteY7" fmla="*/ 306362 h 790575"/>
              <a:gd name="connsiteX8" fmla="*/ 133129 w 1504950"/>
              <a:gd name="connsiteY8" fmla="*/ 335054 h 790575"/>
              <a:gd name="connsiteX9" fmla="*/ 108397 w 1504950"/>
              <a:gd name="connsiteY9" fmla="*/ 342362 h 790575"/>
              <a:gd name="connsiteX10" fmla="*/ 65629 w 1504950"/>
              <a:gd name="connsiteY10" fmla="*/ 328862 h 790575"/>
              <a:gd name="connsiteX11" fmla="*/ 45109 w 1504950"/>
              <a:gd name="connsiteY11" fmla="*/ 327170 h 790575"/>
              <a:gd name="connsiteX12" fmla="*/ 36361 w 1504950"/>
              <a:gd name="connsiteY12" fmla="*/ 342362 h 790575"/>
              <a:gd name="connsiteX13" fmla="*/ 36361 w 1504950"/>
              <a:gd name="connsiteY13" fmla="*/ 378362 h 790575"/>
              <a:gd name="connsiteX14" fmla="*/ 90362 w 1504950"/>
              <a:gd name="connsiteY14" fmla="*/ 432362 h 790575"/>
              <a:gd name="connsiteX15" fmla="*/ 144398 w 1504950"/>
              <a:gd name="connsiteY15" fmla="*/ 378362 h 790575"/>
              <a:gd name="connsiteX16" fmla="*/ 144398 w 1504950"/>
              <a:gd name="connsiteY16" fmla="*/ 522362 h 790575"/>
              <a:gd name="connsiteX17" fmla="*/ 90362 w 1504950"/>
              <a:gd name="connsiteY17" fmla="*/ 468362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576362 h 790575"/>
              <a:gd name="connsiteX24" fmla="*/ 1422387 w 1504950"/>
              <a:gd name="connsiteY24" fmla="*/ 522362 h 790575"/>
              <a:gd name="connsiteX25" fmla="*/ 1476373 w 1504950"/>
              <a:gd name="connsiteY25" fmla="*/ 576362 h 790575"/>
              <a:gd name="connsiteX26" fmla="*/ 1476373 w 1504950"/>
              <a:gd name="connsiteY26" fmla="*/ 432362 h 790575"/>
              <a:gd name="connsiteX27" fmla="*/ 1422387 w 1504950"/>
              <a:gd name="connsiteY27" fmla="*/ 486362 h 790575"/>
              <a:gd name="connsiteX28" fmla="*/ 1368380 w 1504950"/>
              <a:gd name="connsiteY28" fmla="*/ 432362 h 790575"/>
              <a:gd name="connsiteX29" fmla="*/ 1368380 w 1504950"/>
              <a:gd name="connsiteY29" fmla="*/ 396362 h 790575"/>
              <a:gd name="connsiteX30" fmla="*/ 1377107 w 1504950"/>
              <a:gd name="connsiteY30" fmla="*/ 381170 h 790575"/>
              <a:gd name="connsiteX31" fmla="*/ 1397627 w 1504950"/>
              <a:gd name="connsiteY31" fmla="*/ 382862 h 790575"/>
              <a:gd name="connsiteX32" fmla="*/ 1440377 w 1504950"/>
              <a:gd name="connsiteY32" fmla="*/ 396362 h 790575"/>
              <a:gd name="connsiteX33" fmla="*/ 1465120 w 1504950"/>
              <a:gd name="connsiteY33" fmla="*/ 389054 h 790575"/>
              <a:gd name="connsiteX34" fmla="*/ 1476373 w 1504950"/>
              <a:gd name="connsiteY34" fmla="*/ 360362 h 790575"/>
              <a:gd name="connsiteX35" fmla="*/ 1465120 w 1504950"/>
              <a:gd name="connsiteY35" fmla="*/ 331670 h 790575"/>
              <a:gd name="connsiteX36" fmla="*/ 1440377 w 1504950"/>
              <a:gd name="connsiteY36" fmla="*/ 324362 h 790575"/>
              <a:gd name="connsiteX37" fmla="*/ 1397627 w 1504950"/>
              <a:gd name="connsiteY37" fmla="*/ 337862 h 790575"/>
              <a:gd name="connsiteX38" fmla="*/ 1377107 w 1504950"/>
              <a:gd name="connsiteY38" fmla="*/ 339554 h 790575"/>
              <a:gd name="connsiteX39" fmla="*/ 1368380 w 1504950"/>
              <a:gd name="connsiteY39" fmla="*/ 324362 h 790575"/>
              <a:gd name="connsiteX40" fmla="*/ 1368380 w 1504950"/>
              <a:gd name="connsiteY40" fmla="*/ 288362 h 790575"/>
              <a:gd name="connsiteX41" fmla="*/ 1377107 w 1504950"/>
              <a:gd name="connsiteY41" fmla="*/ 273170 h 790575"/>
              <a:gd name="connsiteX42" fmla="*/ 1397627 w 1504950"/>
              <a:gd name="connsiteY42" fmla="*/ 274862 h 790575"/>
              <a:gd name="connsiteX43" fmla="*/ 1440377 w 1504950"/>
              <a:gd name="connsiteY43" fmla="*/ 288362 h 790575"/>
              <a:gd name="connsiteX44" fmla="*/ 1465120 w 1504950"/>
              <a:gd name="connsiteY44" fmla="*/ 281054 h 790575"/>
              <a:gd name="connsiteX45" fmla="*/ 1476373 w 1504950"/>
              <a:gd name="connsiteY45" fmla="*/ 252362 h 790575"/>
              <a:gd name="connsiteX46" fmla="*/ 1465120 w 1504950"/>
              <a:gd name="connsiteY46" fmla="*/ 223670 h 790575"/>
              <a:gd name="connsiteX47" fmla="*/ 1440377 w 1504950"/>
              <a:gd name="connsiteY47" fmla="*/ 216362 h 790575"/>
              <a:gd name="connsiteX48" fmla="*/ 1397627 w 1504950"/>
              <a:gd name="connsiteY48" fmla="*/ 229862 h 790575"/>
              <a:gd name="connsiteX49" fmla="*/ 1377107 w 1504950"/>
              <a:gd name="connsiteY49" fmla="*/ 231554 h 790575"/>
              <a:gd name="connsiteX50" fmla="*/ 1368380 w 1504950"/>
              <a:gd name="connsiteY50" fmla="*/ 216362 h 790575"/>
              <a:gd name="connsiteX51" fmla="*/ 1368380 w 1504950"/>
              <a:gd name="connsiteY51" fmla="*/ 180362 h 790575"/>
              <a:gd name="connsiteX52" fmla="*/ 1368380 w 1504950"/>
              <a:gd name="connsiteY52" fmla="*/ 36361 h 790575"/>
              <a:gd name="connsiteX53" fmla="*/ 1260369 w 1504950"/>
              <a:gd name="connsiteY53" fmla="*/ 36361 h 790575"/>
              <a:gd name="connsiteX54" fmla="*/ 252362 w 1504950"/>
              <a:gd name="connsiteY54"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04950" h="790575">
                <a:moveTo>
                  <a:pt x="36361" y="36361"/>
                </a:moveTo>
                <a:lnTo>
                  <a:pt x="36361" y="234362"/>
                </a:lnTo>
                <a:lnTo>
                  <a:pt x="36361" y="270362"/>
                </a:lnTo>
                <a:cubicBezTo>
                  <a:pt x="36361" y="279362"/>
                  <a:pt x="39745" y="283862"/>
                  <a:pt x="45109" y="285554"/>
                </a:cubicBezTo>
                <a:cubicBezTo>
                  <a:pt x="50437" y="287246"/>
                  <a:pt x="57745" y="286094"/>
                  <a:pt x="65629" y="283862"/>
                </a:cubicBezTo>
                <a:cubicBezTo>
                  <a:pt x="81397" y="279362"/>
                  <a:pt x="99397" y="270362"/>
                  <a:pt x="108397" y="270362"/>
                </a:cubicBezTo>
                <a:cubicBezTo>
                  <a:pt x="117398" y="270362"/>
                  <a:pt x="126362" y="272234"/>
                  <a:pt x="133129" y="277670"/>
                </a:cubicBezTo>
                <a:cubicBezTo>
                  <a:pt x="139862" y="283106"/>
                  <a:pt x="144398" y="292142"/>
                  <a:pt x="144398" y="306362"/>
                </a:cubicBezTo>
                <a:cubicBezTo>
                  <a:pt x="144398" y="320618"/>
                  <a:pt x="139862" y="329618"/>
                  <a:pt x="133129" y="335054"/>
                </a:cubicBezTo>
                <a:cubicBezTo>
                  <a:pt x="126362" y="340490"/>
                  <a:pt x="117398" y="342362"/>
                  <a:pt x="108397" y="342362"/>
                </a:cubicBezTo>
                <a:cubicBezTo>
                  <a:pt x="99397" y="342362"/>
                  <a:pt x="81397" y="333362"/>
                  <a:pt x="65629" y="328862"/>
                </a:cubicBezTo>
                <a:cubicBezTo>
                  <a:pt x="57745" y="326594"/>
                  <a:pt x="50437" y="325478"/>
                  <a:pt x="45109" y="327170"/>
                </a:cubicBezTo>
                <a:cubicBezTo>
                  <a:pt x="39745" y="328862"/>
                  <a:pt x="36361" y="333362"/>
                  <a:pt x="36361" y="342362"/>
                </a:cubicBezTo>
                <a:lnTo>
                  <a:pt x="36361" y="378362"/>
                </a:lnTo>
                <a:lnTo>
                  <a:pt x="90362" y="432362"/>
                </a:lnTo>
                <a:lnTo>
                  <a:pt x="144398" y="378362"/>
                </a:lnTo>
                <a:lnTo>
                  <a:pt x="144398" y="522362"/>
                </a:lnTo>
                <a:lnTo>
                  <a:pt x="90362" y="468362"/>
                </a:lnTo>
                <a:lnTo>
                  <a:pt x="36361" y="522362"/>
                </a:lnTo>
                <a:lnTo>
                  <a:pt x="36361" y="756362"/>
                </a:lnTo>
                <a:lnTo>
                  <a:pt x="252362" y="756362"/>
                </a:lnTo>
                <a:lnTo>
                  <a:pt x="1260369" y="756362"/>
                </a:lnTo>
                <a:lnTo>
                  <a:pt x="1368380" y="756362"/>
                </a:lnTo>
                <a:lnTo>
                  <a:pt x="1368380" y="576362"/>
                </a:lnTo>
                <a:lnTo>
                  <a:pt x="1422387" y="522362"/>
                </a:lnTo>
                <a:lnTo>
                  <a:pt x="1476373" y="576362"/>
                </a:lnTo>
                <a:lnTo>
                  <a:pt x="1476373" y="432362"/>
                </a:lnTo>
                <a:lnTo>
                  <a:pt x="1422387" y="486362"/>
                </a:lnTo>
                <a:lnTo>
                  <a:pt x="1368380" y="432362"/>
                </a:lnTo>
                <a:lnTo>
                  <a:pt x="1368380" y="396362"/>
                </a:lnTo>
                <a:cubicBezTo>
                  <a:pt x="1368380" y="387362"/>
                  <a:pt x="1371761" y="382862"/>
                  <a:pt x="1377107" y="381170"/>
                </a:cubicBezTo>
                <a:cubicBezTo>
                  <a:pt x="1382449" y="379478"/>
                  <a:pt x="1389750" y="380630"/>
                  <a:pt x="1397627" y="382862"/>
                </a:cubicBezTo>
                <a:cubicBezTo>
                  <a:pt x="1413377" y="387362"/>
                  <a:pt x="1431377" y="396362"/>
                  <a:pt x="1440377" y="396362"/>
                </a:cubicBezTo>
                <a:cubicBezTo>
                  <a:pt x="1449377" y="396362"/>
                  <a:pt x="1458370" y="394490"/>
                  <a:pt x="1465120" y="389054"/>
                </a:cubicBezTo>
                <a:cubicBezTo>
                  <a:pt x="1471870" y="383618"/>
                  <a:pt x="1476373" y="374582"/>
                  <a:pt x="1476373" y="360362"/>
                </a:cubicBezTo>
                <a:cubicBezTo>
                  <a:pt x="1476373" y="346106"/>
                  <a:pt x="1471870" y="337106"/>
                  <a:pt x="1465120" y="331670"/>
                </a:cubicBezTo>
                <a:cubicBezTo>
                  <a:pt x="1458370" y="326234"/>
                  <a:pt x="1449377" y="324362"/>
                  <a:pt x="1440377" y="324362"/>
                </a:cubicBezTo>
                <a:cubicBezTo>
                  <a:pt x="1431377" y="324362"/>
                  <a:pt x="1413377" y="333362"/>
                  <a:pt x="1397627" y="337862"/>
                </a:cubicBezTo>
                <a:cubicBezTo>
                  <a:pt x="1389750" y="340130"/>
                  <a:pt x="1382449" y="341210"/>
                  <a:pt x="1377107" y="339554"/>
                </a:cubicBezTo>
                <a:cubicBezTo>
                  <a:pt x="1371764" y="337862"/>
                  <a:pt x="1368380" y="333362"/>
                  <a:pt x="1368380" y="324362"/>
                </a:cubicBezTo>
                <a:lnTo>
                  <a:pt x="1368380" y="288362"/>
                </a:lnTo>
                <a:cubicBezTo>
                  <a:pt x="1368380" y="279362"/>
                  <a:pt x="1371761" y="274862"/>
                  <a:pt x="1377107" y="273170"/>
                </a:cubicBezTo>
                <a:cubicBezTo>
                  <a:pt x="1382449" y="271478"/>
                  <a:pt x="1389750" y="272594"/>
                  <a:pt x="1397627" y="274862"/>
                </a:cubicBezTo>
                <a:cubicBezTo>
                  <a:pt x="1413377" y="279362"/>
                  <a:pt x="1431377" y="288362"/>
                  <a:pt x="1440377" y="288362"/>
                </a:cubicBezTo>
                <a:cubicBezTo>
                  <a:pt x="1449377" y="288362"/>
                  <a:pt x="1458370" y="286490"/>
                  <a:pt x="1465120" y="281054"/>
                </a:cubicBezTo>
                <a:cubicBezTo>
                  <a:pt x="1471870" y="275618"/>
                  <a:pt x="1476373" y="266582"/>
                  <a:pt x="1476373" y="252362"/>
                </a:cubicBezTo>
                <a:cubicBezTo>
                  <a:pt x="1476373" y="238142"/>
                  <a:pt x="1471870" y="229106"/>
                  <a:pt x="1465120" y="223670"/>
                </a:cubicBezTo>
                <a:cubicBezTo>
                  <a:pt x="1458370" y="218234"/>
                  <a:pt x="1449377" y="216362"/>
                  <a:pt x="1440377" y="216362"/>
                </a:cubicBezTo>
                <a:cubicBezTo>
                  <a:pt x="1431377" y="216362"/>
                  <a:pt x="1413377" y="225362"/>
                  <a:pt x="1397627" y="229862"/>
                </a:cubicBezTo>
                <a:cubicBezTo>
                  <a:pt x="1389750" y="232130"/>
                  <a:pt x="1382449" y="233210"/>
                  <a:pt x="1377107" y="231554"/>
                </a:cubicBezTo>
                <a:cubicBezTo>
                  <a:pt x="1371764" y="229862"/>
                  <a:pt x="1368380" y="225362"/>
                  <a:pt x="1368380" y="216362"/>
                </a:cubicBezTo>
                <a:lnTo>
                  <a:pt x="1368380" y="180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a:latin typeface="Tw Cen MT Condensed" panose="020B0606020104020203" pitchFamily="34" charset="0"/>
            </a:endParaRPr>
          </a:p>
        </p:txBody>
      </p:sp>
      <p:sp>
        <p:nvSpPr>
          <p:cNvPr id="14" name="!!x">
            <a:extLst>
              <a:ext uri="{FF2B5EF4-FFF2-40B4-BE49-F238E27FC236}">
                <a16:creationId xmlns:a16="http://schemas.microsoft.com/office/drawing/2014/main" id="{3CD46F2A-A820-34F6-5D6D-ADE41610C878}"/>
              </a:ext>
            </a:extLst>
          </p:cNvPr>
          <p:cNvSpPr>
            <a:spLocks noChangeAspect="1"/>
          </p:cNvSpPr>
          <p:nvPr/>
        </p:nvSpPr>
        <p:spPr>
          <a:xfrm rot="19920000">
            <a:off x="5829154" y="2657836"/>
            <a:ext cx="2492820" cy="1309518"/>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5" name="!!xi">
            <a:extLst>
              <a:ext uri="{FF2B5EF4-FFF2-40B4-BE49-F238E27FC236}">
                <a16:creationId xmlns:a16="http://schemas.microsoft.com/office/drawing/2014/main" id="{647D2C44-900B-40E4-42C8-08454CDAB06B}"/>
              </a:ext>
            </a:extLst>
          </p:cNvPr>
          <p:cNvSpPr>
            <a:spLocks noChangeAspect="1"/>
          </p:cNvSpPr>
          <p:nvPr/>
        </p:nvSpPr>
        <p:spPr>
          <a:xfrm rot="19920000">
            <a:off x="396729" y="2704565"/>
            <a:ext cx="2492820" cy="1309518"/>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z="3200" spc="-100">
              <a:latin typeface="Tw Cen MT Condensed" panose="020B0606020104020203" pitchFamily="34" charset="0"/>
            </a:endParaRPr>
          </a:p>
        </p:txBody>
      </p:sp>
      <p:sp>
        <p:nvSpPr>
          <p:cNvPr id="16" name="Rectangle 1">
            <a:extLst>
              <a:ext uri="{FF2B5EF4-FFF2-40B4-BE49-F238E27FC236}">
                <a16:creationId xmlns:a16="http://schemas.microsoft.com/office/drawing/2014/main" id="{F05C0B79-9EC2-B433-3C26-0356A5842562}"/>
              </a:ext>
            </a:extLst>
          </p:cNvPr>
          <p:cNvSpPr>
            <a:spLocks noChangeArrowheads="1"/>
          </p:cNvSpPr>
          <p:nvPr/>
        </p:nvSpPr>
        <p:spPr bwMode="auto">
          <a:xfrm rot="19920000">
            <a:off x="9050531" y="923354"/>
            <a:ext cx="1386619"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welcome a </a:t>
            </a:r>
            <a:endParaRPr kumimoji="0" lang="en-US" altLang="en-US" sz="3200"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F44582F2-7A7C-83BA-AA5B-5FB4102CA8F8}"/>
              </a:ext>
            </a:extLst>
          </p:cNvPr>
          <p:cNvSpPr>
            <a:spLocks noChangeArrowheads="1"/>
          </p:cNvSpPr>
          <p:nvPr/>
        </p:nvSpPr>
        <p:spPr bwMode="auto">
          <a:xfrm rot="19920000">
            <a:off x="9166280" y="5312185"/>
            <a:ext cx="2126581"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If my experience</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18" name="Rectangle 1">
            <a:extLst>
              <a:ext uri="{FF2B5EF4-FFF2-40B4-BE49-F238E27FC236}">
                <a16:creationId xmlns:a16="http://schemas.microsoft.com/office/drawing/2014/main" id="{51F3B737-E2B5-4EE2-644C-1D2D3AC3E62A}"/>
              </a:ext>
            </a:extLst>
          </p:cNvPr>
          <p:cNvSpPr>
            <a:spLocks noChangeArrowheads="1"/>
          </p:cNvSpPr>
          <p:nvPr/>
        </p:nvSpPr>
        <p:spPr bwMode="auto">
          <a:xfrm rot="19920000">
            <a:off x="5892571" y="803670"/>
            <a:ext cx="2192328"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and qualifications</a:t>
            </a:r>
            <a:endParaRPr kumimoji="0" lang="en-US" altLang="en-US" sz="3200" b="0" i="0" u="none" strike="noStrike" cap="none" spc="-100" normalizeH="0">
              <a:ln>
                <a:noFill/>
              </a:ln>
              <a:effectLst/>
              <a:latin typeface="Tw Cen MT Condensed" panose="020B0606020104020203" pitchFamily="34" charset="0"/>
            </a:endParaRPr>
          </a:p>
        </p:txBody>
      </p:sp>
      <p:sp>
        <p:nvSpPr>
          <p:cNvPr id="19" name="Rectangle 1">
            <a:extLst>
              <a:ext uri="{FF2B5EF4-FFF2-40B4-BE49-F238E27FC236}">
                <a16:creationId xmlns:a16="http://schemas.microsoft.com/office/drawing/2014/main" id="{3B6427B2-FB07-A372-62D4-6E5CECD2AD68}"/>
              </a:ext>
            </a:extLst>
          </p:cNvPr>
          <p:cNvSpPr>
            <a:spLocks noChangeArrowheads="1"/>
          </p:cNvSpPr>
          <p:nvPr/>
        </p:nvSpPr>
        <p:spPr bwMode="auto">
          <a:xfrm rot="19920000">
            <a:off x="6374218" y="5162896"/>
            <a:ext cx="1338022"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m</a:t>
            </a:r>
            <a:r>
              <a:rPr lang="en-US" altLang="en-US" sz="3200" spc="-100">
                <a:solidFill>
                  <a:schemeClr val="tx1"/>
                </a:solidFill>
                <a:latin typeface="Tw Cen MT Condensed" panose="020B0606020104020203" pitchFamily="34" charset="0"/>
                <a:cs typeface="Calibri" panose="020F0502020204030204" pitchFamily="34" charset="0"/>
              </a:rPr>
              <a:t>eet your</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923B1F31-C8EE-F204-73AD-A9C39C20A2B5}"/>
              </a:ext>
            </a:extLst>
          </p:cNvPr>
          <p:cNvSpPr>
            <a:spLocks noChangeArrowheads="1"/>
          </p:cNvSpPr>
          <p:nvPr/>
        </p:nvSpPr>
        <p:spPr bwMode="auto">
          <a:xfrm rot="19920000">
            <a:off x="3256022" y="5386038"/>
            <a:ext cx="1811956"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requirements,</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E4FB509-780B-FEC7-ECDB-8B9ECF955B3A}"/>
              </a:ext>
            </a:extLst>
          </p:cNvPr>
          <p:cNvSpPr>
            <a:spLocks noChangeArrowheads="1"/>
          </p:cNvSpPr>
          <p:nvPr/>
        </p:nvSpPr>
        <p:spPr bwMode="auto">
          <a:xfrm rot="19920000">
            <a:off x="962093" y="654047"/>
            <a:ext cx="1338022"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I would</a:t>
            </a:r>
            <a:endParaRPr kumimoji="0" lang="en-US" altLang="en-US" sz="3200" b="0" i="0" u="none" strike="noStrike" cap="none" spc="-100" normalizeH="0">
              <a:ln>
                <a:noFill/>
              </a:ln>
              <a:effectLst/>
              <a:latin typeface="Tw Cen MT Condensed" panose="020B0606020104020203" pitchFamily="34" charset="0"/>
            </a:endParaRPr>
          </a:p>
        </p:txBody>
      </p:sp>
      <p:sp>
        <p:nvSpPr>
          <p:cNvPr id="22" name="Rectangle 1">
            <a:extLst>
              <a:ext uri="{FF2B5EF4-FFF2-40B4-BE49-F238E27FC236}">
                <a16:creationId xmlns:a16="http://schemas.microsoft.com/office/drawing/2014/main" id="{3D1C68C5-B11C-DB28-456B-28863EF3EF0E}"/>
              </a:ext>
            </a:extLst>
          </p:cNvPr>
          <p:cNvSpPr>
            <a:spLocks noChangeArrowheads="1"/>
          </p:cNvSpPr>
          <p:nvPr/>
        </p:nvSpPr>
        <p:spPr bwMode="auto">
          <a:xfrm rot="19920000">
            <a:off x="384958" y="5261261"/>
            <a:ext cx="2298075" cy="584775"/>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personal interview</a:t>
            </a:r>
            <a:endParaRPr kumimoji="0" lang="en-US" altLang="en-US" sz="3200" b="0" i="0" u="none" strike="noStrike" cap="none" spc="-100" normalizeH="0">
              <a:ln>
                <a:noFill/>
              </a:ln>
              <a:effectLst/>
              <a:latin typeface="Tw Cen MT Condensed" panose="020B0606020104020203" pitchFamily="34" charset="0"/>
            </a:endParaRPr>
          </a:p>
        </p:txBody>
      </p:sp>
      <p:sp>
        <p:nvSpPr>
          <p:cNvPr id="23" name="Rectangle 1">
            <a:extLst>
              <a:ext uri="{FF2B5EF4-FFF2-40B4-BE49-F238E27FC236}">
                <a16:creationId xmlns:a16="http://schemas.microsoft.com/office/drawing/2014/main" id="{47256E22-8574-747E-9626-65981B0AB803}"/>
              </a:ext>
            </a:extLst>
          </p:cNvPr>
          <p:cNvSpPr>
            <a:spLocks noChangeArrowheads="1"/>
          </p:cNvSpPr>
          <p:nvPr/>
        </p:nvSpPr>
        <p:spPr bwMode="auto">
          <a:xfrm rot="19920000">
            <a:off x="3590535" y="3003344"/>
            <a:ext cx="1307696" cy="707578"/>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rPr>
              <a:t>w</a:t>
            </a:r>
            <a:r>
              <a:rPr kumimoji="0" lang="en-US" altLang="en-US" sz="3200" b="0" i="0" u="none" strike="noStrike" cap="none" spc="-100" normalizeH="0">
                <a:ln>
                  <a:noFill/>
                </a:ln>
                <a:effectLst/>
                <a:latin typeface="Tw Cen MT Condensed" panose="020B0606020104020203" pitchFamily="34" charset="0"/>
              </a:rPr>
              <a:t>ith you.</a:t>
            </a:r>
          </a:p>
        </p:txBody>
      </p:sp>
      <p:sp>
        <p:nvSpPr>
          <p:cNvPr id="24" name="Rectangle 1">
            <a:extLst>
              <a:ext uri="{FF2B5EF4-FFF2-40B4-BE49-F238E27FC236}">
                <a16:creationId xmlns:a16="http://schemas.microsoft.com/office/drawing/2014/main" id="{F07B1A40-EF2A-4B70-C02E-D1702991C8BC}"/>
              </a:ext>
            </a:extLst>
          </p:cNvPr>
          <p:cNvSpPr>
            <a:spLocks noChangeArrowheads="1"/>
          </p:cNvSpPr>
          <p:nvPr/>
        </p:nvSpPr>
        <p:spPr bwMode="auto">
          <a:xfrm rot="19920000">
            <a:off x="3707029" y="750805"/>
            <a:ext cx="765850" cy="707578"/>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y</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ou.</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5" name="Rectangle 1">
            <a:extLst>
              <a:ext uri="{FF2B5EF4-FFF2-40B4-BE49-F238E27FC236}">
                <a16:creationId xmlns:a16="http://schemas.microsoft.com/office/drawing/2014/main" id="{8499DEDA-49B4-0C1D-BA78-3A76DB9521BA}"/>
              </a:ext>
            </a:extLst>
          </p:cNvPr>
          <p:cNvSpPr>
            <a:spLocks noChangeArrowheads="1"/>
          </p:cNvSpPr>
          <p:nvPr/>
        </p:nvSpPr>
        <p:spPr bwMode="auto">
          <a:xfrm rot="19920000">
            <a:off x="8982396" y="3024675"/>
            <a:ext cx="1859279" cy="707578"/>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l l</a:t>
            </a: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ook forward </a:t>
            </a:r>
            <a:endParaRPr kumimoji="0" lang="en-US" altLang="en-US" sz="3200" b="0" i="0" u="none" strike="noStrike" cap="none" spc="-100" normalizeH="0">
              <a:ln>
                <a:noFill/>
              </a:ln>
              <a:effectLst/>
              <a:latin typeface="Tw Cen MT Condensed" panose="020B0606020104020203" pitchFamily="34" charset="0"/>
            </a:endParaRPr>
          </a:p>
        </p:txBody>
      </p:sp>
      <p:sp>
        <p:nvSpPr>
          <p:cNvPr id="26" name="Rectangle 1">
            <a:extLst>
              <a:ext uri="{FF2B5EF4-FFF2-40B4-BE49-F238E27FC236}">
                <a16:creationId xmlns:a16="http://schemas.microsoft.com/office/drawing/2014/main" id="{6F076298-570C-C9E7-8345-98A1C6FEF722}"/>
              </a:ext>
            </a:extLst>
          </p:cNvPr>
          <p:cNvSpPr>
            <a:spLocks noChangeArrowheads="1"/>
          </p:cNvSpPr>
          <p:nvPr/>
        </p:nvSpPr>
        <p:spPr bwMode="auto">
          <a:xfrm rot="19920000">
            <a:off x="6399826" y="2943049"/>
            <a:ext cx="1338022"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spc="-100">
                <a:latin typeface="Tw Cen MT Condensed" panose="020B0606020104020203" pitchFamily="34" charset="0"/>
                <a:cs typeface="Calibri" panose="020F0502020204030204" pitchFamily="34" charset="0"/>
              </a:rPr>
              <a:t>to hearing</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
        <p:nvSpPr>
          <p:cNvPr id="27" name="Rectangle 1">
            <a:extLst>
              <a:ext uri="{FF2B5EF4-FFF2-40B4-BE49-F238E27FC236}">
                <a16:creationId xmlns:a16="http://schemas.microsoft.com/office/drawing/2014/main" id="{5B03077C-53FE-4FA7-5CBA-72FA8ED1BF33}"/>
              </a:ext>
            </a:extLst>
          </p:cNvPr>
          <p:cNvSpPr>
            <a:spLocks noChangeArrowheads="1"/>
          </p:cNvSpPr>
          <p:nvPr/>
        </p:nvSpPr>
        <p:spPr bwMode="auto">
          <a:xfrm rot="19920000">
            <a:off x="976529" y="3011586"/>
            <a:ext cx="1338022" cy="719723"/>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spc="-100" normalizeH="0">
                <a:ln>
                  <a:noFill/>
                </a:ln>
                <a:effectLst/>
                <a:latin typeface="Tw Cen MT Condensed" panose="020B0606020104020203" pitchFamily="34" charset="0"/>
                <a:cs typeface="Calibri" panose="020F0502020204030204" pitchFamily="34" charset="0"/>
              </a:rPr>
              <a:t>from</a:t>
            </a:r>
            <a:r>
              <a:rPr kumimoji="0" lang="en-US" altLang="en-US" sz="3200"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sz="3200"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1010264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i">
            <a:extLst>
              <a:ext uri="{FF2B5EF4-FFF2-40B4-BE49-F238E27FC236}">
                <a16:creationId xmlns:a16="http://schemas.microsoft.com/office/drawing/2014/main" id="{7D98014E-B854-9774-7DE8-9E6CF08141A6}"/>
              </a:ext>
            </a:extLst>
          </p:cNvPr>
          <p:cNvSpPr>
            <a:spLocks noChangeAspect="1"/>
          </p:cNvSpPr>
          <p:nvPr/>
        </p:nvSpPr>
        <p:spPr>
          <a:xfrm rot="19920000">
            <a:off x="49825" y="6018601"/>
            <a:ext cx="1230633" cy="623413"/>
          </a:xfrm>
          <a:custGeom>
            <a:avLst/>
            <a:gdLst>
              <a:gd name="connsiteX0" fmla="*/ 7144 w 1447800"/>
              <a:gd name="connsiteY0" fmla="*/ 7144 h 733425"/>
              <a:gd name="connsiteX1" fmla="*/ 7144 w 1447800"/>
              <a:gd name="connsiteY1" fmla="*/ 727144 h 733425"/>
              <a:gd name="connsiteX2" fmla="*/ 1231145 w 1447800"/>
              <a:gd name="connsiteY2" fmla="*/ 727144 h 733425"/>
              <a:gd name="connsiteX3" fmla="*/ 1339145 w 1447800"/>
              <a:gd name="connsiteY3" fmla="*/ 727144 h 733425"/>
              <a:gd name="connsiteX4" fmla="*/ 1339145 w 1447800"/>
              <a:gd name="connsiteY4" fmla="*/ 403144 h 733425"/>
              <a:gd name="connsiteX5" fmla="*/ 1347857 w 1447800"/>
              <a:gd name="connsiteY5" fmla="*/ 387952 h 733425"/>
              <a:gd name="connsiteX6" fmla="*/ 1368377 w 1447800"/>
              <a:gd name="connsiteY6" fmla="*/ 389644 h 733425"/>
              <a:gd name="connsiteX7" fmla="*/ 1411145 w 1447800"/>
              <a:gd name="connsiteY7" fmla="*/ 403144 h 733425"/>
              <a:gd name="connsiteX8" fmla="*/ 1435877 w 1447800"/>
              <a:gd name="connsiteY8" fmla="*/ 395836 h 733425"/>
              <a:gd name="connsiteX9" fmla="*/ 1447145 w 1447800"/>
              <a:gd name="connsiteY9" fmla="*/ 367144 h 733425"/>
              <a:gd name="connsiteX10" fmla="*/ 1435877 w 1447800"/>
              <a:gd name="connsiteY10" fmla="*/ 338452 h 733425"/>
              <a:gd name="connsiteX11" fmla="*/ 1411145 w 1447800"/>
              <a:gd name="connsiteY11" fmla="*/ 331144 h 733425"/>
              <a:gd name="connsiteX12" fmla="*/ 1368377 w 1447800"/>
              <a:gd name="connsiteY12" fmla="*/ 344644 h 733425"/>
              <a:gd name="connsiteX13" fmla="*/ 1347857 w 1447800"/>
              <a:gd name="connsiteY13" fmla="*/ 346336 h 733425"/>
              <a:gd name="connsiteX14" fmla="*/ 1339145 w 1447800"/>
              <a:gd name="connsiteY14" fmla="*/ 331144 h 733425"/>
              <a:gd name="connsiteX15" fmla="*/ 1339145 w 1447800"/>
              <a:gd name="connsiteY15" fmla="*/ 295144 h 733425"/>
              <a:gd name="connsiteX16" fmla="*/ 1339145 w 1447800"/>
              <a:gd name="connsiteY16" fmla="*/ 7144 h 733425"/>
              <a:gd name="connsiteX17" fmla="*/ 1231145 w 1447800"/>
              <a:gd name="connsiteY17"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7800" h="733425">
                <a:moveTo>
                  <a:pt x="7144" y="7144"/>
                </a:moveTo>
                <a:lnTo>
                  <a:pt x="7144" y="727144"/>
                </a:lnTo>
                <a:lnTo>
                  <a:pt x="1231145" y="727144"/>
                </a:lnTo>
                <a:lnTo>
                  <a:pt x="1339145" y="727144"/>
                </a:lnTo>
                <a:lnTo>
                  <a:pt x="1339145" y="403144"/>
                </a:lnTo>
                <a:cubicBezTo>
                  <a:pt x="1339145" y="394144"/>
                  <a:pt x="1342493" y="389644"/>
                  <a:pt x="1347857" y="387952"/>
                </a:cubicBezTo>
                <a:cubicBezTo>
                  <a:pt x="1353185" y="386260"/>
                  <a:pt x="1360529" y="387376"/>
                  <a:pt x="1368377" y="389644"/>
                </a:cubicBezTo>
                <a:cubicBezTo>
                  <a:pt x="1384145" y="394144"/>
                  <a:pt x="1402145" y="403144"/>
                  <a:pt x="1411145" y="403144"/>
                </a:cubicBezTo>
                <a:cubicBezTo>
                  <a:pt x="1420145" y="403144"/>
                  <a:pt x="1429145" y="401272"/>
                  <a:pt x="1435877" y="395836"/>
                </a:cubicBezTo>
                <a:cubicBezTo>
                  <a:pt x="1442645" y="390400"/>
                  <a:pt x="1447145" y="381364"/>
                  <a:pt x="1447145" y="367144"/>
                </a:cubicBezTo>
                <a:cubicBezTo>
                  <a:pt x="1447145" y="352888"/>
                  <a:pt x="1442645" y="343888"/>
                  <a:pt x="1435877" y="338452"/>
                </a:cubicBezTo>
                <a:cubicBezTo>
                  <a:pt x="1429145" y="333016"/>
                  <a:pt x="1420145" y="331144"/>
                  <a:pt x="1411145" y="331144"/>
                </a:cubicBezTo>
                <a:cubicBezTo>
                  <a:pt x="1402145" y="331144"/>
                  <a:pt x="1384145" y="340144"/>
                  <a:pt x="1368377" y="344644"/>
                </a:cubicBezTo>
                <a:cubicBezTo>
                  <a:pt x="1360529" y="346912"/>
                  <a:pt x="1353185" y="347992"/>
                  <a:pt x="1347857" y="346336"/>
                </a:cubicBezTo>
                <a:cubicBezTo>
                  <a:pt x="1342529" y="344644"/>
                  <a:pt x="1339145" y="340144"/>
                  <a:pt x="1339145" y="331144"/>
                </a:cubicBezTo>
                <a:lnTo>
                  <a:pt x="1339145" y="295144"/>
                </a:lnTo>
                <a:lnTo>
                  <a:pt x="1339145" y="7144"/>
                </a:lnTo>
                <a:lnTo>
                  <a:pt x="1231145"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5" name="!!ii">
            <a:extLst>
              <a:ext uri="{FF2B5EF4-FFF2-40B4-BE49-F238E27FC236}">
                <a16:creationId xmlns:a16="http://schemas.microsoft.com/office/drawing/2014/main" id="{AF87C5A1-C2CC-AA73-48C5-EE9FBD17BADB}"/>
              </a:ext>
            </a:extLst>
          </p:cNvPr>
          <p:cNvSpPr>
            <a:spLocks noChangeAspect="1"/>
          </p:cNvSpPr>
          <p:nvPr/>
        </p:nvSpPr>
        <p:spPr>
          <a:xfrm rot="19920000">
            <a:off x="1044103" y="5484689"/>
            <a:ext cx="1230633" cy="623413"/>
          </a:xfrm>
          <a:custGeom>
            <a:avLst/>
            <a:gdLst>
              <a:gd name="connsiteX0" fmla="*/ 7144 w 1447800"/>
              <a:gd name="connsiteY0" fmla="*/ 7144 h 733425"/>
              <a:gd name="connsiteX1" fmla="*/ 7144 w 1447800"/>
              <a:gd name="connsiteY1" fmla="*/ 295144 h 733425"/>
              <a:gd name="connsiteX2" fmla="*/ 7144 w 1447800"/>
              <a:gd name="connsiteY2" fmla="*/ 331144 h 733425"/>
              <a:gd name="connsiteX3" fmla="*/ 15820 w 1447800"/>
              <a:gd name="connsiteY3" fmla="*/ 346336 h 733425"/>
              <a:gd name="connsiteX4" fmla="*/ 36376 w 1447800"/>
              <a:gd name="connsiteY4" fmla="*/ 344644 h 733425"/>
              <a:gd name="connsiteX5" fmla="*/ 79108 w 1447800"/>
              <a:gd name="connsiteY5" fmla="*/ 331144 h 733425"/>
              <a:gd name="connsiteX6" fmla="*/ 103876 w 1447800"/>
              <a:gd name="connsiteY6" fmla="*/ 338452 h 733425"/>
              <a:gd name="connsiteX7" fmla="*/ 115108 w 1447800"/>
              <a:gd name="connsiteY7" fmla="*/ 367144 h 733425"/>
              <a:gd name="connsiteX8" fmla="*/ 103876 w 1447800"/>
              <a:gd name="connsiteY8" fmla="*/ 395836 h 733425"/>
              <a:gd name="connsiteX9" fmla="*/ 79108 w 1447800"/>
              <a:gd name="connsiteY9" fmla="*/ 403144 h 733425"/>
              <a:gd name="connsiteX10" fmla="*/ 36376 w 1447800"/>
              <a:gd name="connsiteY10" fmla="*/ 389644 h 733425"/>
              <a:gd name="connsiteX11" fmla="*/ 15820 w 1447800"/>
              <a:gd name="connsiteY11" fmla="*/ 387952 h 733425"/>
              <a:gd name="connsiteX12" fmla="*/ 7144 w 1447800"/>
              <a:gd name="connsiteY12" fmla="*/ 403144 h 733425"/>
              <a:gd name="connsiteX13" fmla="*/ 7144 w 1447800"/>
              <a:gd name="connsiteY13" fmla="*/ 727144 h 733425"/>
              <a:gd name="connsiteX14" fmla="*/ 223108 w 1447800"/>
              <a:gd name="connsiteY14" fmla="*/ 727144 h 733425"/>
              <a:gd name="connsiteX15" fmla="*/ 1231108 w 1447800"/>
              <a:gd name="connsiteY15" fmla="*/ 727144 h 733425"/>
              <a:gd name="connsiteX16" fmla="*/ 1339108 w 1447800"/>
              <a:gd name="connsiteY16" fmla="*/ 727144 h 733425"/>
              <a:gd name="connsiteX17" fmla="*/ 1339108 w 1447800"/>
              <a:gd name="connsiteY17" fmla="*/ 457144 h 733425"/>
              <a:gd name="connsiteX18" fmla="*/ 1347821 w 1447800"/>
              <a:gd name="connsiteY18" fmla="*/ 441952 h 733425"/>
              <a:gd name="connsiteX19" fmla="*/ 1368340 w 1447800"/>
              <a:gd name="connsiteY19" fmla="*/ 443644 h 733425"/>
              <a:gd name="connsiteX20" fmla="*/ 1411108 w 1447800"/>
              <a:gd name="connsiteY20" fmla="*/ 457144 h 733425"/>
              <a:gd name="connsiteX21" fmla="*/ 1435877 w 1447800"/>
              <a:gd name="connsiteY21" fmla="*/ 449836 h 733425"/>
              <a:gd name="connsiteX22" fmla="*/ 1447108 w 1447800"/>
              <a:gd name="connsiteY22" fmla="*/ 421144 h 733425"/>
              <a:gd name="connsiteX23" fmla="*/ 1435877 w 1447800"/>
              <a:gd name="connsiteY23" fmla="*/ 392452 h 733425"/>
              <a:gd name="connsiteX24" fmla="*/ 1411108 w 1447800"/>
              <a:gd name="connsiteY24" fmla="*/ 385144 h 733425"/>
              <a:gd name="connsiteX25" fmla="*/ 1368340 w 1447800"/>
              <a:gd name="connsiteY25" fmla="*/ 398644 h 733425"/>
              <a:gd name="connsiteX26" fmla="*/ 1347821 w 1447800"/>
              <a:gd name="connsiteY26" fmla="*/ 400336 h 733425"/>
              <a:gd name="connsiteX27" fmla="*/ 1339108 w 1447800"/>
              <a:gd name="connsiteY27" fmla="*/ 385144 h 733425"/>
              <a:gd name="connsiteX28" fmla="*/ 1339108 w 1447800"/>
              <a:gd name="connsiteY28" fmla="*/ 349144 h 733425"/>
              <a:gd name="connsiteX29" fmla="*/ 1347821 w 1447800"/>
              <a:gd name="connsiteY29" fmla="*/ 333952 h 733425"/>
              <a:gd name="connsiteX30" fmla="*/ 1368340 w 1447800"/>
              <a:gd name="connsiteY30" fmla="*/ 335644 h 733425"/>
              <a:gd name="connsiteX31" fmla="*/ 1411108 w 1447800"/>
              <a:gd name="connsiteY31" fmla="*/ 349144 h 733425"/>
              <a:gd name="connsiteX32" fmla="*/ 1435877 w 1447800"/>
              <a:gd name="connsiteY32" fmla="*/ 341800 h 733425"/>
              <a:gd name="connsiteX33" fmla="*/ 1447108 w 1447800"/>
              <a:gd name="connsiteY33" fmla="*/ 313144 h 733425"/>
              <a:gd name="connsiteX34" fmla="*/ 1435877 w 1447800"/>
              <a:gd name="connsiteY34" fmla="*/ 284451 h 733425"/>
              <a:gd name="connsiteX35" fmla="*/ 1411108 w 1447800"/>
              <a:gd name="connsiteY35" fmla="*/ 277144 h 733425"/>
              <a:gd name="connsiteX36" fmla="*/ 1368340 w 1447800"/>
              <a:gd name="connsiteY36" fmla="*/ 290644 h 733425"/>
              <a:gd name="connsiteX37" fmla="*/ 1347821 w 1447800"/>
              <a:gd name="connsiteY37" fmla="*/ 292336 h 733425"/>
              <a:gd name="connsiteX38" fmla="*/ 1339108 w 1447800"/>
              <a:gd name="connsiteY38" fmla="*/ 277144 h 733425"/>
              <a:gd name="connsiteX39" fmla="*/ 1339108 w 1447800"/>
              <a:gd name="connsiteY39" fmla="*/ 241144 h 733425"/>
              <a:gd name="connsiteX40" fmla="*/ 1339108 w 1447800"/>
              <a:gd name="connsiteY40" fmla="*/ 7144 h 733425"/>
              <a:gd name="connsiteX41" fmla="*/ 1231108 w 1447800"/>
              <a:gd name="connsiteY41" fmla="*/ 7144 h 733425"/>
              <a:gd name="connsiteX42" fmla="*/ 223108 w 1447800"/>
              <a:gd name="connsiteY42"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47800" h="733425">
                <a:moveTo>
                  <a:pt x="7144" y="7144"/>
                </a:moveTo>
                <a:lnTo>
                  <a:pt x="7144" y="295144"/>
                </a:lnTo>
                <a:lnTo>
                  <a:pt x="7144" y="331144"/>
                </a:lnTo>
                <a:cubicBezTo>
                  <a:pt x="7144" y="340144"/>
                  <a:pt x="10492" y="344644"/>
                  <a:pt x="15820" y="346336"/>
                </a:cubicBezTo>
                <a:cubicBezTo>
                  <a:pt x="21184" y="348028"/>
                  <a:pt x="28492" y="346912"/>
                  <a:pt x="36376" y="344644"/>
                </a:cubicBezTo>
                <a:cubicBezTo>
                  <a:pt x="52144" y="340144"/>
                  <a:pt x="70108" y="331144"/>
                  <a:pt x="79108" y="331144"/>
                </a:cubicBezTo>
                <a:cubicBezTo>
                  <a:pt x="88108" y="331144"/>
                  <a:pt x="97108" y="333015"/>
                  <a:pt x="103876" y="338452"/>
                </a:cubicBezTo>
                <a:cubicBezTo>
                  <a:pt x="110644" y="343888"/>
                  <a:pt x="115108" y="352888"/>
                  <a:pt x="115108" y="367144"/>
                </a:cubicBezTo>
                <a:cubicBezTo>
                  <a:pt x="115108" y="381364"/>
                  <a:pt x="110644" y="390400"/>
                  <a:pt x="103876" y="395836"/>
                </a:cubicBezTo>
                <a:cubicBezTo>
                  <a:pt x="97108" y="401272"/>
                  <a:pt x="88108" y="403144"/>
                  <a:pt x="79108" y="403144"/>
                </a:cubicBezTo>
                <a:cubicBezTo>
                  <a:pt x="70108" y="403144"/>
                  <a:pt x="52144" y="394144"/>
                  <a:pt x="36376" y="389644"/>
                </a:cubicBezTo>
                <a:cubicBezTo>
                  <a:pt x="28492" y="387412"/>
                  <a:pt x="21184" y="386260"/>
                  <a:pt x="15820" y="387952"/>
                </a:cubicBezTo>
                <a:cubicBezTo>
                  <a:pt x="10492" y="389644"/>
                  <a:pt x="7144" y="394144"/>
                  <a:pt x="7144" y="403144"/>
                </a:cubicBezTo>
                <a:lnTo>
                  <a:pt x="7144" y="727144"/>
                </a:lnTo>
                <a:lnTo>
                  <a:pt x="223108" y="727144"/>
                </a:lnTo>
                <a:lnTo>
                  <a:pt x="1231108" y="727144"/>
                </a:lnTo>
                <a:lnTo>
                  <a:pt x="1339108" y="727144"/>
                </a:lnTo>
                <a:lnTo>
                  <a:pt x="1339108" y="457144"/>
                </a:lnTo>
                <a:cubicBezTo>
                  <a:pt x="1339108" y="448144"/>
                  <a:pt x="1342493" y="443644"/>
                  <a:pt x="1347821" y="441952"/>
                </a:cubicBezTo>
                <a:cubicBezTo>
                  <a:pt x="1353185" y="440260"/>
                  <a:pt x="1360493" y="441376"/>
                  <a:pt x="1368340" y="443644"/>
                </a:cubicBezTo>
                <a:cubicBezTo>
                  <a:pt x="1384108" y="448144"/>
                  <a:pt x="1402108" y="457144"/>
                  <a:pt x="1411108" y="457144"/>
                </a:cubicBezTo>
                <a:cubicBezTo>
                  <a:pt x="1420108" y="457144"/>
                  <a:pt x="1429108" y="455272"/>
                  <a:pt x="1435877" y="449836"/>
                </a:cubicBezTo>
                <a:cubicBezTo>
                  <a:pt x="1442608" y="444400"/>
                  <a:pt x="1447108" y="435364"/>
                  <a:pt x="1447108" y="421144"/>
                </a:cubicBezTo>
                <a:cubicBezTo>
                  <a:pt x="1447108" y="406924"/>
                  <a:pt x="1442608" y="397888"/>
                  <a:pt x="1435877" y="392452"/>
                </a:cubicBezTo>
                <a:cubicBezTo>
                  <a:pt x="1429108" y="386980"/>
                  <a:pt x="1420108" y="385144"/>
                  <a:pt x="1411108" y="385144"/>
                </a:cubicBezTo>
                <a:cubicBezTo>
                  <a:pt x="1402108" y="385144"/>
                  <a:pt x="1384108" y="394144"/>
                  <a:pt x="1368340" y="398644"/>
                </a:cubicBezTo>
                <a:cubicBezTo>
                  <a:pt x="1360493" y="400876"/>
                  <a:pt x="1353185" y="401992"/>
                  <a:pt x="1347821" y="400336"/>
                </a:cubicBezTo>
                <a:cubicBezTo>
                  <a:pt x="1342493" y="398644"/>
                  <a:pt x="1339108" y="394144"/>
                  <a:pt x="1339108" y="385144"/>
                </a:cubicBezTo>
                <a:lnTo>
                  <a:pt x="1339108" y="349144"/>
                </a:lnTo>
                <a:cubicBezTo>
                  <a:pt x="1339108" y="340144"/>
                  <a:pt x="1342493" y="335644"/>
                  <a:pt x="1347821" y="333952"/>
                </a:cubicBezTo>
                <a:cubicBezTo>
                  <a:pt x="1353185" y="332260"/>
                  <a:pt x="1360493" y="333376"/>
                  <a:pt x="1368340" y="335644"/>
                </a:cubicBezTo>
                <a:cubicBezTo>
                  <a:pt x="1384108" y="340144"/>
                  <a:pt x="1402108" y="349144"/>
                  <a:pt x="1411108" y="349144"/>
                </a:cubicBezTo>
                <a:cubicBezTo>
                  <a:pt x="1420108" y="349144"/>
                  <a:pt x="1429108" y="347272"/>
                  <a:pt x="1435877" y="341800"/>
                </a:cubicBezTo>
                <a:cubicBezTo>
                  <a:pt x="1442608" y="336364"/>
                  <a:pt x="1447108" y="327364"/>
                  <a:pt x="1447108" y="313144"/>
                </a:cubicBezTo>
                <a:cubicBezTo>
                  <a:pt x="1447108" y="298888"/>
                  <a:pt x="1442608" y="289888"/>
                  <a:pt x="1435877" y="284451"/>
                </a:cubicBezTo>
                <a:cubicBezTo>
                  <a:pt x="1429108" y="279015"/>
                  <a:pt x="1420108" y="277144"/>
                  <a:pt x="1411108" y="277144"/>
                </a:cubicBezTo>
                <a:cubicBezTo>
                  <a:pt x="1402108" y="277144"/>
                  <a:pt x="1384108" y="286144"/>
                  <a:pt x="1368340" y="290644"/>
                </a:cubicBezTo>
                <a:cubicBezTo>
                  <a:pt x="1360493" y="292876"/>
                  <a:pt x="1353185" y="294028"/>
                  <a:pt x="1347821" y="292336"/>
                </a:cubicBezTo>
                <a:cubicBezTo>
                  <a:pt x="1342493" y="290644"/>
                  <a:pt x="1339108" y="286144"/>
                  <a:pt x="1339108" y="277144"/>
                </a:cubicBezTo>
                <a:lnTo>
                  <a:pt x="1339108" y="241144"/>
                </a:lnTo>
                <a:lnTo>
                  <a:pt x="1339108" y="7144"/>
                </a:lnTo>
                <a:lnTo>
                  <a:pt x="1231108" y="7144"/>
                </a:lnTo>
                <a:lnTo>
                  <a:pt x="223108" y="7144"/>
                </a:lnTo>
                <a:close/>
              </a:path>
            </a:pathLst>
          </a:custGeom>
          <a:solidFill>
            <a:srgbClr val="00B0F0"/>
          </a:solidFill>
          <a:ln w="952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6" name="!!iii">
            <a:extLst>
              <a:ext uri="{FF2B5EF4-FFF2-40B4-BE49-F238E27FC236}">
                <a16:creationId xmlns:a16="http://schemas.microsoft.com/office/drawing/2014/main" id="{082028F1-4A15-5EF8-AF11-A09381395333}"/>
              </a:ext>
            </a:extLst>
          </p:cNvPr>
          <p:cNvSpPr>
            <a:spLocks noChangeAspect="1"/>
          </p:cNvSpPr>
          <p:nvPr/>
        </p:nvSpPr>
        <p:spPr>
          <a:xfrm rot="19920000">
            <a:off x="2038382" y="4958330"/>
            <a:ext cx="1230633" cy="623413"/>
          </a:xfrm>
          <a:custGeom>
            <a:avLst/>
            <a:gdLst>
              <a:gd name="connsiteX0" fmla="*/ 7144 w 1447800"/>
              <a:gd name="connsiteY0" fmla="*/ 7144 h 733425"/>
              <a:gd name="connsiteX1" fmla="*/ 7144 w 1447800"/>
              <a:gd name="connsiteY1" fmla="*/ 241144 h 733425"/>
              <a:gd name="connsiteX2" fmla="*/ 7144 w 1447800"/>
              <a:gd name="connsiteY2" fmla="*/ 277144 h 733425"/>
              <a:gd name="connsiteX3" fmla="*/ 15856 w 1447800"/>
              <a:gd name="connsiteY3" fmla="*/ 292336 h 733425"/>
              <a:gd name="connsiteX4" fmla="*/ 36412 w 1447800"/>
              <a:gd name="connsiteY4" fmla="*/ 290644 h 733425"/>
              <a:gd name="connsiteX5" fmla="*/ 79144 w 1447800"/>
              <a:gd name="connsiteY5" fmla="*/ 277180 h 733425"/>
              <a:gd name="connsiteX6" fmla="*/ 103876 w 1447800"/>
              <a:gd name="connsiteY6" fmla="*/ 284488 h 733425"/>
              <a:gd name="connsiteX7" fmla="*/ 115144 w 1447800"/>
              <a:gd name="connsiteY7" fmla="*/ 313180 h 733425"/>
              <a:gd name="connsiteX8" fmla="*/ 103876 w 1447800"/>
              <a:gd name="connsiteY8" fmla="*/ 341836 h 733425"/>
              <a:gd name="connsiteX9" fmla="*/ 79144 w 1447800"/>
              <a:gd name="connsiteY9" fmla="*/ 349180 h 733425"/>
              <a:gd name="connsiteX10" fmla="*/ 36412 w 1447800"/>
              <a:gd name="connsiteY10" fmla="*/ 335644 h 733425"/>
              <a:gd name="connsiteX11" fmla="*/ 15856 w 1447800"/>
              <a:gd name="connsiteY11" fmla="*/ 333952 h 733425"/>
              <a:gd name="connsiteX12" fmla="*/ 7144 w 1447800"/>
              <a:gd name="connsiteY12" fmla="*/ 349180 h 733425"/>
              <a:gd name="connsiteX13" fmla="*/ 7144 w 1447800"/>
              <a:gd name="connsiteY13" fmla="*/ 385144 h 733425"/>
              <a:gd name="connsiteX14" fmla="*/ 15856 w 1447800"/>
              <a:gd name="connsiteY14" fmla="*/ 400336 h 733425"/>
              <a:gd name="connsiteX15" fmla="*/ 36412 w 1447800"/>
              <a:gd name="connsiteY15" fmla="*/ 398644 h 733425"/>
              <a:gd name="connsiteX16" fmla="*/ 79144 w 1447800"/>
              <a:gd name="connsiteY16" fmla="*/ 385180 h 733425"/>
              <a:gd name="connsiteX17" fmla="*/ 103876 w 1447800"/>
              <a:gd name="connsiteY17" fmla="*/ 392488 h 733425"/>
              <a:gd name="connsiteX18" fmla="*/ 115144 w 1447800"/>
              <a:gd name="connsiteY18" fmla="*/ 421144 h 733425"/>
              <a:gd name="connsiteX19" fmla="*/ 103876 w 1447800"/>
              <a:gd name="connsiteY19" fmla="*/ 449836 h 733425"/>
              <a:gd name="connsiteX20" fmla="*/ 79144 w 1447800"/>
              <a:gd name="connsiteY20" fmla="*/ 457144 h 733425"/>
              <a:gd name="connsiteX21" fmla="*/ 36412 w 1447800"/>
              <a:gd name="connsiteY21" fmla="*/ 443644 h 733425"/>
              <a:gd name="connsiteX22" fmla="*/ 15856 w 1447800"/>
              <a:gd name="connsiteY22" fmla="*/ 441988 h 733425"/>
              <a:gd name="connsiteX23" fmla="*/ 7144 w 1447800"/>
              <a:gd name="connsiteY23" fmla="*/ 457144 h 733425"/>
              <a:gd name="connsiteX24" fmla="*/ 7144 w 1447800"/>
              <a:gd name="connsiteY24" fmla="*/ 727144 h 733425"/>
              <a:gd name="connsiteX25" fmla="*/ 223144 w 1447800"/>
              <a:gd name="connsiteY25" fmla="*/ 727144 h 733425"/>
              <a:gd name="connsiteX26" fmla="*/ 1231145 w 1447800"/>
              <a:gd name="connsiteY26" fmla="*/ 727144 h 733425"/>
              <a:gd name="connsiteX27" fmla="*/ 1339145 w 1447800"/>
              <a:gd name="connsiteY27" fmla="*/ 727144 h 733425"/>
              <a:gd name="connsiteX28" fmla="*/ 1339145 w 1447800"/>
              <a:gd name="connsiteY28" fmla="*/ 511144 h 733425"/>
              <a:gd name="connsiteX29" fmla="*/ 1347857 w 1447800"/>
              <a:gd name="connsiteY29" fmla="*/ 495952 h 733425"/>
              <a:gd name="connsiteX30" fmla="*/ 1368377 w 1447800"/>
              <a:gd name="connsiteY30" fmla="*/ 497644 h 733425"/>
              <a:gd name="connsiteX31" fmla="*/ 1411145 w 1447800"/>
              <a:gd name="connsiteY31" fmla="*/ 511144 h 733425"/>
              <a:gd name="connsiteX32" fmla="*/ 1435913 w 1447800"/>
              <a:gd name="connsiteY32" fmla="*/ 503837 h 733425"/>
              <a:gd name="connsiteX33" fmla="*/ 1447145 w 1447800"/>
              <a:gd name="connsiteY33" fmla="*/ 475144 h 733425"/>
              <a:gd name="connsiteX34" fmla="*/ 1435913 w 1447800"/>
              <a:gd name="connsiteY34" fmla="*/ 446452 h 733425"/>
              <a:gd name="connsiteX35" fmla="*/ 1411145 w 1447800"/>
              <a:gd name="connsiteY35" fmla="*/ 439144 h 733425"/>
              <a:gd name="connsiteX36" fmla="*/ 1368377 w 1447800"/>
              <a:gd name="connsiteY36" fmla="*/ 452644 h 733425"/>
              <a:gd name="connsiteX37" fmla="*/ 1347857 w 1447800"/>
              <a:gd name="connsiteY37" fmla="*/ 454336 h 733425"/>
              <a:gd name="connsiteX38" fmla="*/ 1339145 w 1447800"/>
              <a:gd name="connsiteY38" fmla="*/ 439144 h 733425"/>
              <a:gd name="connsiteX39" fmla="*/ 1339145 w 1447800"/>
              <a:gd name="connsiteY39" fmla="*/ 403144 h 733425"/>
              <a:gd name="connsiteX40" fmla="*/ 1347857 w 1447800"/>
              <a:gd name="connsiteY40" fmla="*/ 387988 h 733425"/>
              <a:gd name="connsiteX41" fmla="*/ 1368377 w 1447800"/>
              <a:gd name="connsiteY41" fmla="*/ 389644 h 733425"/>
              <a:gd name="connsiteX42" fmla="*/ 1411145 w 1447800"/>
              <a:gd name="connsiteY42" fmla="*/ 403144 h 733425"/>
              <a:gd name="connsiteX43" fmla="*/ 1435913 w 1447800"/>
              <a:gd name="connsiteY43" fmla="*/ 395836 h 733425"/>
              <a:gd name="connsiteX44" fmla="*/ 1447145 w 1447800"/>
              <a:gd name="connsiteY44" fmla="*/ 367144 h 733425"/>
              <a:gd name="connsiteX45" fmla="*/ 1435913 w 1447800"/>
              <a:gd name="connsiteY45" fmla="*/ 338452 h 733425"/>
              <a:gd name="connsiteX46" fmla="*/ 1411145 w 1447800"/>
              <a:gd name="connsiteY46" fmla="*/ 331144 h 733425"/>
              <a:gd name="connsiteX47" fmla="*/ 1368377 w 1447800"/>
              <a:gd name="connsiteY47" fmla="*/ 344644 h 733425"/>
              <a:gd name="connsiteX48" fmla="*/ 1347857 w 1447800"/>
              <a:gd name="connsiteY48" fmla="*/ 346336 h 733425"/>
              <a:gd name="connsiteX49" fmla="*/ 1339145 w 1447800"/>
              <a:gd name="connsiteY49" fmla="*/ 331144 h 733425"/>
              <a:gd name="connsiteX50" fmla="*/ 1339145 w 1447800"/>
              <a:gd name="connsiteY50" fmla="*/ 295144 h 733425"/>
              <a:gd name="connsiteX51" fmla="*/ 1347857 w 1447800"/>
              <a:gd name="connsiteY51" fmla="*/ 279952 h 733425"/>
              <a:gd name="connsiteX52" fmla="*/ 1368377 w 1447800"/>
              <a:gd name="connsiteY52" fmla="*/ 281644 h 733425"/>
              <a:gd name="connsiteX53" fmla="*/ 1411145 w 1447800"/>
              <a:gd name="connsiteY53" fmla="*/ 295144 h 733425"/>
              <a:gd name="connsiteX54" fmla="*/ 1435913 w 1447800"/>
              <a:gd name="connsiteY54" fmla="*/ 287836 h 733425"/>
              <a:gd name="connsiteX55" fmla="*/ 1447145 w 1447800"/>
              <a:gd name="connsiteY55" fmla="*/ 259144 h 733425"/>
              <a:gd name="connsiteX56" fmla="*/ 1435913 w 1447800"/>
              <a:gd name="connsiteY56" fmla="*/ 230452 h 733425"/>
              <a:gd name="connsiteX57" fmla="*/ 1411145 w 1447800"/>
              <a:gd name="connsiteY57" fmla="*/ 223144 h 733425"/>
              <a:gd name="connsiteX58" fmla="*/ 1368377 w 1447800"/>
              <a:gd name="connsiteY58" fmla="*/ 236644 h 733425"/>
              <a:gd name="connsiteX59" fmla="*/ 1347857 w 1447800"/>
              <a:gd name="connsiteY59" fmla="*/ 238336 h 733425"/>
              <a:gd name="connsiteX60" fmla="*/ 1339145 w 1447800"/>
              <a:gd name="connsiteY60" fmla="*/ 223144 h 733425"/>
              <a:gd name="connsiteX61" fmla="*/ 1339145 w 1447800"/>
              <a:gd name="connsiteY61" fmla="*/ 187108 h 733425"/>
              <a:gd name="connsiteX62" fmla="*/ 1339145 w 1447800"/>
              <a:gd name="connsiteY62" fmla="*/ 7144 h 733425"/>
              <a:gd name="connsiteX63" fmla="*/ 1231145 w 1447800"/>
              <a:gd name="connsiteY63" fmla="*/ 7144 h 733425"/>
              <a:gd name="connsiteX64" fmla="*/ 223144 w 1447800"/>
              <a:gd name="connsiteY64" fmla="*/ 714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447800" h="733425">
                <a:moveTo>
                  <a:pt x="7144" y="7144"/>
                </a:moveTo>
                <a:lnTo>
                  <a:pt x="7144" y="241144"/>
                </a:lnTo>
                <a:lnTo>
                  <a:pt x="7144" y="277144"/>
                </a:lnTo>
                <a:cubicBezTo>
                  <a:pt x="7144" y="286144"/>
                  <a:pt x="10528" y="290644"/>
                  <a:pt x="15856" y="292336"/>
                </a:cubicBezTo>
                <a:cubicBezTo>
                  <a:pt x="21220" y="294028"/>
                  <a:pt x="28528" y="292912"/>
                  <a:pt x="36412" y="290644"/>
                </a:cubicBezTo>
                <a:cubicBezTo>
                  <a:pt x="52144" y="286144"/>
                  <a:pt x="70144" y="277180"/>
                  <a:pt x="79144" y="277180"/>
                </a:cubicBezTo>
                <a:cubicBezTo>
                  <a:pt x="88144" y="277180"/>
                  <a:pt x="97144" y="279052"/>
                  <a:pt x="103876" y="284488"/>
                </a:cubicBezTo>
                <a:cubicBezTo>
                  <a:pt x="110644" y="289924"/>
                  <a:pt x="115144" y="298924"/>
                  <a:pt x="115144" y="313180"/>
                </a:cubicBezTo>
                <a:cubicBezTo>
                  <a:pt x="115144" y="327400"/>
                  <a:pt x="110644" y="336400"/>
                  <a:pt x="103876" y="341836"/>
                </a:cubicBezTo>
                <a:cubicBezTo>
                  <a:pt x="97144" y="347308"/>
                  <a:pt x="88144" y="349180"/>
                  <a:pt x="79144" y="349180"/>
                </a:cubicBezTo>
                <a:cubicBezTo>
                  <a:pt x="70144" y="349180"/>
                  <a:pt x="52144" y="340144"/>
                  <a:pt x="36412" y="335644"/>
                </a:cubicBezTo>
                <a:cubicBezTo>
                  <a:pt x="28528" y="333412"/>
                  <a:pt x="21220" y="332296"/>
                  <a:pt x="15856" y="333952"/>
                </a:cubicBezTo>
                <a:cubicBezTo>
                  <a:pt x="10528" y="335644"/>
                  <a:pt x="7144" y="340180"/>
                  <a:pt x="7144" y="349180"/>
                </a:cubicBezTo>
                <a:lnTo>
                  <a:pt x="7144" y="385144"/>
                </a:lnTo>
                <a:cubicBezTo>
                  <a:pt x="7144" y="394144"/>
                  <a:pt x="10528" y="398644"/>
                  <a:pt x="15856" y="400336"/>
                </a:cubicBezTo>
                <a:cubicBezTo>
                  <a:pt x="21220" y="402028"/>
                  <a:pt x="28528" y="400912"/>
                  <a:pt x="36412" y="398644"/>
                </a:cubicBezTo>
                <a:cubicBezTo>
                  <a:pt x="52144" y="394144"/>
                  <a:pt x="70144" y="385180"/>
                  <a:pt x="79144" y="385180"/>
                </a:cubicBezTo>
                <a:cubicBezTo>
                  <a:pt x="88144" y="385180"/>
                  <a:pt x="97144" y="387052"/>
                  <a:pt x="103876" y="392488"/>
                </a:cubicBezTo>
                <a:cubicBezTo>
                  <a:pt x="110644" y="397924"/>
                  <a:pt x="115144" y="406924"/>
                  <a:pt x="115144" y="421144"/>
                </a:cubicBezTo>
                <a:cubicBezTo>
                  <a:pt x="115144" y="435400"/>
                  <a:pt x="110644" y="444400"/>
                  <a:pt x="103876" y="449836"/>
                </a:cubicBezTo>
                <a:cubicBezTo>
                  <a:pt x="97144" y="455272"/>
                  <a:pt x="88144" y="457144"/>
                  <a:pt x="79144" y="457144"/>
                </a:cubicBezTo>
                <a:cubicBezTo>
                  <a:pt x="70144" y="457144"/>
                  <a:pt x="52144" y="448144"/>
                  <a:pt x="36412" y="443644"/>
                </a:cubicBezTo>
                <a:cubicBezTo>
                  <a:pt x="28528" y="441412"/>
                  <a:pt x="21220" y="440296"/>
                  <a:pt x="15856" y="441988"/>
                </a:cubicBezTo>
                <a:cubicBezTo>
                  <a:pt x="10528" y="443680"/>
                  <a:pt x="7144" y="448144"/>
                  <a:pt x="7144" y="457144"/>
                </a:cubicBezTo>
                <a:lnTo>
                  <a:pt x="7144" y="727144"/>
                </a:lnTo>
                <a:lnTo>
                  <a:pt x="223144" y="727144"/>
                </a:lnTo>
                <a:lnTo>
                  <a:pt x="1231145" y="727144"/>
                </a:lnTo>
                <a:lnTo>
                  <a:pt x="1339145" y="727144"/>
                </a:lnTo>
                <a:lnTo>
                  <a:pt x="1339145" y="511144"/>
                </a:lnTo>
                <a:cubicBezTo>
                  <a:pt x="1339145" y="502144"/>
                  <a:pt x="1342529" y="497644"/>
                  <a:pt x="1347857" y="495952"/>
                </a:cubicBezTo>
                <a:cubicBezTo>
                  <a:pt x="1353221" y="494260"/>
                  <a:pt x="1360529" y="495412"/>
                  <a:pt x="1368377" y="497644"/>
                </a:cubicBezTo>
                <a:cubicBezTo>
                  <a:pt x="1384145" y="502144"/>
                  <a:pt x="1402145" y="511144"/>
                  <a:pt x="1411145" y="511144"/>
                </a:cubicBezTo>
                <a:cubicBezTo>
                  <a:pt x="1420145" y="511144"/>
                  <a:pt x="1429145" y="509272"/>
                  <a:pt x="1435913" y="503837"/>
                </a:cubicBezTo>
                <a:cubicBezTo>
                  <a:pt x="1442645" y="498400"/>
                  <a:pt x="1447145" y="489364"/>
                  <a:pt x="1447145" y="475144"/>
                </a:cubicBezTo>
                <a:cubicBezTo>
                  <a:pt x="1447145" y="460924"/>
                  <a:pt x="1442645" y="451888"/>
                  <a:pt x="1435913" y="446452"/>
                </a:cubicBezTo>
                <a:cubicBezTo>
                  <a:pt x="1429145" y="441016"/>
                  <a:pt x="1420145" y="439144"/>
                  <a:pt x="1411145" y="439144"/>
                </a:cubicBezTo>
                <a:cubicBezTo>
                  <a:pt x="1402145" y="439144"/>
                  <a:pt x="1384145" y="448144"/>
                  <a:pt x="1368377" y="452644"/>
                </a:cubicBezTo>
                <a:cubicBezTo>
                  <a:pt x="1360529" y="454912"/>
                  <a:pt x="1353221" y="456028"/>
                  <a:pt x="1347857" y="454336"/>
                </a:cubicBezTo>
                <a:cubicBezTo>
                  <a:pt x="1342529" y="452644"/>
                  <a:pt x="1339145" y="448144"/>
                  <a:pt x="1339145" y="439144"/>
                </a:cubicBezTo>
                <a:lnTo>
                  <a:pt x="1339145" y="403144"/>
                </a:lnTo>
                <a:cubicBezTo>
                  <a:pt x="1339145" y="394144"/>
                  <a:pt x="1342529" y="389644"/>
                  <a:pt x="1347857" y="387988"/>
                </a:cubicBezTo>
                <a:cubicBezTo>
                  <a:pt x="1353221" y="386296"/>
                  <a:pt x="1360529" y="387412"/>
                  <a:pt x="1368377" y="389644"/>
                </a:cubicBezTo>
                <a:cubicBezTo>
                  <a:pt x="1384145" y="394144"/>
                  <a:pt x="1402145" y="403144"/>
                  <a:pt x="1411145" y="403144"/>
                </a:cubicBezTo>
                <a:cubicBezTo>
                  <a:pt x="1420145" y="403144"/>
                  <a:pt x="1429145" y="401272"/>
                  <a:pt x="1435913" y="395836"/>
                </a:cubicBezTo>
                <a:cubicBezTo>
                  <a:pt x="1442645" y="390400"/>
                  <a:pt x="1447145" y="381400"/>
                  <a:pt x="1447145" y="367144"/>
                </a:cubicBezTo>
                <a:cubicBezTo>
                  <a:pt x="1447145" y="352924"/>
                  <a:pt x="1442645" y="343924"/>
                  <a:pt x="1435913" y="338452"/>
                </a:cubicBezTo>
                <a:cubicBezTo>
                  <a:pt x="1429145" y="333016"/>
                  <a:pt x="1420145" y="331144"/>
                  <a:pt x="1411145" y="331144"/>
                </a:cubicBezTo>
                <a:cubicBezTo>
                  <a:pt x="1402145" y="331144"/>
                  <a:pt x="1384145" y="340144"/>
                  <a:pt x="1368377" y="344644"/>
                </a:cubicBezTo>
                <a:cubicBezTo>
                  <a:pt x="1360529" y="346876"/>
                  <a:pt x="1353221" y="348028"/>
                  <a:pt x="1347857" y="346336"/>
                </a:cubicBezTo>
                <a:cubicBezTo>
                  <a:pt x="1342529" y="344644"/>
                  <a:pt x="1339145" y="340144"/>
                  <a:pt x="1339145" y="331144"/>
                </a:cubicBezTo>
                <a:lnTo>
                  <a:pt x="1339145" y="295144"/>
                </a:lnTo>
                <a:cubicBezTo>
                  <a:pt x="1339145" y="286144"/>
                  <a:pt x="1342529" y="281644"/>
                  <a:pt x="1347857" y="279952"/>
                </a:cubicBezTo>
                <a:cubicBezTo>
                  <a:pt x="1353221" y="278260"/>
                  <a:pt x="1360529" y="279376"/>
                  <a:pt x="1368377" y="281644"/>
                </a:cubicBezTo>
                <a:cubicBezTo>
                  <a:pt x="1384145" y="286144"/>
                  <a:pt x="1402145" y="295144"/>
                  <a:pt x="1411145" y="295144"/>
                </a:cubicBezTo>
                <a:cubicBezTo>
                  <a:pt x="1420145" y="295144"/>
                  <a:pt x="1429145" y="293272"/>
                  <a:pt x="1435913" y="287836"/>
                </a:cubicBezTo>
                <a:cubicBezTo>
                  <a:pt x="1442645" y="282400"/>
                  <a:pt x="1447145" y="273364"/>
                  <a:pt x="1447145" y="259144"/>
                </a:cubicBezTo>
                <a:cubicBezTo>
                  <a:pt x="1447145" y="244888"/>
                  <a:pt x="1442645" y="235888"/>
                  <a:pt x="1435913" y="230452"/>
                </a:cubicBezTo>
                <a:cubicBezTo>
                  <a:pt x="1429145" y="225016"/>
                  <a:pt x="1420145" y="223144"/>
                  <a:pt x="1411145" y="223144"/>
                </a:cubicBezTo>
                <a:cubicBezTo>
                  <a:pt x="1402145" y="223144"/>
                  <a:pt x="1384145" y="232144"/>
                  <a:pt x="1368377" y="236644"/>
                </a:cubicBezTo>
                <a:cubicBezTo>
                  <a:pt x="1360529" y="238876"/>
                  <a:pt x="1353221" y="239992"/>
                  <a:pt x="1347857" y="238336"/>
                </a:cubicBezTo>
                <a:cubicBezTo>
                  <a:pt x="1342529" y="236644"/>
                  <a:pt x="1339145" y="232144"/>
                  <a:pt x="1339145" y="223144"/>
                </a:cubicBezTo>
                <a:lnTo>
                  <a:pt x="1339145" y="187108"/>
                </a:lnTo>
                <a:lnTo>
                  <a:pt x="1339145" y="7144"/>
                </a:lnTo>
                <a:lnTo>
                  <a:pt x="1231145" y="7144"/>
                </a:lnTo>
                <a:lnTo>
                  <a:pt x="223144" y="7144"/>
                </a:lnTo>
                <a:close/>
              </a:path>
            </a:pathLst>
          </a:custGeom>
          <a:solidFill>
            <a:srgbClr val="00B050"/>
          </a:solidFill>
          <a:ln w="952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7" name="!!iv">
            <a:extLst>
              <a:ext uri="{FF2B5EF4-FFF2-40B4-BE49-F238E27FC236}">
                <a16:creationId xmlns:a16="http://schemas.microsoft.com/office/drawing/2014/main" id="{1A48F36A-1CD3-2643-A54F-334C0D923F22}"/>
              </a:ext>
            </a:extLst>
          </p:cNvPr>
          <p:cNvSpPr>
            <a:spLocks noChangeAspect="1"/>
          </p:cNvSpPr>
          <p:nvPr/>
        </p:nvSpPr>
        <p:spPr>
          <a:xfrm rot="19920000">
            <a:off x="3005121" y="4403419"/>
            <a:ext cx="1279211" cy="671989"/>
          </a:xfrm>
          <a:custGeom>
            <a:avLst/>
            <a:gdLst>
              <a:gd name="connsiteX0" fmla="*/ 36361 w 1504950"/>
              <a:gd name="connsiteY0" fmla="*/ 36361 h 790575"/>
              <a:gd name="connsiteX1" fmla="*/ 36361 w 1504950"/>
              <a:gd name="connsiteY1" fmla="*/ 216362 h 790575"/>
              <a:gd name="connsiteX2" fmla="*/ 36361 w 1504950"/>
              <a:gd name="connsiteY2" fmla="*/ 252362 h 790575"/>
              <a:gd name="connsiteX3" fmla="*/ 45074 w 1504950"/>
              <a:gd name="connsiteY3" fmla="*/ 267554 h 790575"/>
              <a:gd name="connsiteX4" fmla="*/ 65630 w 1504950"/>
              <a:gd name="connsiteY4" fmla="*/ 265862 h 790575"/>
              <a:gd name="connsiteX5" fmla="*/ 108362 w 1504950"/>
              <a:gd name="connsiteY5" fmla="*/ 252362 h 790575"/>
              <a:gd name="connsiteX6" fmla="*/ 133093 w 1504950"/>
              <a:gd name="connsiteY6" fmla="*/ 259670 h 790575"/>
              <a:gd name="connsiteX7" fmla="*/ 144362 w 1504950"/>
              <a:gd name="connsiteY7" fmla="*/ 288362 h 790575"/>
              <a:gd name="connsiteX8" fmla="*/ 133093 w 1504950"/>
              <a:gd name="connsiteY8" fmla="*/ 317054 h 790575"/>
              <a:gd name="connsiteX9" fmla="*/ 108362 w 1504950"/>
              <a:gd name="connsiteY9" fmla="*/ 324362 h 790575"/>
              <a:gd name="connsiteX10" fmla="*/ 65630 w 1504950"/>
              <a:gd name="connsiteY10" fmla="*/ 310862 h 790575"/>
              <a:gd name="connsiteX11" fmla="*/ 45074 w 1504950"/>
              <a:gd name="connsiteY11" fmla="*/ 309170 h 790575"/>
              <a:gd name="connsiteX12" fmla="*/ 36361 w 1504950"/>
              <a:gd name="connsiteY12" fmla="*/ 324362 h 790575"/>
              <a:gd name="connsiteX13" fmla="*/ 36361 w 1504950"/>
              <a:gd name="connsiteY13" fmla="*/ 360362 h 790575"/>
              <a:gd name="connsiteX14" fmla="*/ 45074 w 1504950"/>
              <a:gd name="connsiteY14" fmla="*/ 375554 h 790575"/>
              <a:gd name="connsiteX15" fmla="*/ 65630 w 1504950"/>
              <a:gd name="connsiteY15" fmla="*/ 373862 h 790575"/>
              <a:gd name="connsiteX16" fmla="*/ 108362 w 1504950"/>
              <a:gd name="connsiteY16" fmla="*/ 360362 h 790575"/>
              <a:gd name="connsiteX17" fmla="*/ 133093 w 1504950"/>
              <a:gd name="connsiteY17" fmla="*/ 367670 h 790575"/>
              <a:gd name="connsiteX18" fmla="*/ 144362 w 1504950"/>
              <a:gd name="connsiteY18" fmla="*/ 396362 h 790575"/>
              <a:gd name="connsiteX19" fmla="*/ 133093 w 1504950"/>
              <a:gd name="connsiteY19" fmla="*/ 425054 h 790575"/>
              <a:gd name="connsiteX20" fmla="*/ 108362 w 1504950"/>
              <a:gd name="connsiteY20" fmla="*/ 432362 h 790575"/>
              <a:gd name="connsiteX21" fmla="*/ 65630 w 1504950"/>
              <a:gd name="connsiteY21" fmla="*/ 418862 h 790575"/>
              <a:gd name="connsiteX22" fmla="*/ 45074 w 1504950"/>
              <a:gd name="connsiteY22" fmla="*/ 417170 h 790575"/>
              <a:gd name="connsiteX23" fmla="*/ 36361 w 1504950"/>
              <a:gd name="connsiteY23" fmla="*/ 432362 h 790575"/>
              <a:gd name="connsiteX24" fmla="*/ 36361 w 1504950"/>
              <a:gd name="connsiteY24" fmla="*/ 468362 h 790575"/>
              <a:gd name="connsiteX25" fmla="*/ 45074 w 1504950"/>
              <a:gd name="connsiteY25" fmla="*/ 483554 h 790575"/>
              <a:gd name="connsiteX26" fmla="*/ 65630 w 1504950"/>
              <a:gd name="connsiteY26" fmla="*/ 481862 h 790575"/>
              <a:gd name="connsiteX27" fmla="*/ 108362 w 1504950"/>
              <a:gd name="connsiteY27" fmla="*/ 468362 h 790575"/>
              <a:gd name="connsiteX28" fmla="*/ 133093 w 1504950"/>
              <a:gd name="connsiteY28" fmla="*/ 475670 h 790575"/>
              <a:gd name="connsiteX29" fmla="*/ 144362 w 1504950"/>
              <a:gd name="connsiteY29" fmla="*/ 504362 h 790575"/>
              <a:gd name="connsiteX30" fmla="*/ 133093 w 1504950"/>
              <a:gd name="connsiteY30" fmla="*/ 533054 h 790575"/>
              <a:gd name="connsiteX31" fmla="*/ 108362 w 1504950"/>
              <a:gd name="connsiteY31" fmla="*/ 540362 h 790575"/>
              <a:gd name="connsiteX32" fmla="*/ 65630 w 1504950"/>
              <a:gd name="connsiteY32" fmla="*/ 526862 h 790575"/>
              <a:gd name="connsiteX33" fmla="*/ 45074 w 1504950"/>
              <a:gd name="connsiteY33" fmla="*/ 525170 h 790575"/>
              <a:gd name="connsiteX34" fmla="*/ 36361 w 1504950"/>
              <a:gd name="connsiteY34" fmla="*/ 540362 h 790575"/>
              <a:gd name="connsiteX35" fmla="*/ 36361 w 1504950"/>
              <a:gd name="connsiteY35" fmla="*/ 756362 h 790575"/>
              <a:gd name="connsiteX36" fmla="*/ 252362 w 1504950"/>
              <a:gd name="connsiteY36" fmla="*/ 756362 h 790575"/>
              <a:gd name="connsiteX37" fmla="*/ 252362 w 1504950"/>
              <a:gd name="connsiteY37" fmla="*/ 756362 h 790575"/>
              <a:gd name="connsiteX38" fmla="*/ 1260362 w 1504950"/>
              <a:gd name="connsiteY38" fmla="*/ 756362 h 790575"/>
              <a:gd name="connsiteX39" fmla="*/ 1368362 w 1504950"/>
              <a:gd name="connsiteY39" fmla="*/ 756362 h 790575"/>
              <a:gd name="connsiteX40" fmla="*/ 1368362 w 1504950"/>
              <a:gd name="connsiteY40" fmla="*/ 522362 h 790575"/>
              <a:gd name="connsiteX41" fmla="*/ 1377075 w 1504950"/>
              <a:gd name="connsiteY41" fmla="*/ 507206 h 790575"/>
              <a:gd name="connsiteX42" fmla="*/ 1397594 w 1504950"/>
              <a:gd name="connsiteY42" fmla="*/ 508862 h 790575"/>
              <a:gd name="connsiteX43" fmla="*/ 1440362 w 1504950"/>
              <a:gd name="connsiteY43" fmla="*/ 522362 h 790575"/>
              <a:gd name="connsiteX44" fmla="*/ 1465131 w 1504950"/>
              <a:gd name="connsiteY44" fmla="*/ 515054 h 790575"/>
              <a:gd name="connsiteX45" fmla="*/ 1476362 w 1504950"/>
              <a:gd name="connsiteY45" fmla="*/ 486362 h 790575"/>
              <a:gd name="connsiteX46" fmla="*/ 1465131 w 1504950"/>
              <a:gd name="connsiteY46" fmla="*/ 457706 h 790575"/>
              <a:gd name="connsiteX47" fmla="*/ 1440362 w 1504950"/>
              <a:gd name="connsiteY47" fmla="*/ 450362 h 790575"/>
              <a:gd name="connsiteX48" fmla="*/ 1397594 w 1504950"/>
              <a:gd name="connsiteY48" fmla="*/ 463898 h 790575"/>
              <a:gd name="connsiteX49" fmla="*/ 1377075 w 1504950"/>
              <a:gd name="connsiteY49" fmla="*/ 465554 h 790575"/>
              <a:gd name="connsiteX50" fmla="*/ 1368362 w 1504950"/>
              <a:gd name="connsiteY50" fmla="*/ 450362 h 790575"/>
              <a:gd name="connsiteX51" fmla="*/ 1368362 w 1504950"/>
              <a:gd name="connsiteY51" fmla="*/ 414362 h 790575"/>
              <a:gd name="connsiteX52" fmla="*/ 1476362 w 1504950"/>
              <a:gd name="connsiteY52" fmla="*/ 342398 h 790575"/>
              <a:gd name="connsiteX53" fmla="*/ 1368362 w 1504950"/>
              <a:gd name="connsiteY53" fmla="*/ 270362 h 790575"/>
              <a:gd name="connsiteX54" fmla="*/ 1368362 w 1504950"/>
              <a:gd name="connsiteY54" fmla="*/ 234362 h 790575"/>
              <a:gd name="connsiteX55" fmla="*/ 1368362 w 1504950"/>
              <a:gd name="connsiteY55" fmla="*/ 36361 h 790575"/>
              <a:gd name="connsiteX56" fmla="*/ 1260362 w 1504950"/>
              <a:gd name="connsiteY56" fmla="*/ 36361 h 790575"/>
              <a:gd name="connsiteX57" fmla="*/ 252362 w 1504950"/>
              <a:gd name="connsiteY57"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04950" h="790575">
                <a:moveTo>
                  <a:pt x="36361" y="36361"/>
                </a:moveTo>
                <a:lnTo>
                  <a:pt x="36361" y="216362"/>
                </a:lnTo>
                <a:lnTo>
                  <a:pt x="36361" y="252362"/>
                </a:lnTo>
                <a:cubicBezTo>
                  <a:pt x="36361" y="261362"/>
                  <a:pt x="39746" y="265862"/>
                  <a:pt x="45074" y="267554"/>
                </a:cubicBezTo>
                <a:cubicBezTo>
                  <a:pt x="50438" y="269246"/>
                  <a:pt x="57746" y="268130"/>
                  <a:pt x="65630" y="265862"/>
                </a:cubicBezTo>
                <a:cubicBezTo>
                  <a:pt x="81361" y="261362"/>
                  <a:pt x="99362" y="252362"/>
                  <a:pt x="108362" y="252362"/>
                </a:cubicBezTo>
                <a:cubicBezTo>
                  <a:pt x="117362" y="252362"/>
                  <a:pt x="126362" y="254234"/>
                  <a:pt x="133093" y="259670"/>
                </a:cubicBezTo>
                <a:cubicBezTo>
                  <a:pt x="139862" y="265106"/>
                  <a:pt x="144362" y="274106"/>
                  <a:pt x="144362" y="288362"/>
                </a:cubicBezTo>
                <a:cubicBezTo>
                  <a:pt x="144362" y="302582"/>
                  <a:pt x="139862" y="311618"/>
                  <a:pt x="133093" y="317054"/>
                </a:cubicBezTo>
                <a:cubicBezTo>
                  <a:pt x="126362" y="322490"/>
                  <a:pt x="117362" y="324362"/>
                  <a:pt x="108362" y="324362"/>
                </a:cubicBezTo>
                <a:cubicBezTo>
                  <a:pt x="99362" y="324362"/>
                  <a:pt x="81361" y="315362"/>
                  <a:pt x="65630" y="310862"/>
                </a:cubicBezTo>
                <a:cubicBezTo>
                  <a:pt x="57746" y="308630"/>
                  <a:pt x="50438" y="307478"/>
                  <a:pt x="45074" y="309170"/>
                </a:cubicBezTo>
                <a:cubicBezTo>
                  <a:pt x="39746" y="310862"/>
                  <a:pt x="36361" y="315362"/>
                  <a:pt x="36361" y="324362"/>
                </a:cubicBezTo>
                <a:lnTo>
                  <a:pt x="36361" y="360362"/>
                </a:lnTo>
                <a:cubicBezTo>
                  <a:pt x="36361" y="369362"/>
                  <a:pt x="39746" y="373862"/>
                  <a:pt x="45074" y="375554"/>
                </a:cubicBezTo>
                <a:cubicBezTo>
                  <a:pt x="50438" y="377246"/>
                  <a:pt x="57746" y="376094"/>
                  <a:pt x="65630" y="373862"/>
                </a:cubicBezTo>
                <a:cubicBezTo>
                  <a:pt x="81361" y="369362"/>
                  <a:pt x="99362" y="360362"/>
                  <a:pt x="108362" y="360362"/>
                </a:cubicBezTo>
                <a:cubicBezTo>
                  <a:pt x="117362" y="360362"/>
                  <a:pt x="126362" y="362234"/>
                  <a:pt x="133093" y="367670"/>
                </a:cubicBezTo>
                <a:cubicBezTo>
                  <a:pt x="139862" y="373106"/>
                  <a:pt x="144362" y="382106"/>
                  <a:pt x="144362" y="396362"/>
                </a:cubicBezTo>
                <a:cubicBezTo>
                  <a:pt x="144362" y="410582"/>
                  <a:pt x="139862" y="419582"/>
                  <a:pt x="133093" y="425054"/>
                </a:cubicBezTo>
                <a:cubicBezTo>
                  <a:pt x="126362" y="430490"/>
                  <a:pt x="117362" y="432362"/>
                  <a:pt x="108362" y="432362"/>
                </a:cubicBezTo>
                <a:cubicBezTo>
                  <a:pt x="99362" y="432362"/>
                  <a:pt x="81361" y="423362"/>
                  <a:pt x="65630" y="418862"/>
                </a:cubicBezTo>
                <a:cubicBezTo>
                  <a:pt x="57746" y="416594"/>
                  <a:pt x="50438" y="415478"/>
                  <a:pt x="45074" y="417170"/>
                </a:cubicBezTo>
                <a:cubicBezTo>
                  <a:pt x="39746" y="418862"/>
                  <a:pt x="36361" y="423362"/>
                  <a:pt x="36361" y="432362"/>
                </a:cubicBezTo>
                <a:lnTo>
                  <a:pt x="36361" y="468362"/>
                </a:lnTo>
                <a:cubicBezTo>
                  <a:pt x="36361" y="477362"/>
                  <a:pt x="39746" y="481862"/>
                  <a:pt x="45074" y="483554"/>
                </a:cubicBezTo>
                <a:cubicBezTo>
                  <a:pt x="50438" y="485246"/>
                  <a:pt x="57746" y="484094"/>
                  <a:pt x="65630" y="481862"/>
                </a:cubicBezTo>
                <a:cubicBezTo>
                  <a:pt x="81361" y="477362"/>
                  <a:pt x="99362" y="468362"/>
                  <a:pt x="108362" y="468362"/>
                </a:cubicBezTo>
                <a:cubicBezTo>
                  <a:pt x="117362" y="468362"/>
                  <a:pt x="126362" y="470234"/>
                  <a:pt x="133093" y="475670"/>
                </a:cubicBezTo>
                <a:cubicBezTo>
                  <a:pt x="139862" y="481106"/>
                  <a:pt x="144362" y="490142"/>
                  <a:pt x="144362" y="504362"/>
                </a:cubicBezTo>
                <a:cubicBezTo>
                  <a:pt x="144362" y="518581"/>
                  <a:pt x="139862" y="527618"/>
                  <a:pt x="133093" y="533054"/>
                </a:cubicBezTo>
                <a:cubicBezTo>
                  <a:pt x="126362" y="538490"/>
                  <a:pt x="117362" y="540362"/>
                  <a:pt x="108362" y="540362"/>
                </a:cubicBezTo>
                <a:cubicBezTo>
                  <a:pt x="99362" y="540362"/>
                  <a:pt x="81361" y="531362"/>
                  <a:pt x="65630" y="526862"/>
                </a:cubicBezTo>
                <a:cubicBezTo>
                  <a:pt x="57746" y="524594"/>
                  <a:pt x="50438" y="523478"/>
                  <a:pt x="45074" y="525170"/>
                </a:cubicBezTo>
                <a:cubicBezTo>
                  <a:pt x="39746" y="526862"/>
                  <a:pt x="36361" y="531362"/>
                  <a:pt x="36361" y="540362"/>
                </a:cubicBezTo>
                <a:lnTo>
                  <a:pt x="36361" y="756362"/>
                </a:lnTo>
                <a:lnTo>
                  <a:pt x="252362" y="756362"/>
                </a:lnTo>
                <a:lnTo>
                  <a:pt x="252362" y="756362"/>
                </a:lnTo>
                <a:lnTo>
                  <a:pt x="1260362" y="756362"/>
                </a:lnTo>
                <a:lnTo>
                  <a:pt x="1368362" y="756362"/>
                </a:lnTo>
                <a:lnTo>
                  <a:pt x="1368362" y="522362"/>
                </a:lnTo>
                <a:cubicBezTo>
                  <a:pt x="1368362" y="513362"/>
                  <a:pt x="1371747" y="508898"/>
                  <a:pt x="1377075" y="507206"/>
                </a:cubicBezTo>
                <a:cubicBezTo>
                  <a:pt x="1382439" y="505514"/>
                  <a:pt x="1389747" y="506629"/>
                  <a:pt x="1397594" y="508862"/>
                </a:cubicBezTo>
                <a:cubicBezTo>
                  <a:pt x="1413362" y="513362"/>
                  <a:pt x="1431362" y="522362"/>
                  <a:pt x="1440362" y="522362"/>
                </a:cubicBezTo>
                <a:cubicBezTo>
                  <a:pt x="1449362" y="522362"/>
                  <a:pt x="1458362" y="520490"/>
                  <a:pt x="1465131" y="515054"/>
                </a:cubicBezTo>
                <a:cubicBezTo>
                  <a:pt x="1471862" y="509618"/>
                  <a:pt x="1476362" y="500618"/>
                  <a:pt x="1476362" y="486362"/>
                </a:cubicBezTo>
                <a:cubicBezTo>
                  <a:pt x="1476362" y="472142"/>
                  <a:pt x="1471862" y="463142"/>
                  <a:pt x="1465131" y="457706"/>
                </a:cubicBezTo>
                <a:cubicBezTo>
                  <a:pt x="1458362" y="452234"/>
                  <a:pt x="1449362" y="450362"/>
                  <a:pt x="1440362" y="450362"/>
                </a:cubicBezTo>
                <a:cubicBezTo>
                  <a:pt x="1431362" y="450362"/>
                  <a:pt x="1413362" y="459398"/>
                  <a:pt x="1397594" y="463898"/>
                </a:cubicBezTo>
                <a:cubicBezTo>
                  <a:pt x="1389747" y="466130"/>
                  <a:pt x="1382439" y="467246"/>
                  <a:pt x="1377075" y="465554"/>
                </a:cubicBezTo>
                <a:cubicBezTo>
                  <a:pt x="1371747" y="463862"/>
                  <a:pt x="1368362" y="459362"/>
                  <a:pt x="1368362" y="450362"/>
                </a:cubicBezTo>
                <a:lnTo>
                  <a:pt x="1368362" y="414362"/>
                </a:lnTo>
                <a:lnTo>
                  <a:pt x="1476362" y="342398"/>
                </a:lnTo>
                <a:lnTo>
                  <a:pt x="1368362" y="270362"/>
                </a:lnTo>
                <a:lnTo>
                  <a:pt x="1368362" y="234362"/>
                </a:lnTo>
                <a:lnTo>
                  <a:pt x="1368362" y="36361"/>
                </a:lnTo>
                <a:lnTo>
                  <a:pt x="1260362"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8" name="!!v">
            <a:extLst>
              <a:ext uri="{FF2B5EF4-FFF2-40B4-BE49-F238E27FC236}">
                <a16:creationId xmlns:a16="http://schemas.microsoft.com/office/drawing/2014/main" id="{6607AD48-2A40-E28B-C665-E143081560A0}"/>
              </a:ext>
            </a:extLst>
          </p:cNvPr>
          <p:cNvSpPr>
            <a:spLocks noChangeAspect="1"/>
          </p:cNvSpPr>
          <p:nvPr/>
        </p:nvSpPr>
        <p:spPr>
          <a:xfrm rot="19920000">
            <a:off x="3999400" y="3876333"/>
            <a:ext cx="1279211" cy="671989"/>
          </a:xfrm>
          <a:custGeom>
            <a:avLst/>
            <a:gdLst>
              <a:gd name="connsiteX0" fmla="*/ 36361 w 1504950"/>
              <a:gd name="connsiteY0" fmla="*/ 36361 h 790575"/>
              <a:gd name="connsiteX1" fmla="*/ 36361 w 1504950"/>
              <a:gd name="connsiteY1" fmla="*/ 234398 h 790575"/>
              <a:gd name="connsiteX2" fmla="*/ 36361 w 1504950"/>
              <a:gd name="connsiteY2" fmla="*/ 270398 h 790575"/>
              <a:gd name="connsiteX3" fmla="*/ 144398 w 1504950"/>
              <a:gd name="connsiteY3" fmla="*/ 342362 h 790575"/>
              <a:gd name="connsiteX4" fmla="*/ 36361 w 1504950"/>
              <a:gd name="connsiteY4" fmla="*/ 414362 h 790575"/>
              <a:gd name="connsiteX5" fmla="*/ 36361 w 1504950"/>
              <a:gd name="connsiteY5" fmla="*/ 450362 h 790575"/>
              <a:gd name="connsiteX6" fmla="*/ 45110 w 1504950"/>
              <a:gd name="connsiteY6" fmla="*/ 465554 h 790575"/>
              <a:gd name="connsiteX7" fmla="*/ 65630 w 1504950"/>
              <a:gd name="connsiteY7" fmla="*/ 463862 h 790575"/>
              <a:gd name="connsiteX8" fmla="*/ 108398 w 1504950"/>
              <a:gd name="connsiteY8" fmla="*/ 450362 h 790575"/>
              <a:gd name="connsiteX9" fmla="*/ 133130 w 1504950"/>
              <a:gd name="connsiteY9" fmla="*/ 457670 h 790575"/>
              <a:gd name="connsiteX10" fmla="*/ 144398 w 1504950"/>
              <a:gd name="connsiteY10" fmla="*/ 486362 h 790575"/>
              <a:gd name="connsiteX11" fmla="*/ 133130 w 1504950"/>
              <a:gd name="connsiteY11" fmla="*/ 515054 h 790575"/>
              <a:gd name="connsiteX12" fmla="*/ 108398 w 1504950"/>
              <a:gd name="connsiteY12" fmla="*/ 522362 h 790575"/>
              <a:gd name="connsiteX13" fmla="*/ 65630 w 1504950"/>
              <a:gd name="connsiteY13" fmla="*/ 508898 h 790575"/>
              <a:gd name="connsiteX14" fmla="*/ 45110 w 1504950"/>
              <a:gd name="connsiteY14" fmla="*/ 507206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63 w 1504950"/>
              <a:gd name="connsiteY19" fmla="*/ 756362 h 790575"/>
              <a:gd name="connsiteX20" fmla="*/ 1368363 w 1504950"/>
              <a:gd name="connsiteY20" fmla="*/ 468398 h 790575"/>
              <a:gd name="connsiteX21" fmla="*/ 1476363 w 1504950"/>
              <a:gd name="connsiteY21" fmla="*/ 396362 h 790575"/>
              <a:gd name="connsiteX22" fmla="*/ 1368363 w 1504950"/>
              <a:gd name="connsiteY22" fmla="*/ 324362 h 790575"/>
              <a:gd name="connsiteX23" fmla="*/ 1368363 w 1504950"/>
              <a:gd name="connsiteY23" fmla="*/ 288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34398"/>
                </a:lnTo>
                <a:lnTo>
                  <a:pt x="36361" y="270398"/>
                </a:lnTo>
                <a:lnTo>
                  <a:pt x="144398" y="342362"/>
                </a:lnTo>
                <a:lnTo>
                  <a:pt x="36361" y="414362"/>
                </a:lnTo>
                <a:lnTo>
                  <a:pt x="36361" y="450362"/>
                </a:lnTo>
                <a:cubicBezTo>
                  <a:pt x="36361" y="459362"/>
                  <a:pt x="39746" y="463898"/>
                  <a:pt x="45110" y="465554"/>
                </a:cubicBezTo>
                <a:cubicBezTo>
                  <a:pt x="50438" y="467246"/>
                  <a:pt x="57746" y="466130"/>
                  <a:pt x="65630" y="463862"/>
                </a:cubicBezTo>
                <a:cubicBezTo>
                  <a:pt x="81398" y="459362"/>
                  <a:pt x="99398" y="450362"/>
                  <a:pt x="108398" y="450362"/>
                </a:cubicBezTo>
                <a:cubicBezTo>
                  <a:pt x="117398" y="450362"/>
                  <a:pt x="126362" y="452234"/>
                  <a:pt x="133130" y="457670"/>
                </a:cubicBezTo>
                <a:cubicBezTo>
                  <a:pt x="139862" y="463142"/>
                  <a:pt x="144398" y="472142"/>
                  <a:pt x="144398" y="486362"/>
                </a:cubicBezTo>
                <a:cubicBezTo>
                  <a:pt x="144398" y="500618"/>
                  <a:pt x="139862" y="509618"/>
                  <a:pt x="133130" y="515054"/>
                </a:cubicBezTo>
                <a:cubicBezTo>
                  <a:pt x="126362" y="520490"/>
                  <a:pt x="117398" y="522362"/>
                  <a:pt x="108398" y="522362"/>
                </a:cubicBezTo>
                <a:cubicBezTo>
                  <a:pt x="99398" y="522362"/>
                  <a:pt x="81398" y="513398"/>
                  <a:pt x="65630" y="508898"/>
                </a:cubicBezTo>
                <a:cubicBezTo>
                  <a:pt x="57746" y="506630"/>
                  <a:pt x="50438" y="505514"/>
                  <a:pt x="45110" y="507206"/>
                </a:cubicBezTo>
                <a:cubicBezTo>
                  <a:pt x="39746" y="508862"/>
                  <a:pt x="36361" y="513362"/>
                  <a:pt x="36361" y="522362"/>
                </a:cubicBezTo>
                <a:lnTo>
                  <a:pt x="36361" y="756362"/>
                </a:lnTo>
                <a:lnTo>
                  <a:pt x="252362" y="756362"/>
                </a:lnTo>
                <a:lnTo>
                  <a:pt x="1260363" y="756362"/>
                </a:lnTo>
                <a:lnTo>
                  <a:pt x="1368363" y="756362"/>
                </a:lnTo>
                <a:lnTo>
                  <a:pt x="1368363" y="468398"/>
                </a:lnTo>
                <a:lnTo>
                  <a:pt x="1476363" y="396362"/>
                </a:lnTo>
                <a:lnTo>
                  <a:pt x="1368363" y="324362"/>
                </a:lnTo>
                <a:lnTo>
                  <a:pt x="1368363" y="288362"/>
                </a:lnTo>
                <a:lnTo>
                  <a:pt x="1368363"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9" name="!!vi">
            <a:extLst>
              <a:ext uri="{FF2B5EF4-FFF2-40B4-BE49-F238E27FC236}">
                <a16:creationId xmlns:a16="http://schemas.microsoft.com/office/drawing/2014/main" id="{19E44F1D-D69A-5065-6F1F-FB3275A26EB3}"/>
              </a:ext>
            </a:extLst>
          </p:cNvPr>
          <p:cNvSpPr>
            <a:spLocks noChangeAspect="1"/>
          </p:cNvSpPr>
          <p:nvPr/>
        </p:nvSpPr>
        <p:spPr>
          <a:xfrm rot="19920000">
            <a:off x="4993679" y="3349249"/>
            <a:ext cx="1279211" cy="67198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144398 w 1504950"/>
              <a:gd name="connsiteY3" fmla="*/ 396362 h 790575"/>
              <a:gd name="connsiteX4" fmla="*/ 36361 w 1504950"/>
              <a:gd name="connsiteY4" fmla="*/ 468362 h 790575"/>
              <a:gd name="connsiteX5" fmla="*/ 36361 w 1504950"/>
              <a:gd name="connsiteY5" fmla="*/ 756362 h 790575"/>
              <a:gd name="connsiteX6" fmla="*/ 252362 w 1504950"/>
              <a:gd name="connsiteY6" fmla="*/ 756362 h 790575"/>
              <a:gd name="connsiteX7" fmla="*/ 1260363 w 1504950"/>
              <a:gd name="connsiteY7" fmla="*/ 756362 h 790575"/>
              <a:gd name="connsiteX8" fmla="*/ 1368363 w 1504950"/>
              <a:gd name="connsiteY8" fmla="*/ 756362 h 790575"/>
              <a:gd name="connsiteX9" fmla="*/ 1368363 w 1504950"/>
              <a:gd name="connsiteY9" fmla="*/ 522362 h 790575"/>
              <a:gd name="connsiteX10" fmla="*/ 1476363 w 1504950"/>
              <a:gd name="connsiteY10" fmla="*/ 450362 h 790575"/>
              <a:gd name="connsiteX11" fmla="*/ 1368363 w 1504950"/>
              <a:gd name="connsiteY11" fmla="*/ 378362 h 790575"/>
              <a:gd name="connsiteX12" fmla="*/ 1368363 w 1504950"/>
              <a:gd name="connsiteY12" fmla="*/ 342362 h 790575"/>
              <a:gd name="connsiteX13" fmla="*/ 1377075 w 1504950"/>
              <a:gd name="connsiteY13" fmla="*/ 327170 h 790575"/>
              <a:gd name="connsiteX14" fmla="*/ 1397595 w 1504950"/>
              <a:gd name="connsiteY14" fmla="*/ 328862 h 790575"/>
              <a:gd name="connsiteX15" fmla="*/ 1440363 w 1504950"/>
              <a:gd name="connsiteY15" fmla="*/ 342362 h 790575"/>
              <a:gd name="connsiteX16" fmla="*/ 1465095 w 1504950"/>
              <a:gd name="connsiteY16" fmla="*/ 335054 h 790575"/>
              <a:gd name="connsiteX17" fmla="*/ 1476363 w 1504950"/>
              <a:gd name="connsiteY17" fmla="*/ 306362 h 790575"/>
              <a:gd name="connsiteX18" fmla="*/ 1465095 w 1504950"/>
              <a:gd name="connsiteY18" fmla="*/ 277670 h 790575"/>
              <a:gd name="connsiteX19" fmla="*/ 1440363 w 1504950"/>
              <a:gd name="connsiteY19" fmla="*/ 270362 h 790575"/>
              <a:gd name="connsiteX20" fmla="*/ 1397595 w 1504950"/>
              <a:gd name="connsiteY20" fmla="*/ 283862 h 790575"/>
              <a:gd name="connsiteX21" fmla="*/ 1377075 w 1504950"/>
              <a:gd name="connsiteY21" fmla="*/ 285554 h 790575"/>
              <a:gd name="connsiteX22" fmla="*/ 1368363 w 1504950"/>
              <a:gd name="connsiteY22" fmla="*/ 270362 h 790575"/>
              <a:gd name="connsiteX23" fmla="*/ 1368363 w 1504950"/>
              <a:gd name="connsiteY23" fmla="*/ 234362 h 790575"/>
              <a:gd name="connsiteX24" fmla="*/ 1368363 w 1504950"/>
              <a:gd name="connsiteY24" fmla="*/ 36361 h 790575"/>
              <a:gd name="connsiteX25" fmla="*/ 1260363 w 1504950"/>
              <a:gd name="connsiteY25" fmla="*/ 36361 h 790575"/>
              <a:gd name="connsiteX26" fmla="*/ 252362 w 1504950"/>
              <a:gd name="connsiteY26"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4950" h="790575">
                <a:moveTo>
                  <a:pt x="36361" y="36361"/>
                </a:moveTo>
                <a:lnTo>
                  <a:pt x="36361" y="288362"/>
                </a:lnTo>
                <a:lnTo>
                  <a:pt x="36361" y="324362"/>
                </a:lnTo>
                <a:lnTo>
                  <a:pt x="144398" y="396362"/>
                </a:lnTo>
                <a:lnTo>
                  <a:pt x="36361" y="468362"/>
                </a:lnTo>
                <a:lnTo>
                  <a:pt x="36361" y="756362"/>
                </a:lnTo>
                <a:lnTo>
                  <a:pt x="252362" y="756362"/>
                </a:lnTo>
                <a:lnTo>
                  <a:pt x="1260363" y="756362"/>
                </a:lnTo>
                <a:lnTo>
                  <a:pt x="1368363" y="756362"/>
                </a:lnTo>
                <a:lnTo>
                  <a:pt x="1368363" y="522362"/>
                </a:lnTo>
                <a:lnTo>
                  <a:pt x="1476363" y="450362"/>
                </a:lnTo>
                <a:lnTo>
                  <a:pt x="1368363" y="378362"/>
                </a:lnTo>
                <a:lnTo>
                  <a:pt x="1368363" y="342362"/>
                </a:lnTo>
                <a:cubicBezTo>
                  <a:pt x="1368363" y="333362"/>
                  <a:pt x="1371746" y="328862"/>
                  <a:pt x="1377075" y="327170"/>
                </a:cubicBezTo>
                <a:cubicBezTo>
                  <a:pt x="1382439" y="325478"/>
                  <a:pt x="1389746" y="326630"/>
                  <a:pt x="1397595" y="328862"/>
                </a:cubicBezTo>
                <a:cubicBezTo>
                  <a:pt x="1413363" y="333362"/>
                  <a:pt x="1431363" y="342362"/>
                  <a:pt x="1440363" y="342362"/>
                </a:cubicBezTo>
                <a:cubicBezTo>
                  <a:pt x="1449363" y="342362"/>
                  <a:pt x="1458363" y="340490"/>
                  <a:pt x="1465095" y="335054"/>
                </a:cubicBezTo>
                <a:cubicBezTo>
                  <a:pt x="1471863" y="329618"/>
                  <a:pt x="1476363" y="320582"/>
                  <a:pt x="1476363" y="306362"/>
                </a:cubicBezTo>
                <a:cubicBezTo>
                  <a:pt x="1476363" y="292106"/>
                  <a:pt x="1471863" y="283106"/>
                  <a:pt x="1465095" y="277670"/>
                </a:cubicBezTo>
                <a:cubicBezTo>
                  <a:pt x="1458363" y="272234"/>
                  <a:pt x="1449363" y="270362"/>
                  <a:pt x="1440363" y="270362"/>
                </a:cubicBezTo>
                <a:cubicBezTo>
                  <a:pt x="1431363" y="270362"/>
                  <a:pt x="1413363" y="279362"/>
                  <a:pt x="1397595" y="283862"/>
                </a:cubicBezTo>
                <a:cubicBezTo>
                  <a:pt x="1389746" y="286130"/>
                  <a:pt x="1382439" y="287245"/>
                  <a:pt x="1377075" y="285554"/>
                </a:cubicBezTo>
                <a:cubicBezTo>
                  <a:pt x="1371746" y="283862"/>
                  <a:pt x="1368363" y="279362"/>
                  <a:pt x="1368363" y="270362"/>
                </a:cubicBezTo>
                <a:lnTo>
                  <a:pt x="1368363" y="234362"/>
                </a:lnTo>
                <a:lnTo>
                  <a:pt x="1368363" y="36361"/>
                </a:lnTo>
                <a:lnTo>
                  <a:pt x="1260363"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0" name="!!vii">
            <a:extLst>
              <a:ext uri="{FF2B5EF4-FFF2-40B4-BE49-F238E27FC236}">
                <a16:creationId xmlns:a16="http://schemas.microsoft.com/office/drawing/2014/main" id="{378D16C5-1315-781B-DD52-1D8CB37927AB}"/>
              </a:ext>
            </a:extLst>
          </p:cNvPr>
          <p:cNvSpPr>
            <a:spLocks noChangeAspect="1"/>
          </p:cNvSpPr>
          <p:nvPr/>
        </p:nvSpPr>
        <p:spPr>
          <a:xfrm rot="19920000">
            <a:off x="5984343" y="2822163"/>
            <a:ext cx="1279211" cy="67198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10 w 1504950"/>
              <a:gd name="connsiteY3" fmla="*/ 285554 h 790575"/>
              <a:gd name="connsiteX4" fmla="*/ 65630 w 1504950"/>
              <a:gd name="connsiteY4" fmla="*/ 283862 h 790575"/>
              <a:gd name="connsiteX5" fmla="*/ 108398 w 1504950"/>
              <a:gd name="connsiteY5" fmla="*/ 270362 h 790575"/>
              <a:gd name="connsiteX6" fmla="*/ 133130 w 1504950"/>
              <a:gd name="connsiteY6" fmla="*/ 277670 h 790575"/>
              <a:gd name="connsiteX7" fmla="*/ 144398 w 1504950"/>
              <a:gd name="connsiteY7" fmla="*/ 306362 h 790575"/>
              <a:gd name="connsiteX8" fmla="*/ 133130 w 1504950"/>
              <a:gd name="connsiteY8" fmla="*/ 335054 h 790575"/>
              <a:gd name="connsiteX9" fmla="*/ 108398 w 1504950"/>
              <a:gd name="connsiteY9" fmla="*/ 342362 h 790575"/>
              <a:gd name="connsiteX10" fmla="*/ 65630 w 1504950"/>
              <a:gd name="connsiteY10" fmla="*/ 328862 h 790575"/>
              <a:gd name="connsiteX11" fmla="*/ 45110 w 1504950"/>
              <a:gd name="connsiteY11" fmla="*/ 327170 h 790575"/>
              <a:gd name="connsiteX12" fmla="*/ 36361 w 1504950"/>
              <a:gd name="connsiteY12" fmla="*/ 342362 h 790575"/>
              <a:gd name="connsiteX13" fmla="*/ 36361 w 1504950"/>
              <a:gd name="connsiteY13" fmla="*/ 378362 h 790575"/>
              <a:gd name="connsiteX14" fmla="*/ 144398 w 1504950"/>
              <a:gd name="connsiteY14" fmla="*/ 450362 h 790575"/>
              <a:gd name="connsiteX15" fmla="*/ 36361 w 1504950"/>
              <a:gd name="connsiteY15" fmla="*/ 522362 h 790575"/>
              <a:gd name="connsiteX16" fmla="*/ 36361 w 1504950"/>
              <a:gd name="connsiteY16" fmla="*/ 756362 h 790575"/>
              <a:gd name="connsiteX17" fmla="*/ 252362 w 1504950"/>
              <a:gd name="connsiteY17" fmla="*/ 756362 h 790575"/>
              <a:gd name="connsiteX18" fmla="*/ 1260363 w 1504950"/>
              <a:gd name="connsiteY18" fmla="*/ 756362 h 790575"/>
              <a:gd name="connsiteX19" fmla="*/ 1368399 w 1504950"/>
              <a:gd name="connsiteY19" fmla="*/ 756362 h 790575"/>
              <a:gd name="connsiteX20" fmla="*/ 1368399 w 1504950"/>
              <a:gd name="connsiteY20" fmla="*/ 576362 h 790575"/>
              <a:gd name="connsiteX21" fmla="*/ 1476363 w 1504950"/>
              <a:gd name="connsiteY21" fmla="*/ 504362 h 790575"/>
              <a:gd name="connsiteX22" fmla="*/ 1368399 w 1504950"/>
              <a:gd name="connsiteY22" fmla="*/ 432362 h 790575"/>
              <a:gd name="connsiteX23" fmla="*/ 1368399 w 1504950"/>
              <a:gd name="connsiteY23" fmla="*/ 396362 h 790575"/>
              <a:gd name="connsiteX24" fmla="*/ 1377111 w 1504950"/>
              <a:gd name="connsiteY24" fmla="*/ 381170 h 790575"/>
              <a:gd name="connsiteX25" fmla="*/ 1397631 w 1504950"/>
              <a:gd name="connsiteY25" fmla="*/ 382862 h 790575"/>
              <a:gd name="connsiteX26" fmla="*/ 1440399 w 1504950"/>
              <a:gd name="connsiteY26" fmla="*/ 396362 h 790575"/>
              <a:gd name="connsiteX27" fmla="*/ 1465131 w 1504950"/>
              <a:gd name="connsiteY27" fmla="*/ 389054 h 790575"/>
              <a:gd name="connsiteX28" fmla="*/ 1476363 w 1504950"/>
              <a:gd name="connsiteY28" fmla="*/ 360362 h 790575"/>
              <a:gd name="connsiteX29" fmla="*/ 1465131 w 1504950"/>
              <a:gd name="connsiteY29" fmla="*/ 331670 h 790575"/>
              <a:gd name="connsiteX30" fmla="*/ 1440399 w 1504950"/>
              <a:gd name="connsiteY30" fmla="*/ 324362 h 790575"/>
              <a:gd name="connsiteX31" fmla="*/ 1397631 w 1504950"/>
              <a:gd name="connsiteY31" fmla="*/ 337862 h 790575"/>
              <a:gd name="connsiteX32" fmla="*/ 1377111 w 1504950"/>
              <a:gd name="connsiteY32" fmla="*/ 339554 h 790575"/>
              <a:gd name="connsiteX33" fmla="*/ 1368399 w 1504950"/>
              <a:gd name="connsiteY33" fmla="*/ 324362 h 790575"/>
              <a:gd name="connsiteX34" fmla="*/ 1368399 w 1504950"/>
              <a:gd name="connsiteY34" fmla="*/ 288362 h 790575"/>
              <a:gd name="connsiteX35" fmla="*/ 1377111 w 1504950"/>
              <a:gd name="connsiteY35" fmla="*/ 273170 h 790575"/>
              <a:gd name="connsiteX36" fmla="*/ 1397631 w 1504950"/>
              <a:gd name="connsiteY36" fmla="*/ 274862 h 790575"/>
              <a:gd name="connsiteX37" fmla="*/ 1440399 w 1504950"/>
              <a:gd name="connsiteY37" fmla="*/ 288362 h 790575"/>
              <a:gd name="connsiteX38" fmla="*/ 1465131 w 1504950"/>
              <a:gd name="connsiteY38" fmla="*/ 281054 h 790575"/>
              <a:gd name="connsiteX39" fmla="*/ 1476363 w 1504950"/>
              <a:gd name="connsiteY39" fmla="*/ 252362 h 790575"/>
              <a:gd name="connsiteX40" fmla="*/ 1465131 w 1504950"/>
              <a:gd name="connsiteY40" fmla="*/ 223670 h 790575"/>
              <a:gd name="connsiteX41" fmla="*/ 1440399 w 1504950"/>
              <a:gd name="connsiteY41" fmla="*/ 216362 h 790575"/>
              <a:gd name="connsiteX42" fmla="*/ 1397631 w 1504950"/>
              <a:gd name="connsiteY42" fmla="*/ 229862 h 790575"/>
              <a:gd name="connsiteX43" fmla="*/ 1377111 w 1504950"/>
              <a:gd name="connsiteY43" fmla="*/ 231553 h 790575"/>
              <a:gd name="connsiteX44" fmla="*/ 1368399 w 1504950"/>
              <a:gd name="connsiteY44" fmla="*/ 216362 h 790575"/>
              <a:gd name="connsiteX45" fmla="*/ 1368399 w 1504950"/>
              <a:gd name="connsiteY45" fmla="*/ 180362 h 790575"/>
              <a:gd name="connsiteX46" fmla="*/ 1368399 w 1504950"/>
              <a:gd name="connsiteY46" fmla="*/ 36361 h 790575"/>
              <a:gd name="connsiteX47" fmla="*/ 1260363 w 1504950"/>
              <a:gd name="connsiteY47" fmla="*/ 36361 h 790575"/>
              <a:gd name="connsiteX48" fmla="*/ 252362 w 1504950"/>
              <a:gd name="connsiteY48"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4950" h="790575">
                <a:moveTo>
                  <a:pt x="36361" y="36361"/>
                </a:moveTo>
                <a:lnTo>
                  <a:pt x="36361" y="234362"/>
                </a:lnTo>
                <a:lnTo>
                  <a:pt x="36361" y="270362"/>
                </a:lnTo>
                <a:cubicBezTo>
                  <a:pt x="36361" y="279362"/>
                  <a:pt x="39746" y="283862"/>
                  <a:pt x="45110" y="285554"/>
                </a:cubicBezTo>
                <a:cubicBezTo>
                  <a:pt x="50438" y="287245"/>
                  <a:pt x="57746" y="286094"/>
                  <a:pt x="65630" y="283862"/>
                </a:cubicBezTo>
                <a:cubicBezTo>
                  <a:pt x="81398" y="279362"/>
                  <a:pt x="99398" y="270362"/>
                  <a:pt x="108398" y="270362"/>
                </a:cubicBezTo>
                <a:cubicBezTo>
                  <a:pt x="117398" y="270362"/>
                  <a:pt x="126362" y="272234"/>
                  <a:pt x="133130" y="277670"/>
                </a:cubicBezTo>
                <a:cubicBezTo>
                  <a:pt x="139862" y="283141"/>
                  <a:pt x="144398" y="292141"/>
                  <a:pt x="144398" y="306362"/>
                </a:cubicBezTo>
                <a:cubicBezTo>
                  <a:pt x="144398" y="320618"/>
                  <a:pt x="139862" y="329618"/>
                  <a:pt x="133130" y="335054"/>
                </a:cubicBezTo>
                <a:cubicBezTo>
                  <a:pt x="126362" y="340490"/>
                  <a:pt x="117398" y="342362"/>
                  <a:pt x="108398" y="342362"/>
                </a:cubicBezTo>
                <a:cubicBezTo>
                  <a:pt x="99398" y="342362"/>
                  <a:pt x="81398" y="333362"/>
                  <a:pt x="65630" y="328862"/>
                </a:cubicBezTo>
                <a:cubicBezTo>
                  <a:pt x="57746" y="326630"/>
                  <a:pt x="50438" y="325477"/>
                  <a:pt x="45110" y="327170"/>
                </a:cubicBezTo>
                <a:cubicBezTo>
                  <a:pt x="39746" y="328862"/>
                  <a:pt x="36361" y="333362"/>
                  <a:pt x="36361" y="342362"/>
                </a:cubicBezTo>
                <a:lnTo>
                  <a:pt x="36361" y="378362"/>
                </a:lnTo>
                <a:lnTo>
                  <a:pt x="144398" y="450362"/>
                </a:lnTo>
                <a:lnTo>
                  <a:pt x="36361" y="522362"/>
                </a:lnTo>
                <a:lnTo>
                  <a:pt x="36361" y="756362"/>
                </a:lnTo>
                <a:lnTo>
                  <a:pt x="252362" y="756362"/>
                </a:lnTo>
                <a:lnTo>
                  <a:pt x="1260363" y="756362"/>
                </a:lnTo>
                <a:lnTo>
                  <a:pt x="1368399" y="756362"/>
                </a:lnTo>
                <a:lnTo>
                  <a:pt x="1368399" y="576362"/>
                </a:lnTo>
                <a:lnTo>
                  <a:pt x="1476363" y="504362"/>
                </a:lnTo>
                <a:lnTo>
                  <a:pt x="1368399" y="432362"/>
                </a:lnTo>
                <a:lnTo>
                  <a:pt x="1368399" y="396362"/>
                </a:lnTo>
                <a:cubicBezTo>
                  <a:pt x="1368399" y="387362"/>
                  <a:pt x="1371782" y="382862"/>
                  <a:pt x="1377111" y="381170"/>
                </a:cubicBezTo>
                <a:cubicBezTo>
                  <a:pt x="1382439" y="379477"/>
                  <a:pt x="1389746" y="380630"/>
                  <a:pt x="1397631" y="382862"/>
                </a:cubicBezTo>
                <a:cubicBezTo>
                  <a:pt x="1413363" y="387362"/>
                  <a:pt x="1431363" y="396362"/>
                  <a:pt x="1440399" y="396362"/>
                </a:cubicBezTo>
                <a:cubicBezTo>
                  <a:pt x="1449399" y="396362"/>
                  <a:pt x="1458363" y="394490"/>
                  <a:pt x="1465131" y="389054"/>
                </a:cubicBezTo>
                <a:cubicBezTo>
                  <a:pt x="1471863" y="383618"/>
                  <a:pt x="1476363" y="374582"/>
                  <a:pt x="1476363" y="360362"/>
                </a:cubicBezTo>
                <a:cubicBezTo>
                  <a:pt x="1476363" y="346142"/>
                  <a:pt x="1471863" y="337106"/>
                  <a:pt x="1465131" y="331670"/>
                </a:cubicBezTo>
                <a:cubicBezTo>
                  <a:pt x="1458363" y="326234"/>
                  <a:pt x="1449399" y="324362"/>
                  <a:pt x="1440399" y="324362"/>
                </a:cubicBezTo>
                <a:cubicBezTo>
                  <a:pt x="1431363" y="324362"/>
                  <a:pt x="1413363" y="333362"/>
                  <a:pt x="1397631" y="337862"/>
                </a:cubicBezTo>
                <a:cubicBezTo>
                  <a:pt x="1389746" y="340130"/>
                  <a:pt x="1382439" y="341210"/>
                  <a:pt x="1377111" y="339554"/>
                </a:cubicBezTo>
                <a:cubicBezTo>
                  <a:pt x="1371782" y="337862"/>
                  <a:pt x="1368399" y="333362"/>
                  <a:pt x="1368399" y="324362"/>
                </a:cubicBezTo>
                <a:lnTo>
                  <a:pt x="1368399" y="288362"/>
                </a:lnTo>
                <a:cubicBezTo>
                  <a:pt x="1368399" y="279362"/>
                  <a:pt x="1371782" y="274862"/>
                  <a:pt x="1377111" y="273170"/>
                </a:cubicBezTo>
                <a:cubicBezTo>
                  <a:pt x="1382439" y="271477"/>
                  <a:pt x="1389746" y="272594"/>
                  <a:pt x="1397631" y="274862"/>
                </a:cubicBezTo>
                <a:cubicBezTo>
                  <a:pt x="1413363" y="279362"/>
                  <a:pt x="1431363" y="288362"/>
                  <a:pt x="1440399" y="288362"/>
                </a:cubicBezTo>
                <a:cubicBezTo>
                  <a:pt x="1449399" y="288362"/>
                  <a:pt x="1458363" y="286490"/>
                  <a:pt x="1465131" y="281054"/>
                </a:cubicBezTo>
                <a:cubicBezTo>
                  <a:pt x="1471863" y="275617"/>
                  <a:pt x="1476363" y="266582"/>
                  <a:pt x="1476363" y="252362"/>
                </a:cubicBezTo>
                <a:cubicBezTo>
                  <a:pt x="1476363" y="238141"/>
                  <a:pt x="1471863" y="229106"/>
                  <a:pt x="1465131" y="223670"/>
                </a:cubicBezTo>
                <a:cubicBezTo>
                  <a:pt x="1458363" y="218234"/>
                  <a:pt x="1449399" y="216362"/>
                  <a:pt x="1440399" y="216362"/>
                </a:cubicBezTo>
                <a:cubicBezTo>
                  <a:pt x="1431363" y="216362"/>
                  <a:pt x="1413363" y="225362"/>
                  <a:pt x="1397631" y="229862"/>
                </a:cubicBezTo>
                <a:cubicBezTo>
                  <a:pt x="1389746" y="232130"/>
                  <a:pt x="1382439" y="233245"/>
                  <a:pt x="1377111" y="231553"/>
                </a:cubicBezTo>
                <a:cubicBezTo>
                  <a:pt x="1371782" y="229862"/>
                  <a:pt x="1368399" y="225362"/>
                  <a:pt x="1368399" y="216362"/>
                </a:cubicBezTo>
                <a:lnTo>
                  <a:pt x="1368399" y="180362"/>
                </a:lnTo>
                <a:lnTo>
                  <a:pt x="1368399" y="36361"/>
                </a:lnTo>
                <a:lnTo>
                  <a:pt x="1260363"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1" name="!!viii">
            <a:extLst>
              <a:ext uri="{FF2B5EF4-FFF2-40B4-BE49-F238E27FC236}">
                <a16:creationId xmlns:a16="http://schemas.microsoft.com/office/drawing/2014/main" id="{B8A9E2D2-B18E-83C4-02CA-775D7B4854D1}"/>
              </a:ext>
            </a:extLst>
          </p:cNvPr>
          <p:cNvSpPr>
            <a:spLocks noChangeAspect="1"/>
          </p:cNvSpPr>
          <p:nvPr/>
        </p:nvSpPr>
        <p:spPr>
          <a:xfrm rot="19920000">
            <a:off x="7004896" y="2309976"/>
            <a:ext cx="1238727" cy="631509"/>
          </a:xfrm>
          <a:custGeom>
            <a:avLst/>
            <a:gdLst>
              <a:gd name="connsiteX0" fmla="*/ 11902 w 1457325"/>
              <a:gd name="connsiteY0" fmla="*/ 11902 h 742950"/>
              <a:gd name="connsiteX1" fmla="*/ 11902 w 1457325"/>
              <a:gd name="connsiteY1" fmla="*/ 155902 h 742950"/>
              <a:gd name="connsiteX2" fmla="*/ 11902 w 1457325"/>
              <a:gd name="connsiteY2" fmla="*/ 191902 h 742950"/>
              <a:gd name="connsiteX3" fmla="*/ 20650 w 1457325"/>
              <a:gd name="connsiteY3" fmla="*/ 207094 h 742950"/>
              <a:gd name="connsiteX4" fmla="*/ 41170 w 1457325"/>
              <a:gd name="connsiteY4" fmla="*/ 205402 h 742950"/>
              <a:gd name="connsiteX5" fmla="*/ 83938 w 1457325"/>
              <a:gd name="connsiteY5" fmla="*/ 191902 h 742950"/>
              <a:gd name="connsiteX6" fmla="*/ 108670 w 1457325"/>
              <a:gd name="connsiteY6" fmla="*/ 199210 h 742950"/>
              <a:gd name="connsiteX7" fmla="*/ 119938 w 1457325"/>
              <a:gd name="connsiteY7" fmla="*/ 227902 h 742950"/>
              <a:gd name="connsiteX8" fmla="*/ 108670 w 1457325"/>
              <a:gd name="connsiteY8" fmla="*/ 256594 h 742950"/>
              <a:gd name="connsiteX9" fmla="*/ 83938 w 1457325"/>
              <a:gd name="connsiteY9" fmla="*/ 263902 h 742950"/>
              <a:gd name="connsiteX10" fmla="*/ 41170 w 1457325"/>
              <a:gd name="connsiteY10" fmla="*/ 250402 h 742950"/>
              <a:gd name="connsiteX11" fmla="*/ 20650 w 1457325"/>
              <a:gd name="connsiteY11" fmla="*/ 248710 h 742950"/>
              <a:gd name="connsiteX12" fmla="*/ 11902 w 1457325"/>
              <a:gd name="connsiteY12" fmla="*/ 263902 h 742950"/>
              <a:gd name="connsiteX13" fmla="*/ 11902 w 1457325"/>
              <a:gd name="connsiteY13" fmla="*/ 299902 h 742950"/>
              <a:gd name="connsiteX14" fmla="*/ 20650 w 1457325"/>
              <a:gd name="connsiteY14" fmla="*/ 315094 h 742950"/>
              <a:gd name="connsiteX15" fmla="*/ 41170 w 1457325"/>
              <a:gd name="connsiteY15" fmla="*/ 313402 h 742950"/>
              <a:gd name="connsiteX16" fmla="*/ 83938 w 1457325"/>
              <a:gd name="connsiteY16" fmla="*/ 299902 h 742950"/>
              <a:gd name="connsiteX17" fmla="*/ 108670 w 1457325"/>
              <a:gd name="connsiteY17" fmla="*/ 307210 h 742950"/>
              <a:gd name="connsiteX18" fmla="*/ 119938 w 1457325"/>
              <a:gd name="connsiteY18" fmla="*/ 335902 h 742950"/>
              <a:gd name="connsiteX19" fmla="*/ 108670 w 1457325"/>
              <a:gd name="connsiteY19" fmla="*/ 364594 h 742950"/>
              <a:gd name="connsiteX20" fmla="*/ 83938 w 1457325"/>
              <a:gd name="connsiteY20" fmla="*/ 371902 h 742950"/>
              <a:gd name="connsiteX21" fmla="*/ 41170 w 1457325"/>
              <a:gd name="connsiteY21" fmla="*/ 358402 h 742950"/>
              <a:gd name="connsiteX22" fmla="*/ 20650 w 1457325"/>
              <a:gd name="connsiteY22" fmla="*/ 356710 h 742950"/>
              <a:gd name="connsiteX23" fmla="*/ 11902 w 1457325"/>
              <a:gd name="connsiteY23" fmla="*/ 371902 h 742950"/>
              <a:gd name="connsiteX24" fmla="*/ 11902 w 1457325"/>
              <a:gd name="connsiteY24" fmla="*/ 407902 h 742950"/>
              <a:gd name="connsiteX25" fmla="*/ 119938 w 1457325"/>
              <a:gd name="connsiteY25" fmla="*/ 479902 h 742950"/>
              <a:gd name="connsiteX26" fmla="*/ 11902 w 1457325"/>
              <a:gd name="connsiteY26" fmla="*/ 551902 h 742950"/>
              <a:gd name="connsiteX27" fmla="*/ 11902 w 1457325"/>
              <a:gd name="connsiteY27" fmla="*/ 731902 h 742950"/>
              <a:gd name="connsiteX28" fmla="*/ 227902 w 1457325"/>
              <a:gd name="connsiteY28" fmla="*/ 731902 h 742950"/>
              <a:gd name="connsiteX29" fmla="*/ 1235903 w 1457325"/>
              <a:gd name="connsiteY29" fmla="*/ 731902 h 742950"/>
              <a:gd name="connsiteX30" fmla="*/ 1343939 w 1457325"/>
              <a:gd name="connsiteY30" fmla="*/ 731902 h 742950"/>
              <a:gd name="connsiteX31" fmla="*/ 1343939 w 1457325"/>
              <a:gd name="connsiteY31" fmla="*/ 605902 h 742950"/>
              <a:gd name="connsiteX32" fmla="*/ 1451903 w 1457325"/>
              <a:gd name="connsiteY32" fmla="*/ 533902 h 742950"/>
              <a:gd name="connsiteX33" fmla="*/ 1343939 w 1457325"/>
              <a:gd name="connsiteY33" fmla="*/ 461866 h 742950"/>
              <a:gd name="connsiteX34" fmla="*/ 1343939 w 1457325"/>
              <a:gd name="connsiteY34" fmla="*/ 425866 h 742950"/>
              <a:gd name="connsiteX35" fmla="*/ 1352651 w 1457325"/>
              <a:gd name="connsiteY35" fmla="*/ 410710 h 742950"/>
              <a:gd name="connsiteX36" fmla="*/ 1373171 w 1457325"/>
              <a:gd name="connsiteY36" fmla="*/ 412402 h 742950"/>
              <a:gd name="connsiteX37" fmla="*/ 1415903 w 1457325"/>
              <a:gd name="connsiteY37" fmla="*/ 425866 h 742950"/>
              <a:gd name="connsiteX38" fmla="*/ 1440671 w 1457325"/>
              <a:gd name="connsiteY38" fmla="*/ 418558 h 742950"/>
              <a:gd name="connsiteX39" fmla="*/ 1451903 w 1457325"/>
              <a:gd name="connsiteY39" fmla="*/ 389866 h 742950"/>
              <a:gd name="connsiteX40" fmla="*/ 1440671 w 1457325"/>
              <a:gd name="connsiteY40" fmla="*/ 361210 h 742950"/>
              <a:gd name="connsiteX41" fmla="*/ 1415903 w 1457325"/>
              <a:gd name="connsiteY41" fmla="*/ 353902 h 742950"/>
              <a:gd name="connsiteX42" fmla="*/ 1373171 w 1457325"/>
              <a:gd name="connsiteY42" fmla="*/ 367402 h 742950"/>
              <a:gd name="connsiteX43" fmla="*/ 1352651 w 1457325"/>
              <a:gd name="connsiteY43" fmla="*/ 369094 h 742950"/>
              <a:gd name="connsiteX44" fmla="*/ 1343939 w 1457325"/>
              <a:gd name="connsiteY44" fmla="*/ 353866 h 742950"/>
              <a:gd name="connsiteX45" fmla="*/ 1343939 w 1457325"/>
              <a:gd name="connsiteY45" fmla="*/ 317902 h 742950"/>
              <a:gd name="connsiteX46" fmla="*/ 1352651 w 1457325"/>
              <a:gd name="connsiteY46" fmla="*/ 302710 h 742950"/>
              <a:gd name="connsiteX47" fmla="*/ 1373171 w 1457325"/>
              <a:gd name="connsiteY47" fmla="*/ 304366 h 742950"/>
              <a:gd name="connsiteX48" fmla="*/ 1415903 w 1457325"/>
              <a:gd name="connsiteY48" fmla="*/ 317902 h 742950"/>
              <a:gd name="connsiteX49" fmla="*/ 1440671 w 1457325"/>
              <a:gd name="connsiteY49" fmla="*/ 310558 h 742950"/>
              <a:gd name="connsiteX50" fmla="*/ 1451903 w 1457325"/>
              <a:gd name="connsiteY50" fmla="*/ 281902 h 742950"/>
              <a:gd name="connsiteX51" fmla="*/ 1440671 w 1457325"/>
              <a:gd name="connsiteY51" fmla="*/ 253210 h 742950"/>
              <a:gd name="connsiteX52" fmla="*/ 1415903 w 1457325"/>
              <a:gd name="connsiteY52" fmla="*/ 245902 h 742950"/>
              <a:gd name="connsiteX53" fmla="*/ 1373171 w 1457325"/>
              <a:gd name="connsiteY53" fmla="*/ 259402 h 742950"/>
              <a:gd name="connsiteX54" fmla="*/ 1352651 w 1457325"/>
              <a:gd name="connsiteY54" fmla="*/ 261058 h 742950"/>
              <a:gd name="connsiteX55" fmla="*/ 1343939 w 1457325"/>
              <a:gd name="connsiteY55" fmla="*/ 245902 h 742950"/>
              <a:gd name="connsiteX56" fmla="*/ 1343939 w 1457325"/>
              <a:gd name="connsiteY56" fmla="*/ 209902 h 742950"/>
              <a:gd name="connsiteX57" fmla="*/ 1352651 w 1457325"/>
              <a:gd name="connsiteY57" fmla="*/ 194710 h 742950"/>
              <a:gd name="connsiteX58" fmla="*/ 1373171 w 1457325"/>
              <a:gd name="connsiteY58" fmla="*/ 196402 h 742950"/>
              <a:gd name="connsiteX59" fmla="*/ 1415903 w 1457325"/>
              <a:gd name="connsiteY59" fmla="*/ 209902 h 742950"/>
              <a:gd name="connsiteX60" fmla="*/ 1440671 w 1457325"/>
              <a:gd name="connsiteY60" fmla="*/ 202594 h 742950"/>
              <a:gd name="connsiteX61" fmla="*/ 1451903 w 1457325"/>
              <a:gd name="connsiteY61" fmla="*/ 173902 h 742950"/>
              <a:gd name="connsiteX62" fmla="*/ 1440671 w 1457325"/>
              <a:gd name="connsiteY62" fmla="*/ 145210 h 742950"/>
              <a:gd name="connsiteX63" fmla="*/ 1415903 w 1457325"/>
              <a:gd name="connsiteY63" fmla="*/ 137902 h 742950"/>
              <a:gd name="connsiteX64" fmla="*/ 1373171 w 1457325"/>
              <a:gd name="connsiteY64" fmla="*/ 151366 h 742950"/>
              <a:gd name="connsiteX65" fmla="*/ 1352651 w 1457325"/>
              <a:gd name="connsiteY65" fmla="*/ 153058 h 742950"/>
              <a:gd name="connsiteX66" fmla="*/ 1343939 w 1457325"/>
              <a:gd name="connsiteY66" fmla="*/ 137902 h 742950"/>
              <a:gd name="connsiteX67" fmla="*/ 1343939 w 1457325"/>
              <a:gd name="connsiteY67" fmla="*/ 11902 h 742950"/>
              <a:gd name="connsiteX68" fmla="*/ 1235903 w 1457325"/>
              <a:gd name="connsiteY68" fmla="*/ 11902 h 742950"/>
              <a:gd name="connsiteX69" fmla="*/ 227902 w 1457325"/>
              <a:gd name="connsiteY69" fmla="*/ 11902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7325" h="742950">
                <a:moveTo>
                  <a:pt x="11902" y="11902"/>
                </a:moveTo>
                <a:lnTo>
                  <a:pt x="11902" y="155902"/>
                </a:lnTo>
                <a:lnTo>
                  <a:pt x="11902" y="191902"/>
                </a:lnTo>
                <a:cubicBezTo>
                  <a:pt x="11902" y="200902"/>
                  <a:pt x="15286" y="205402"/>
                  <a:pt x="20650" y="207094"/>
                </a:cubicBezTo>
                <a:cubicBezTo>
                  <a:pt x="25978" y="208786"/>
                  <a:pt x="33286" y="207634"/>
                  <a:pt x="41170" y="205402"/>
                </a:cubicBezTo>
                <a:cubicBezTo>
                  <a:pt x="56938" y="200902"/>
                  <a:pt x="74938" y="191902"/>
                  <a:pt x="83938" y="191902"/>
                </a:cubicBezTo>
                <a:cubicBezTo>
                  <a:pt x="92938" y="191902"/>
                  <a:pt x="101902" y="193773"/>
                  <a:pt x="108670" y="199210"/>
                </a:cubicBezTo>
                <a:cubicBezTo>
                  <a:pt x="115402" y="204646"/>
                  <a:pt x="119938" y="213682"/>
                  <a:pt x="119938" y="227902"/>
                </a:cubicBezTo>
                <a:cubicBezTo>
                  <a:pt x="119938" y="242122"/>
                  <a:pt x="115402" y="251158"/>
                  <a:pt x="108670" y="256594"/>
                </a:cubicBezTo>
                <a:cubicBezTo>
                  <a:pt x="101902" y="262030"/>
                  <a:pt x="92938" y="263902"/>
                  <a:pt x="83938" y="263902"/>
                </a:cubicBezTo>
                <a:cubicBezTo>
                  <a:pt x="74938" y="263902"/>
                  <a:pt x="56938" y="254902"/>
                  <a:pt x="41170" y="250402"/>
                </a:cubicBezTo>
                <a:cubicBezTo>
                  <a:pt x="33286" y="248134"/>
                  <a:pt x="25978" y="247018"/>
                  <a:pt x="20650" y="248710"/>
                </a:cubicBezTo>
                <a:cubicBezTo>
                  <a:pt x="15286" y="250402"/>
                  <a:pt x="11902" y="254902"/>
                  <a:pt x="11902" y="263902"/>
                </a:cubicBezTo>
                <a:lnTo>
                  <a:pt x="11902" y="299902"/>
                </a:lnTo>
                <a:cubicBezTo>
                  <a:pt x="11902" y="308902"/>
                  <a:pt x="15286" y="313402"/>
                  <a:pt x="20650" y="315094"/>
                </a:cubicBezTo>
                <a:cubicBezTo>
                  <a:pt x="25978" y="316750"/>
                  <a:pt x="33286" y="315670"/>
                  <a:pt x="41170" y="313402"/>
                </a:cubicBezTo>
                <a:cubicBezTo>
                  <a:pt x="56938" y="308902"/>
                  <a:pt x="74938" y="299902"/>
                  <a:pt x="83938" y="299902"/>
                </a:cubicBezTo>
                <a:cubicBezTo>
                  <a:pt x="92938" y="299902"/>
                  <a:pt x="101902" y="301774"/>
                  <a:pt x="108670" y="307210"/>
                </a:cubicBezTo>
                <a:cubicBezTo>
                  <a:pt x="115402" y="312646"/>
                  <a:pt x="119938" y="321646"/>
                  <a:pt x="119938" y="335902"/>
                </a:cubicBezTo>
                <a:cubicBezTo>
                  <a:pt x="119938" y="350122"/>
                  <a:pt x="115402" y="359158"/>
                  <a:pt x="108670" y="364594"/>
                </a:cubicBezTo>
                <a:cubicBezTo>
                  <a:pt x="101902" y="370030"/>
                  <a:pt x="92938" y="371902"/>
                  <a:pt x="83938" y="371902"/>
                </a:cubicBezTo>
                <a:cubicBezTo>
                  <a:pt x="74938" y="371902"/>
                  <a:pt x="56938" y="362902"/>
                  <a:pt x="41170" y="358402"/>
                </a:cubicBezTo>
                <a:cubicBezTo>
                  <a:pt x="33286" y="356170"/>
                  <a:pt x="25978" y="355018"/>
                  <a:pt x="20650" y="356710"/>
                </a:cubicBezTo>
                <a:cubicBezTo>
                  <a:pt x="15286" y="358402"/>
                  <a:pt x="11902" y="362902"/>
                  <a:pt x="11902" y="371902"/>
                </a:cubicBezTo>
                <a:lnTo>
                  <a:pt x="11902" y="407902"/>
                </a:lnTo>
                <a:lnTo>
                  <a:pt x="119938" y="479902"/>
                </a:lnTo>
                <a:lnTo>
                  <a:pt x="11902" y="551902"/>
                </a:lnTo>
                <a:lnTo>
                  <a:pt x="11902" y="731902"/>
                </a:lnTo>
                <a:lnTo>
                  <a:pt x="227902" y="731902"/>
                </a:lnTo>
                <a:lnTo>
                  <a:pt x="1235903" y="731902"/>
                </a:lnTo>
                <a:lnTo>
                  <a:pt x="1343939" y="731902"/>
                </a:lnTo>
                <a:lnTo>
                  <a:pt x="1343939" y="605902"/>
                </a:lnTo>
                <a:lnTo>
                  <a:pt x="1451903" y="533902"/>
                </a:lnTo>
                <a:lnTo>
                  <a:pt x="1343939" y="461866"/>
                </a:lnTo>
                <a:lnTo>
                  <a:pt x="1343939" y="425866"/>
                </a:lnTo>
                <a:cubicBezTo>
                  <a:pt x="1343939" y="416866"/>
                  <a:pt x="1347323" y="412402"/>
                  <a:pt x="1352651" y="410710"/>
                </a:cubicBezTo>
                <a:cubicBezTo>
                  <a:pt x="1357979" y="409018"/>
                  <a:pt x="1365287" y="410134"/>
                  <a:pt x="1373171" y="412402"/>
                </a:cubicBezTo>
                <a:cubicBezTo>
                  <a:pt x="1388903" y="416902"/>
                  <a:pt x="1406939" y="425866"/>
                  <a:pt x="1415903" y="425866"/>
                </a:cubicBezTo>
                <a:cubicBezTo>
                  <a:pt x="1424903" y="425866"/>
                  <a:pt x="1433939" y="423994"/>
                  <a:pt x="1440671" y="418558"/>
                </a:cubicBezTo>
                <a:cubicBezTo>
                  <a:pt x="1447439" y="413122"/>
                  <a:pt x="1451903" y="404122"/>
                  <a:pt x="1451903" y="389866"/>
                </a:cubicBezTo>
                <a:cubicBezTo>
                  <a:pt x="1451903" y="375646"/>
                  <a:pt x="1447439" y="366646"/>
                  <a:pt x="1440671" y="361210"/>
                </a:cubicBezTo>
                <a:cubicBezTo>
                  <a:pt x="1433939" y="355738"/>
                  <a:pt x="1424903" y="353902"/>
                  <a:pt x="1415903" y="353902"/>
                </a:cubicBezTo>
                <a:cubicBezTo>
                  <a:pt x="1406939" y="353902"/>
                  <a:pt x="1388903" y="362902"/>
                  <a:pt x="1373171" y="367402"/>
                </a:cubicBezTo>
                <a:cubicBezTo>
                  <a:pt x="1365287" y="369634"/>
                  <a:pt x="1357979" y="370750"/>
                  <a:pt x="1352651" y="369094"/>
                </a:cubicBezTo>
                <a:cubicBezTo>
                  <a:pt x="1347323" y="367402"/>
                  <a:pt x="1343939" y="362866"/>
                  <a:pt x="1343939" y="353866"/>
                </a:cubicBezTo>
                <a:lnTo>
                  <a:pt x="1343939" y="317902"/>
                </a:lnTo>
                <a:cubicBezTo>
                  <a:pt x="1343939" y="308902"/>
                  <a:pt x="1347323" y="304402"/>
                  <a:pt x="1352651" y="302710"/>
                </a:cubicBezTo>
                <a:cubicBezTo>
                  <a:pt x="1357979" y="301018"/>
                  <a:pt x="1365287" y="302134"/>
                  <a:pt x="1373171" y="304366"/>
                </a:cubicBezTo>
                <a:cubicBezTo>
                  <a:pt x="1388903" y="308866"/>
                  <a:pt x="1406939" y="317902"/>
                  <a:pt x="1415903" y="317902"/>
                </a:cubicBezTo>
                <a:cubicBezTo>
                  <a:pt x="1424903" y="317902"/>
                  <a:pt x="1433939" y="316030"/>
                  <a:pt x="1440671" y="310558"/>
                </a:cubicBezTo>
                <a:cubicBezTo>
                  <a:pt x="1447439" y="305122"/>
                  <a:pt x="1451903" y="296122"/>
                  <a:pt x="1451903" y="281902"/>
                </a:cubicBezTo>
                <a:cubicBezTo>
                  <a:pt x="1451903" y="267646"/>
                  <a:pt x="1447439" y="258646"/>
                  <a:pt x="1440671" y="253210"/>
                </a:cubicBezTo>
                <a:cubicBezTo>
                  <a:pt x="1433939" y="247774"/>
                  <a:pt x="1424903" y="245902"/>
                  <a:pt x="1415903" y="245902"/>
                </a:cubicBezTo>
                <a:cubicBezTo>
                  <a:pt x="1406939" y="245902"/>
                  <a:pt x="1388903" y="254902"/>
                  <a:pt x="1373171" y="259402"/>
                </a:cubicBezTo>
                <a:cubicBezTo>
                  <a:pt x="1365287" y="261634"/>
                  <a:pt x="1357979" y="262750"/>
                  <a:pt x="1352651" y="261058"/>
                </a:cubicBezTo>
                <a:cubicBezTo>
                  <a:pt x="1347323" y="259366"/>
                  <a:pt x="1343939" y="254902"/>
                  <a:pt x="1343939" y="245902"/>
                </a:cubicBezTo>
                <a:lnTo>
                  <a:pt x="1343939" y="209902"/>
                </a:lnTo>
                <a:cubicBezTo>
                  <a:pt x="1343939" y="200902"/>
                  <a:pt x="1347323" y="196366"/>
                  <a:pt x="1352651" y="194710"/>
                </a:cubicBezTo>
                <a:cubicBezTo>
                  <a:pt x="1357979" y="193018"/>
                  <a:pt x="1365287" y="194134"/>
                  <a:pt x="1373171" y="196402"/>
                </a:cubicBezTo>
                <a:cubicBezTo>
                  <a:pt x="1388903" y="200902"/>
                  <a:pt x="1406939" y="209902"/>
                  <a:pt x="1415903" y="209902"/>
                </a:cubicBezTo>
                <a:cubicBezTo>
                  <a:pt x="1424903" y="209902"/>
                  <a:pt x="1433939" y="208030"/>
                  <a:pt x="1440671" y="202594"/>
                </a:cubicBezTo>
                <a:cubicBezTo>
                  <a:pt x="1447439" y="197122"/>
                  <a:pt x="1451903" y="188122"/>
                  <a:pt x="1451903" y="173902"/>
                </a:cubicBezTo>
                <a:cubicBezTo>
                  <a:pt x="1451903" y="159646"/>
                  <a:pt x="1447439" y="150646"/>
                  <a:pt x="1440671" y="145210"/>
                </a:cubicBezTo>
                <a:cubicBezTo>
                  <a:pt x="1433939" y="139773"/>
                  <a:pt x="1424903" y="137902"/>
                  <a:pt x="1415903" y="137902"/>
                </a:cubicBezTo>
                <a:cubicBezTo>
                  <a:pt x="1406939" y="137902"/>
                  <a:pt x="1388903" y="146866"/>
                  <a:pt x="1373171" y="151366"/>
                </a:cubicBezTo>
                <a:cubicBezTo>
                  <a:pt x="1365287" y="153634"/>
                  <a:pt x="1357979" y="154749"/>
                  <a:pt x="1352651" y="153058"/>
                </a:cubicBezTo>
                <a:cubicBezTo>
                  <a:pt x="1347323" y="151402"/>
                  <a:pt x="1343939" y="146902"/>
                  <a:pt x="1343939" y="137902"/>
                </a:cubicBezTo>
                <a:lnTo>
                  <a:pt x="1343939" y="11902"/>
                </a:lnTo>
                <a:lnTo>
                  <a:pt x="1235903" y="11902"/>
                </a:lnTo>
                <a:lnTo>
                  <a:pt x="227902" y="11902"/>
                </a:lnTo>
                <a:close/>
              </a:path>
            </a:pathLst>
          </a:custGeom>
          <a:solidFill>
            <a:srgbClr val="00B0F0"/>
          </a:solidFill>
          <a:ln w="15870"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2" name="!!ix">
            <a:extLst>
              <a:ext uri="{FF2B5EF4-FFF2-40B4-BE49-F238E27FC236}">
                <a16:creationId xmlns:a16="http://schemas.microsoft.com/office/drawing/2014/main" id="{2AB31197-F4CB-C2B0-5F82-F8D226925340}"/>
              </a:ext>
            </a:extLst>
          </p:cNvPr>
          <p:cNvSpPr>
            <a:spLocks noChangeAspect="1"/>
          </p:cNvSpPr>
          <p:nvPr/>
        </p:nvSpPr>
        <p:spPr>
          <a:xfrm rot="19920000">
            <a:off x="7989690" y="1783144"/>
            <a:ext cx="1246826" cy="639603"/>
          </a:xfrm>
          <a:custGeom>
            <a:avLst/>
            <a:gdLst>
              <a:gd name="connsiteX0" fmla="*/ 16832 w 1466850"/>
              <a:gd name="connsiteY0" fmla="*/ 16832 h 752475"/>
              <a:gd name="connsiteX1" fmla="*/ 16832 w 1466850"/>
              <a:gd name="connsiteY1" fmla="*/ 142832 h 752475"/>
              <a:gd name="connsiteX2" fmla="*/ 25580 w 1466850"/>
              <a:gd name="connsiteY2" fmla="*/ 158024 h 752475"/>
              <a:gd name="connsiteX3" fmla="*/ 46100 w 1466850"/>
              <a:gd name="connsiteY3" fmla="*/ 156332 h 752475"/>
              <a:gd name="connsiteX4" fmla="*/ 88832 w 1466850"/>
              <a:gd name="connsiteY4" fmla="*/ 142832 h 752475"/>
              <a:gd name="connsiteX5" fmla="*/ 113600 w 1466850"/>
              <a:gd name="connsiteY5" fmla="*/ 150140 h 752475"/>
              <a:gd name="connsiteX6" fmla="*/ 124868 w 1466850"/>
              <a:gd name="connsiteY6" fmla="*/ 178832 h 752475"/>
              <a:gd name="connsiteX7" fmla="*/ 113600 w 1466850"/>
              <a:gd name="connsiteY7" fmla="*/ 207524 h 752475"/>
              <a:gd name="connsiteX8" fmla="*/ 88832 w 1466850"/>
              <a:gd name="connsiteY8" fmla="*/ 214832 h 752475"/>
              <a:gd name="connsiteX9" fmla="*/ 46100 w 1466850"/>
              <a:gd name="connsiteY9" fmla="*/ 201332 h 752475"/>
              <a:gd name="connsiteX10" fmla="*/ 25580 w 1466850"/>
              <a:gd name="connsiteY10" fmla="*/ 199640 h 752475"/>
              <a:gd name="connsiteX11" fmla="*/ 16832 w 1466850"/>
              <a:gd name="connsiteY11" fmla="*/ 214832 h 752475"/>
              <a:gd name="connsiteX12" fmla="*/ 16832 w 1466850"/>
              <a:gd name="connsiteY12" fmla="*/ 250832 h 752475"/>
              <a:gd name="connsiteX13" fmla="*/ 25580 w 1466850"/>
              <a:gd name="connsiteY13" fmla="*/ 266024 h 752475"/>
              <a:gd name="connsiteX14" fmla="*/ 46100 w 1466850"/>
              <a:gd name="connsiteY14" fmla="*/ 264332 h 752475"/>
              <a:gd name="connsiteX15" fmla="*/ 88832 w 1466850"/>
              <a:gd name="connsiteY15" fmla="*/ 250832 h 752475"/>
              <a:gd name="connsiteX16" fmla="*/ 113600 w 1466850"/>
              <a:gd name="connsiteY16" fmla="*/ 258140 h 752475"/>
              <a:gd name="connsiteX17" fmla="*/ 124868 w 1466850"/>
              <a:gd name="connsiteY17" fmla="*/ 286832 h 752475"/>
              <a:gd name="connsiteX18" fmla="*/ 113600 w 1466850"/>
              <a:gd name="connsiteY18" fmla="*/ 315524 h 752475"/>
              <a:gd name="connsiteX19" fmla="*/ 88832 w 1466850"/>
              <a:gd name="connsiteY19" fmla="*/ 322832 h 752475"/>
              <a:gd name="connsiteX20" fmla="*/ 46100 w 1466850"/>
              <a:gd name="connsiteY20" fmla="*/ 309332 h 752475"/>
              <a:gd name="connsiteX21" fmla="*/ 25580 w 1466850"/>
              <a:gd name="connsiteY21" fmla="*/ 307640 h 752475"/>
              <a:gd name="connsiteX22" fmla="*/ 16832 w 1466850"/>
              <a:gd name="connsiteY22" fmla="*/ 322832 h 752475"/>
              <a:gd name="connsiteX23" fmla="*/ 16832 w 1466850"/>
              <a:gd name="connsiteY23" fmla="*/ 358832 h 752475"/>
              <a:gd name="connsiteX24" fmla="*/ 25580 w 1466850"/>
              <a:gd name="connsiteY24" fmla="*/ 374024 h 752475"/>
              <a:gd name="connsiteX25" fmla="*/ 46100 w 1466850"/>
              <a:gd name="connsiteY25" fmla="*/ 372332 h 752475"/>
              <a:gd name="connsiteX26" fmla="*/ 88832 w 1466850"/>
              <a:gd name="connsiteY26" fmla="*/ 358832 h 752475"/>
              <a:gd name="connsiteX27" fmla="*/ 113600 w 1466850"/>
              <a:gd name="connsiteY27" fmla="*/ 366140 h 752475"/>
              <a:gd name="connsiteX28" fmla="*/ 124868 w 1466850"/>
              <a:gd name="connsiteY28" fmla="*/ 394832 h 752475"/>
              <a:gd name="connsiteX29" fmla="*/ 113600 w 1466850"/>
              <a:gd name="connsiteY29" fmla="*/ 423524 h 752475"/>
              <a:gd name="connsiteX30" fmla="*/ 88832 w 1466850"/>
              <a:gd name="connsiteY30" fmla="*/ 430832 h 752475"/>
              <a:gd name="connsiteX31" fmla="*/ 46100 w 1466850"/>
              <a:gd name="connsiteY31" fmla="*/ 417332 h 752475"/>
              <a:gd name="connsiteX32" fmla="*/ 25580 w 1466850"/>
              <a:gd name="connsiteY32" fmla="*/ 415640 h 752475"/>
              <a:gd name="connsiteX33" fmla="*/ 16832 w 1466850"/>
              <a:gd name="connsiteY33" fmla="*/ 430832 h 752475"/>
              <a:gd name="connsiteX34" fmla="*/ 16832 w 1466850"/>
              <a:gd name="connsiteY34" fmla="*/ 466832 h 752475"/>
              <a:gd name="connsiteX35" fmla="*/ 124868 w 1466850"/>
              <a:gd name="connsiteY35" fmla="*/ 538832 h 752475"/>
              <a:gd name="connsiteX36" fmla="*/ 16832 w 1466850"/>
              <a:gd name="connsiteY36" fmla="*/ 610832 h 752475"/>
              <a:gd name="connsiteX37" fmla="*/ 16832 w 1466850"/>
              <a:gd name="connsiteY37" fmla="*/ 736832 h 752475"/>
              <a:gd name="connsiteX38" fmla="*/ 232868 w 1466850"/>
              <a:gd name="connsiteY38" fmla="*/ 736832 h 752475"/>
              <a:gd name="connsiteX39" fmla="*/ 1240858 w 1466850"/>
              <a:gd name="connsiteY39" fmla="*/ 736832 h 752475"/>
              <a:gd name="connsiteX40" fmla="*/ 1348851 w 1466850"/>
              <a:gd name="connsiteY40" fmla="*/ 736832 h 752475"/>
              <a:gd name="connsiteX41" fmla="*/ 1348851 w 1466850"/>
              <a:gd name="connsiteY41" fmla="*/ 502832 h 752475"/>
              <a:gd name="connsiteX42" fmla="*/ 1357577 w 1466850"/>
              <a:gd name="connsiteY42" fmla="*/ 487640 h 752475"/>
              <a:gd name="connsiteX43" fmla="*/ 1378115 w 1466850"/>
              <a:gd name="connsiteY43" fmla="*/ 489332 h 752475"/>
              <a:gd name="connsiteX44" fmla="*/ 1420865 w 1466850"/>
              <a:gd name="connsiteY44" fmla="*/ 502832 h 752475"/>
              <a:gd name="connsiteX45" fmla="*/ 1445608 w 1466850"/>
              <a:gd name="connsiteY45" fmla="*/ 495524 h 752475"/>
              <a:gd name="connsiteX46" fmla="*/ 1456862 w 1466850"/>
              <a:gd name="connsiteY46" fmla="*/ 466832 h 752475"/>
              <a:gd name="connsiteX47" fmla="*/ 1445608 w 1466850"/>
              <a:gd name="connsiteY47" fmla="*/ 438140 h 752475"/>
              <a:gd name="connsiteX48" fmla="*/ 1420865 w 1466850"/>
              <a:gd name="connsiteY48" fmla="*/ 430832 h 752475"/>
              <a:gd name="connsiteX49" fmla="*/ 1378115 w 1466850"/>
              <a:gd name="connsiteY49" fmla="*/ 444332 h 752475"/>
              <a:gd name="connsiteX50" fmla="*/ 1357577 w 1466850"/>
              <a:gd name="connsiteY50" fmla="*/ 446024 h 752475"/>
              <a:gd name="connsiteX51" fmla="*/ 1348851 w 1466850"/>
              <a:gd name="connsiteY51" fmla="*/ 430832 h 752475"/>
              <a:gd name="connsiteX52" fmla="*/ 1348851 w 1466850"/>
              <a:gd name="connsiteY52" fmla="*/ 394832 h 752475"/>
              <a:gd name="connsiteX53" fmla="*/ 1402858 w 1466850"/>
              <a:gd name="connsiteY53" fmla="*/ 340832 h 752475"/>
              <a:gd name="connsiteX54" fmla="*/ 1456862 w 1466850"/>
              <a:gd name="connsiteY54" fmla="*/ 394832 h 752475"/>
              <a:gd name="connsiteX55" fmla="*/ 1456862 w 1466850"/>
              <a:gd name="connsiteY55" fmla="*/ 250832 h 752475"/>
              <a:gd name="connsiteX56" fmla="*/ 1402858 w 1466850"/>
              <a:gd name="connsiteY56" fmla="*/ 304832 h 752475"/>
              <a:gd name="connsiteX57" fmla="*/ 1348851 w 1466850"/>
              <a:gd name="connsiteY57" fmla="*/ 250832 h 752475"/>
              <a:gd name="connsiteX58" fmla="*/ 1348851 w 1466850"/>
              <a:gd name="connsiteY58" fmla="*/ 214832 h 752475"/>
              <a:gd name="connsiteX59" fmla="*/ 1348851 w 1466850"/>
              <a:gd name="connsiteY59" fmla="*/ 16832 h 752475"/>
              <a:gd name="connsiteX60" fmla="*/ 1240858 w 1466850"/>
              <a:gd name="connsiteY60" fmla="*/ 16832 h 752475"/>
              <a:gd name="connsiteX61" fmla="*/ 232868 w 1466850"/>
              <a:gd name="connsiteY61" fmla="*/ 16832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66850" h="752475">
                <a:moveTo>
                  <a:pt x="16832" y="16832"/>
                </a:moveTo>
                <a:lnTo>
                  <a:pt x="16832" y="142832"/>
                </a:lnTo>
                <a:cubicBezTo>
                  <a:pt x="16832" y="151832"/>
                  <a:pt x="20252" y="156332"/>
                  <a:pt x="25580" y="158024"/>
                </a:cubicBezTo>
                <a:cubicBezTo>
                  <a:pt x="30908" y="159716"/>
                  <a:pt x="38216" y="158564"/>
                  <a:pt x="46100" y="156332"/>
                </a:cubicBezTo>
                <a:cubicBezTo>
                  <a:pt x="61832" y="151832"/>
                  <a:pt x="79832" y="142832"/>
                  <a:pt x="88832" y="142832"/>
                </a:cubicBezTo>
                <a:cubicBezTo>
                  <a:pt x="97832" y="142832"/>
                  <a:pt x="106832" y="144704"/>
                  <a:pt x="113600" y="150140"/>
                </a:cubicBezTo>
                <a:cubicBezTo>
                  <a:pt x="120332" y="155576"/>
                  <a:pt x="124868" y="164612"/>
                  <a:pt x="124868" y="178832"/>
                </a:cubicBezTo>
                <a:cubicBezTo>
                  <a:pt x="124868" y="193088"/>
                  <a:pt x="120332" y="202088"/>
                  <a:pt x="113600" y="207524"/>
                </a:cubicBezTo>
                <a:cubicBezTo>
                  <a:pt x="106832" y="212960"/>
                  <a:pt x="97832" y="214832"/>
                  <a:pt x="88832" y="214832"/>
                </a:cubicBezTo>
                <a:cubicBezTo>
                  <a:pt x="79832" y="214832"/>
                  <a:pt x="61832" y="205832"/>
                  <a:pt x="46100" y="201332"/>
                </a:cubicBezTo>
                <a:cubicBezTo>
                  <a:pt x="38216" y="199064"/>
                  <a:pt x="30908" y="197948"/>
                  <a:pt x="25580" y="199640"/>
                </a:cubicBezTo>
                <a:cubicBezTo>
                  <a:pt x="20252" y="201332"/>
                  <a:pt x="16832" y="205832"/>
                  <a:pt x="16832" y="214832"/>
                </a:cubicBezTo>
                <a:lnTo>
                  <a:pt x="16832" y="250832"/>
                </a:lnTo>
                <a:cubicBezTo>
                  <a:pt x="16832" y="259832"/>
                  <a:pt x="20252" y="264332"/>
                  <a:pt x="25580" y="266024"/>
                </a:cubicBezTo>
                <a:cubicBezTo>
                  <a:pt x="30908" y="267716"/>
                  <a:pt x="38216" y="266600"/>
                  <a:pt x="46100" y="264332"/>
                </a:cubicBezTo>
                <a:cubicBezTo>
                  <a:pt x="61832" y="259832"/>
                  <a:pt x="79832" y="250832"/>
                  <a:pt x="88832" y="250832"/>
                </a:cubicBezTo>
                <a:cubicBezTo>
                  <a:pt x="97832" y="250832"/>
                  <a:pt x="106832" y="252704"/>
                  <a:pt x="113600" y="258140"/>
                </a:cubicBezTo>
                <a:cubicBezTo>
                  <a:pt x="120332" y="263576"/>
                  <a:pt x="124868" y="272612"/>
                  <a:pt x="124868" y="286832"/>
                </a:cubicBezTo>
                <a:cubicBezTo>
                  <a:pt x="124868" y="301052"/>
                  <a:pt x="120332" y="310088"/>
                  <a:pt x="113600" y="315524"/>
                </a:cubicBezTo>
                <a:cubicBezTo>
                  <a:pt x="106832" y="320960"/>
                  <a:pt x="97832" y="322832"/>
                  <a:pt x="88832" y="322832"/>
                </a:cubicBezTo>
                <a:cubicBezTo>
                  <a:pt x="79832" y="322832"/>
                  <a:pt x="61832" y="313832"/>
                  <a:pt x="46100" y="309332"/>
                </a:cubicBezTo>
                <a:cubicBezTo>
                  <a:pt x="38216" y="307064"/>
                  <a:pt x="30908" y="305948"/>
                  <a:pt x="25580" y="307640"/>
                </a:cubicBezTo>
                <a:cubicBezTo>
                  <a:pt x="20252" y="309332"/>
                  <a:pt x="16832" y="313832"/>
                  <a:pt x="16832" y="322832"/>
                </a:cubicBezTo>
                <a:lnTo>
                  <a:pt x="16832" y="358832"/>
                </a:lnTo>
                <a:cubicBezTo>
                  <a:pt x="16832" y="367832"/>
                  <a:pt x="20252" y="372332"/>
                  <a:pt x="25580" y="374024"/>
                </a:cubicBezTo>
                <a:cubicBezTo>
                  <a:pt x="30908" y="375716"/>
                  <a:pt x="38216" y="374600"/>
                  <a:pt x="46100" y="372332"/>
                </a:cubicBezTo>
                <a:cubicBezTo>
                  <a:pt x="61832" y="367832"/>
                  <a:pt x="79832" y="358832"/>
                  <a:pt x="88832" y="358832"/>
                </a:cubicBezTo>
                <a:cubicBezTo>
                  <a:pt x="97832" y="358832"/>
                  <a:pt x="106832" y="360704"/>
                  <a:pt x="113600" y="366140"/>
                </a:cubicBezTo>
                <a:cubicBezTo>
                  <a:pt x="120332" y="371576"/>
                  <a:pt x="124868" y="380576"/>
                  <a:pt x="124868" y="394832"/>
                </a:cubicBezTo>
                <a:cubicBezTo>
                  <a:pt x="124868" y="409052"/>
                  <a:pt x="120332" y="418088"/>
                  <a:pt x="113600" y="423524"/>
                </a:cubicBezTo>
                <a:cubicBezTo>
                  <a:pt x="106832" y="428960"/>
                  <a:pt x="97832" y="430832"/>
                  <a:pt x="88832" y="430832"/>
                </a:cubicBezTo>
                <a:cubicBezTo>
                  <a:pt x="79832" y="430832"/>
                  <a:pt x="61832" y="421832"/>
                  <a:pt x="46100" y="417332"/>
                </a:cubicBezTo>
                <a:cubicBezTo>
                  <a:pt x="38216" y="415100"/>
                  <a:pt x="30908" y="413948"/>
                  <a:pt x="25580" y="415640"/>
                </a:cubicBezTo>
                <a:cubicBezTo>
                  <a:pt x="20252" y="417332"/>
                  <a:pt x="16832" y="421832"/>
                  <a:pt x="16832" y="430832"/>
                </a:cubicBezTo>
                <a:lnTo>
                  <a:pt x="16832" y="466832"/>
                </a:lnTo>
                <a:lnTo>
                  <a:pt x="124868" y="538832"/>
                </a:lnTo>
                <a:lnTo>
                  <a:pt x="16832" y="610832"/>
                </a:lnTo>
                <a:lnTo>
                  <a:pt x="16832" y="736832"/>
                </a:lnTo>
                <a:lnTo>
                  <a:pt x="232868" y="736832"/>
                </a:lnTo>
                <a:lnTo>
                  <a:pt x="1240858" y="736832"/>
                </a:lnTo>
                <a:lnTo>
                  <a:pt x="1348851" y="736832"/>
                </a:lnTo>
                <a:lnTo>
                  <a:pt x="1348851" y="502832"/>
                </a:lnTo>
                <a:cubicBezTo>
                  <a:pt x="1348851" y="493832"/>
                  <a:pt x="1352231" y="489332"/>
                  <a:pt x="1357577" y="487640"/>
                </a:cubicBezTo>
                <a:cubicBezTo>
                  <a:pt x="1362919" y="485948"/>
                  <a:pt x="1370242" y="487064"/>
                  <a:pt x="1378115" y="489332"/>
                </a:cubicBezTo>
                <a:cubicBezTo>
                  <a:pt x="1393865" y="493832"/>
                  <a:pt x="1411865" y="502832"/>
                  <a:pt x="1420865" y="502832"/>
                </a:cubicBezTo>
                <a:cubicBezTo>
                  <a:pt x="1429865" y="502832"/>
                  <a:pt x="1438858" y="500960"/>
                  <a:pt x="1445608" y="495524"/>
                </a:cubicBezTo>
                <a:cubicBezTo>
                  <a:pt x="1452358" y="490088"/>
                  <a:pt x="1456862" y="481088"/>
                  <a:pt x="1456862" y="466832"/>
                </a:cubicBezTo>
                <a:cubicBezTo>
                  <a:pt x="1456862" y="452612"/>
                  <a:pt x="1452358" y="443612"/>
                  <a:pt x="1445608" y="438140"/>
                </a:cubicBezTo>
                <a:cubicBezTo>
                  <a:pt x="1438858" y="432704"/>
                  <a:pt x="1429865" y="430832"/>
                  <a:pt x="1420865" y="430832"/>
                </a:cubicBezTo>
                <a:cubicBezTo>
                  <a:pt x="1411865" y="430832"/>
                  <a:pt x="1393865" y="439832"/>
                  <a:pt x="1378115" y="444332"/>
                </a:cubicBezTo>
                <a:cubicBezTo>
                  <a:pt x="1370242" y="446564"/>
                  <a:pt x="1362919" y="447716"/>
                  <a:pt x="1357577" y="446024"/>
                </a:cubicBezTo>
                <a:cubicBezTo>
                  <a:pt x="1352231" y="444332"/>
                  <a:pt x="1348851" y="439832"/>
                  <a:pt x="1348851" y="430832"/>
                </a:cubicBezTo>
                <a:lnTo>
                  <a:pt x="1348851" y="394832"/>
                </a:lnTo>
                <a:lnTo>
                  <a:pt x="1402858" y="340832"/>
                </a:lnTo>
                <a:lnTo>
                  <a:pt x="1456862" y="394832"/>
                </a:lnTo>
                <a:lnTo>
                  <a:pt x="1456862" y="250832"/>
                </a:lnTo>
                <a:lnTo>
                  <a:pt x="1402858" y="304832"/>
                </a:lnTo>
                <a:lnTo>
                  <a:pt x="1348851" y="250832"/>
                </a:lnTo>
                <a:lnTo>
                  <a:pt x="1348851" y="214832"/>
                </a:lnTo>
                <a:lnTo>
                  <a:pt x="1348851" y="16832"/>
                </a:lnTo>
                <a:lnTo>
                  <a:pt x="1240858" y="16832"/>
                </a:lnTo>
                <a:lnTo>
                  <a:pt x="232868" y="16832"/>
                </a:lnTo>
                <a:close/>
              </a:path>
            </a:pathLst>
          </a:custGeom>
          <a:solidFill>
            <a:srgbClr val="00B050"/>
          </a:solidFill>
          <a:ln w="22443"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3" name="!!xii">
            <a:extLst>
              <a:ext uri="{FF2B5EF4-FFF2-40B4-BE49-F238E27FC236}">
                <a16:creationId xmlns:a16="http://schemas.microsoft.com/office/drawing/2014/main" id="{428526F2-E53C-6977-97C5-CB9E3B2220FF}"/>
              </a:ext>
            </a:extLst>
          </p:cNvPr>
          <p:cNvSpPr>
            <a:spLocks noChangeAspect="1"/>
          </p:cNvSpPr>
          <p:nvPr/>
        </p:nvSpPr>
        <p:spPr>
          <a:xfrm rot="19920000">
            <a:off x="10945134" y="166866"/>
            <a:ext cx="1279211" cy="671989"/>
          </a:xfrm>
          <a:custGeom>
            <a:avLst/>
            <a:gdLst>
              <a:gd name="connsiteX0" fmla="*/ 36361 w 1504950"/>
              <a:gd name="connsiteY0" fmla="*/ 36361 h 790575"/>
              <a:gd name="connsiteX1" fmla="*/ 36361 w 1504950"/>
              <a:gd name="connsiteY1" fmla="*/ 234362 h 790575"/>
              <a:gd name="connsiteX2" fmla="*/ 36361 w 1504950"/>
              <a:gd name="connsiteY2" fmla="*/ 270362 h 790575"/>
              <a:gd name="connsiteX3" fmla="*/ 45109 w 1504950"/>
              <a:gd name="connsiteY3" fmla="*/ 285554 h 790575"/>
              <a:gd name="connsiteX4" fmla="*/ 65629 w 1504950"/>
              <a:gd name="connsiteY4" fmla="*/ 283862 h 790575"/>
              <a:gd name="connsiteX5" fmla="*/ 108397 w 1504950"/>
              <a:gd name="connsiteY5" fmla="*/ 270362 h 790575"/>
              <a:gd name="connsiteX6" fmla="*/ 133129 w 1504950"/>
              <a:gd name="connsiteY6" fmla="*/ 277670 h 790575"/>
              <a:gd name="connsiteX7" fmla="*/ 144398 w 1504950"/>
              <a:gd name="connsiteY7" fmla="*/ 306362 h 790575"/>
              <a:gd name="connsiteX8" fmla="*/ 133129 w 1504950"/>
              <a:gd name="connsiteY8" fmla="*/ 335054 h 790575"/>
              <a:gd name="connsiteX9" fmla="*/ 108397 w 1504950"/>
              <a:gd name="connsiteY9" fmla="*/ 342362 h 790575"/>
              <a:gd name="connsiteX10" fmla="*/ 65629 w 1504950"/>
              <a:gd name="connsiteY10" fmla="*/ 328862 h 790575"/>
              <a:gd name="connsiteX11" fmla="*/ 45109 w 1504950"/>
              <a:gd name="connsiteY11" fmla="*/ 327170 h 790575"/>
              <a:gd name="connsiteX12" fmla="*/ 36361 w 1504950"/>
              <a:gd name="connsiteY12" fmla="*/ 342362 h 790575"/>
              <a:gd name="connsiteX13" fmla="*/ 36361 w 1504950"/>
              <a:gd name="connsiteY13" fmla="*/ 378362 h 790575"/>
              <a:gd name="connsiteX14" fmla="*/ 90362 w 1504950"/>
              <a:gd name="connsiteY14" fmla="*/ 432362 h 790575"/>
              <a:gd name="connsiteX15" fmla="*/ 144398 w 1504950"/>
              <a:gd name="connsiteY15" fmla="*/ 378362 h 790575"/>
              <a:gd name="connsiteX16" fmla="*/ 144398 w 1504950"/>
              <a:gd name="connsiteY16" fmla="*/ 522362 h 790575"/>
              <a:gd name="connsiteX17" fmla="*/ 90362 w 1504950"/>
              <a:gd name="connsiteY17" fmla="*/ 468362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576362 h 790575"/>
              <a:gd name="connsiteX24" fmla="*/ 1422387 w 1504950"/>
              <a:gd name="connsiteY24" fmla="*/ 522362 h 790575"/>
              <a:gd name="connsiteX25" fmla="*/ 1476373 w 1504950"/>
              <a:gd name="connsiteY25" fmla="*/ 576362 h 790575"/>
              <a:gd name="connsiteX26" fmla="*/ 1476373 w 1504950"/>
              <a:gd name="connsiteY26" fmla="*/ 432362 h 790575"/>
              <a:gd name="connsiteX27" fmla="*/ 1422387 w 1504950"/>
              <a:gd name="connsiteY27" fmla="*/ 486362 h 790575"/>
              <a:gd name="connsiteX28" fmla="*/ 1368380 w 1504950"/>
              <a:gd name="connsiteY28" fmla="*/ 432362 h 790575"/>
              <a:gd name="connsiteX29" fmla="*/ 1368380 w 1504950"/>
              <a:gd name="connsiteY29" fmla="*/ 396362 h 790575"/>
              <a:gd name="connsiteX30" fmla="*/ 1377107 w 1504950"/>
              <a:gd name="connsiteY30" fmla="*/ 381170 h 790575"/>
              <a:gd name="connsiteX31" fmla="*/ 1397627 w 1504950"/>
              <a:gd name="connsiteY31" fmla="*/ 382862 h 790575"/>
              <a:gd name="connsiteX32" fmla="*/ 1440377 w 1504950"/>
              <a:gd name="connsiteY32" fmla="*/ 396362 h 790575"/>
              <a:gd name="connsiteX33" fmla="*/ 1465120 w 1504950"/>
              <a:gd name="connsiteY33" fmla="*/ 389054 h 790575"/>
              <a:gd name="connsiteX34" fmla="*/ 1476373 w 1504950"/>
              <a:gd name="connsiteY34" fmla="*/ 360362 h 790575"/>
              <a:gd name="connsiteX35" fmla="*/ 1465120 w 1504950"/>
              <a:gd name="connsiteY35" fmla="*/ 331670 h 790575"/>
              <a:gd name="connsiteX36" fmla="*/ 1440377 w 1504950"/>
              <a:gd name="connsiteY36" fmla="*/ 324362 h 790575"/>
              <a:gd name="connsiteX37" fmla="*/ 1397627 w 1504950"/>
              <a:gd name="connsiteY37" fmla="*/ 337862 h 790575"/>
              <a:gd name="connsiteX38" fmla="*/ 1377107 w 1504950"/>
              <a:gd name="connsiteY38" fmla="*/ 339554 h 790575"/>
              <a:gd name="connsiteX39" fmla="*/ 1368380 w 1504950"/>
              <a:gd name="connsiteY39" fmla="*/ 324362 h 790575"/>
              <a:gd name="connsiteX40" fmla="*/ 1368380 w 1504950"/>
              <a:gd name="connsiteY40" fmla="*/ 288362 h 790575"/>
              <a:gd name="connsiteX41" fmla="*/ 1377107 w 1504950"/>
              <a:gd name="connsiteY41" fmla="*/ 273170 h 790575"/>
              <a:gd name="connsiteX42" fmla="*/ 1397627 w 1504950"/>
              <a:gd name="connsiteY42" fmla="*/ 274862 h 790575"/>
              <a:gd name="connsiteX43" fmla="*/ 1440377 w 1504950"/>
              <a:gd name="connsiteY43" fmla="*/ 288362 h 790575"/>
              <a:gd name="connsiteX44" fmla="*/ 1465120 w 1504950"/>
              <a:gd name="connsiteY44" fmla="*/ 281054 h 790575"/>
              <a:gd name="connsiteX45" fmla="*/ 1476373 w 1504950"/>
              <a:gd name="connsiteY45" fmla="*/ 252362 h 790575"/>
              <a:gd name="connsiteX46" fmla="*/ 1465120 w 1504950"/>
              <a:gd name="connsiteY46" fmla="*/ 223670 h 790575"/>
              <a:gd name="connsiteX47" fmla="*/ 1440377 w 1504950"/>
              <a:gd name="connsiteY47" fmla="*/ 216362 h 790575"/>
              <a:gd name="connsiteX48" fmla="*/ 1397627 w 1504950"/>
              <a:gd name="connsiteY48" fmla="*/ 229862 h 790575"/>
              <a:gd name="connsiteX49" fmla="*/ 1377107 w 1504950"/>
              <a:gd name="connsiteY49" fmla="*/ 231554 h 790575"/>
              <a:gd name="connsiteX50" fmla="*/ 1368380 w 1504950"/>
              <a:gd name="connsiteY50" fmla="*/ 216362 h 790575"/>
              <a:gd name="connsiteX51" fmla="*/ 1368380 w 1504950"/>
              <a:gd name="connsiteY51" fmla="*/ 180362 h 790575"/>
              <a:gd name="connsiteX52" fmla="*/ 1368380 w 1504950"/>
              <a:gd name="connsiteY52" fmla="*/ 36361 h 790575"/>
              <a:gd name="connsiteX53" fmla="*/ 1260369 w 1504950"/>
              <a:gd name="connsiteY53" fmla="*/ 36361 h 790575"/>
              <a:gd name="connsiteX54" fmla="*/ 252362 w 1504950"/>
              <a:gd name="connsiteY54"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04950" h="790575">
                <a:moveTo>
                  <a:pt x="36361" y="36361"/>
                </a:moveTo>
                <a:lnTo>
                  <a:pt x="36361" y="234362"/>
                </a:lnTo>
                <a:lnTo>
                  <a:pt x="36361" y="270362"/>
                </a:lnTo>
                <a:cubicBezTo>
                  <a:pt x="36361" y="279362"/>
                  <a:pt x="39745" y="283862"/>
                  <a:pt x="45109" y="285554"/>
                </a:cubicBezTo>
                <a:cubicBezTo>
                  <a:pt x="50437" y="287246"/>
                  <a:pt x="57745" y="286094"/>
                  <a:pt x="65629" y="283862"/>
                </a:cubicBezTo>
                <a:cubicBezTo>
                  <a:pt x="81397" y="279362"/>
                  <a:pt x="99397" y="270362"/>
                  <a:pt x="108397" y="270362"/>
                </a:cubicBezTo>
                <a:cubicBezTo>
                  <a:pt x="117398" y="270362"/>
                  <a:pt x="126362" y="272234"/>
                  <a:pt x="133129" y="277670"/>
                </a:cubicBezTo>
                <a:cubicBezTo>
                  <a:pt x="139862" y="283106"/>
                  <a:pt x="144398" y="292142"/>
                  <a:pt x="144398" y="306362"/>
                </a:cubicBezTo>
                <a:cubicBezTo>
                  <a:pt x="144398" y="320618"/>
                  <a:pt x="139862" y="329618"/>
                  <a:pt x="133129" y="335054"/>
                </a:cubicBezTo>
                <a:cubicBezTo>
                  <a:pt x="126362" y="340490"/>
                  <a:pt x="117398" y="342362"/>
                  <a:pt x="108397" y="342362"/>
                </a:cubicBezTo>
                <a:cubicBezTo>
                  <a:pt x="99397" y="342362"/>
                  <a:pt x="81397" y="333362"/>
                  <a:pt x="65629" y="328862"/>
                </a:cubicBezTo>
                <a:cubicBezTo>
                  <a:pt x="57745" y="326594"/>
                  <a:pt x="50437" y="325478"/>
                  <a:pt x="45109" y="327170"/>
                </a:cubicBezTo>
                <a:cubicBezTo>
                  <a:pt x="39745" y="328862"/>
                  <a:pt x="36361" y="333362"/>
                  <a:pt x="36361" y="342362"/>
                </a:cubicBezTo>
                <a:lnTo>
                  <a:pt x="36361" y="378362"/>
                </a:lnTo>
                <a:lnTo>
                  <a:pt x="90362" y="432362"/>
                </a:lnTo>
                <a:lnTo>
                  <a:pt x="144398" y="378362"/>
                </a:lnTo>
                <a:lnTo>
                  <a:pt x="144398" y="522362"/>
                </a:lnTo>
                <a:lnTo>
                  <a:pt x="90362" y="468362"/>
                </a:lnTo>
                <a:lnTo>
                  <a:pt x="36361" y="522362"/>
                </a:lnTo>
                <a:lnTo>
                  <a:pt x="36361" y="756362"/>
                </a:lnTo>
                <a:lnTo>
                  <a:pt x="252362" y="756362"/>
                </a:lnTo>
                <a:lnTo>
                  <a:pt x="1260369" y="756362"/>
                </a:lnTo>
                <a:lnTo>
                  <a:pt x="1368380" y="756362"/>
                </a:lnTo>
                <a:lnTo>
                  <a:pt x="1368380" y="576362"/>
                </a:lnTo>
                <a:lnTo>
                  <a:pt x="1422387" y="522362"/>
                </a:lnTo>
                <a:lnTo>
                  <a:pt x="1476373" y="576362"/>
                </a:lnTo>
                <a:lnTo>
                  <a:pt x="1476373" y="432362"/>
                </a:lnTo>
                <a:lnTo>
                  <a:pt x="1422387" y="486362"/>
                </a:lnTo>
                <a:lnTo>
                  <a:pt x="1368380" y="432362"/>
                </a:lnTo>
                <a:lnTo>
                  <a:pt x="1368380" y="396362"/>
                </a:lnTo>
                <a:cubicBezTo>
                  <a:pt x="1368380" y="387362"/>
                  <a:pt x="1371761" y="382862"/>
                  <a:pt x="1377107" y="381170"/>
                </a:cubicBezTo>
                <a:cubicBezTo>
                  <a:pt x="1382449" y="379478"/>
                  <a:pt x="1389750" y="380630"/>
                  <a:pt x="1397627" y="382862"/>
                </a:cubicBezTo>
                <a:cubicBezTo>
                  <a:pt x="1413377" y="387362"/>
                  <a:pt x="1431377" y="396362"/>
                  <a:pt x="1440377" y="396362"/>
                </a:cubicBezTo>
                <a:cubicBezTo>
                  <a:pt x="1449377" y="396362"/>
                  <a:pt x="1458370" y="394490"/>
                  <a:pt x="1465120" y="389054"/>
                </a:cubicBezTo>
                <a:cubicBezTo>
                  <a:pt x="1471870" y="383618"/>
                  <a:pt x="1476373" y="374582"/>
                  <a:pt x="1476373" y="360362"/>
                </a:cubicBezTo>
                <a:cubicBezTo>
                  <a:pt x="1476373" y="346106"/>
                  <a:pt x="1471870" y="337106"/>
                  <a:pt x="1465120" y="331670"/>
                </a:cubicBezTo>
                <a:cubicBezTo>
                  <a:pt x="1458370" y="326234"/>
                  <a:pt x="1449377" y="324362"/>
                  <a:pt x="1440377" y="324362"/>
                </a:cubicBezTo>
                <a:cubicBezTo>
                  <a:pt x="1431377" y="324362"/>
                  <a:pt x="1413377" y="333362"/>
                  <a:pt x="1397627" y="337862"/>
                </a:cubicBezTo>
                <a:cubicBezTo>
                  <a:pt x="1389750" y="340130"/>
                  <a:pt x="1382449" y="341210"/>
                  <a:pt x="1377107" y="339554"/>
                </a:cubicBezTo>
                <a:cubicBezTo>
                  <a:pt x="1371764" y="337862"/>
                  <a:pt x="1368380" y="333362"/>
                  <a:pt x="1368380" y="324362"/>
                </a:cubicBezTo>
                <a:lnTo>
                  <a:pt x="1368380" y="288362"/>
                </a:lnTo>
                <a:cubicBezTo>
                  <a:pt x="1368380" y="279362"/>
                  <a:pt x="1371761" y="274862"/>
                  <a:pt x="1377107" y="273170"/>
                </a:cubicBezTo>
                <a:cubicBezTo>
                  <a:pt x="1382449" y="271478"/>
                  <a:pt x="1389750" y="272594"/>
                  <a:pt x="1397627" y="274862"/>
                </a:cubicBezTo>
                <a:cubicBezTo>
                  <a:pt x="1413377" y="279362"/>
                  <a:pt x="1431377" y="288362"/>
                  <a:pt x="1440377" y="288362"/>
                </a:cubicBezTo>
                <a:cubicBezTo>
                  <a:pt x="1449377" y="288362"/>
                  <a:pt x="1458370" y="286490"/>
                  <a:pt x="1465120" y="281054"/>
                </a:cubicBezTo>
                <a:cubicBezTo>
                  <a:pt x="1471870" y="275618"/>
                  <a:pt x="1476373" y="266582"/>
                  <a:pt x="1476373" y="252362"/>
                </a:cubicBezTo>
                <a:cubicBezTo>
                  <a:pt x="1476373" y="238142"/>
                  <a:pt x="1471870" y="229106"/>
                  <a:pt x="1465120" y="223670"/>
                </a:cubicBezTo>
                <a:cubicBezTo>
                  <a:pt x="1458370" y="218234"/>
                  <a:pt x="1449377" y="216362"/>
                  <a:pt x="1440377" y="216362"/>
                </a:cubicBezTo>
                <a:cubicBezTo>
                  <a:pt x="1431377" y="216362"/>
                  <a:pt x="1413377" y="225362"/>
                  <a:pt x="1397627" y="229862"/>
                </a:cubicBezTo>
                <a:cubicBezTo>
                  <a:pt x="1389750" y="232130"/>
                  <a:pt x="1382449" y="233210"/>
                  <a:pt x="1377107" y="231554"/>
                </a:cubicBezTo>
                <a:cubicBezTo>
                  <a:pt x="1371764" y="229862"/>
                  <a:pt x="1368380" y="225362"/>
                  <a:pt x="1368380" y="216362"/>
                </a:cubicBezTo>
                <a:lnTo>
                  <a:pt x="1368380" y="180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z="2400">
              <a:latin typeface="Tw Cen MT Condensed" panose="020B0606020104020203" pitchFamily="34" charset="0"/>
            </a:endParaRPr>
          </a:p>
        </p:txBody>
      </p:sp>
      <p:sp>
        <p:nvSpPr>
          <p:cNvPr id="14" name="!!x">
            <a:extLst>
              <a:ext uri="{FF2B5EF4-FFF2-40B4-BE49-F238E27FC236}">
                <a16:creationId xmlns:a16="http://schemas.microsoft.com/office/drawing/2014/main" id="{3CD46F2A-A820-34F6-5D6D-ADE41610C878}"/>
              </a:ext>
            </a:extLst>
          </p:cNvPr>
          <p:cNvSpPr>
            <a:spLocks noChangeAspect="1"/>
          </p:cNvSpPr>
          <p:nvPr/>
        </p:nvSpPr>
        <p:spPr>
          <a:xfrm rot="19920000">
            <a:off x="8964989" y="1229519"/>
            <a:ext cx="1279211" cy="671989"/>
          </a:xfrm>
          <a:custGeom>
            <a:avLst/>
            <a:gdLst>
              <a:gd name="connsiteX0" fmla="*/ 36361 w 1504950"/>
              <a:gd name="connsiteY0" fmla="*/ 36361 h 790575"/>
              <a:gd name="connsiteX1" fmla="*/ 36361 w 1504950"/>
              <a:gd name="connsiteY1" fmla="*/ 234397 h 790575"/>
              <a:gd name="connsiteX2" fmla="*/ 36361 w 1504950"/>
              <a:gd name="connsiteY2" fmla="*/ 270362 h 790575"/>
              <a:gd name="connsiteX3" fmla="*/ 90362 w 1504950"/>
              <a:gd name="connsiteY3" fmla="*/ 324362 h 790575"/>
              <a:gd name="connsiteX4" fmla="*/ 144398 w 1504950"/>
              <a:gd name="connsiteY4" fmla="*/ 270362 h 790575"/>
              <a:gd name="connsiteX5" fmla="*/ 144398 w 1504950"/>
              <a:gd name="connsiteY5" fmla="*/ 414362 h 790575"/>
              <a:gd name="connsiteX6" fmla="*/ 90362 w 1504950"/>
              <a:gd name="connsiteY6" fmla="*/ 360362 h 790575"/>
              <a:gd name="connsiteX7" fmla="*/ 36361 w 1504950"/>
              <a:gd name="connsiteY7" fmla="*/ 414362 h 790575"/>
              <a:gd name="connsiteX8" fmla="*/ 36361 w 1504950"/>
              <a:gd name="connsiteY8" fmla="*/ 450362 h 790575"/>
              <a:gd name="connsiteX9" fmla="*/ 45109 w 1504950"/>
              <a:gd name="connsiteY9" fmla="*/ 465554 h 790575"/>
              <a:gd name="connsiteX10" fmla="*/ 65629 w 1504950"/>
              <a:gd name="connsiteY10" fmla="*/ 463862 h 790575"/>
              <a:gd name="connsiteX11" fmla="*/ 108397 w 1504950"/>
              <a:gd name="connsiteY11" fmla="*/ 450362 h 790575"/>
              <a:gd name="connsiteX12" fmla="*/ 133129 w 1504950"/>
              <a:gd name="connsiteY12" fmla="*/ 457670 h 790575"/>
              <a:gd name="connsiteX13" fmla="*/ 144398 w 1504950"/>
              <a:gd name="connsiteY13" fmla="*/ 486362 h 790575"/>
              <a:gd name="connsiteX14" fmla="*/ 133129 w 1504950"/>
              <a:gd name="connsiteY14" fmla="*/ 515054 h 790575"/>
              <a:gd name="connsiteX15" fmla="*/ 108397 w 1504950"/>
              <a:gd name="connsiteY15" fmla="*/ 522362 h 790575"/>
              <a:gd name="connsiteX16" fmla="*/ 65629 w 1504950"/>
              <a:gd name="connsiteY16" fmla="*/ 508862 h 790575"/>
              <a:gd name="connsiteX17" fmla="*/ 45109 w 1504950"/>
              <a:gd name="connsiteY17" fmla="*/ 507170 h 790575"/>
              <a:gd name="connsiteX18" fmla="*/ 36361 w 1504950"/>
              <a:gd name="connsiteY18" fmla="*/ 522362 h 790575"/>
              <a:gd name="connsiteX19" fmla="*/ 36361 w 1504950"/>
              <a:gd name="connsiteY19" fmla="*/ 756362 h 790575"/>
              <a:gd name="connsiteX20" fmla="*/ 252362 w 1504950"/>
              <a:gd name="connsiteY20" fmla="*/ 756362 h 790575"/>
              <a:gd name="connsiteX21" fmla="*/ 1260369 w 1504950"/>
              <a:gd name="connsiteY21" fmla="*/ 756362 h 790575"/>
              <a:gd name="connsiteX22" fmla="*/ 1368380 w 1504950"/>
              <a:gd name="connsiteY22" fmla="*/ 756362 h 790575"/>
              <a:gd name="connsiteX23" fmla="*/ 1368380 w 1504950"/>
              <a:gd name="connsiteY23" fmla="*/ 468362 h 790575"/>
              <a:gd name="connsiteX24" fmla="*/ 1422370 w 1504950"/>
              <a:gd name="connsiteY24" fmla="*/ 414362 h 790575"/>
              <a:gd name="connsiteX25" fmla="*/ 1476373 w 1504950"/>
              <a:gd name="connsiteY25" fmla="*/ 468362 h 790575"/>
              <a:gd name="connsiteX26" fmla="*/ 1476373 w 1504950"/>
              <a:gd name="connsiteY26" fmla="*/ 324362 h 790575"/>
              <a:gd name="connsiteX27" fmla="*/ 1422370 w 1504950"/>
              <a:gd name="connsiteY27" fmla="*/ 378362 h 790575"/>
              <a:gd name="connsiteX28" fmla="*/ 1368380 w 1504950"/>
              <a:gd name="connsiteY28" fmla="*/ 324362 h 790575"/>
              <a:gd name="connsiteX29" fmla="*/ 1368380 w 1504950"/>
              <a:gd name="connsiteY29" fmla="*/ 288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34397"/>
                </a:lnTo>
                <a:lnTo>
                  <a:pt x="36361" y="270362"/>
                </a:lnTo>
                <a:lnTo>
                  <a:pt x="90362" y="324362"/>
                </a:lnTo>
                <a:lnTo>
                  <a:pt x="144398" y="270362"/>
                </a:lnTo>
                <a:lnTo>
                  <a:pt x="144398" y="414362"/>
                </a:lnTo>
                <a:lnTo>
                  <a:pt x="90362" y="360362"/>
                </a:lnTo>
                <a:lnTo>
                  <a:pt x="36361" y="414362"/>
                </a:lnTo>
                <a:lnTo>
                  <a:pt x="36361" y="450362"/>
                </a:lnTo>
                <a:cubicBezTo>
                  <a:pt x="36361" y="459362"/>
                  <a:pt x="39745" y="463862"/>
                  <a:pt x="45109" y="465554"/>
                </a:cubicBezTo>
                <a:cubicBezTo>
                  <a:pt x="50437" y="467246"/>
                  <a:pt x="57745" y="466130"/>
                  <a:pt x="65629" y="463862"/>
                </a:cubicBezTo>
                <a:cubicBezTo>
                  <a:pt x="81397" y="459362"/>
                  <a:pt x="99397" y="450362"/>
                  <a:pt x="108397" y="450362"/>
                </a:cubicBezTo>
                <a:cubicBezTo>
                  <a:pt x="117398" y="450362"/>
                  <a:pt x="126362" y="452234"/>
                  <a:pt x="133129" y="457670"/>
                </a:cubicBezTo>
                <a:cubicBezTo>
                  <a:pt x="139862" y="463106"/>
                  <a:pt x="144398" y="472142"/>
                  <a:pt x="144398" y="486362"/>
                </a:cubicBezTo>
                <a:cubicBezTo>
                  <a:pt x="144398" y="500582"/>
                  <a:pt x="139862" y="509618"/>
                  <a:pt x="133129" y="515054"/>
                </a:cubicBezTo>
                <a:cubicBezTo>
                  <a:pt x="126362" y="520490"/>
                  <a:pt x="117398" y="522362"/>
                  <a:pt x="108397" y="522362"/>
                </a:cubicBezTo>
                <a:cubicBezTo>
                  <a:pt x="99397" y="522362"/>
                  <a:pt x="81397" y="513362"/>
                  <a:pt x="65629" y="508862"/>
                </a:cubicBezTo>
                <a:cubicBezTo>
                  <a:pt x="57745" y="506630"/>
                  <a:pt x="50437" y="505514"/>
                  <a:pt x="45109" y="507170"/>
                </a:cubicBezTo>
                <a:cubicBezTo>
                  <a:pt x="39745" y="508862"/>
                  <a:pt x="36361" y="513362"/>
                  <a:pt x="36361" y="522362"/>
                </a:cubicBezTo>
                <a:lnTo>
                  <a:pt x="36361" y="756362"/>
                </a:lnTo>
                <a:lnTo>
                  <a:pt x="252362" y="756362"/>
                </a:lnTo>
                <a:lnTo>
                  <a:pt x="1260369" y="756362"/>
                </a:lnTo>
                <a:lnTo>
                  <a:pt x="1368380" y="756362"/>
                </a:lnTo>
                <a:lnTo>
                  <a:pt x="1368380" y="468362"/>
                </a:lnTo>
                <a:lnTo>
                  <a:pt x="1422370" y="414362"/>
                </a:lnTo>
                <a:lnTo>
                  <a:pt x="1476373" y="468362"/>
                </a:lnTo>
                <a:lnTo>
                  <a:pt x="1476373" y="324362"/>
                </a:lnTo>
                <a:lnTo>
                  <a:pt x="1422370" y="378362"/>
                </a:lnTo>
                <a:lnTo>
                  <a:pt x="1368380" y="324362"/>
                </a:lnTo>
                <a:lnTo>
                  <a:pt x="1368380" y="288362"/>
                </a:lnTo>
                <a:lnTo>
                  <a:pt x="1368380" y="36361"/>
                </a:lnTo>
                <a:lnTo>
                  <a:pt x="1260369" y="36361"/>
                </a:lnTo>
                <a:lnTo>
                  <a:pt x="252362" y="36361"/>
                </a:lnTo>
                <a:close/>
              </a:path>
            </a:pathLst>
          </a:custGeom>
          <a:solidFill>
            <a:srgbClr val="00B0F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5" name="!!xi">
            <a:extLst>
              <a:ext uri="{FF2B5EF4-FFF2-40B4-BE49-F238E27FC236}">
                <a16:creationId xmlns:a16="http://schemas.microsoft.com/office/drawing/2014/main" id="{647D2C44-900B-40E4-42C8-08454CDAB06B}"/>
              </a:ext>
            </a:extLst>
          </p:cNvPr>
          <p:cNvSpPr>
            <a:spLocks noChangeAspect="1"/>
          </p:cNvSpPr>
          <p:nvPr/>
        </p:nvSpPr>
        <p:spPr>
          <a:xfrm rot="19920000">
            <a:off x="9955214" y="692177"/>
            <a:ext cx="1279211" cy="671989"/>
          </a:xfrm>
          <a:custGeom>
            <a:avLst/>
            <a:gdLst>
              <a:gd name="connsiteX0" fmla="*/ 36361 w 1504950"/>
              <a:gd name="connsiteY0" fmla="*/ 36361 h 790575"/>
              <a:gd name="connsiteX1" fmla="*/ 36361 w 1504950"/>
              <a:gd name="connsiteY1" fmla="*/ 288362 h 790575"/>
              <a:gd name="connsiteX2" fmla="*/ 36361 w 1504950"/>
              <a:gd name="connsiteY2" fmla="*/ 324362 h 790575"/>
              <a:gd name="connsiteX3" fmla="*/ 90362 w 1504950"/>
              <a:gd name="connsiteY3" fmla="*/ 378362 h 790575"/>
              <a:gd name="connsiteX4" fmla="*/ 144398 w 1504950"/>
              <a:gd name="connsiteY4" fmla="*/ 324362 h 790575"/>
              <a:gd name="connsiteX5" fmla="*/ 144398 w 1504950"/>
              <a:gd name="connsiteY5" fmla="*/ 468362 h 790575"/>
              <a:gd name="connsiteX6" fmla="*/ 90362 w 1504950"/>
              <a:gd name="connsiteY6" fmla="*/ 414362 h 790575"/>
              <a:gd name="connsiteX7" fmla="*/ 36361 w 1504950"/>
              <a:gd name="connsiteY7" fmla="*/ 468362 h 790575"/>
              <a:gd name="connsiteX8" fmla="*/ 36361 w 1504950"/>
              <a:gd name="connsiteY8" fmla="*/ 756362 h 790575"/>
              <a:gd name="connsiteX9" fmla="*/ 252362 w 1504950"/>
              <a:gd name="connsiteY9" fmla="*/ 756362 h 790575"/>
              <a:gd name="connsiteX10" fmla="*/ 1260369 w 1504950"/>
              <a:gd name="connsiteY10" fmla="*/ 756362 h 790575"/>
              <a:gd name="connsiteX11" fmla="*/ 1368380 w 1504950"/>
              <a:gd name="connsiteY11" fmla="*/ 756362 h 790575"/>
              <a:gd name="connsiteX12" fmla="*/ 1368380 w 1504950"/>
              <a:gd name="connsiteY12" fmla="*/ 522362 h 790575"/>
              <a:gd name="connsiteX13" fmla="*/ 1422370 w 1504950"/>
              <a:gd name="connsiteY13" fmla="*/ 468362 h 790575"/>
              <a:gd name="connsiteX14" fmla="*/ 1476373 w 1504950"/>
              <a:gd name="connsiteY14" fmla="*/ 522362 h 790575"/>
              <a:gd name="connsiteX15" fmla="*/ 1476373 w 1504950"/>
              <a:gd name="connsiteY15" fmla="*/ 378362 h 790575"/>
              <a:gd name="connsiteX16" fmla="*/ 1422370 w 1504950"/>
              <a:gd name="connsiteY16" fmla="*/ 432362 h 790575"/>
              <a:gd name="connsiteX17" fmla="*/ 1368380 w 1504950"/>
              <a:gd name="connsiteY17" fmla="*/ 378362 h 790575"/>
              <a:gd name="connsiteX18" fmla="*/ 1368380 w 1504950"/>
              <a:gd name="connsiteY18" fmla="*/ 342362 h 790575"/>
              <a:gd name="connsiteX19" fmla="*/ 1377089 w 1504950"/>
              <a:gd name="connsiteY19" fmla="*/ 327169 h 790575"/>
              <a:gd name="connsiteX20" fmla="*/ 1397627 w 1504950"/>
              <a:gd name="connsiteY20" fmla="*/ 328862 h 790575"/>
              <a:gd name="connsiteX21" fmla="*/ 1440377 w 1504950"/>
              <a:gd name="connsiteY21" fmla="*/ 342362 h 790575"/>
              <a:gd name="connsiteX22" fmla="*/ 1465120 w 1504950"/>
              <a:gd name="connsiteY22" fmla="*/ 335054 h 790575"/>
              <a:gd name="connsiteX23" fmla="*/ 1476373 w 1504950"/>
              <a:gd name="connsiteY23" fmla="*/ 306362 h 790575"/>
              <a:gd name="connsiteX24" fmla="*/ 1465120 w 1504950"/>
              <a:gd name="connsiteY24" fmla="*/ 277669 h 790575"/>
              <a:gd name="connsiteX25" fmla="*/ 1440377 w 1504950"/>
              <a:gd name="connsiteY25" fmla="*/ 270362 h 790575"/>
              <a:gd name="connsiteX26" fmla="*/ 1397627 w 1504950"/>
              <a:gd name="connsiteY26" fmla="*/ 283862 h 790575"/>
              <a:gd name="connsiteX27" fmla="*/ 1377089 w 1504950"/>
              <a:gd name="connsiteY27" fmla="*/ 285554 h 790575"/>
              <a:gd name="connsiteX28" fmla="*/ 1368380 w 1504950"/>
              <a:gd name="connsiteY28" fmla="*/ 270362 h 790575"/>
              <a:gd name="connsiteX29" fmla="*/ 1368380 w 1504950"/>
              <a:gd name="connsiteY29" fmla="*/ 234362 h 790575"/>
              <a:gd name="connsiteX30" fmla="*/ 1368380 w 1504950"/>
              <a:gd name="connsiteY30" fmla="*/ 36361 h 790575"/>
              <a:gd name="connsiteX31" fmla="*/ 1260369 w 1504950"/>
              <a:gd name="connsiteY31" fmla="*/ 36361 h 790575"/>
              <a:gd name="connsiteX32" fmla="*/ 252362 w 1504950"/>
              <a:gd name="connsiteY32" fmla="*/ 36361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04950" h="790575">
                <a:moveTo>
                  <a:pt x="36361" y="36361"/>
                </a:moveTo>
                <a:lnTo>
                  <a:pt x="36361" y="288362"/>
                </a:lnTo>
                <a:lnTo>
                  <a:pt x="36361" y="324362"/>
                </a:lnTo>
                <a:lnTo>
                  <a:pt x="90362" y="378362"/>
                </a:lnTo>
                <a:lnTo>
                  <a:pt x="144398" y="324362"/>
                </a:lnTo>
                <a:lnTo>
                  <a:pt x="144398" y="468362"/>
                </a:lnTo>
                <a:lnTo>
                  <a:pt x="90362" y="414362"/>
                </a:lnTo>
                <a:lnTo>
                  <a:pt x="36361" y="468362"/>
                </a:lnTo>
                <a:lnTo>
                  <a:pt x="36361" y="756362"/>
                </a:lnTo>
                <a:lnTo>
                  <a:pt x="252362" y="756362"/>
                </a:lnTo>
                <a:lnTo>
                  <a:pt x="1260369" y="756362"/>
                </a:lnTo>
                <a:lnTo>
                  <a:pt x="1368380" y="756362"/>
                </a:lnTo>
                <a:lnTo>
                  <a:pt x="1368380" y="522362"/>
                </a:lnTo>
                <a:lnTo>
                  <a:pt x="1422370" y="468362"/>
                </a:lnTo>
                <a:lnTo>
                  <a:pt x="1476373" y="522362"/>
                </a:lnTo>
                <a:lnTo>
                  <a:pt x="1476373" y="378362"/>
                </a:lnTo>
                <a:lnTo>
                  <a:pt x="1422370" y="432362"/>
                </a:lnTo>
                <a:lnTo>
                  <a:pt x="1368380" y="378362"/>
                </a:lnTo>
                <a:lnTo>
                  <a:pt x="1368380" y="342362"/>
                </a:lnTo>
                <a:cubicBezTo>
                  <a:pt x="1368380" y="333362"/>
                  <a:pt x="1371743" y="328862"/>
                  <a:pt x="1377089" y="327169"/>
                </a:cubicBezTo>
                <a:cubicBezTo>
                  <a:pt x="1382431" y="325477"/>
                  <a:pt x="1389750" y="326629"/>
                  <a:pt x="1397627" y="328862"/>
                </a:cubicBezTo>
                <a:cubicBezTo>
                  <a:pt x="1413377" y="333362"/>
                  <a:pt x="1431377" y="342362"/>
                  <a:pt x="1440377" y="342362"/>
                </a:cubicBezTo>
                <a:cubicBezTo>
                  <a:pt x="1449377" y="342362"/>
                  <a:pt x="1458370" y="340490"/>
                  <a:pt x="1465120" y="335054"/>
                </a:cubicBezTo>
                <a:cubicBezTo>
                  <a:pt x="1471870" y="329581"/>
                  <a:pt x="1476373" y="320581"/>
                  <a:pt x="1476373" y="306362"/>
                </a:cubicBezTo>
                <a:cubicBezTo>
                  <a:pt x="1476373" y="292105"/>
                  <a:pt x="1471870" y="283105"/>
                  <a:pt x="1465120" y="277669"/>
                </a:cubicBezTo>
                <a:cubicBezTo>
                  <a:pt x="1458370" y="272234"/>
                  <a:pt x="1449377" y="270362"/>
                  <a:pt x="1440377" y="270362"/>
                </a:cubicBezTo>
                <a:cubicBezTo>
                  <a:pt x="1431377" y="270362"/>
                  <a:pt x="1413377" y="279362"/>
                  <a:pt x="1397627" y="283862"/>
                </a:cubicBezTo>
                <a:cubicBezTo>
                  <a:pt x="1389750" y="286094"/>
                  <a:pt x="1382431" y="287245"/>
                  <a:pt x="1377089" y="285554"/>
                </a:cubicBezTo>
                <a:cubicBezTo>
                  <a:pt x="1371743" y="283862"/>
                  <a:pt x="1368380" y="279362"/>
                  <a:pt x="1368380" y="270362"/>
                </a:cubicBezTo>
                <a:lnTo>
                  <a:pt x="1368380" y="234362"/>
                </a:lnTo>
                <a:lnTo>
                  <a:pt x="1368380" y="36361"/>
                </a:lnTo>
                <a:lnTo>
                  <a:pt x="1260369" y="36361"/>
                </a:lnTo>
                <a:lnTo>
                  <a:pt x="252362" y="36361"/>
                </a:lnTo>
                <a:close/>
              </a:path>
            </a:pathLst>
          </a:custGeom>
          <a:solidFill>
            <a:srgbClr val="00B050"/>
          </a:solidFill>
          <a:ln w="48484" cap="flat">
            <a:noFill/>
            <a:prstDash val="solid"/>
            <a:miter/>
          </a:ln>
          <a:scene3d>
            <a:camera prst="orthographicFront"/>
            <a:lightRig rig="threePt" dir="t"/>
          </a:scene3d>
          <a:sp3d>
            <a:bevelT/>
          </a:sp3d>
        </p:spPr>
        <p:txBody>
          <a:bodyPr rtlCol="0" anchor="ctr"/>
          <a:lstStyle/>
          <a:p>
            <a:pPr algn="ctr"/>
            <a:endParaRPr lang="en-GB" spc="-100">
              <a:latin typeface="Tw Cen MT Condensed" panose="020B0606020104020203" pitchFamily="34" charset="0"/>
            </a:endParaRPr>
          </a:p>
        </p:txBody>
      </p:sp>
      <p:sp>
        <p:nvSpPr>
          <p:cNvPr id="16" name="Rectangle 1">
            <a:extLst>
              <a:ext uri="{FF2B5EF4-FFF2-40B4-BE49-F238E27FC236}">
                <a16:creationId xmlns:a16="http://schemas.microsoft.com/office/drawing/2014/main" id="{F05C0B79-9EC2-B433-3C26-0356A5842562}"/>
              </a:ext>
            </a:extLst>
          </p:cNvPr>
          <p:cNvSpPr>
            <a:spLocks noChangeArrowheads="1"/>
          </p:cNvSpPr>
          <p:nvPr/>
        </p:nvSpPr>
        <p:spPr bwMode="auto">
          <a:xfrm rot="19920000">
            <a:off x="4929028" y="3481125"/>
            <a:ext cx="1386619"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welcome a </a:t>
            </a:r>
            <a:endParaRPr kumimoji="0" lang="en-US" altLang="en-US" b="0" i="0" u="none" strike="noStrike" cap="none" spc="-100" normalizeH="0">
              <a:ln>
                <a:noFill/>
              </a:ln>
              <a:effectLst/>
              <a:latin typeface="Tw Cen MT Condensed" panose="020B0606020104020203" pitchFamily="34" charset="0"/>
            </a:endParaRPr>
          </a:p>
        </p:txBody>
      </p:sp>
      <p:sp>
        <p:nvSpPr>
          <p:cNvPr id="17" name="Rectangle 1">
            <a:extLst>
              <a:ext uri="{FF2B5EF4-FFF2-40B4-BE49-F238E27FC236}">
                <a16:creationId xmlns:a16="http://schemas.microsoft.com/office/drawing/2014/main" id="{F44582F2-7A7C-83BA-AA5B-5FB4102CA8F8}"/>
              </a:ext>
            </a:extLst>
          </p:cNvPr>
          <p:cNvSpPr>
            <a:spLocks noChangeArrowheads="1"/>
          </p:cNvSpPr>
          <p:nvPr/>
        </p:nvSpPr>
        <p:spPr bwMode="auto">
          <a:xfrm rot="19920000">
            <a:off x="-73216" y="6172371"/>
            <a:ext cx="1386619"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spc="-100" normalizeH="0">
                <a:ln>
                  <a:noFill/>
                </a:ln>
                <a:effectLst/>
                <a:latin typeface="Tw Cen MT Condensed" panose="020B0606020104020203" pitchFamily="34" charset="0"/>
                <a:cs typeface="Calibri" panose="020F0502020204030204" pitchFamily="34" charset="0"/>
              </a:rPr>
              <a:t>If my experience</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
        <p:nvSpPr>
          <p:cNvPr id="18" name="Rectangle 1">
            <a:extLst>
              <a:ext uri="{FF2B5EF4-FFF2-40B4-BE49-F238E27FC236}">
                <a16:creationId xmlns:a16="http://schemas.microsoft.com/office/drawing/2014/main" id="{51F3B737-E2B5-4EE2-644C-1D2D3AC3E62A}"/>
              </a:ext>
            </a:extLst>
          </p:cNvPr>
          <p:cNvSpPr>
            <a:spLocks noChangeArrowheads="1"/>
          </p:cNvSpPr>
          <p:nvPr/>
        </p:nvSpPr>
        <p:spPr bwMode="auto">
          <a:xfrm rot="19920000">
            <a:off x="972361" y="5628823"/>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and qualifications</a:t>
            </a:r>
            <a:endParaRPr kumimoji="0" lang="en-US" altLang="en-US" b="0" i="0" u="none" strike="noStrike" cap="none" spc="-100" normalizeH="0">
              <a:ln>
                <a:noFill/>
              </a:ln>
              <a:effectLst/>
              <a:latin typeface="Tw Cen MT Condensed" panose="020B0606020104020203" pitchFamily="34" charset="0"/>
            </a:endParaRPr>
          </a:p>
        </p:txBody>
      </p:sp>
      <p:sp>
        <p:nvSpPr>
          <p:cNvPr id="19" name="Rectangle 1">
            <a:extLst>
              <a:ext uri="{FF2B5EF4-FFF2-40B4-BE49-F238E27FC236}">
                <a16:creationId xmlns:a16="http://schemas.microsoft.com/office/drawing/2014/main" id="{3B6427B2-FB07-A372-62D4-6E5CECD2AD68}"/>
              </a:ext>
            </a:extLst>
          </p:cNvPr>
          <p:cNvSpPr>
            <a:spLocks noChangeArrowheads="1"/>
          </p:cNvSpPr>
          <p:nvPr/>
        </p:nvSpPr>
        <p:spPr bwMode="auto">
          <a:xfrm rot="19920000">
            <a:off x="1972456" y="5063126"/>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m</a:t>
            </a:r>
            <a:r>
              <a:rPr lang="en-US" altLang="en-US" spc="-100">
                <a:solidFill>
                  <a:schemeClr val="tx1"/>
                </a:solidFill>
                <a:latin typeface="Tw Cen MT Condensed" panose="020B0606020104020203" pitchFamily="34" charset="0"/>
                <a:cs typeface="Calibri" panose="020F0502020204030204" pitchFamily="34" charset="0"/>
              </a:rPr>
              <a:t>eet your</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
        <p:nvSpPr>
          <p:cNvPr id="20" name="Rectangle 1">
            <a:extLst>
              <a:ext uri="{FF2B5EF4-FFF2-40B4-BE49-F238E27FC236}">
                <a16:creationId xmlns:a16="http://schemas.microsoft.com/office/drawing/2014/main" id="{923B1F31-C8EE-F204-73AD-A9C39C20A2B5}"/>
              </a:ext>
            </a:extLst>
          </p:cNvPr>
          <p:cNvSpPr>
            <a:spLocks noChangeArrowheads="1"/>
          </p:cNvSpPr>
          <p:nvPr/>
        </p:nvSpPr>
        <p:spPr bwMode="auto">
          <a:xfrm rot="19920000">
            <a:off x="2975715" y="4536764"/>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requirements,</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
        <p:nvSpPr>
          <p:cNvPr id="21" name="Rectangle 1">
            <a:extLst>
              <a:ext uri="{FF2B5EF4-FFF2-40B4-BE49-F238E27FC236}">
                <a16:creationId xmlns:a16="http://schemas.microsoft.com/office/drawing/2014/main" id="{7E4FB509-780B-FEC7-ECDB-8B9ECF955B3A}"/>
              </a:ext>
            </a:extLst>
          </p:cNvPr>
          <p:cNvSpPr>
            <a:spLocks noChangeArrowheads="1"/>
          </p:cNvSpPr>
          <p:nvPr/>
        </p:nvSpPr>
        <p:spPr bwMode="auto">
          <a:xfrm rot="19920000">
            <a:off x="3956465" y="4031340"/>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spc="-100" normalizeH="0">
                <a:ln>
                  <a:noFill/>
                </a:ln>
                <a:effectLst/>
                <a:latin typeface="Tw Cen MT Condensed" panose="020B0606020104020203" pitchFamily="34" charset="0"/>
                <a:cs typeface="Calibri" panose="020F0502020204030204" pitchFamily="34" charset="0"/>
              </a:rPr>
              <a:t>I would</a:t>
            </a:r>
            <a:endParaRPr kumimoji="0" lang="en-US" altLang="en-US" b="0" i="0" u="none" strike="noStrike" cap="none" spc="-100" normalizeH="0">
              <a:ln>
                <a:noFill/>
              </a:ln>
              <a:effectLst/>
              <a:latin typeface="Tw Cen MT Condensed" panose="020B0606020104020203" pitchFamily="34" charset="0"/>
            </a:endParaRPr>
          </a:p>
        </p:txBody>
      </p:sp>
      <p:sp>
        <p:nvSpPr>
          <p:cNvPr id="22" name="Rectangle 1">
            <a:extLst>
              <a:ext uri="{FF2B5EF4-FFF2-40B4-BE49-F238E27FC236}">
                <a16:creationId xmlns:a16="http://schemas.microsoft.com/office/drawing/2014/main" id="{3D1C68C5-B11C-DB28-456B-28863EF3EF0E}"/>
              </a:ext>
            </a:extLst>
          </p:cNvPr>
          <p:cNvSpPr>
            <a:spLocks noChangeArrowheads="1"/>
          </p:cNvSpPr>
          <p:nvPr/>
        </p:nvSpPr>
        <p:spPr bwMode="auto">
          <a:xfrm rot="19920000">
            <a:off x="5933556" y="2973490"/>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personal interview</a:t>
            </a:r>
            <a:endParaRPr kumimoji="0" lang="en-US" altLang="en-US" b="0" i="0" u="none" strike="noStrike" cap="none" spc="-100" normalizeH="0">
              <a:ln>
                <a:noFill/>
              </a:ln>
              <a:effectLst/>
              <a:latin typeface="Tw Cen MT Condensed" panose="020B0606020104020203" pitchFamily="34" charset="0"/>
            </a:endParaRPr>
          </a:p>
        </p:txBody>
      </p:sp>
      <p:sp>
        <p:nvSpPr>
          <p:cNvPr id="23" name="Rectangle 1">
            <a:extLst>
              <a:ext uri="{FF2B5EF4-FFF2-40B4-BE49-F238E27FC236}">
                <a16:creationId xmlns:a16="http://schemas.microsoft.com/office/drawing/2014/main" id="{47256E22-8574-747E-9626-65981B0AB803}"/>
              </a:ext>
            </a:extLst>
          </p:cNvPr>
          <p:cNvSpPr>
            <a:spLocks noChangeArrowheads="1"/>
          </p:cNvSpPr>
          <p:nvPr/>
        </p:nvSpPr>
        <p:spPr bwMode="auto">
          <a:xfrm rot="19920000">
            <a:off x="7124998" y="2462882"/>
            <a:ext cx="871934"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rPr>
              <a:t>w</a:t>
            </a:r>
            <a:r>
              <a:rPr kumimoji="0" lang="en-US" altLang="en-US" b="0" i="0" u="none" strike="noStrike" cap="none" spc="-100" normalizeH="0">
                <a:ln>
                  <a:noFill/>
                </a:ln>
                <a:effectLst/>
                <a:latin typeface="Tw Cen MT Condensed" panose="020B0606020104020203" pitchFamily="34" charset="0"/>
              </a:rPr>
              <a:t>ith you.</a:t>
            </a:r>
          </a:p>
        </p:txBody>
      </p:sp>
      <p:sp>
        <p:nvSpPr>
          <p:cNvPr id="24" name="Rectangle 1">
            <a:extLst>
              <a:ext uri="{FF2B5EF4-FFF2-40B4-BE49-F238E27FC236}">
                <a16:creationId xmlns:a16="http://schemas.microsoft.com/office/drawing/2014/main" id="{F07B1A40-EF2A-4B70-C02E-D1702991C8BC}"/>
              </a:ext>
            </a:extLst>
          </p:cNvPr>
          <p:cNvSpPr>
            <a:spLocks noChangeArrowheads="1"/>
          </p:cNvSpPr>
          <p:nvPr/>
        </p:nvSpPr>
        <p:spPr bwMode="auto">
          <a:xfrm rot="19920000">
            <a:off x="11226136" y="336147"/>
            <a:ext cx="592057"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y</a:t>
            </a:r>
            <a:r>
              <a:rPr kumimoji="0" lang="en-US" altLang="en-US" b="0" i="0" u="none" strike="noStrike" cap="none" spc="-100" normalizeH="0">
                <a:ln>
                  <a:noFill/>
                </a:ln>
                <a:effectLst/>
                <a:latin typeface="Tw Cen MT Condensed" panose="020B0606020104020203" pitchFamily="34" charset="0"/>
                <a:cs typeface="Calibri" panose="020F0502020204030204" pitchFamily="34" charset="0"/>
              </a:rPr>
              <a:t>ou.</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
        <p:nvSpPr>
          <p:cNvPr id="25" name="Rectangle 1">
            <a:extLst>
              <a:ext uri="{FF2B5EF4-FFF2-40B4-BE49-F238E27FC236}">
                <a16:creationId xmlns:a16="http://schemas.microsoft.com/office/drawing/2014/main" id="{8499DEDA-49B4-0C1D-BA78-3A76DB9521BA}"/>
              </a:ext>
            </a:extLst>
          </p:cNvPr>
          <p:cNvSpPr>
            <a:spLocks noChangeArrowheads="1"/>
          </p:cNvSpPr>
          <p:nvPr/>
        </p:nvSpPr>
        <p:spPr bwMode="auto">
          <a:xfrm rot="19920000">
            <a:off x="8140351" y="1895936"/>
            <a:ext cx="1016099"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l l</a:t>
            </a:r>
            <a:r>
              <a:rPr kumimoji="0" lang="en-US" altLang="en-US" b="0" i="0" u="none" strike="noStrike" cap="none" spc="-100" normalizeH="0">
                <a:ln>
                  <a:noFill/>
                </a:ln>
                <a:effectLst/>
                <a:latin typeface="Tw Cen MT Condensed" panose="020B0606020104020203" pitchFamily="34" charset="0"/>
                <a:cs typeface="Calibri" panose="020F0502020204030204" pitchFamily="34" charset="0"/>
              </a:rPr>
              <a:t>ook forward </a:t>
            </a:r>
            <a:endParaRPr kumimoji="0" lang="en-US" altLang="en-US" b="0" i="0" u="none" strike="noStrike" cap="none" spc="-100" normalizeH="0">
              <a:ln>
                <a:noFill/>
              </a:ln>
              <a:effectLst/>
              <a:latin typeface="Tw Cen MT Condensed" panose="020B0606020104020203" pitchFamily="34" charset="0"/>
            </a:endParaRPr>
          </a:p>
        </p:txBody>
      </p:sp>
      <p:sp>
        <p:nvSpPr>
          <p:cNvPr id="26" name="Rectangle 1">
            <a:extLst>
              <a:ext uri="{FF2B5EF4-FFF2-40B4-BE49-F238E27FC236}">
                <a16:creationId xmlns:a16="http://schemas.microsoft.com/office/drawing/2014/main" id="{6F076298-570C-C9E7-8345-98A1C6FEF722}"/>
              </a:ext>
            </a:extLst>
          </p:cNvPr>
          <p:cNvSpPr>
            <a:spLocks noChangeArrowheads="1"/>
          </p:cNvSpPr>
          <p:nvPr/>
        </p:nvSpPr>
        <p:spPr bwMode="auto">
          <a:xfrm rot="19920000">
            <a:off x="8928856" y="1371162"/>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pc="-100">
                <a:latin typeface="Tw Cen MT Condensed" panose="020B0606020104020203" pitchFamily="34" charset="0"/>
                <a:cs typeface="Calibri" panose="020F0502020204030204" pitchFamily="34" charset="0"/>
              </a:rPr>
              <a:t>to hearing</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
        <p:nvSpPr>
          <p:cNvPr id="27" name="Rectangle 1">
            <a:extLst>
              <a:ext uri="{FF2B5EF4-FFF2-40B4-BE49-F238E27FC236}">
                <a16:creationId xmlns:a16="http://schemas.microsoft.com/office/drawing/2014/main" id="{5B03077C-53FE-4FA7-5CBA-72FA8ED1BF33}"/>
              </a:ext>
            </a:extLst>
          </p:cNvPr>
          <p:cNvSpPr>
            <a:spLocks noChangeArrowheads="1"/>
          </p:cNvSpPr>
          <p:nvPr/>
        </p:nvSpPr>
        <p:spPr bwMode="auto">
          <a:xfrm rot="19920000">
            <a:off x="9928209" y="855628"/>
            <a:ext cx="1338022" cy="369332"/>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spc="-100" normalizeH="0">
                <a:ln>
                  <a:noFill/>
                </a:ln>
                <a:effectLst/>
                <a:latin typeface="Tw Cen MT Condensed" panose="020B0606020104020203" pitchFamily="34" charset="0"/>
                <a:cs typeface="Calibri" panose="020F0502020204030204" pitchFamily="34" charset="0"/>
              </a:rPr>
              <a:t>from</a:t>
            </a:r>
            <a:r>
              <a:rPr kumimoji="0" lang="en-US" altLang="en-US" b="0" i="0" u="none" strike="noStrike" cap="none" spc="-100" normalizeH="0">
                <a:ln>
                  <a:noFill/>
                </a:ln>
                <a:solidFill>
                  <a:schemeClr val="tx1"/>
                </a:solidFill>
                <a:effectLst/>
                <a:latin typeface="Tw Cen MT Condensed" panose="020B0606020104020203" pitchFamily="34" charset="0"/>
                <a:cs typeface="Calibri" panose="020F0502020204030204" pitchFamily="34" charset="0"/>
              </a:rPr>
              <a:t> </a:t>
            </a:r>
            <a:endParaRPr kumimoji="0" lang="en-US" altLang="en-US" b="0" i="0" u="none" strike="noStrike" cap="none" spc="-100" normalizeH="0">
              <a:ln>
                <a:noFill/>
              </a:ln>
              <a:effectLst/>
              <a:latin typeface="Tw Cen MT Condensed" panose="020B0606020104020203" pitchFamily="34" charset="0"/>
            </a:endParaRPr>
          </a:p>
        </p:txBody>
      </p:sp>
    </p:spTree>
    <p:extLst>
      <p:ext uri="{BB962C8B-B14F-4D97-AF65-F5344CB8AC3E}">
        <p14:creationId xmlns:p14="http://schemas.microsoft.com/office/powerpoint/2010/main" val="771612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A0DF4E-5C87-3A72-E661-F8997208A9FF}"/>
              </a:ext>
            </a:extLst>
          </p:cNvPr>
          <p:cNvSpPr txBox="1"/>
          <p:nvPr/>
        </p:nvSpPr>
        <p:spPr>
          <a:xfrm>
            <a:off x="1132973" y="3075057"/>
            <a:ext cx="9926053" cy="707886"/>
          </a:xfrm>
          <a:prstGeom prst="rect">
            <a:avLst/>
          </a:prstGeom>
          <a:noFill/>
        </p:spPr>
        <p:txBody>
          <a:bodyPr wrap="square" rtlCol="0">
            <a:spAutoFit/>
          </a:bodyPr>
          <a:lstStyle/>
          <a:p>
            <a:r>
              <a:rPr lang="en-GB" sz="4000"/>
              <a:t>Now plan the main part. Then write your letter.</a:t>
            </a:r>
          </a:p>
        </p:txBody>
      </p:sp>
    </p:spTree>
    <p:extLst>
      <p:ext uri="{BB962C8B-B14F-4D97-AF65-F5344CB8AC3E}">
        <p14:creationId xmlns:p14="http://schemas.microsoft.com/office/powerpoint/2010/main" val="2919127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E0ADE0-E0A3-23D2-1990-7F054DE18CED}"/>
              </a:ext>
            </a:extLst>
          </p:cNvPr>
          <p:cNvPicPr>
            <a:picLocks noChangeAspect="1"/>
          </p:cNvPicPr>
          <p:nvPr/>
        </p:nvPicPr>
        <p:blipFill>
          <a:blip r:embed="rId2"/>
          <a:stretch>
            <a:fillRect/>
          </a:stretch>
        </p:blipFill>
        <p:spPr>
          <a:xfrm>
            <a:off x="6512955" y="17255"/>
            <a:ext cx="5420250" cy="6858000"/>
          </a:xfrm>
          <a:prstGeom prst="rect">
            <a:avLst/>
          </a:prstGeom>
        </p:spPr>
      </p:pic>
      <p:sp>
        <p:nvSpPr>
          <p:cNvPr id="4" name="Rectangle: Rounded Corners 3">
            <a:extLst>
              <a:ext uri="{FF2B5EF4-FFF2-40B4-BE49-F238E27FC236}">
                <a16:creationId xmlns:a16="http://schemas.microsoft.com/office/drawing/2014/main" id="{F2E66AFA-C73E-A11A-81FA-D27DF1FF9316}"/>
              </a:ext>
            </a:extLst>
          </p:cNvPr>
          <p:cNvSpPr/>
          <p:nvPr/>
        </p:nvSpPr>
        <p:spPr>
          <a:xfrm>
            <a:off x="6778330" y="719029"/>
            <a:ext cx="4889499" cy="474980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sz="2800" dirty="0">
                <a:solidFill>
                  <a:schemeClr val="tx1"/>
                </a:solidFill>
              </a:rPr>
              <a:t>People required to conduct surveys in shopping centres in Cardiff, Penarth, Newport, Caerphilly and Pontypridd.</a:t>
            </a:r>
          </a:p>
          <a:p>
            <a:pPr marL="285750" indent="-285750" algn="just">
              <a:buFont typeface="Arial" panose="020B0604020202020204" pitchFamily="34" charset="0"/>
              <a:buChar char="•"/>
            </a:pPr>
            <a:r>
              <a:rPr lang="en-GB" sz="2800" dirty="0">
                <a:solidFill>
                  <a:schemeClr val="tx1"/>
                </a:solidFill>
              </a:rPr>
              <a:t>You must have excellent communication skills and know the area well.</a:t>
            </a:r>
          </a:p>
          <a:p>
            <a:pPr marL="285750" indent="-285750" algn="just">
              <a:buFont typeface="Arial" panose="020B0604020202020204" pitchFamily="34" charset="0"/>
              <a:buChar char="•"/>
            </a:pPr>
            <a:r>
              <a:rPr lang="en-GB" sz="2800" dirty="0">
                <a:solidFill>
                  <a:schemeClr val="tx1"/>
                </a:solidFill>
              </a:rPr>
              <a:t>Your own transport an advantage.</a:t>
            </a:r>
          </a:p>
        </p:txBody>
      </p:sp>
      <p:sp>
        <p:nvSpPr>
          <p:cNvPr id="9" name="TextBox 8">
            <a:extLst>
              <a:ext uri="{FF2B5EF4-FFF2-40B4-BE49-F238E27FC236}">
                <a16:creationId xmlns:a16="http://schemas.microsoft.com/office/drawing/2014/main" id="{3158DD7D-25EC-2333-46DC-2DC716689DA7}"/>
              </a:ext>
            </a:extLst>
          </p:cNvPr>
          <p:cNvSpPr txBox="1"/>
          <p:nvPr/>
        </p:nvSpPr>
        <p:spPr>
          <a:xfrm>
            <a:off x="391483" y="243512"/>
            <a:ext cx="6254162" cy="6370975"/>
          </a:xfrm>
          <a:prstGeom prst="rect">
            <a:avLst/>
          </a:prstGeom>
          <a:noFill/>
        </p:spPr>
        <p:txBody>
          <a:bodyPr wrap="square" rtlCol="0">
            <a:spAutoFit/>
          </a:bodyPr>
          <a:lstStyle/>
          <a:p>
            <a:pPr algn="just"/>
            <a:r>
              <a:rPr lang="en-GB" sz="3400" dirty="0"/>
              <a:t>You have just read this advertisement in the local newspaper (South Wales Echo) and have decided to apply for the job. However, you have a few questions such as, but not limited to the number of hours, rate of pay, fuel costs and whether you can work in just one town or city.</a:t>
            </a:r>
          </a:p>
          <a:p>
            <a:pPr algn="just"/>
            <a:endParaRPr lang="en-GB" sz="3400" dirty="0"/>
          </a:p>
          <a:p>
            <a:pPr algn="just"/>
            <a:r>
              <a:rPr lang="en-GB" sz="3400" dirty="0"/>
              <a:t>Write an email of application using an appropriate layout.</a:t>
            </a:r>
          </a:p>
        </p:txBody>
      </p:sp>
      <p:sp>
        <p:nvSpPr>
          <p:cNvPr id="2" name="Rectangle 1">
            <a:extLst>
              <a:ext uri="{FF2B5EF4-FFF2-40B4-BE49-F238E27FC236}">
                <a16:creationId xmlns:a16="http://schemas.microsoft.com/office/drawing/2014/main" id="{3D212085-9145-2A23-301B-809B34392FA4}"/>
              </a:ext>
            </a:extLst>
          </p:cNvPr>
          <p:cNvSpPr/>
          <p:nvPr/>
        </p:nvSpPr>
        <p:spPr>
          <a:xfrm>
            <a:off x="6778330" y="5588918"/>
            <a:ext cx="4889498" cy="1163369"/>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To apply, please email: </a:t>
            </a:r>
            <a:r>
              <a:rPr lang="en-GB" sz="2400" dirty="0">
                <a:solidFill>
                  <a:srgbClr val="0070C0"/>
                </a:solidFill>
              </a:rPr>
              <a:t>jobs@marrketdynamics.co.uk</a:t>
            </a:r>
          </a:p>
        </p:txBody>
      </p:sp>
    </p:spTree>
    <p:extLst>
      <p:ext uri="{BB962C8B-B14F-4D97-AF65-F5344CB8AC3E}">
        <p14:creationId xmlns:p14="http://schemas.microsoft.com/office/powerpoint/2010/main" val="4175763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3809E2-F2B7-8286-B134-A3946F2C0BDA}"/>
              </a:ext>
            </a:extLst>
          </p:cNvPr>
          <p:cNvPicPr>
            <a:picLocks noChangeAspect="1"/>
          </p:cNvPicPr>
          <p:nvPr/>
        </p:nvPicPr>
        <p:blipFill>
          <a:blip r:embed="rId2"/>
          <a:stretch>
            <a:fillRect/>
          </a:stretch>
        </p:blipFill>
        <p:spPr>
          <a:xfrm>
            <a:off x="1261388" y="2947920"/>
            <a:ext cx="9669224" cy="962159"/>
          </a:xfrm>
          <a:prstGeom prst="rect">
            <a:avLst/>
          </a:prstGeom>
        </p:spPr>
      </p:pic>
      <p:cxnSp>
        <p:nvCxnSpPr>
          <p:cNvPr id="4" name="Straight Connector 3">
            <a:extLst>
              <a:ext uri="{FF2B5EF4-FFF2-40B4-BE49-F238E27FC236}">
                <a16:creationId xmlns:a16="http://schemas.microsoft.com/office/drawing/2014/main" id="{1FF058B7-7D0D-536C-E0E1-2B07733EF579}"/>
              </a:ext>
            </a:extLst>
          </p:cNvPr>
          <p:cNvCxnSpPr/>
          <p:nvPr/>
        </p:nvCxnSpPr>
        <p:spPr>
          <a:xfrm flipV="1">
            <a:off x="3076832" y="3429000"/>
            <a:ext cx="617838" cy="35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65C7611-0FFA-C52E-57C6-83A4A72DEAD9}"/>
              </a:ext>
            </a:extLst>
          </p:cNvPr>
          <p:cNvSpPr txBox="1"/>
          <p:nvPr/>
        </p:nvSpPr>
        <p:spPr>
          <a:xfrm>
            <a:off x="2836375" y="3712925"/>
            <a:ext cx="1098752" cy="523220"/>
          </a:xfrm>
          <a:prstGeom prst="rect">
            <a:avLst/>
          </a:prstGeom>
          <a:noFill/>
        </p:spPr>
        <p:txBody>
          <a:bodyPr wrap="square" rtlCol="0">
            <a:spAutoFit/>
          </a:bodyPr>
          <a:lstStyle/>
          <a:p>
            <a:r>
              <a:rPr lang="en-GB" sz="2800" b="1" dirty="0"/>
              <a:t>email</a:t>
            </a:r>
          </a:p>
        </p:txBody>
      </p:sp>
    </p:spTree>
    <p:extLst>
      <p:ext uri="{BB962C8B-B14F-4D97-AF65-F5344CB8AC3E}">
        <p14:creationId xmlns:p14="http://schemas.microsoft.com/office/powerpoint/2010/main" val="1328252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5A56FA-AB8C-47CA-A0E4-C39164501BEF}">
  <ds:schemaRefs>
    <ds:schemaRef ds:uri="http://schemas.microsoft.com/office/infopath/2007/PartnerControls"/>
    <ds:schemaRef ds:uri="http://purl.org/dc/elements/1.1/"/>
    <ds:schemaRef ds:uri="http://purl.org/dc/dcmitype/"/>
    <ds:schemaRef ds:uri="31635c7e-3a11-4128-b6ca-f17fd774e46d"/>
    <ds:schemaRef ds:uri="http://schemas.openxmlformats.org/package/2006/metadata/core-properties"/>
    <ds:schemaRef ds:uri="http://schemas.microsoft.com/office/2006/documentManagement/types"/>
    <ds:schemaRef ds:uri="http://purl.org/dc/term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AA1B8CF6-F5B0-4867-B6BF-8DB53B6F306B}">
  <ds:schemaRefs>
    <ds:schemaRef ds:uri="http://schemas.microsoft.com/sharepoint/v3/contenttype/forms"/>
  </ds:schemaRefs>
</ds:datastoreItem>
</file>

<file path=customXml/itemProps3.xml><?xml version="1.0" encoding="utf-8"?>
<ds:datastoreItem xmlns:ds="http://schemas.openxmlformats.org/officeDocument/2006/customXml" ds:itemID="{56ABB007-0E52-4618-8C58-79FC2FCE6B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206</TotalTime>
  <Words>2337</Words>
  <Application>Microsoft Office PowerPoint</Application>
  <PresentationFormat>Widescreen</PresentationFormat>
  <Paragraphs>500</Paragraphs>
  <Slides>64</Slides>
  <Notes>9</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64</vt:i4>
      </vt:variant>
    </vt:vector>
  </HeadingPairs>
  <TitlesOfParts>
    <vt:vector size="78" baseType="lpstr">
      <vt:lpstr>-apple-system</vt:lpstr>
      <vt:lpstr>Arial</vt:lpstr>
      <vt:lpstr>Arial Narrow</vt:lpstr>
      <vt:lpstr>Arial Unicode MS</vt:lpstr>
      <vt:lpstr>Brush Script MT</vt:lpstr>
      <vt:lpstr>Calibri</vt:lpstr>
      <vt:lpstr>Calibri Light</vt:lpstr>
      <vt:lpstr>Gill Sans MT</vt:lpstr>
      <vt:lpstr>Gill Sans MT Condensed</vt:lpstr>
      <vt:lpstr>Gill Sans Nova</vt:lpstr>
      <vt:lpstr>Segoe Print</vt:lpstr>
      <vt:lpstr>Tw Cen MT Condensed</vt:lpstr>
      <vt:lpstr>Wingdings 2</vt:lpstr>
      <vt:lpstr>office theme</vt:lpstr>
      <vt:lpstr>Plus FCE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Andrew Patterson</cp:lastModifiedBy>
  <cp:revision>8</cp:revision>
  <dcterms:created xsi:type="dcterms:W3CDTF">2022-06-27T07:57:37Z</dcterms:created>
  <dcterms:modified xsi:type="dcterms:W3CDTF">2026-06-18T19:42:01Z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1600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ies>
</file>