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sldIdLst>
    <p:sldId id="2561" r:id="rId5"/>
    <p:sldId id="2562" r:id="rId6"/>
    <p:sldId id="2564" r:id="rId7"/>
    <p:sldId id="2565" r:id="rId8"/>
    <p:sldId id="2577" r:id="rId9"/>
    <p:sldId id="2566" r:id="rId10"/>
    <p:sldId id="2567" r:id="rId11"/>
    <p:sldId id="2578" r:id="rId12"/>
    <p:sldId id="2568" r:id="rId13"/>
    <p:sldId id="2569" r:id="rId14"/>
    <p:sldId id="2579" r:id="rId15"/>
    <p:sldId id="2570" r:id="rId16"/>
    <p:sldId id="2571" r:id="rId17"/>
    <p:sldId id="2580" r:id="rId18"/>
    <p:sldId id="2572" r:id="rId19"/>
    <p:sldId id="2573" r:id="rId20"/>
    <p:sldId id="2581" r:id="rId21"/>
    <p:sldId id="2582" r:id="rId22"/>
    <p:sldId id="2583" r:id="rId23"/>
    <p:sldId id="2584" r:id="rId24"/>
    <p:sldId id="2585" r:id="rId25"/>
    <p:sldId id="2586" r:id="rId26"/>
    <p:sldId id="2587" r:id="rId27"/>
    <p:sldId id="2588" r:id="rId28"/>
    <p:sldId id="2589" r:id="rId29"/>
    <p:sldId id="2590" r:id="rId30"/>
    <p:sldId id="2591" r:id="rId31"/>
    <p:sldId id="259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16 Tenses of English (CEFR B2)" id="{648CB8AA-40E0-45A8-A136-F74C679BA9E9}">
          <p14:sldIdLst>
            <p14:sldId id="2561"/>
          </p14:sldIdLst>
        </p14:section>
        <p14:section name="Understanding the English Tense System" id="{07ACF2E9-D8AF-4324-9BE7-A06F693A6793}">
          <p14:sldIdLst>
            <p14:sldId id="2562"/>
          </p14:sldIdLst>
        </p14:section>
        <p14:section name="Present Tenses" id="{6CE834F8-0053-442B-A755-748685E381E2}">
          <p14:sldIdLst>
            <p14:sldId id="2564"/>
            <p14:sldId id="2565"/>
            <p14:sldId id="2577"/>
          </p14:sldIdLst>
        </p14:section>
        <p14:section name="Past Tenses" id="{CC77F8A3-F7F4-4347-94D3-B4C9B8721BE3}">
          <p14:sldIdLst>
            <p14:sldId id="2566"/>
            <p14:sldId id="2567"/>
            <p14:sldId id="2578"/>
          </p14:sldIdLst>
        </p14:section>
        <p14:section name="Future with WILL" id="{4AF3493A-BC72-45AA-8093-94488E414CDB}">
          <p14:sldIdLst>
            <p14:sldId id="2568"/>
            <p14:sldId id="2569"/>
            <p14:sldId id="2579"/>
          </p14:sldIdLst>
        </p14:section>
        <p14:section name="Future with GOING TO" id="{F163EEC0-315D-4EBD-BCCE-02E290A5046F}">
          <p14:sldIdLst>
            <p14:sldId id="2570"/>
            <p14:sldId id="2571"/>
            <p14:sldId id="2580"/>
          </p14:sldIdLst>
        </p14:section>
        <p14:section name="Will vs Going To" id="{C0234519-D291-42CA-9EFA-2F507D6100A5}">
          <p14:sldIdLst>
            <p14:sldId id="2572"/>
            <p14:sldId id="2573"/>
            <p14:sldId id="2581"/>
          </p14:sldIdLst>
        </p14:section>
        <p14:section name="What Matters at B2" id="{C8EA1A76-C494-423C-BF5C-E87A66C98949}">
          <p14:sldIdLst>
            <p14:sldId id="2582"/>
            <p14:sldId id="2583"/>
            <p14:sldId id="2584"/>
            <p14:sldId id="2585"/>
            <p14:sldId id="2586"/>
            <p14:sldId id="2587"/>
            <p14:sldId id="2588"/>
            <p14:sldId id="2589"/>
            <p14:sldId id="2590"/>
            <p14:sldId id="2591"/>
            <p14:sldId id="25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0"/>
  </p:normalViewPr>
  <p:slideViewPr>
    <p:cSldViewPr snapToGrid="0" showGuides="1">
      <p:cViewPr varScale="1">
        <p:scale>
          <a:sx n="60" d="100"/>
          <a:sy n="60" d="100"/>
        </p:scale>
        <p:origin x="111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Patterson" userId="6c8ffccf-7c1b-4173-8b93-861005bd5f70" providerId="ADAL" clId="{340A04FB-801D-4D33-9372-268FA29A2369}"/>
    <pc:docChg chg="undo custSel modSld">
      <pc:chgData name="Andrew Patterson" userId="6c8ffccf-7c1b-4173-8b93-861005bd5f70" providerId="ADAL" clId="{340A04FB-801D-4D33-9372-268FA29A2369}" dt="2026-06-23T15:34:51.600" v="13" actId="6549"/>
      <pc:docMkLst>
        <pc:docMk/>
      </pc:docMkLst>
      <pc:sldChg chg="modSp mod">
        <pc:chgData name="Andrew Patterson" userId="6c8ffccf-7c1b-4173-8b93-861005bd5f70" providerId="ADAL" clId="{340A04FB-801D-4D33-9372-268FA29A2369}" dt="2026-06-23T15:34:51.600" v="13" actId="6549"/>
        <pc:sldMkLst>
          <pc:docMk/>
          <pc:sldMk cId="97562634" sldId="2584"/>
        </pc:sldMkLst>
        <pc:spChg chg="mod">
          <ac:chgData name="Andrew Patterson" userId="6c8ffccf-7c1b-4173-8b93-861005bd5f70" providerId="ADAL" clId="{340A04FB-801D-4D33-9372-268FA29A2369}" dt="2026-06-23T15:34:51.600" v="13" actId="6549"/>
          <ac:spMkLst>
            <pc:docMk/>
            <pc:sldMk cId="97562634" sldId="2584"/>
            <ac:spMk id="3" creationId="{344C5BAA-8E67-E574-A00D-E5729E79098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348888-133F-48F1-B8C4-DD7A38B41B87}" type="datetimeFigureOut">
              <a:t>6/23/2026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F0962D-A209-43B3-B671-3DADC7608758}" type="slidenum">
              <a:t>‹#›</a:t>
            </a:fld>
            <a:endParaRPr lang="en-US"/>
          </a:p>
        </p:txBody>
      </p:sp>
    </p:spTree>
    <p:extLst>
      <p:ext uri="{BB962C8B-B14F-4D97-AF65-F5344CB8AC3E}">
        <p14:creationId xmlns:p14="http://schemas.microsoft.com/office/powerpoint/2010/main" val="2248383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AC9B11F9-94D7-45E9-BD94-97B6B119A5B5}" type="slidenum">
              <a:t>1</a:t>
            </a:fld>
            <a:endParaRPr lang="en-US"/>
          </a:p>
        </p:txBody>
      </p:sp>
    </p:spTree>
    <p:extLst>
      <p:ext uri="{BB962C8B-B14F-4D97-AF65-F5344CB8AC3E}">
        <p14:creationId xmlns:p14="http://schemas.microsoft.com/office/powerpoint/2010/main" val="1450932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Time and Aspect in English</a:t>
            </a:r>
          </a:p>
        </p:txBody>
      </p:sp>
      <p:sp>
        <p:nvSpPr>
          <p:cNvPr id="4" name="Slide Number Placeholder 3"/>
          <p:cNvSpPr>
            <a:spLocks noGrp="1"/>
          </p:cNvSpPr>
          <p:nvPr>
            <p:ph type="sldNum" sz="quarter" idx="5"/>
          </p:nvPr>
        </p:nvSpPr>
        <p:spPr/>
        <p:txBody>
          <a:bodyPr/>
          <a:lstStyle/>
          <a:p>
            <a:fld id="{AC9B11F9-94D7-45E9-BD94-97B6B119A5B5}" type="slidenum">
              <a:t>2</a:t>
            </a:fld>
            <a:endParaRPr lang="en-US"/>
          </a:p>
        </p:txBody>
      </p:sp>
    </p:spTree>
    <p:extLst>
      <p:ext uri="{BB962C8B-B14F-4D97-AF65-F5344CB8AC3E}">
        <p14:creationId xmlns:p14="http://schemas.microsoft.com/office/powerpoint/2010/main" val="3112076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Four Present Forms</a:t>
            </a:r>
          </a:p>
        </p:txBody>
      </p:sp>
      <p:sp>
        <p:nvSpPr>
          <p:cNvPr id="4" name="Slide Number Placeholder 3"/>
          <p:cNvSpPr>
            <a:spLocks noGrp="1"/>
          </p:cNvSpPr>
          <p:nvPr>
            <p:ph type="sldNum" sz="quarter" idx="5"/>
          </p:nvPr>
        </p:nvSpPr>
        <p:spPr/>
        <p:txBody>
          <a:bodyPr/>
          <a:lstStyle/>
          <a:p>
            <a:fld id="{AC9B11F9-94D7-45E9-BD94-97B6B119A5B5}" type="slidenum">
              <a:t>3</a:t>
            </a:fld>
            <a:endParaRPr lang="en-US"/>
          </a:p>
        </p:txBody>
      </p:sp>
    </p:spTree>
    <p:extLst>
      <p:ext uri="{BB962C8B-B14F-4D97-AF65-F5344CB8AC3E}">
        <p14:creationId xmlns:p14="http://schemas.microsoft.com/office/powerpoint/2010/main" val="3613802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reviews the four present tense forms, which most B2 learners already recognise but may not fully control. The present simple is used for facts, habits, routines, and permanent situations, such as daily activities or general truths. The present continuous focuses on actions in progress around now or temporary situations, often with a sense of change or development. The present perfect introduces a different way of thinking about time, linking past actions to the present moment. It is used for experiences, recent actions with present relevance, and situations that started in the past and continue now. The present perfect continuous shifts the focus further towards duration and ongoing activity, emphasising how long something has been happening rather than its completion. At B2 level, learners should be encouraged to compare these forms directly and notice contrasts in meaning rather than treating them as interchangeable. Typical problem areas include overusing the present simple instead of the present perfect and confusion between the present perfect and present perfect continuous. This slide consolidates the forms as part of a single present-time system, reinforcing the idea that aspect choice reflects meaning, not just grammar rules.</a:t>
            </a:r>
          </a:p>
        </p:txBody>
      </p:sp>
      <p:sp>
        <p:nvSpPr>
          <p:cNvPr id="4" name="Slide Number Placeholder 3"/>
          <p:cNvSpPr>
            <a:spLocks noGrp="1"/>
          </p:cNvSpPr>
          <p:nvPr>
            <p:ph type="sldNum" sz="quarter" idx="5"/>
          </p:nvPr>
        </p:nvSpPr>
        <p:spPr/>
        <p:txBody>
          <a:bodyPr/>
          <a:lstStyle/>
          <a:p>
            <a:fld id="{AC9B11F9-94D7-45E9-BD94-97B6B119A5B5}" type="slidenum">
              <a:t>4</a:t>
            </a:fld>
            <a:endParaRPr lang="en-US"/>
          </a:p>
        </p:txBody>
      </p:sp>
    </p:spTree>
    <p:extLst>
      <p:ext uri="{BB962C8B-B14F-4D97-AF65-F5344CB8AC3E}">
        <p14:creationId xmlns:p14="http://schemas.microsoft.com/office/powerpoint/2010/main" val="4292935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Four Past Forms</a:t>
            </a:r>
          </a:p>
        </p:txBody>
      </p:sp>
      <p:sp>
        <p:nvSpPr>
          <p:cNvPr id="4" name="Slide Number Placeholder 3"/>
          <p:cNvSpPr>
            <a:spLocks noGrp="1"/>
          </p:cNvSpPr>
          <p:nvPr>
            <p:ph type="sldNum" sz="quarter" idx="5"/>
          </p:nvPr>
        </p:nvSpPr>
        <p:spPr/>
        <p:txBody>
          <a:bodyPr/>
          <a:lstStyle/>
          <a:p>
            <a:fld id="{AC9B11F9-94D7-45E9-BD94-97B6B119A5B5}" type="slidenum">
              <a:t>6</a:t>
            </a:fld>
            <a:endParaRPr lang="en-US"/>
          </a:p>
        </p:txBody>
      </p:sp>
    </p:spTree>
    <p:extLst>
      <p:ext uri="{BB962C8B-B14F-4D97-AF65-F5344CB8AC3E}">
        <p14:creationId xmlns:p14="http://schemas.microsoft.com/office/powerpoint/2010/main" val="1736118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past tense system mirrors the present system in structure, which helps learners see English grammar as consistent rather than irregular. The past simple is used for finished actions at a definite time in the past, often with time expressions such as yesterday, last week, or in 2020. The past continuous describes actions in progress at a specific moment in the past or provides background information in narratives. The past perfect allows speakers to show that one past action happened before another past action, creating clear time relationships in storytelling and explanation. The past perfect continuous again highlights duration and ongoing activity before a past point, often explaining causes or background reasons. At B2 level, learners should be able to use these forms in combination, particularly in narratives, reports, and spoken anecdotes. Common difficulties include overusing the past simple and avoiding the past perfect, which can lead to unclear timelines. Presenting these four forms together reinforces the repeating aspect pattern and supports more accurate sequencing of events.</a:t>
            </a:r>
          </a:p>
        </p:txBody>
      </p:sp>
      <p:sp>
        <p:nvSpPr>
          <p:cNvPr id="4" name="Slide Number Placeholder 3"/>
          <p:cNvSpPr>
            <a:spLocks noGrp="1"/>
          </p:cNvSpPr>
          <p:nvPr>
            <p:ph type="sldNum" sz="quarter" idx="5"/>
          </p:nvPr>
        </p:nvSpPr>
        <p:spPr/>
        <p:txBody>
          <a:bodyPr/>
          <a:lstStyle/>
          <a:p>
            <a:fld id="{AC9B11F9-94D7-45E9-BD94-97B6B119A5B5}" type="slidenum">
              <a:t>7</a:t>
            </a:fld>
            <a:endParaRPr lang="en-US"/>
          </a:p>
        </p:txBody>
      </p:sp>
    </p:spTree>
    <p:extLst>
      <p:ext uri="{BB962C8B-B14F-4D97-AF65-F5344CB8AC3E}">
        <p14:creationId xmlns:p14="http://schemas.microsoft.com/office/powerpoint/2010/main" val="20972344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Future Forms Using Will</a:t>
            </a:r>
          </a:p>
        </p:txBody>
      </p:sp>
      <p:sp>
        <p:nvSpPr>
          <p:cNvPr id="4" name="Slide Number Placeholder 3"/>
          <p:cNvSpPr>
            <a:spLocks noGrp="1"/>
          </p:cNvSpPr>
          <p:nvPr>
            <p:ph type="sldNum" sz="quarter" idx="5"/>
          </p:nvPr>
        </p:nvSpPr>
        <p:spPr/>
        <p:txBody>
          <a:bodyPr/>
          <a:lstStyle/>
          <a:p>
            <a:fld id="{AC9B11F9-94D7-45E9-BD94-97B6B119A5B5}" type="slidenum">
              <a:t>9</a:t>
            </a:fld>
            <a:endParaRPr lang="en-US"/>
          </a:p>
        </p:txBody>
      </p:sp>
    </p:spTree>
    <p:extLst>
      <p:ext uri="{BB962C8B-B14F-4D97-AF65-F5344CB8AC3E}">
        <p14:creationId xmlns:p14="http://schemas.microsoft.com/office/powerpoint/2010/main" val="978990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the four future forms built with will, showing that the future follows the same aspect structure as the present and past. The future simple with will is commonly used for decisions made at the moment of speaking, offers, promises, and predictions based on opinion. The future continuous describes actions that will be in progress at a specific time in the future, often used to sound polite or to set a scene. The future perfect looks forward to a point in the future and describes actions that will be completed before that point, which is useful in planning, deadlines, and goal-setting. The future perfect continuous focuses on duration up to a future moment, although it is relatively rare in everyday communication. For B2 learners, the priority is understanding meaning rather than frequent production of all forms. The key teaching point is that will behaves like a regular auxiliary and fits neatly into the time-plus-aspect system learners already know.</a:t>
            </a:r>
          </a:p>
        </p:txBody>
      </p:sp>
      <p:sp>
        <p:nvSpPr>
          <p:cNvPr id="4" name="Slide Number Placeholder 3"/>
          <p:cNvSpPr>
            <a:spLocks noGrp="1"/>
          </p:cNvSpPr>
          <p:nvPr>
            <p:ph type="sldNum" sz="quarter" idx="5"/>
          </p:nvPr>
        </p:nvSpPr>
        <p:spPr/>
        <p:txBody>
          <a:bodyPr/>
          <a:lstStyle/>
          <a:p>
            <a:fld id="{AC9B11F9-94D7-45E9-BD94-97B6B119A5B5}" type="slidenum">
              <a:t>10</a:t>
            </a:fld>
            <a:endParaRPr lang="en-US"/>
          </a:p>
        </p:txBody>
      </p:sp>
    </p:spTree>
    <p:extLst>
      <p:ext uri="{BB962C8B-B14F-4D97-AF65-F5344CB8AC3E}">
        <p14:creationId xmlns:p14="http://schemas.microsoft.com/office/powerpoint/2010/main" val="1959679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Future Forms Using Going To</a:t>
            </a:r>
          </a:p>
        </p:txBody>
      </p:sp>
      <p:sp>
        <p:nvSpPr>
          <p:cNvPr id="4" name="Slide Number Placeholder 3"/>
          <p:cNvSpPr>
            <a:spLocks noGrp="1"/>
          </p:cNvSpPr>
          <p:nvPr>
            <p:ph type="sldNum" sz="quarter" idx="5"/>
          </p:nvPr>
        </p:nvSpPr>
        <p:spPr/>
        <p:txBody>
          <a:bodyPr/>
          <a:lstStyle/>
          <a:p>
            <a:fld id="{AC9B11F9-94D7-45E9-BD94-97B6B119A5B5}" type="slidenum">
              <a:t>12</a:t>
            </a:fld>
            <a:endParaRPr lang="en-US"/>
          </a:p>
        </p:txBody>
      </p:sp>
    </p:spTree>
    <p:extLst>
      <p:ext uri="{BB962C8B-B14F-4D97-AF65-F5344CB8AC3E}">
        <p14:creationId xmlns:p14="http://schemas.microsoft.com/office/powerpoint/2010/main" val="2747295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parallels the previous one but uses going to instead of will, which allows the future system to expand from 12 to 16 forms. The going to future simple is typically used for plans made before the moment of speaking and for predictions based on present evidence. The going to continuous and perfect forms follow the same structural logic as other continuous and perfect tenses, although they are much less common in real-life usage. At B2 level, learners should clearly understand the core contrast between will and going to rather than aiming for full productive mastery of all forms. Emphasising that the grammar system allows these forms to exist, even if they are rare, helps learners see English as rule-based and consistent. This also supports receptive skills, as students may encounter such forms in formal writing or exams.</a:t>
            </a:r>
          </a:p>
        </p:txBody>
      </p:sp>
      <p:sp>
        <p:nvSpPr>
          <p:cNvPr id="4" name="Slide Number Placeholder 3"/>
          <p:cNvSpPr>
            <a:spLocks noGrp="1"/>
          </p:cNvSpPr>
          <p:nvPr>
            <p:ph type="sldNum" sz="quarter" idx="5"/>
          </p:nvPr>
        </p:nvSpPr>
        <p:spPr/>
        <p:txBody>
          <a:bodyPr/>
          <a:lstStyle/>
          <a:p>
            <a:fld id="{AC9B11F9-94D7-45E9-BD94-97B6B119A5B5}" type="slidenum">
              <a:t>13</a:t>
            </a:fld>
            <a:endParaRPr lang="en-US"/>
          </a:p>
        </p:txBody>
      </p:sp>
    </p:spTree>
    <p:extLst>
      <p:ext uri="{BB962C8B-B14F-4D97-AF65-F5344CB8AC3E}">
        <p14:creationId xmlns:p14="http://schemas.microsoft.com/office/powerpoint/2010/main" val="2802808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Choosing the Right Future Form</a:t>
            </a:r>
          </a:p>
        </p:txBody>
      </p:sp>
      <p:sp>
        <p:nvSpPr>
          <p:cNvPr id="4" name="Slide Number Placeholder 3"/>
          <p:cNvSpPr>
            <a:spLocks noGrp="1"/>
          </p:cNvSpPr>
          <p:nvPr>
            <p:ph type="sldNum" sz="quarter" idx="5"/>
          </p:nvPr>
        </p:nvSpPr>
        <p:spPr/>
        <p:txBody>
          <a:bodyPr/>
          <a:lstStyle/>
          <a:p>
            <a:fld id="{AC9B11F9-94D7-45E9-BD94-97B6B119A5B5}" type="slidenum">
              <a:t>15</a:t>
            </a:fld>
            <a:endParaRPr lang="en-US"/>
          </a:p>
        </p:txBody>
      </p:sp>
    </p:spTree>
    <p:extLst>
      <p:ext uri="{BB962C8B-B14F-4D97-AF65-F5344CB8AC3E}">
        <p14:creationId xmlns:p14="http://schemas.microsoft.com/office/powerpoint/2010/main" val="720012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focuses on one of the most important future distinctions at B2 level: choosing between will and going to. Rather than presenting this as a long list of rules, the lesson frames it in terms of speaker perspective. Will is associated with decisions made at the moment of speaking, spontaneous reactions, offers, and predictions based on personal judgement. Going to is used for intentions and plans that exist before the conversation and for predictions based on clear evidence in the present situation. Providing clear contrasts and contextualised examples helps learners make more natural choices in speaking. This distinction is particularly important for fluency and pragmatic accuracy, as misuse can make speech sound unnatural or hesitant. Reinforcing that both forms refer to the future, but express different attitudes or sources of certainty, aligns well with CEFR B2 descriptors.</a:t>
            </a:r>
          </a:p>
        </p:txBody>
      </p:sp>
      <p:sp>
        <p:nvSpPr>
          <p:cNvPr id="4" name="Slide Number Placeholder 3"/>
          <p:cNvSpPr>
            <a:spLocks noGrp="1"/>
          </p:cNvSpPr>
          <p:nvPr>
            <p:ph type="sldNum" sz="quarter" idx="5"/>
          </p:nvPr>
        </p:nvSpPr>
        <p:spPr/>
        <p:txBody>
          <a:bodyPr/>
          <a:lstStyle/>
          <a:p>
            <a:fld id="{AC9B11F9-94D7-45E9-BD94-97B6B119A5B5}" type="slidenum">
              <a:t>16</a:t>
            </a:fld>
            <a:endParaRPr lang="en-US"/>
          </a:p>
        </p:txBody>
      </p:sp>
    </p:spTree>
    <p:extLst>
      <p:ext uri="{BB962C8B-B14F-4D97-AF65-F5344CB8AC3E}">
        <p14:creationId xmlns:p14="http://schemas.microsoft.com/office/powerpoint/2010/main" val="678676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a:lstStyle>
            <a:lvl1pPr>
              <a:defRPr>
                <a:solidFill>
                  <a:schemeClr val="bg1"/>
                </a:solidFill>
              </a:defRPr>
            </a:lvl1p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a:lstStyle>
            <a:lvl1pPr>
              <a:defRPr>
                <a:solidFill>
                  <a:schemeClr val="bg1"/>
                </a:solidFill>
              </a:defRPr>
            </a:lvl1pPr>
          </a:lstStyle>
          <a:p>
            <a:fld id="{795E4919-E033-41C8-AEE2-17504250F7D3}" type="datetime1">
              <a:rPr lang="en-US" smtClean="0"/>
              <a:t>6/23/2026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a:lstStyle>
            <a:lvl1pPr>
              <a:defRPr>
                <a:solidFill>
                  <a:schemeClr val="bg1"/>
                </a:solidFill>
              </a:defRPr>
            </a:lvl1pPr>
          </a:lstStyle>
          <a:p>
            <a:fld id="{AEAA3239-9EA4-4A65-A281-97F994456D9F}" type="slidenum">
              <a:rPr lang="en-US" smtClean="0"/>
              <a:pPr/>
              <a:t>‹#›</a:t>
            </a:fld>
            <a:endParaRPr lang="en-US"/>
          </a:p>
        </p:txBody>
      </p:sp>
      <p:sp>
        <p:nvSpPr>
          <p:cNvPr id="7" name="Rectangle 6">
            <a:extLst>
              <a:ext uri="{FF2B5EF4-FFF2-40B4-BE49-F238E27FC236}">
                <a16:creationId xmlns:a16="http://schemas.microsoft.com/office/drawing/2014/main" id="{6631FF2A-9DA0-DC5C-0C53-91FDE15093DD}"/>
              </a:ext>
            </a:extLst>
          </p:cNvPr>
          <p:cNvSpPr/>
          <p:nvPr userDrawn="1"/>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CA4208E-B529-0934-86E0-24278D43C68A}"/>
              </a:ext>
            </a:extLst>
          </p:cNvPr>
          <p:cNvSpPr/>
          <p:nvPr userDrawn="1"/>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513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anchor="t">
            <a:normAutofit/>
          </a:bodyPr>
          <a:lstStyle>
            <a:lvl1pPr>
              <a:defRPr sz="3600" cap="all" baseline="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E5526932-58BC-3B05-A619-8FE2BA7973DD}"/>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E4751EC6-9764-CDDF-E8BC-793AD483E0A9}"/>
              </a:ext>
            </a:extLst>
          </p:cNvPr>
          <p:cNvSpPr>
            <a:spLocks noGrp="1"/>
          </p:cNvSpPr>
          <p:nvPr>
            <p:ph type="ftr" sz="quarter" idx="11"/>
          </p:nvPr>
        </p:nvSpPr>
        <p:spPr/>
        <p:txBody>
          <a:bodyPr/>
          <a:lstStyle/>
          <a:p>
            <a:r>
              <a:rPr lang="en-US"/>
              <a:t>Presentation title</a:t>
            </a:r>
          </a:p>
        </p:txBody>
      </p:sp>
      <p:sp>
        <p:nvSpPr>
          <p:cNvPr id="8" name="Date Placeholder 7">
            <a:extLst>
              <a:ext uri="{FF2B5EF4-FFF2-40B4-BE49-F238E27FC236}">
                <a16:creationId xmlns:a16="http://schemas.microsoft.com/office/drawing/2014/main" id="{DA395EC9-5212-9F09-E9FA-0AB62AFB6D99}"/>
              </a:ext>
            </a:extLst>
          </p:cNvPr>
          <p:cNvSpPr>
            <a:spLocks noGrp="1"/>
          </p:cNvSpPr>
          <p:nvPr>
            <p:ph type="dt" sz="half" idx="10"/>
          </p:nvPr>
        </p:nvSpPr>
        <p:spPr/>
        <p:txBody>
          <a:bodyPr/>
          <a:lstStyle/>
          <a:p>
            <a:fld id="{35F68458-1A7A-4A29-A16B-4424C6D3B5E6}" type="datetime1">
              <a:rPr lang="en-US" smtClean="0"/>
              <a:pPr/>
              <a:t>6/23/2026</a:t>
            </a:fld>
            <a:endParaRPr lang="en-US"/>
          </a:p>
        </p:txBody>
      </p:sp>
      <p:sp>
        <p:nvSpPr>
          <p:cNvPr id="10" name="Slide Number Placeholder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265349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399" y="1016955"/>
            <a:ext cx="10081590" cy="4107810"/>
          </a:xfrm>
          <a:prstGeom prst="rect">
            <a:avLst/>
          </a:prstGeom>
        </p:spPr>
        <p:txBody>
          <a:bodyPr vert="horz" lIns="91440" tIns="45720" rIns="91440" bIns="45720" rtlCol="0" anchor="t">
            <a:normAutofit/>
          </a:bodyPr>
          <a:lstStyle>
            <a:lvl1pPr>
              <a:defRPr lang="en-US" sz="7200" cap="all" baseline="0" dirty="0"/>
            </a:lvl1pPr>
          </a:lstStyle>
          <a:p>
            <a:pPr lvl="0"/>
            <a:r>
              <a:rPr lang="en-US"/>
              <a:t>Click to edit Master title style</a:t>
            </a:r>
          </a:p>
        </p:txBody>
      </p:sp>
      <p:sp>
        <p:nvSpPr>
          <p:cNvPr id="7" name="Subtitle 2">
            <a:extLst>
              <a:ext uri="{FF2B5EF4-FFF2-40B4-BE49-F238E27FC236}">
                <a16:creationId xmlns:a16="http://schemas.microsoft.com/office/drawing/2014/main" id="{2930CEB7-507A-2133-3BE2-B0991FE7D41C}"/>
              </a:ext>
            </a:extLst>
          </p:cNvPr>
          <p:cNvSpPr>
            <a:spLocks noGrp="1"/>
          </p:cNvSpPr>
          <p:nvPr>
            <p:ph type="subTitle" idx="1"/>
          </p:nvPr>
        </p:nvSpPr>
        <p:spPr>
          <a:xfrm>
            <a:off x="533400" y="5512106"/>
            <a:ext cx="8077200" cy="799533"/>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1"/>
            <a:ext cx="8582024" cy="365760"/>
          </a:xfrm>
          <a:prstGeom prst="rect">
            <a:avLst/>
          </a:prstGeom>
        </p:spPr>
        <p:txBody>
          <a:body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38" y="6492240"/>
            <a:ext cx="1885950" cy="365760"/>
          </a:xfrm>
          <a:prstGeom prst="rect">
            <a:avLst/>
          </a:prstGeom>
        </p:spPr>
        <p:txBody>
          <a:bodyPr/>
          <a:lstStyle/>
          <a:p>
            <a:fld id="{E154CBDD-12B5-42B3-8744-E368527C5234}" type="datetime1">
              <a:rPr lang="en-US" smtClean="0"/>
              <a:t>6/23/2026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92241"/>
            <a:ext cx="657222" cy="365760"/>
          </a:xfrm>
          <a:prstGeom prst="rect">
            <a:avLst/>
          </a:prstGeom>
        </p:spPr>
        <p:txBody>
          <a:bodyPr/>
          <a:lstStyle/>
          <a:p>
            <a:fld id="{AEAA3239-9EA4-4A65-A281-97F994456D9F}" type="slidenum">
              <a:rPr lang="en-US" smtClean="0"/>
              <a:t>‹#›</a:t>
            </a:fld>
            <a:endParaRPr lang="en-US"/>
          </a:p>
        </p:txBody>
      </p:sp>
      <p:sp>
        <p:nvSpPr>
          <p:cNvPr id="33" name="Rectangle 32">
            <a:extLst>
              <a:ext uri="{FF2B5EF4-FFF2-40B4-BE49-F238E27FC236}">
                <a16:creationId xmlns:a16="http://schemas.microsoft.com/office/drawing/2014/main" id="{53165057-EFFF-A71A-8F8B-BE52F9862DDA}"/>
              </a:ext>
            </a:extLst>
          </p:cNvPr>
          <p:cNvSpPr/>
          <p:nvPr userDrawn="1"/>
        </p:nvSpPr>
        <p:spPr>
          <a:xfrm>
            <a:off x="63403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77833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D84BC10-B3F5-D240-EE9E-FD483EA0C28D}"/>
              </a:ext>
            </a:extLst>
          </p:cNvPr>
          <p:cNvSpPr>
            <a:spLocks noGrp="1"/>
          </p:cNvSpPr>
          <p:nvPr>
            <p:ph type="title"/>
          </p:nvPr>
        </p:nvSpPr>
        <p:spPr>
          <a:xfrm>
            <a:off x="3462963" y="2971799"/>
            <a:ext cx="8229600" cy="3414423"/>
          </a:xfrm>
        </p:spPr>
        <p:txBody>
          <a:bodyPr anchor="b">
            <a:normAutofit/>
          </a:bodyPr>
          <a:lstStyle>
            <a:lvl1pPr>
              <a:defRPr sz="7200" cap="all" baseline="0"/>
            </a:lvl1pPr>
          </a:lstStyle>
          <a:p>
            <a:r>
              <a:rPr lang="en-US"/>
              <a:t>Click to edit Master title style</a:t>
            </a:r>
          </a:p>
        </p:txBody>
      </p:sp>
      <p:sp>
        <p:nvSpPr>
          <p:cNvPr id="12" name="Subtitle 2">
            <a:extLst>
              <a:ext uri="{FF2B5EF4-FFF2-40B4-BE49-F238E27FC236}">
                <a16:creationId xmlns:a16="http://schemas.microsoft.com/office/drawing/2014/main" id="{6DDFAAAD-A24C-B422-BCF6-2575C836C476}"/>
              </a:ext>
            </a:extLst>
          </p:cNvPr>
          <p:cNvSpPr>
            <a:spLocks noGrp="1"/>
          </p:cNvSpPr>
          <p:nvPr>
            <p:ph type="subTitle" idx="1"/>
          </p:nvPr>
        </p:nvSpPr>
        <p:spPr>
          <a:xfrm>
            <a:off x="533400" y="1016955"/>
            <a:ext cx="7924797" cy="1128714"/>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25" y="6476999"/>
            <a:ext cx="1885957" cy="381001"/>
          </a:xfrm>
          <a:prstGeom prst="rect">
            <a:avLst/>
          </a:prstGeom>
        </p:spPr>
        <p:txBody>
          <a:bodyPr/>
          <a:lstStyle/>
          <a:p>
            <a:fld id="{087CC088-4090-4963-BC4C-B0CE10E22E2D}" type="datetime1">
              <a:rPr lang="en-US" smtClean="0"/>
              <a:t>6/23/2026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a:p>
        </p:txBody>
      </p:sp>
      <p:sp>
        <p:nvSpPr>
          <p:cNvPr id="7" name="Rectangle 6">
            <a:extLst>
              <a:ext uri="{FF2B5EF4-FFF2-40B4-BE49-F238E27FC236}">
                <a16:creationId xmlns:a16="http://schemas.microsoft.com/office/drawing/2014/main" id="{7D5DF1A9-E718-252B-7EF1-E97806A4003A}"/>
              </a:ext>
            </a:extLst>
          </p:cNvPr>
          <p:cNvSpPr/>
          <p:nvPr userDrawn="1"/>
        </p:nvSpPr>
        <p:spPr>
          <a:xfrm>
            <a:off x="634034" y="568300"/>
            <a:ext cx="11557965"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628934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a:lstStyle>
            <a:lvl1pPr marL="0" indent="0">
              <a:buNone/>
              <a:defRPr/>
            </a:lvl1pPr>
          </a:lstStyle>
          <a:p>
            <a:r>
              <a:rPr lang="en-US"/>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a:lstStyle>
            <a:lvl1pPr>
              <a:defRPr>
                <a:solidFill>
                  <a:schemeClr val="tx2"/>
                </a:solidFill>
              </a:defRPr>
            </a:lvl1pPr>
          </a:lstStyle>
          <a:p>
            <a:r>
              <a:rPr lang="en-US"/>
              <a:t>Presentation title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a:lstStyle>
            <a:lvl1pPr>
              <a:defRPr>
                <a:solidFill>
                  <a:schemeClr val="tx2"/>
                </a:solidFill>
              </a:defRPr>
            </a:lvl1pPr>
          </a:lstStyle>
          <a:p>
            <a:fld id="{6F2562D4-D383-4177-95F1-F65B47D1CEF7}" type="datetime1">
              <a:rPr lang="en-US" smtClean="0"/>
              <a:t>6/23/2026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129775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bg1"/>
        </a:solidFill>
        <a:effectLst/>
      </p:bgPr>
    </p:bg>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9C059A73-AC6C-7029-5CFB-0E0B30AD317B}"/>
              </a:ext>
            </a:extLst>
          </p:cNvPr>
          <p:cNvSpPr/>
          <p:nvPr/>
        </p:nvSpPr>
        <p:spPr>
          <a:xfrm>
            <a:off x="6843095" y="0"/>
            <a:ext cx="534890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4093" y="1016955"/>
            <a:ext cx="4434507" cy="3726810"/>
          </a:xfrm>
          <a:prstGeom prst="rect">
            <a:avLst/>
          </a:prstGeom>
        </p:spPr>
        <p:txBody>
          <a:bodyPr vert="horz" lIns="91440" tIns="45720" rIns="91440" bIns="45720" rtlCol="0" anchor="b">
            <a:normAutofit/>
          </a:bodyPr>
          <a:lstStyle>
            <a:lvl1pPr>
              <a:defRPr lang="en-US" sz="5000" cap="all" baseline="0" dirty="0">
                <a:solidFill>
                  <a:schemeClr val="bg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31247" y="5157623"/>
            <a:ext cx="4434506" cy="1090777"/>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p>
        </p:txBody>
      </p:sp>
      <p:sp>
        <p:nvSpPr>
          <p:cNvPr id="8" name="Picture Placeholder 7">
            <a:extLst>
              <a:ext uri="{FF2B5EF4-FFF2-40B4-BE49-F238E27FC236}">
                <a16:creationId xmlns:a16="http://schemas.microsoft.com/office/drawing/2014/main" id="{46973B1C-74EE-7F51-CF89-E132D793F5B5}"/>
              </a:ext>
            </a:extLst>
          </p:cNvPr>
          <p:cNvSpPr>
            <a:spLocks noGrp="1"/>
          </p:cNvSpPr>
          <p:nvPr>
            <p:ph type="pic" sz="quarter" idx="14" hasCustomPrompt="1"/>
          </p:nvPr>
        </p:nvSpPr>
        <p:spPr>
          <a:xfrm>
            <a:off x="0" y="0"/>
            <a:ext cx="6843095" cy="6858000"/>
          </a:xfrm>
          <a:custGeom>
            <a:avLst/>
            <a:gdLst>
              <a:gd name="connsiteX0" fmla="*/ 0 w 6843095"/>
              <a:gd name="connsiteY0" fmla="*/ 629614 h 6858000"/>
              <a:gd name="connsiteX1" fmla="*/ 6843095 w 6843095"/>
              <a:gd name="connsiteY1" fmla="*/ 629614 h 6858000"/>
              <a:gd name="connsiteX2" fmla="*/ 6843095 w 6843095"/>
              <a:gd name="connsiteY2" fmla="*/ 6858000 h 6858000"/>
              <a:gd name="connsiteX3" fmla="*/ 0 w 6843095"/>
              <a:gd name="connsiteY3" fmla="*/ 6858000 h 6858000"/>
              <a:gd name="connsiteX4" fmla="*/ 0 w 6843095"/>
              <a:gd name="connsiteY4" fmla="*/ 0 h 6858000"/>
              <a:gd name="connsiteX5" fmla="*/ 6843095 w 6843095"/>
              <a:gd name="connsiteY5" fmla="*/ 0 h 6858000"/>
              <a:gd name="connsiteX6" fmla="*/ 6843095 w 6843095"/>
              <a:gd name="connsiteY6" fmla="*/ 565606 h 6858000"/>
              <a:gd name="connsiteX7" fmla="*/ 0 w 6843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95" h="6858000">
                <a:moveTo>
                  <a:pt x="0" y="629614"/>
                </a:moveTo>
                <a:lnTo>
                  <a:pt x="6843095" y="629614"/>
                </a:lnTo>
                <a:lnTo>
                  <a:pt x="6843095" y="6858000"/>
                </a:lnTo>
                <a:lnTo>
                  <a:pt x="0" y="6858000"/>
                </a:lnTo>
                <a:close/>
                <a:moveTo>
                  <a:pt x="0" y="0"/>
                </a:moveTo>
                <a:lnTo>
                  <a:pt x="6843095" y="0"/>
                </a:lnTo>
                <a:lnTo>
                  <a:pt x="6843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224093" y="6477000"/>
            <a:ext cx="2828917" cy="381000"/>
          </a:xfrm>
          <a:prstGeom prst="rect">
            <a:avLst/>
          </a:prstGeom>
        </p:spPr>
        <p:txBody>
          <a:bodyPr/>
          <a:lstStyle>
            <a:lvl1pPr>
              <a:defRPr>
                <a:solidFill>
                  <a:schemeClr val="bg1"/>
                </a:solidFill>
              </a:defRPr>
            </a:lvl1p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398" y="6477000"/>
            <a:ext cx="937594" cy="381000"/>
          </a:xfrm>
          <a:prstGeom prst="rect">
            <a:avLst/>
          </a:prstGeom>
        </p:spPr>
        <p:txBody>
          <a:bodyPr/>
          <a:lstStyle>
            <a:lvl1pPr>
              <a:defRPr>
                <a:solidFill>
                  <a:schemeClr val="bg1"/>
                </a:solidFill>
                <a:effectLst/>
              </a:defRPr>
            </a:lvl1pPr>
          </a:lstStyle>
          <a:p>
            <a:fld id="{553FCE35-EF6C-4066-94B9-FDC76A5D930F}" type="datetime1">
              <a:rPr lang="en-US" smtClean="0"/>
              <a:t>6/23/2026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4" y="6492876"/>
            <a:ext cx="657226" cy="365125"/>
          </a:xfrm>
          <a:prstGeom prst="rect">
            <a:avLst/>
          </a:prstGeom>
        </p:spPr>
        <p:txBody>
          <a:bodyPr/>
          <a:lstStyle>
            <a:lvl1pPr>
              <a:defRPr>
                <a:solidFill>
                  <a:schemeClr val="bg1"/>
                </a:solidFill>
              </a:defRPr>
            </a:lvl1pPr>
          </a:lstStyle>
          <a:p>
            <a:fld id="{AEAA3239-9EA4-4A65-A281-97F994456D9F}" type="slidenum">
              <a:rPr lang="en-US" smtClean="0"/>
              <a:pPr/>
              <a:t>‹#›</a:t>
            </a:fld>
            <a:endParaRPr lang="en-US"/>
          </a:p>
        </p:txBody>
      </p:sp>
      <p:sp>
        <p:nvSpPr>
          <p:cNvPr id="38" name="Rectangle 37">
            <a:extLst>
              <a:ext uri="{FF2B5EF4-FFF2-40B4-BE49-F238E27FC236}">
                <a16:creationId xmlns:a16="http://schemas.microsoft.com/office/drawing/2014/main" id="{632554D8-9DAA-D834-ABC8-240BBF9CA28F}"/>
              </a:ext>
            </a:extLst>
          </p:cNvPr>
          <p:cNvSpPr/>
          <p:nvPr/>
        </p:nvSpPr>
        <p:spPr>
          <a:xfrm>
            <a:off x="6843096" y="565606"/>
            <a:ext cx="4811394"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37784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99C7A302-1799-4123-960A-AC3BB0278DAE}" type="datetime1">
              <a:rPr lang="en-US" smtClean="0"/>
              <a:t>6/23/2026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9" name="Rectangle 8">
            <a:extLst>
              <a:ext uri="{FF2B5EF4-FFF2-40B4-BE49-F238E27FC236}">
                <a16:creationId xmlns:a16="http://schemas.microsoft.com/office/drawing/2014/main" id="{F879DE85-4541-95AA-B871-7CBAD2BA1550}"/>
              </a:ext>
            </a:extLst>
          </p:cNvPr>
          <p:cNvSpPr/>
          <p:nvPr userDrawn="1"/>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89661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1016955"/>
            <a:ext cx="4429126" cy="3331896"/>
          </a:xfrm>
          <a:prstGeom prst="rect">
            <a:avLst/>
          </a:prstGeom>
        </p:spPr>
        <p:txBody>
          <a:bodyPr vert="horz" lIns="91440" tIns="45720" rIns="91440" bIns="45720" rtlCol="0" anchor="t">
            <a:normAutofit/>
          </a:bodyPr>
          <a:lstStyle>
            <a:lvl1pPr>
              <a:defRPr lang="en-US" sz="5000" cap="all" baseline="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4846320"/>
            <a:ext cx="3174160" cy="1465319"/>
          </a:xfrm>
          <a:prstGeom prst="rect">
            <a:avLst/>
          </a:prstGeom>
        </p:spPr>
        <p:txBody>
          <a:bodyPr vert="horz" lIns="91440" tIns="45720" rIns="91440" bIns="45720" rtlCol="0" anchor="b">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33400" y="6492240"/>
            <a:ext cx="2548562" cy="365760"/>
          </a:xfrm>
          <a:prstGeom prst="rect">
            <a:avLst/>
          </a:prstGeom>
        </p:spPr>
        <p:txBody>
          <a:bodyPr/>
          <a:lstStyle/>
          <a:p>
            <a:r>
              <a:rPr lang="en-US"/>
              <a:t>Presentation title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3076577" y="6492240"/>
            <a:ext cx="689944" cy="365760"/>
          </a:xfrm>
          <a:prstGeom prst="rect">
            <a:avLst/>
          </a:prstGeom>
        </p:spPr>
        <p:txBody>
          <a:bodyPr/>
          <a:lstStyle/>
          <a:p>
            <a:fld id="{190C6F8C-60CC-4202-91FF-CD1CCD20CDA6}" type="datetime1">
              <a:rPr lang="en-US" smtClean="0"/>
              <a:t>6/23/2026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1906" y="6492240"/>
            <a:ext cx="628645" cy="365760"/>
          </a:xfrm>
          <a:prstGeom prst="rect">
            <a:avLst/>
          </a:prstGeom>
        </p:spPr>
        <p:txBody>
          <a:bodyPr/>
          <a:lstStyle/>
          <a:p>
            <a:fld id="{AEAA3239-9EA4-4A65-A281-97F994456D9F}" type="slidenum">
              <a:rPr lang="en-US" smtClean="0"/>
              <a:t>‹#›</a:t>
            </a:fld>
            <a:endParaRPr lang="en-US"/>
          </a:p>
        </p:txBody>
      </p:sp>
      <p:sp>
        <p:nvSpPr>
          <p:cNvPr id="35" name="Picture Placeholder 34">
            <a:extLst>
              <a:ext uri="{FF2B5EF4-FFF2-40B4-BE49-F238E27FC236}">
                <a16:creationId xmlns:a16="http://schemas.microsoft.com/office/drawing/2014/main" id="{A08E6492-6236-5992-A07D-5116336E8427}"/>
              </a:ext>
            </a:extLst>
          </p:cNvPr>
          <p:cNvSpPr>
            <a:spLocks noGrp="1"/>
          </p:cNvSpPr>
          <p:nvPr>
            <p:ph type="pic" sz="quarter" idx="13" hasCustomPrompt="1"/>
          </p:nvPr>
        </p:nvSpPr>
        <p:spPr>
          <a:xfrm>
            <a:off x="5348910" y="0"/>
            <a:ext cx="6843089" cy="6858000"/>
          </a:xfrm>
          <a:custGeom>
            <a:avLst/>
            <a:gdLst>
              <a:gd name="connsiteX0" fmla="*/ 0 w 6843089"/>
              <a:gd name="connsiteY0" fmla="*/ 629614 h 6858000"/>
              <a:gd name="connsiteX1" fmla="*/ 6843089 w 6843089"/>
              <a:gd name="connsiteY1" fmla="*/ 629614 h 6858000"/>
              <a:gd name="connsiteX2" fmla="*/ 6843089 w 6843089"/>
              <a:gd name="connsiteY2" fmla="*/ 6858000 h 6858000"/>
              <a:gd name="connsiteX3" fmla="*/ 0 w 6843089"/>
              <a:gd name="connsiteY3" fmla="*/ 6858000 h 6858000"/>
              <a:gd name="connsiteX4" fmla="*/ 0 w 6843089"/>
              <a:gd name="connsiteY4" fmla="*/ 0 h 6858000"/>
              <a:gd name="connsiteX5" fmla="*/ 6843089 w 6843089"/>
              <a:gd name="connsiteY5" fmla="*/ 0 h 6858000"/>
              <a:gd name="connsiteX6" fmla="*/ 6843089 w 6843089"/>
              <a:gd name="connsiteY6" fmla="*/ 565606 h 6858000"/>
              <a:gd name="connsiteX7" fmla="*/ 0 w 6843089"/>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43089" h="6858000">
                <a:moveTo>
                  <a:pt x="0" y="629614"/>
                </a:moveTo>
                <a:lnTo>
                  <a:pt x="6843089" y="629614"/>
                </a:lnTo>
                <a:lnTo>
                  <a:pt x="6843089" y="6858000"/>
                </a:lnTo>
                <a:lnTo>
                  <a:pt x="0" y="6858000"/>
                </a:lnTo>
                <a:close/>
                <a:moveTo>
                  <a:pt x="0" y="0"/>
                </a:moveTo>
                <a:lnTo>
                  <a:pt x="6843089" y="0"/>
                </a:lnTo>
                <a:lnTo>
                  <a:pt x="6843089"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36" name="Rectangle 35">
            <a:extLst>
              <a:ext uri="{FF2B5EF4-FFF2-40B4-BE49-F238E27FC236}">
                <a16:creationId xmlns:a16="http://schemas.microsoft.com/office/drawing/2014/main" id="{AB9E1B0C-9687-1C2C-7103-072A38CFE3B8}"/>
              </a:ext>
            </a:extLst>
          </p:cNvPr>
          <p:cNvSpPr/>
          <p:nvPr/>
        </p:nvSpPr>
        <p:spPr>
          <a:xfrm>
            <a:off x="634030" y="565606"/>
            <a:ext cx="115579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21829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Picture 5">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79AA538-6584-1335-947D-99C9A0CA5A3D}"/>
              </a:ext>
            </a:extLst>
          </p:cNvPr>
          <p:cNvSpPr>
            <a:spLocks noGrp="1"/>
          </p:cNvSpPr>
          <p:nvPr>
            <p:ph type="title"/>
          </p:nvPr>
        </p:nvSpPr>
        <p:spPr>
          <a:xfrm>
            <a:off x="2128220" y="2689229"/>
            <a:ext cx="5101253" cy="3711571"/>
          </a:xfrm>
        </p:spPr>
        <p:txBody>
          <a:bodyPr anchor="b">
            <a:noAutofit/>
          </a:bodyPr>
          <a:lstStyle>
            <a:lvl1pPr>
              <a:defRPr sz="7200" cap="all" baseline="0"/>
            </a:lvl1pPr>
          </a:lstStyle>
          <a:p>
            <a:r>
              <a:rPr lang="en-US"/>
              <a:t>Click to edit Master title style</a:t>
            </a:r>
          </a:p>
        </p:txBody>
      </p:sp>
      <p:sp>
        <p:nvSpPr>
          <p:cNvPr id="11" name="Subtitle 2">
            <a:extLst>
              <a:ext uri="{FF2B5EF4-FFF2-40B4-BE49-F238E27FC236}">
                <a16:creationId xmlns:a16="http://schemas.microsoft.com/office/drawing/2014/main" id="{0136D812-C006-B109-4529-F43530D92A6E}"/>
              </a:ext>
            </a:extLst>
          </p:cNvPr>
          <p:cNvSpPr>
            <a:spLocks noGrp="1"/>
          </p:cNvSpPr>
          <p:nvPr>
            <p:ph type="subTitle" idx="1"/>
          </p:nvPr>
        </p:nvSpPr>
        <p:spPr>
          <a:xfrm>
            <a:off x="533400" y="1016957"/>
            <a:ext cx="6685515" cy="73152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a:lstStyle/>
          <a:p>
            <a:fld id="{00DF5560-89AD-437A-9E84-F44AEC0D58FA}" type="datetime1">
              <a:rPr lang="en-US" smtClean="0"/>
              <a:t>6/23/2026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a:lstStyle/>
          <a:p>
            <a:fld id="{AEAA3239-9EA4-4A65-A281-97F994456D9F}" type="slidenum">
              <a:rPr lang="en-US" smtClean="0"/>
              <a:t>‹#›</a:t>
            </a:fld>
            <a:endParaRPr lang="en-US"/>
          </a:p>
        </p:txBody>
      </p:sp>
      <p:sp>
        <p:nvSpPr>
          <p:cNvPr id="38" name="Picture Placeholder 37">
            <a:extLst>
              <a:ext uri="{FF2B5EF4-FFF2-40B4-BE49-F238E27FC236}">
                <a16:creationId xmlns:a16="http://schemas.microsoft.com/office/drawing/2014/main" id="{64E68E40-D2D1-8DA8-1BBA-34E89F479DF7}"/>
              </a:ext>
            </a:extLst>
          </p:cNvPr>
          <p:cNvSpPr>
            <a:spLocks noGrp="1"/>
          </p:cNvSpPr>
          <p:nvPr>
            <p:ph type="pic" sz="quarter" idx="13" hasCustomPrompt="1"/>
          </p:nvPr>
        </p:nvSpPr>
        <p:spPr>
          <a:xfrm>
            <a:off x="7786070" y="-2"/>
            <a:ext cx="4405930" cy="6858001"/>
          </a:xfrm>
          <a:custGeom>
            <a:avLst/>
            <a:gdLst>
              <a:gd name="connsiteX0" fmla="*/ 0 w 4405930"/>
              <a:gd name="connsiteY0" fmla="*/ 0 h 6858001"/>
              <a:gd name="connsiteX1" fmla="*/ 4405930 w 4405930"/>
              <a:gd name="connsiteY1" fmla="*/ 0 h 6858001"/>
              <a:gd name="connsiteX2" fmla="*/ 4405930 w 4405930"/>
              <a:gd name="connsiteY2" fmla="*/ 6858001 h 6858001"/>
              <a:gd name="connsiteX3" fmla="*/ 0 w 4405930"/>
              <a:gd name="connsiteY3" fmla="*/ 6858001 h 6858001"/>
              <a:gd name="connsiteX4" fmla="*/ 0 w 4405930"/>
              <a:gd name="connsiteY4" fmla="*/ 632310 h 6858001"/>
              <a:gd name="connsiteX5" fmla="*/ 4405929 w 4405930"/>
              <a:gd name="connsiteY5" fmla="*/ 632310 h 6858001"/>
              <a:gd name="connsiteX6" fmla="*/ 4405929 w 4405930"/>
              <a:gd name="connsiteY6" fmla="*/ 568302 h 6858001"/>
              <a:gd name="connsiteX7" fmla="*/ 0 w 4405930"/>
              <a:gd name="connsiteY7" fmla="*/ 568302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1">
                <a:moveTo>
                  <a:pt x="0" y="0"/>
                </a:moveTo>
                <a:lnTo>
                  <a:pt x="4405930" y="0"/>
                </a:lnTo>
                <a:lnTo>
                  <a:pt x="4405930" y="6858001"/>
                </a:lnTo>
                <a:lnTo>
                  <a:pt x="0" y="6858001"/>
                </a:lnTo>
                <a:lnTo>
                  <a:pt x="0" y="632310"/>
                </a:lnTo>
                <a:lnTo>
                  <a:pt x="4405929" y="632310"/>
                </a:lnTo>
                <a:lnTo>
                  <a:pt x="4405929" y="568302"/>
                </a:lnTo>
                <a:lnTo>
                  <a:pt x="0" y="568302"/>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39" name="Rectangle 38">
            <a:extLst>
              <a:ext uri="{FF2B5EF4-FFF2-40B4-BE49-F238E27FC236}">
                <a16:creationId xmlns:a16="http://schemas.microsoft.com/office/drawing/2014/main" id="{031C6569-302F-A491-577D-85BBD3AFD160}"/>
              </a:ext>
            </a:extLst>
          </p:cNvPr>
          <p:cNvSpPr/>
          <p:nvPr/>
        </p:nvSpPr>
        <p:spPr>
          <a:xfrm>
            <a:off x="634034" y="568300"/>
            <a:ext cx="11557965"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22408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Picture 6">
    <p:bg>
      <p:bgPr>
        <a:solidFill>
          <a:schemeClr val="bg1"/>
        </a:solidFill>
        <a:effectLst/>
      </p:bgPr>
    </p:bg>
    <p:spTree>
      <p:nvGrpSpPr>
        <p:cNvPr id="1" name=""/>
        <p:cNvGrpSpPr/>
        <p:nvPr/>
      </p:nvGrpSpPr>
      <p:grpSpPr>
        <a:xfrm>
          <a:off x="0" y="0"/>
          <a:ext cx="0" cy="0"/>
          <a:chOff x="0" y="0"/>
          <a:chExt cx="0" cy="0"/>
        </a:xfrm>
      </p:grpSpPr>
      <p:sp>
        <p:nvSpPr>
          <p:cNvPr id="45" name="Rectangle 44">
            <a:extLst>
              <a:ext uri="{FF2B5EF4-FFF2-40B4-BE49-F238E27FC236}">
                <a16:creationId xmlns:a16="http://schemas.microsoft.com/office/drawing/2014/main" id="{528339C4-3F0B-4FDE-331F-F8029E9A43FE}"/>
              </a:ext>
            </a:extLst>
          </p:cNvPr>
          <p:cNvSpPr/>
          <p:nvPr/>
        </p:nvSpPr>
        <p:spPr>
          <a:xfrm>
            <a:off x="0" y="0"/>
            <a:ext cx="778606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0BC36425-FDF2-F5CF-6A47-6FF03D432E73}"/>
              </a:ext>
            </a:extLst>
          </p:cNvPr>
          <p:cNvSpPr>
            <a:spLocks noGrp="1"/>
          </p:cNvSpPr>
          <p:nvPr>
            <p:ph type="title"/>
          </p:nvPr>
        </p:nvSpPr>
        <p:spPr>
          <a:xfrm>
            <a:off x="1571624" y="1016955"/>
            <a:ext cx="5657849" cy="2980050"/>
          </a:xfrm>
        </p:spPr>
        <p:txBody>
          <a:bodyPr>
            <a:noAutofit/>
          </a:bodyPr>
          <a:lstStyle>
            <a:lvl1pPr>
              <a:defRPr sz="7200" cap="all" baseline="0">
                <a:solidFill>
                  <a:schemeClr val="bg1"/>
                </a:solidFill>
              </a:defRPr>
            </a:lvl1pPr>
          </a:lstStyle>
          <a:p>
            <a:r>
              <a:rPr lang="en-US"/>
              <a:t>Click to edit Master title style</a:t>
            </a:r>
          </a:p>
        </p:txBody>
      </p:sp>
      <p:sp>
        <p:nvSpPr>
          <p:cNvPr id="13" name="Subtitle 2">
            <a:extLst>
              <a:ext uri="{FF2B5EF4-FFF2-40B4-BE49-F238E27FC236}">
                <a16:creationId xmlns:a16="http://schemas.microsoft.com/office/drawing/2014/main" id="{2100EADD-FAC0-B5A1-CE0F-C7DBBBB19153}"/>
              </a:ext>
            </a:extLst>
          </p:cNvPr>
          <p:cNvSpPr>
            <a:spLocks noGrp="1"/>
          </p:cNvSpPr>
          <p:nvPr>
            <p:ph type="subTitle" idx="1"/>
          </p:nvPr>
        </p:nvSpPr>
        <p:spPr>
          <a:xfrm>
            <a:off x="3457574" y="5013960"/>
            <a:ext cx="3761341" cy="842323"/>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4815506" cy="381001"/>
          </a:xfrm>
          <a:prstGeom prst="rect">
            <a:avLst/>
          </a:prstGeom>
        </p:spPr>
        <p:txBody>
          <a:bodyPr/>
          <a:lstStyle>
            <a:lvl1pPr>
              <a:defRPr>
                <a:solidFill>
                  <a:schemeClr val="bg1"/>
                </a:solidFill>
              </a:defRPr>
            </a:lvl1p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5343525" y="6476999"/>
            <a:ext cx="1212771" cy="381001"/>
          </a:xfrm>
          <a:prstGeom prst="rect">
            <a:avLst/>
          </a:prstGeom>
        </p:spPr>
        <p:txBody>
          <a:bodyPr/>
          <a:lstStyle>
            <a:lvl1pPr>
              <a:defRPr>
                <a:solidFill>
                  <a:schemeClr val="bg1"/>
                </a:solidFill>
              </a:defRPr>
            </a:lvl1pPr>
          </a:lstStyle>
          <a:p>
            <a:fld id="{71FB5146-A057-4912-9A0A-2FE6D6C56141}" type="datetime1">
              <a:rPr lang="en-US" smtClean="0"/>
              <a:t>6/23/2026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561689" y="6477000"/>
            <a:ext cx="657226" cy="381001"/>
          </a:xfrm>
          <a:prstGeom prst="rect">
            <a:avLst/>
          </a:prstGeom>
        </p:spPr>
        <p:txBody>
          <a:bodyPr/>
          <a:lstStyle>
            <a:lvl1pPr>
              <a:defRPr>
                <a:solidFill>
                  <a:schemeClr val="bg1"/>
                </a:solidFill>
              </a:defRPr>
            </a:lvl1pPr>
          </a:lstStyle>
          <a:p>
            <a:fld id="{AEAA3239-9EA4-4A65-A281-97F994456D9F}" type="slidenum">
              <a:rPr lang="en-US" smtClean="0"/>
              <a:pPr/>
              <a:t>‹#›</a:t>
            </a:fld>
            <a:endParaRPr lang="en-US"/>
          </a:p>
        </p:txBody>
      </p:sp>
      <p:sp>
        <p:nvSpPr>
          <p:cNvPr id="44" name="Picture Placeholder 43">
            <a:extLst>
              <a:ext uri="{FF2B5EF4-FFF2-40B4-BE49-F238E27FC236}">
                <a16:creationId xmlns:a16="http://schemas.microsoft.com/office/drawing/2014/main" id="{B02236DF-7EF5-6F1F-81E2-5FBB5F770DDA}"/>
              </a:ext>
            </a:extLst>
          </p:cNvPr>
          <p:cNvSpPr>
            <a:spLocks noGrp="1"/>
          </p:cNvSpPr>
          <p:nvPr>
            <p:ph type="pic" sz="quarter" idx="13" hasCustomPrompt="1"/>
          </p:nvPr>
        </p:nvSpPr>
        <p:spPr>
          <a:xfrm>
            <a:off x="7786070" y="0"/>
            <a:ext cx="4405930" cy="6858000"/>
          </a:xfrm>
          <a:custGeom>
            <a:avLst/>
            <a:gdLst>
              <a:gd name="connsiteX0" fmla="*/ 0 w 4405930"/>
              <a:gd name="connsiteY0" fmla="*/ 0 h 6858000"/>
              <a:gd name="connsiteX1" fmla="*/ 4405930 w 4405930"/>
              <a:gd name="connsiteY1" fmla="*/ 0 h 6858000"/>
              <a:gd name="connsiteX2" fmla="*/ 4405930 w 4405930"/>
              <a:gd name="connsiteY2" fmla="*/ 6858000 h 6858000"/>
              <a:gd name="connsiteX3" fmla="*/ 0 w 4405930"/>
              <a:gd name="connsiteY3" fmla="*/ 6858000 h 6858000"/>
              <a:gd name="connsiteX4" fmla="*/ 0 w 4405930"/>
              <a:gd name="connsiteY4" fmla="*/ 6223002 h 6858000"/>
              <a:gd name="connsiteX5" fmla="*/ 4405929 w 4405930"/>
              <a:gd name="connsiteY5" fmla="*/ 6223002 h 6858000"/>
              <a:gd name="connsiteX6" fmla="*/ 4405929 w 4405930"/>
              <a:gd name="connsiteY6" fmla="*/ 6158994 h 6858000"/>
              <a:gd name="connsiteX7" fmla="*/ 0 w 4405930"/>
              <a:gd name="connsiteY7" fmla="*/ 6158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5930" h="6858000">
                <a:moveTo>
                  <a:pt x="0" y="0"/>
                </a:moveTo>
                <a:lnTo>
                  <a:pt x="4405930" y="0"/>
                </a:lnTo>
                <a:lnTo>
                  <a:pt x="4405930" y="6858000"/>
                </a:lnTo>
                <a:lnTo>
                  <a:pt x="0" y="6858000"/>
                </a:lnTo>
                <a:lnTo>
                  <a:pt x="0" y="6223002"/>
                </a:lnTo>
                <a:lnTo>
                  <a:pt x="4405929" y="6223002"/>
                </a:lnTo>
                <a:lnTo>
                  <a:pt x="4405929" y="6158994"/>
                </a:lnTo>
                <a:lnTo>
                  <a:pt x="0" y="6158994"/>
                </a:lnTo>
                <a:close/>
              </a:path>
            </a:pathLst>
          </a:custGeom>
          <a:blipFill>
            <a:blip r:embed="rId2">
              <a:alphaModFix amt="60000"/>
            </a:blip>
            <a:stretch>
              <a:fillRect/>
            </a:stretch>
          </a:blipFill>
        </p:spPr>
        <p:txBody>
          <a:bodyPr wrap="square">
            <a:noAutofit/>
          </a:bodyPr>
          <a:lstStyle>
            <a:lvl1pPr marL="0" indent="0">
              <a:buNone/>
              <a:defRPr/>
            </a:lvl1pPr>
          </a:lstStyle>
          <a:p>
            <a:r>
              <a:rPr lang="en-US"/>
              <a:t> </a:t>
            </a:r>
          </a:p>
        </p:txBody>
      </p:sp>
      <p:sp>
        <p:nvSpPr>
          <p:cNvPr id="8" name="Freeform 7">
            <a:extLst>
              <a:ext uri="{FF2B5EF4-FFF2-40B4-BE49-F238E27FC236}">
                <a16:creationId xmlns:a16="http://schemas.microsoft.com/office/drawing/2014/main" id="{1ED591FA-7D43-29EE-BFC3-BBC766B4EE45}"/>
              </a:ext>
            </a:extLst>
          </p:cNvPr>
          <p:cNvSpPr/>
          <p:nvPr userDrawn="1"/>
        </p:nvSpPr>
        <p:spPr>
          <a:xfrm>
            <a:off x="3457574" y="6158994"/>
            <a:ext cx="4328495"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066178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Picture 7">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AC4AA71-4D00-C504-86D1-E003D9A4DEDF}"/>
              </a:ext>
            </a:extLst>
          </p:cNvPr>
          <p:cNvSpPr>
            <a:spLocks noGrp="1"/>
          </p:cNvSpPr>
          <p:nvPr>
            <p:ph type="title"/>
          </p:nvPr>
        </p:nvSpPr>
        <p:spPr>
          <a:xfrm>
            <a:off x="1447800" y="3623950"/>
            <a:ext cx="7275859" cy="2395850"/>
          </a:xfrm>
        </p:spPr>
        <p:txBody>
          <a:bodyPr anchor="b">
            <a:noAutofit/>
          </a:bodyPr>
          <a:lstStyle>
            <a:lvl1pPr>
              <a:defRPr sz="7200" cap="all"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9110042" y="4728526"/>
            <a:ext cx="2548557" cy="1127758"/>
          </a:xfrm>
          <a:prstGeom prst="rect">
            <a:avLst/>
          </a:prstGeom>
        </p:spPr>
        <p:txBody>
          <a:bodyPr anchor="b">
            <a:normAutofit/>
          </a:bodyPr>
          <a:lstStyle>
            <a:lvl1pPr marL="0" indent="0" algn="r">
              <a:buNone/>
              <a:defRPr sz="2000" b="1" i="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35" name="Picture Placeholder 34">
            <a:extLst>
              <a:ext uri="{FF2B5EF4-FFF2-40B4-BE49-F238E27FC236}">
                <a16:creationId xmlns:a16="http://schemas.microsoft.com/office/drawing/2014/main" id="{B9064727-BADB-A389-B86C-8631998C0849}"/>
              </a:ext>
            </a:extLst>
          </p:cNvPr>
          <p:cNvSpPr>
            <a:spLocks noGrp="1"/>
          </p:cNvSpPr>
          <p:nvPr>
            <p:ph type="pic" sz="quarter" idx="13" hasCustomPrompt="1"/>
          </p:nvPr>
        </p:nvSpPr>
        <p:spPr>
          <a:xfrm>
            <a:off x="1571624" y="-1"/>
            <a:ext cx="10620375" cy="324295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77000"/>
            <a:ext cx="8576636" cy="381001"/>
          </a:xfrm>
          <a:prstGeom prst="rect">
            <a:avLst/>
          </a:prstGeom>
        </p:spPr>
        <p:txBody>
          <a:bodyPr/>
          <a:lstStyle>
            <a:lvl1pPr>
              <a:defRPr>
                <a:solidFill>
                  <a:schemeClr val="bg1"/>
                </a:solidFill>
              </a:defRPr>
            </a:lvl1p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37" y="6476999"/>
            <a:ext cx="1885950" cy="381001"/>
          </a:xfrm>
          <a:prstGeom prst="rect">
            <a:avLst/>
          </a:prstGeom>
        </p:spPr>
        <p:txBody>
          <a:bodyPr/>
          <a:lstStyle>
            <a:lvl1pPr>
              <a:defRPr>
                <a:solidFill>
                  <a:schemeClr val="bg1"/>
                </a:solidFill>
              </a:defRPr>
            </a:lvl1pPr>
          </a:lstStyle>
          <a:p>
            <a:fld id="{63F95F04-801A-4580-BC26-D705AEBD4783}" type="datetime1">
              <a:rPr lang="en-US" smtClean="0"/>
              <a:t>6/23/2026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9" y="6477000"/>
            <a:ext cx="657226" cy="381001"/>
          </a:xfrm>
          <a:prstGeom prst="rect">
            <a:avLst/>
          </a:prstGeom>
        </p:spPr>
        <p:txBody>
          <a:bodyPr/>
          <a:lstStyle>
            <a:lvl1pPr>
              <a:defRPr>
                <a:solidFill>
                  <a:schemeClr val="bg1"/>
                </a:solidFill>
              </a:defRPr>
            </a:lvl1pPr>
          </a:lstStyle>
          <a:p>
            <a:fld id="{AEAA3239-9EA4-4A65-A281-97F994456D9F}" type="slidenum">
              <a:rPr lang="en-US" smtClean="0"/>
              <a:pPr/>
              <a:t>‹#›</a:t>
            </a:fld>
            <a:endParaRPr lang="en-US"/>
          </a:p>
        </p:txBody>
      </p:sp>
      <p:sp>
        <p:nvSpPr>
          <p:cNvPr id="10" name="Freeform 9">
            <a:extLst>
              <a:ext uri="{FF2B5EF4-FFF2-40B4-BE49-F238E27FC236}">
                <a16:creationId xmlns:a16="http://schemas.microsoft.com/office/drawing/2014/main" id="{8DFF3827-CD62-4A14-DFBC-0250A91ECBC5}"/>
              </a:ext>
            </a:extLst>
          </p:cNvPr>
          <p:cNvSpPr/>
          <p:nvPr/>
        </p:nvSpPr>
        <p:spPr>
          <a:xfrm>
            <a:off x="9110042" y="6167560"/>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6" name="Freeform 35">
            <a:extLst>
              <a:ext uri="{FF2B5EF4-FFF2-40B4-BE49-F238E27FC236}">
                <a16:creationId xmlns:a16="http://schemas.microsoft.com/office/drawing/2014/main" id="{B46863E6-656C-574C-DA91-23C8D30CE998}"/>
              </a:ext>
            </a:extLst>
          </p:cNvPr>
          <p:cNvSpPr/>
          <p:nvPr/>
        </p:nvSpPr>
        <p:spPr>
          <a:xfrm>
            <a:off x="1571623" y="6167558"/>
            <a:ext cx="754379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01098068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a:lstStyle>
            <a:lvl1pPr>
              <a:defRPr>
                <a:solidFill>
                  <a:schemeClr val="bg2"/>
                </a:solidFill>
              </a:defRPr>
            </a:lvl1pPr>
          </a:lstStyle>
          <a:p>
            <a:r>
              <a:rPr lang="en-US"/>
              <a:t>Presentation title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a:lstStyle>
            <a:lvl1pPr>
              <a:defRPr>
                <a:solidFill>
                  <a:schemeClr val="bg2"/>
                </a:solidFill>
              </a:defRPr>
            </a:lvl1pPr>
          </a:lstStyle>
          <a:p>
            <a:fld id="{34E88643-CA1F-4663-8C06-BD5ECF50899D}" type="datetime1">
              <a:rPr lang="en-US" smtClean="0"/>
              <a:t>6/23/2026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a:lstStyle>
            <a:lvl1pPr>
              <a:defRPr>
                <a:solidFill>
                  <a:schemeClr val="bg2"/>
                </a:solidFill>
              </a:defRPr>
            </a:lvl1pPr>
          </a:lstStyle>
          <a:p>
            <a:fld id="{AEAA3239-9EA4-4A65-A281-97F994456D9F}" type="slidenum">
              <a:rPr lang="en-US" smtClean="0"/>
              <a:pPr/>
              <a:t>‹#›</a:t>
            </a:fld>
            <a:endParaRPr lang="en-US"/>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14681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anchor="t">
            <a:normAutofit/>
          </a:bodyPr>
          <a:lstStyle>
            <a:lvl1pPr>
              <a:defRPr sz="7200" cap="all" baseline="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a:lstStyle>
            <a:lvl1pPr>
              <a:defRPr>
                <a:solidFill>
                  <a:schemeClr val="tx2"/>
                </a:solidFill>
              </a:defRPr>
            </a:lvl1p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a:lstStyle>
            <a:lvl1pPr>
              <a:defRPr>
                <a:solidFill>
                  <a:schemeClr val="tx2"/>
                </a:solidFill>
              </a:defRPr>
            </a:lvl1pPr>
          </a:lstStyle>
          <a:p>
            <a:fld id="{CB73E6FC-8E19-48D4-B829-246931AD4AF3}" type="datetime1">
              <a:rPr lang="en-US" smtClean="0"/>
              <a:t>6/23/2026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58416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571616" y="1016955"/>
            <a:ext cx="10086983" cy="1127758"/>
          </a:xfrm>
          <a:prstGeom prst="rect">
            <a:avLst/>
          </a:prstGeom>
        </p:spPr>
        <p:txBody>
          <a:bodyPr anchor="t">
            <a:normAutofit/>
          </a:bodyPr>
          <a:lstStyle>
            <a:lvl1pPr>
              <a:defRPr sz="7200" cap="all" baseline="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3457574" y="2510472"/>
            <a:ext cx="8201025" cy="3345813"/>
          </a:xfrm>
          <a:prstGeom prst="rect">
            <a:avLst/>
          </a:prstGeom>
        </p:spPr>
        <p:txBody>
          <a:bodyPr anchor="b">
            <a:normAutofit/>
          </a:bodyPr>
          <a:lstStyle>
            <a:lvl1pPr marL="4572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1pPr>
            <a:lvl2pPr marL="685800" indent="-4572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2pPr>
            <a:lvl3pPr marL="8001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3pPr>
            <a:lvl4pPr marL="10287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4pPr>
            <a:lvl5pPr marL="1257300" indent="-342900">
              <a:lnSpc>
                <a:spcPct val="150000"/>
              </a:lnSpc>
              <a:spcBef>
                <a:spcPts val="0"/>
              </a:spcBef>
              <a:buFont typeface="+mj-lt"/>
              <a:buAutoNum type="arabicPeriod"/>
              <a:defRPr sz="1600" b="0" i="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77000"/>
            <a:ext cx="8582024" cy="381001"/>
          </a:xfrm>
          <a:prstGeom prst="rect">
            <a:avLst/>
          </a:prstGeom>
        </p:spPr>
        <p:txBody>
          <a:bodyPr/>
          <a:lstStyle>
            <a:lvl1pPr>
              <a:defRPr>
                <a:solidFill>
                  <a:schemeClr val="tx2"/>
                </a:solidFill>
              </a:defRPr>
            </a:lvl1p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10" y="6477000"/>
            <a:ext cx="1880569" cy="381001"/>
          </a:xfrm>
          <a:prstGeom prst="rect">
            <a:avLst/>
          </a:prstGeom>
        </p:spPr>
        <p:txBody>
          <a:bodyPr/>
          <a:lstStyle>
            <a:lvl1pPr>
              <a:defRPr>
                <a:solidFill>
                  <a:schemeClr val="tx2"/>
                </a:solidFill>
              </a:defRPr>
            </a:lvl1pPr>
          </a:lstStyle>
          <a:p>
            <a:fld id="{D00CEFBA-160C-4799-BD15-C032D631B769}" type="datetime1">
              <a:rPr lang="en-US" smtClean="0"/>
              <a:t>6/23/2026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001379" y="6477000"/>
            <a:ext cx="668011"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6" name="Rectangle 5">
            <a:extLst>
              <a:ext uri="{FF2B5EF4-FFF2-40B4-BE49-F238E27FC236}">
                <a16:creationId xmlns:a16="http://schemas.microsoft.com/office/drawing/2014/main" id="{3ED80240-B3FF-301A-7873-10FB09246CCA}"/>
              </a:ext>
            </a:extLst>
          </p:cNvPr>
          <p:cNvSpPr/>
          <p:nvPr userDrawn="1"/>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14D47D0-4154-EDAC-8824-1648A190B7A6}"/>
              </a:ext>
            </a:extLst>
          </p:cNvPr>
          <p:cNvSpPr/>
          <p:nvPr userDrawn="1"/>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69957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a:normAutofit/>
          </a:bodyPr>
          <a:lstStyle>
            <a:lvl1pPr>
              <a:defRPr sz="7200" cap="all" baseline="0"/>
            </a:lvl1pPr>
          </a:lstStyle>
          <a:p>
            <a:r>
              <a:rPr lang="en-US"/>
              <a:t>AGENDA</a:t>
            </a:r>
          </a:p>
        </p:txBody>
      </p:sp>
      <p:sp>
        <p:nvSpPr>
          <p:cNvPr id="39" name="Picture Placeholder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a:lstStyle/>
          <a:p>
            <a:fld id="{20AF2805-09FE-4E19-BD3D-273F9C4FB4DD}" type="datetime1">
              <a:rPr lang="en-US" smtClean="0"/>
              <a:t>6/23/2026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a:lstStyle/>
          <a:p>
            <a:fld id="{AEAA3239-9EA4-4A65-A281-97F994456D9F}" type="slidenum">
              <a:rPr lang="en-US" smtClean="0"/>
              <a:t>‹#›</a:t>
            </a:fld>
            <a:endParaRPr lang="en-US"/>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28741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6B3EE4-062C-F433-E634-3A18DC144881}"/>
              </a:ext>
            </a:extLst>
          </p:cNvPr>
          <p:cNvSpPr>
            <a:spLocks noGrp="1"/>
          </p:cNvSpPr>
          <p:nvPr>
            <p:ph type="title"/>
          </p:nvPr>
        </p:nvSpPr>
        <p:spPr>
          <a:xfrm>
            <a:off x="533399" y="1016955"/>
            <a:ext cx="8190252" cy="1064665"/>
          </a:xfrm>
        </p:spPr>
        <p:txBody>
          <a:bodyPr/>
          <a:lstStyle>
            <a:lvl1pPr>
              <a:defRPr cap="all" baseline="0"/>
            </a:lvl1pPr>
          </a:lstStyle>
          <a:p>
            <a:r>
              <a:rPr lang="en-US"/>
              <a:t>Click to edit Master title style</a:t>
            </a:r>
          </a:p>
        </p:txBody>
      </p:sp>
      <p:sp>
        <p:nvSpPr>
          <p:cNvPr id="33" name="Rectangle 32">
            <a:extLst>
              <a:ext uri="{FF2B5EF4-FFF2-40B4-BE49-F238E27FC236}">
                <a16:creationId xmlns:a16="http://schemas.microsoft.com/office/drawing/2014/main" id="{47E7D5E3-074F-6FA6-6315-6EB342D2C2D0}"/>
              </a:ext>
            </a:extLst>
          </p:cNvPr>
          <p:cNvSpPr/>
          <p:nvPr userDrawn="1"/>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5A2BF4CD-78B4-D70F-8781-6C00B2CEA066}"/>
              </a:ext>
            </a:extLst>
          </p:cNvPr>
          <p:cNvSpPr/>
          <p:nvPr/>
        </p:nvSpPr>
        <p:spPr>
          <a:xfrm>
            <a:off x="634029" y="2144714"/>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Content Placeholder 11">
            <a:extLst>
              <a:ext uri="{FF2B5EF4-FFF2-40B4-BE49-F238E27FC236}">
                <a16:creationId xmlns:a16="http://schemas.microsoft.com/office/drawing/2014/main" id="{8447EC38-FC2B-37AD-5285-1B51B7FA258B}"/>
              </a:ext>
            </a:extLst>
          </p:cNvPr>
          <p:cNvSpPr>
            <a:spLocks noGrp="1"/>
          </p:cNvSpPr>
          <p:nvPr>
            <p:ph sz="quarter" idx="14"/>
          </p:nvPr>
        </p:nvSpPr>
        <p:spPr>
          <a:xfrm>
            <a:off x="533400" y="2495232"/>
            <a:ext cx="4659313" cy="1644650"/>
          </a:xfrm>
        </p:spPr>
        <p:txBody>
          <a:bodyPr>
            <a:normAutofit/>
          </a:bodyPr>
          <a:lstStyle>
            <a:lvl1pPr marL="0" indent="0">
              <a:spcBef>
                <a:spcPts val="0"/>
              </a:spcBef>
              <a:buNone/>
              <a:defRPr sz="1400"/>
            </a:lvl1pPr>
            <a:lvl2pPr marL="228600" indent="0">
              <a:spcBef>
                <a:spcPts val="0"/>
              </a:spcBef>
              <a:buNone/>
              <a:defRPr sz="1400"/>
            </a:lvl2pPr>
            <a:lvl3pPr marL="457200" indent="0">
              <a:spcBef>
                <a:spcPts val="0"/>
              </a:spcBef>
              <a:buNone/>
              <a:defRPr sz="1400"/>
            </a:lvl3pPr>
            <a:lvl4pPr marL="685800" indent="0">
              <a:spcBef>
                <a:spcPts val="0"/>
              </a:spcBef>
              <a:buNone/>
              <a:defRPr sz="1400"/>
            </a:lvl4pPr>
            <a:lvl5pPr marL="914400" indent="0">
              <a:spcBef>
                <a:spcPts val="0"/>
              </a:spcBef>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6304302" cy="381001"/>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843095" y="6477000"/>
            <a:ext cx="1223330" cy="381001"/>
          </a:xfrm>
          <a:prstGeom prst="rect">
            <a:avLst/>
          </a:prstGeom>
        </p:spPr>
        <p:txBody>
          <a:bodyPr/>
          <a:lstStyle>
            <a:lvl1pPr>
              <a:defRPr>
                <a:solidFill>
                  <a:schemeClr val="tx2"/>
                </a:solidFill>
              </a:defRPr>
            </a:lvl1pPr>
          </a:lstStyle>
          <a:p>
            <a:fld id="{91916611-30DD-4F0D-BDC3-078E01EB801A}" type="datetime1">
              <a:rPr lang="en-US" smtClean="0"/>
              <a:t>6/23/2026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066425"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9" name="Freeform 8">
            <a:extLst>
              <a:ext uri="{FF2B5EF4-FFF2-40B4-BE49-F238E27FC236}">
                <a16:creationId xmlns:a16="http://schemas.microsoft.com/office/drawing/2014/main" id="{37ECC57E-F626-26BF-F554-362A80454818}"/>
              </a:ext>
            </a:extLst>
          </p:cNvPr>
          <p:cNvSpPr/>
          <p:nvPr userDrawn="1"/>
        </p:nvSpPr>
        <p:spPr>
          <a:xfrm>
            <a:off x="9110042" y="2144714"/>
            <a:ext cx="3085896"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221380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93859" cy="3456894"/>
          </a:xfrm>
          <a:prstGeom prst="rect">
            <a:avLst/>
          </a:prstGeom>
        </p:spPr>
        <p:txBody>
          <a:bodyPr anchor="t">
            <a:normAutofit/>
          </a:bodyPr>
          <a:lstStyle>
            <a:lvl1pPr>
              <a:defRPr sz="3600" cap="all" baseline="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962527" y="1016955"/>
            <a:ext cx="6696073" cy="34612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5849E5F1-9C7C-41DD-B083-40CE4B6B6609}" type="datetime1">
              <a:rPr lang="en-US" smtClean="0"/>
              <a:t>6/23/2026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995976" y="6477000"/>
            <a:ext cx="662624" cy="381001"/>
          </a:xfrm>
          <a:prstGeom prst="rect">
            <a:avLst/>
          </a:prstGeo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318A2D93-E48C-9CE8-FF5E-7230586A29D9}"/>
              </a:ext>
            </a:extLst>
          </p:cNvPr>
          <p:cNvSpPr/>
          <p:nvPr userDrawn="1"/>
        </p:nvSpPr>
        <p:spPr>
          <a:xfrm>
            <a:off x="4019552" y="570037"/>
            <a:ext cx="8172448" cy="59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3FA3421-FB3F-747A-9D40-EB149BBDD6FA}"/>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13989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anchor="t">
            <a:normAutofit/>
          </a:bodyPr>
          <a:lstStyle>
            <a:lvl1pPr>
              <a:defRPr sz="3600" cap="all" baseline="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1E532691-8605-4D75-9B37-0F29951CF35A}" type="datetime1">
              <a:rPr lang="en-US" smtClean="0"/>
              <a:t>6/23/2026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a:p>
        </p:txBody>
      </p:sp>
      <p:sp>
        <p:nvSpPr>
          <p:cNvPr id="34" name="Rectangle 33">
            <a:extLst>
              <a:ext uri="{FF2B5EF4-FFF2-40B4-BE49-F238E27FC236}">
                <a16:creationId xmlns:a16="http://schemas.microsoft.com/office/drawing/2014/main" id="{9AE531BB-71E1-57EF-0879-5979B0C95458}"/>
              </a:ext>
            </a:extLst>
          </p:cNvPr>
          <p:cNvSpPr/>
          <p:nvPr userDrawn="1"/>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1FD272-0797-A5C1-BAB9-E68F518B8158}"/>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12715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6147" cy="4940661"/>
          </a:xfrm>
          <a:prstGeom prst="rect">
            <a:avLst/>
          </a:prstGeom>
        </p:spPr>
        <p:txBody>
          <a:bodyPr anchor="t">
            <a:normAutofit/>
          </a:bodyPr>
          <a:lstStyle>
            <a:lvl1pPr>
              <a:defRPr sz="3600" cap="all" baseline="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62526" y="1016955"/>
            <a:ext cx="6696074" cy="494066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CE22925B-E537-4894-A5C9-5FB557DF6FFB}" type="datetime1">
              <a:rPr lang="en-US" smtClean="0"/>
              <a:t>6/23/2026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E5C1B67F-B248-B2D5-AE0D-B9A93FFB6061}"/>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98DF7F2-59F5-C597-5370-B00D427EA660}"/>
              </a:ext>
            </a:extLst>
          </p:cNvPr>
          <p:cNvSpPr/>
          <p:nvPr userDrawn="1"/>
        </p:nvSpPr>
        <p:spPr>
          <a:xfrm>
            <a:off x="4019547" y="570037"/>
            <a:ext cx="8172453"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99515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anchor="t">
            <a:normAutofit/>
          </a:bodyPr>
          <a:lstStyle>
            <a:lvl1pPr>
              <a:defRPr sz="3600" cap="all" baseline="0">
                <a:latin typeface="+mj-lt"/>
              </a:defRPr>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AF504E6F-5E20-457A-A4D7-010D88E2AB6A}" type="datetime1">
              <a:rPr lang="en-US" smtClean="0"/>
              <a:t>6/23/2026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AEAA3239-9EA4-4A65-A281-97F994456D9F}" type="slidenum">
              <a:rPr lang="en-US" smtClean="0"/>
              <a:t>‹#›</a:t>
            </a:fld>
            <a:endParaRPr lang="en-US"/>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1D59CA-78A2-7B8F-A9C7-E86B47BEAE5E}"/>
              </a:ext>
            </a:extLst>
          </p:cNvPr>
          <p:cNvSpPr/>
          <p:nvPr userDrawn="1"/>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90451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anchor="t"/>
          <a:lstStyle>
            <a:lvl1pPr>
              <a:defRPr cap="all" baseline="0"/>
            </a:lvl1pPr>
          </a:lstStyle>
          <a:p>
            <a:r>
              <a:rPr lang="en-US"/>
              <a:t>Click to edit Master title style</a:t>
            </a:r>
          </a:p>
        </p:txBody>
      </p:sp>
      <p:sp>
        <p:nvSpPr>
          <p:cNvPr id="38" name="Picture Placeholder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a:lstStyle>
            <a:lvl1pPr>
              <a:defRPr>
                <a:solidFill>
                  <a:schemeClr val="tx2"/>
                </a:solidFill>
              </a:defRPr>
            </a:lvl1pPr>
          </a:lstStyle>
          <a:p>
            <a:fld id="{1533F4C8-FF6A-458A-9544-1F0DF90A3B6B}" type="datetime1">
              <a:rPr lang="en-US" smtClean="0"/>
              <a:t>6/23/2026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 name="Freeform 2">
            <a:extLst>
              <a:ext uri="{FF2B5EF4-FFF2-40B4-BE49-F238E27FC236}">
                <a16:creationId xmlns:a16="http://schemas.microsoft.com/office/drawing/2014/main" id="{EC16BEA9-7D3A-E34B-4442-F0BFB853F3F8}"/>
              </a:ext>
            </a:extLst>
          </p:cNvPr>
          <p:cNvSpPr/>
          <p:nvPr userDrawn="1"/>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A3462211-E1BA-E90A-00F8-E717C7293E42}"/>
              </a:ext>
            </a:extLst>
          </p:cNvPr>
          <p:cNvSpPr/>
          <p:nvPr userDrawn="1"/>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14959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6309821" cy="731520"/>
          </a:xfrm>
          <a:prstGeom prst="rect">
            <a:avLst/>
          </a:prstGeom>
        </p:spPr>
        <p:txBody>
          <a:bodyPr anchor="t"/>
          <a:lstStyle>
            <a:lvl1pPr>
              <a:defRPr cap="all" baseline="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6309695" cy="405843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533400" y="6477000"/>
            <a:ext cx="4809999" cy="381000"/>
          </a:xfrm>
          <a:prstGeom prst="rect">
            <a:avLst/>
          </a:prstGeom>
        </p:spPr>
        <p:txBody>
          <a:bodyPr/>
          <a:lstStyle>
            <a:lvl1pPr>
              <a:defRPr>
                <a:solidFill>
                  <a:schemeClr val="tx2"/>
                </a:solidFill>
              </a:defRPr>
            </a:lvl1pPr>
          </a:lstStyle>
          <a:p>
            <a:r>
              <a:rPr lang="en-US"/>
              <a:t>Presentation title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5343525" y="6492875"/>
            <a:ext cx="1033596" cy="381001"/>
          </a:xfrm>
          <a:prstGeom prst="rect">
            <a:avLst/>
          </a:prstGeom>
        </p:spPr>
        <p:txBody>
          <a:bodyPr/>
          <a:lstStyle>
            <a:lvl1pPr>
              <a:defRPr>
                <a:solidFill>
                  <a:schemeClr val="tx2"/>
                </a:solidFill>
              </a:defRPr>
            </a:lvl1pPr>
          </a:lstStyle>
          <a:p>
            <a:fld id="{A036458B-3648-49BD-A4D6-0F9088BB7776}" type="datetime1">
              <a:rPr lang="en-US" smtClean="0"/>
              <a:t>6/23/2026</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413888" y="6476999"/>
            <a:ext cx="429207"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 name="Picture Placeholder 2">
            <a:extLst>
              <a:ext uri="{FF2B5EF4-FFF2-40B4-BE49-F238E27FC236}">
                <a16:creationId xmlns:a16="http://schemas.microsoft.com/office/drawing/2014/main" id="{F5064846-7F19-1A60-FFA5-393438EE39E9}"/>
              </a:ext>
            </a:extLst>
          </p:cNvPr>
          <p:cNvSpPr>
            <a:spLocks noGrp="1"/>
          </p:cNvSpPr>
          <p:nvPr>
            <p:ph type="pic" sz="quarter" idx="13" hasCustomPrompt="1"/>
          </p:nvPr>
        </p:nvSpPr>
        <p:spPr>
          <a:xfrm>
            <a:off x="7791446"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6" name="Rectangle 5">
            <a:extLst>
              <a:ext uri="{FF2B5EF4-FFF2-40B4-BE49-F238E27FC236}">
                <a16:creationId xmlns:a16="http://schemas.microsoft.com/office/drawing/2014/main" id="{B87C63CE-38F9-6D67-7C23-42944811492E}"/>
              </a:ext>
            </a:extLst>
          </p:cNvPr>
          <p:cNvSpPr/>
          <p:nvPr userDrawn="1"/>
        </p:nvSpPr>
        <p:spPr>
          <a:xfrm>
            <a:off x="7789164"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6">
            <a:extLst>
              <a:ext uri="{FF2B5EF4-FFF2-40B4-BE49-F238E27FC236}">
                <a16:creationId xmlns:a16="http://schemas.microsoft.com/office/drawing/2014/main" id="{E209D7E2-AB21-4057-B204-85F36DA5484C}"/>
              </a:ext>
            </a:extLst>
          </p:cNvPr>
          <p:cNvSpPr/>
          <p:nvPr userDrawn="1"/>
        </p:nvSpPr>
        <p:spPr>
          <a:xfrm>
            <a:off x="645959"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519876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anchor="t"/>
          <a:lstStyle>
            <a:lvl1pPr>
              <a:defRPr cap="all" baseline="0"/>
            </a:lvl1pPr>
          </a:lstStyle>
          <a:p>
            <a:r>
              <a:rPr lang="en-US"/>
              <a:t>Click to edit Master title style</a:t>
            </a:r>
          </a:p>
        </p:txBody>
      </p:sp>
      <p:sp>
        <p:nvSpPr>
          <p:cNvPr id="38" name="Picture Placeholder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a:lstStyle>
            <a:lvl1pPr>
              <a:defRPr>
                <a:solidFill>
                  <a:schemeClr val="tx2"/>
                </a:solidFill>
              </a:defRPr>
            </a:lvl1pPr>
          </a:lstStyle>
          <a:p>
            <a:r>
              <a:rPr lang="en-US"/>
              <a:t>Presentation title</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a:lstStyle>
            <a:lvl1pPr>
              <a:defRPr>
                <a:solidFill>
                  <a:schemeClr val="tx2"/>
                </a:solidFill>
              </a:defRPr>
            </a:lvl1pPr>
          </a:lstStyle>
          <a:p>
            <a:fld id="{2A1E8540-4D23-42CD-8A63-F2EAD91093A7}" type="datetime1">
              <a:rPr lang="en-US" smtClean="0"/>
              <a:t>6/23/2026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5" name="Freeform 4">
            <a:extLst>
              <a:ext uri="{FF2B5EF4-FFF2-40B4-BE49-F238E27FC236}">
                <a16:creationId xmlns:a16="http://schemas.microsoft.com/office/drawing/2014/main" id="{ECF4FA5C-D406-8202-9143-DAEA62C5C872}"/>
              </a:ext>
            </a:extLst>
          </p:cNvPr>
          <p:cNvSpPr/>
          <p:nvPr userDrawn="1"/>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082645EB-0315-BBF0-B28C-6A31158DE8D1}"/>
              </a:ext>
            </a:extLst>
          </p:cNvPr>
          <p:cNvSpPr/>
          <p:nvPr userDrawn="1"/>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070171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anchor="t"/>
          <a:lstStyle>
            <a:lvl1pPr>
              <a:defRPr cap="all" baseline="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a:lstStyle>
            <a:lvl1pPr>
              <a:defRPr>
                <a:solidFill>
                  <a:schemeClr val="tx2"/>
                </a:solidFill>
              </a:defRPr>
            </a:lvl1pPr>
          </a:lstStyle>
          <a:p>
            <a:fld id="{73B456EB-19FD-4A38-8010-F86DE924658C}" type="datetime1">
              <a:rPr lang="en-US" smtClean="0"/>
              <a:t>6/23/2026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6" name="Picture Placeholder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3" name="Freeform 2">
            <a:extLst>
              <a:ext uri="{FF2B5EF4-FFF2-40B4-BE49-F238E27FC236}">
                <a16:creationId xmlns:a16="http://schemas.microsoft.com/office/drawing/2014/main" id="{E19B021D-A5A3-D515-C491-988160E0708C}"/>
              </a:ext>
            </a:extLst>
          </p:cNvPr>
          <p:cNvSpPr/>
          <p:nvPr userDrawn="1"/>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F6879252-7B61-583A-CF4D-92BF27416ADC}"/>
              </a:ext>
            </a:extLst>
          </p:cNvPr>
          <p:cNvSpPr/>
          <p:nvPr userDrawn="1"/>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899109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9478" y="1016955"/>
            <a:ext cx="4429122" cy="1328932"/>
          </a:xfrm>
          <a:prstGeom prst="rect">
            <a:avLst/>
          </a:prstGeom>
        </p:spPr>
        <p:txBody>
          <a:bodyPr anchor="b">
            <a:normAutofit/>
          </a:bodyPr>
          <a:lstStyle>
            <a:lvl1pPr>
              <a:defRPr sz="3600" cap="all" baseline="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6383"/>
            <a:ext cx="6492240"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9478" y="2495233"/>
            <a:ext cx="4429121" cy="372776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9479" y="6477000"/>
            <a:ext cx="2828920" cy="381000"/>
          </a:xfrm>
          <a:prstGeom prst="rect">
            <a:avLst/>
          </a:prstGeom>
        </p:spPr>
        <p:txBody>
          <a:bodyPr/>
          <a:lstStyle>
            <a:lvl1pPr>
              <a:defRPr>
                <a:solidFill>
                  <a:schemeClr val="tx2"/>
                </a:solidFill>
              </a:defRPr>
            </a:lvl1p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058404" y="6477000"/>
            <a:ext cx="942976" cy="381000"/>
          </a:xfrm>
          <a:prstGeom prst="rect">
            <a:avLst/>
          </a:prstGeom>
        </p:spPr>
        <p:txBody>
          <a:bodyPr/>
          <a:lstStyle>
            <a:lvl1pPr>
              <a:defRPr>
                <a:solidFill>
                  <a:schemeClr val="tx2"/>
                </a:solidFill>
                <a:effectLst/>
              </a:defRPr>
            </a:lvl1pPr>
          </a:lstStyle>
          <a:p>
            <a:fld id="{82FD4696-74E2-4970-BC78-F6CE4130DF59}" type="datetime1">
              <a:rPr lang="en-US" smtClean="0"/>
              <a:t>6/23/2026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6477000"/>
            <a:ext cx="657221"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63" name="Freeform 62">
            <a:extLst>
              <a:ext uri="{FF2B5EF4-FFF2-40B4-BE49-F238E27FC236}">
                <a16:creationId xmlns:a16="http://schemas.microsoft.com/office/drawing/2014/main" id="{7A28C34C-6E29-8131-3040-4DAF8132CA12}"/>
              </a:ext>
            </a:extLst>
          </p:cNvPr>
          <p:cNvSpPr/>
          <p:nvPr/>
        </p:nvSpPr>
        <p:spPr>
          <a:xfrm>
            <a:off x="6487084"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0623323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anchor="t">
            <a:noAutofit/>
          </a:bodyPr>
          <a:lstStyle>
            <a:lvl1pPr>
              <a:defRPr sz="3600" cap="all" baseline="0">
                <a:solidFill>
                  <a:schemeClr val="tx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a:lstStyle>
            <a:lvl1pPr>
              <a:defRPr>
                <a:solidFill>
                  <a:schemeClr val="tx2"/>
                </a:solidFill>
                <a:effectLst/>
              </a:defRPr>
            </a:lvl1p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a:lstStyle>
            <a:lvl1pPr>
              <a:defRPr>
                <a:solidFill>
                  <a:schemeClr val="tx2"/>
                </a:solidFill>
              </a:defRPr>
            </a:lvl1pPr>
          </a:lstStyle>
          <a:p>
            <a:fld id="{71ADCD4E-3EB5-4828-8896-DAF01418F813}" type="datetime1">
              <a:rPr lang="en-US" smtClean="0"/>
              <a:t>6/23/2026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a:lstStyle>
            <a:lvl1pPr>
              <a:defRPr>
                <a:solidFill>
                  <a:schemeClr val="tx2"/>
                </a:solidFill>
                <a:effectLst/>
              </a:defRPr>
            </a:lvl1pPr>
          </a:lstStyle>
          <a:p>
            <a:fld id="{AEAA3239-9EA4-4A65-A281-97F994456D9F}"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3" name="Freeform 2">
            <a:extLst>
              <a:ext uri="{FF2B5EF4-FFF2-40B4-BE49-F238E27FC236}">
                <a16:creationId xmlns:a16="http://schemas.microsoft.com/office/drawing/2014/main" id="{103B3571-8BEB-7B5F-5141-60BE7E4F2B98}"/>
              </a:ext>
            </a:extLst>
          </p:cNvPr>
          <p:cNvSpPr/>
          <p:nvPr userDrawn="1"/>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6383908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2" y="1016955"/>
            <a:ext cx="3445937" cy="1328932"/>
          </a:xfrm>
          <a:prstGeom prst="rect">
            <a:avLst/>
          </a:prstGeom>
        </p:spPr>
        <p:txBody>
          <a:bodyPr anchor="t">
            <a:normAutofit/>
          </a:bodyPr>
          <a:lstStyle>
            <a:lvl1pPr>
              <a:defRPr sz="3600" cap="all" baseline="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5" name="Content Placeholder 7">
            <a:extLst>
              <a:ext uri="{FF2B5EF4-FFF2-40B4-BE49-F238E27FC236}">
                <a16:creationId xmlns:a16="http://schemas.microsoft.com/office/drawing/2014/main" id="{8851C855-D5E5-B064-989B-863B11B75D0B}"/>
              </a:ext>
            </a:extLst>
          </p:cNvPr>
          <p:cNvSpPr>
            <a:spLocks noGrp="1"/>
          </p:cNvSpPr>
          <p:nvPr>
            <p:ph sz="quarter" idx="18"/>
          </p:nvPr>
        </p:nvSpPr>
        <p:spPr>
          <a:xfrm>
            <a:off x="8212663" y="2495232"/>
            <a:ext cx="3445936" cy="372776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477000"/>
            <a:ext cx="2012061" cy="381000"/>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477000"/>
            <a:ext cx="922372" cy="381000"/>
          </a:xfrm>
          <a:prstGeom prst="rect">
            <a:avLst/>
          </a:prstGeom>
        </p:spPr>
        <p:txBody>
          <a:bodyPr/>
          <a:lstStyle>
            <a:lvl1pPr>
              <a:defRPr>
                <a:solidFill>
                  <a:schemeClr val="tx2"/>
                </a:solidFill>
              </a:defRPr>
            </a:lvl1pPr>
          </a:lstStyle>
          <a:p>
            <a:fld id="{A620E8D4-9784-4902-913C-374378762F57}" type="datetime1">
              <a:rPr lang="en-US" smtClean="0"/>
              <a:t>6/23/2026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477000"/>
            <a:ext cx="511504"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6" name="Freeform 5">
            <a:extLst>
              <a:ext uri="{FF2B5EF4-FFF2-40B4-BE49-F238E27FC236}">
                <a16:creationId xmlns:a16="http://schemas.microsoft.com/office/drawing/2014/main" id="{7B50E9EA-081E-416A-00DA-0B2838C4BC29}"/>
              </a:ext>
            </a:extLst>
          </p:cNvPr>
          <p:cNvSpPr/>
          <p:nvPr/>
        </p:nvSpPr>
        <p:spPr>
          <a:xfrm>
            <a:off x="7584144" y="570989"/>
            <a:ext cx="4074456" cy="64011"/>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58283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anchor="t">
            <a:normAutofit/>
          </a:bodyPr>
          <a:lstStyle>
            <a:lvl1pPr>
              <a:defRPr sz="3600" cap="all" baseline="0">
                <a:solidFill>
                  <a:schemeClr val="tx2"/>
                </a:solidFill>
              </a:defRPr>
            </a:lvl1pPr>
          </a:lstStyle>
          <a:p>
            <a:r>
              <a:rPr lang="en-US"/>
              <a:t>Click to edit Master title style</a:t>
            </a:r>
          </a:p>
        </p:txBody>
      </p:sp>
      <p:sp>
        <p:nvSpPr>
          <p:cNvPr id="6" name="Content Placeholder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a:lstStyle>
            <a:lvl1pPr>
              <a:defRPr>
                <a:solidFill>
                  <a:schemeClr val="tx2"/>
                </a:solidFill>
              </a:defRPr>
            </a:lvl1pPr>
          </a:lstStyle>
          <a:p>
            <a:fld id="{A48BB81F-FF8D-4CDB-8C81-6D8C7DBC8B8C}" type="datetime1">
              <a:rPr lang="en-US" smtClean="0"/>
              <a:t>6/23/2026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7" name="Picture Placeholder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3" name="Freeform 2">
            <a:extLst>
              <a:ext uri="{FF2B5EF4-FFF2-40B4-BE49-F238E27FC236}">
                <a16:creationId xmlns:a16="http://schemas.microsoft.com/office/drawing/2014/main" id="{8DC2254B-5D42-9D5B-16C8-9FAF562F458A}"/>
              </a:ext>
            </a:extLst>
          </p:cNvPr>
          <p:cNvSpPr/>
          <p:nvPr userDrawn="1"/>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16418078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anchor="t"/>
          <a:lstStyle>
            <a:lvl1pPr>
              <a:defRPr cap="all" baseline="0">
                <a:solidFill>
                  <a:schemeClr val="tx2"/>
                </a:solidFill>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a:lstStyle>
            <a:lvl1pPr>
              <a:defRPr>
                <a:solidFill>
                  <a:schemeClr val="tx2"/>
                </a:solidFill>
              </a:defRPr>
            </a:lvl1p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a:lstStyle>
            <a:lvl1pPr>
              <a:defRPr>
                <a:solidFill>
                  <a:schemeClr val="tx2"/>
                </a:solidFill>
                <a:effectLst/>
              </a:defRPr>
            </a:lvl1pPr>
          </a:lstStyle>
          <a:p>
            <a:fld id="{CD491FD6-320B-4F77-8F99-6D2F5BCDF640}" type="datetime1">
              <a:rPr lang="en-US" smtClean="0"/>
              <a:t>6/23/2026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 name="Freeform 2">
            <a:extLst>
              <a:ext uri="{FF2B5EF4-FFF2-40B4-BE49-F238E27FC236}">
                <a16:creationId xmlns:a16="http://schemas.microsoft.com/office/drawing/2014/main" id="{3AEE3D4D-61F7-E7A0-0EB4-DE705A2CAF60}"/>
              </a:ext>
            </a:extLst>
          </p:cNvPr>
          <p:cNvSpPr/>
          <p:nvPr userDrawn="1"/>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726820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781551" cy="1858941"/>
          </a:xfrm>
          <a:prstGeom prst="rect">
            <a:avLst/>
          </a:prstGeom>
        </p:spPr>
        <p:txBody>
          <a:bodyPr anchor="t"/>
          <a:lstStyle>
            <a:lvl1pPr>
              <a:defRPr cap="all" baseline="0">
                <a:solidFill>
                  <a:schemeClr val="tx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34574" y="3011335"/>
            <a:ext cx="2775463" cy="26562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1486757" cy="381000"/>
          </a:xfrm>
          <a:prstGeom prst="rect">
            <a:avLst/>
          </a:prstGeom>
        </p:spPr>
        <p:txBody>
          <a:bodyPr/>
          <a:lstStyle>
            <a:lvl1pPr>
              <a:defRPr>
                <a:solidFill>
                  <a:schemeClr val="tx2"/>
                </a:solidFill>
              </a:defRPr>
            </a:lvl1p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020157" y="6477000"/>
            <a:ext cx="793862" cy="381000"/>
          </a:xfrm>
          <a:prstGeom prst="rect">
            <a:avLst/>
          </a:prstGeom>
        </p:spPr>
        <p:txBody>
          <a:bodyPr/>
          <a:lstStyle>
            <a:lvl1pPr>
              <a:defRPr>
                <a:solidFill>
                  <a:schemeClr val="tx2"/>
                </a:solidFill>
                <a:effectLst/>
              </a:defRPr>
            </a:lvl1pPr>
          </a:lstStyle>
          <a:p>
            <a:fld id="{864B6C62-EAB8-4FD5-A3F3-DE2355691BC8}" type="datetime1">
              <a:rPr lang="en-US" smtClean="0"/>
              <a:t>6/23/2026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2819401" y="6477000"/>
            <a:ext cx="490636" cy="38100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6" name="Picture Placeholder 9">
            <a:extLst>
              <a:ext uri="{FF2B5EF4-FFF2-40B4-BE49-F238E27FC236}">
                <a16:creationId xmlns:a16="http://schemas.microsoft.com/office/drawing/2014/main" id="{ED5D7D43-775B-F6E3-C000-80A73E78190A}"/>
              </a:ext>
            </a:extLst>
          </p:cNvPr>
          <p:cNvSpPr>
            <a:spLocks noGrp="1"/>
          </p:cNvSpPr>
          <p:nvPr>
            <p:ph type="pic" sz="quarter" idx="13" hasCustomPrompt="1"/>
          </p:nvPr>
        </p:nvSpPr>
        <p:spPr>
          <a:xfrm>
            <a:off x="3860295"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37" name="Freeform 36">
            <a:extLst>
              <a:ext uri="{FF2B5EF4-FFF2-40B4-BE49-F238E27FC236}">
                <a16:creationId xmlns:a16="http://schemas.microsoft.com/office/drawing/2014/main" id="{95BE6104-7C9B-2481-1421-76CDDAC8D30F}"/>
              </a:ext>
            </a:extLst>
          </p:cNvPr>
          <p:cNvSpPr/>
          <p:nvPr/>
        </p:nvSpPr>
        <p:spPr>
          <a:xfrm>
            <a:off x="615697" y="570345"/>
            <a:ext cx="3239216"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4470231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4742811"/>
            <a:ext cx="3867144" cy="1734189"/>
          </a:xfrm>
          <a:prstGeom prst="rect">
            <a:avLst/>
          </a:prstGeom>
        </p:spPr>
        <p:txBody>
          <a:bodyPr anchor="t">
            <a:noAutofit/>
          </a:bodyPr>
          <a:lstStyle>
            <a:lvl1pPr>
              <a:defRPr sz="3600" cap="all" baseline="0">
                <a:solidFill>
                  <a:schemeClr val="tx2"/>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361811"/>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962527" y="4727571"/>
            <a:ext cx="6696073" cy="1749428"/>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3033A7FD-07F9-4FAA-B120-4F4AB0134804}" type="datetime1">
              <a:rPr lang="en-US" smtClean="0"/>
              <a:t>6/23/2026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450627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anchor="t">
            <a:normAutofit/>
          </a:bodyPr>
          <a:lstStyle>
            <a:lvl1pPr>
              <a:defRPr sz="3600" cap="all" baseline="0">
                <a:solidFill>
                  <a:schemeClr val="tx2"/>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A708C1C0-E3FE-42AC-82A3-E6DC4F473B5F}" type="datetime1">
              <a:rPr lang="en-US" smtClean="0"/>
              <a:t>6/23/2026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45753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2924179" cy="1773540"/>
          </a:xfrm>
          <a:prstGeom prst="rect">
            <a:avLst/>
          </a:prstGeom>
        </p:spPr>
        <p:txBody>
          <a:bodyPr anchor="t">
            <a:normAutofit/>
          </a:bodyPr>
          <a:lstStyle>
            <a:lvl1pPr>
              <a:defRPr sz="3600" cap="all" baseline="0">
                <a:solidFill>
                  <a:schemeClr val="tx2"/>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0"/>
            <a:ext cx="9138609" cy="409729"/>
          </a:xfrm>
          <a:prstGeom prst="rect">
            <a:avLst/>
          </a:prstGeom>
        </p:spPr>
        <p:txBody>
          <a:bodyPr/>
          <a:lstStyle>
            <a:lvl1pPr>
              <a:defRPr>
                <a:solidFill>
                  <a:schemeClr val="tx2"/>
                </a:solidFill>
              </a:defRPr>
            </a:lvl1p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672014" y="0"/>
            <a:ext cx="1329365" cy="409729"/>
          </a:xfrm>
          <a:prstGeom prst="rect">
            <a:avLst/>
          </a:prstGeom>
        </p:spPr>
        <p:txBody>
          <a:bodyPr/>
          <a:lstStyle>
            <a:lvl1pPr>
              <a:defRPr>
                <a:solidFill>
                  <a:schemeClr val="tx2"/>
                </a:solidFill>
              </a:defRPr>
            </a:lvl1pPr>
          </a:lstStyle>
          <a:p>
            <a:fld id="{2E239508-6CC3-49FE-83E6-A4065CA8777B}" type="datetime1">
              <a:rPr lang="en-US" smtClean="0"/>
              <a:t>6/23/2026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9" y="0"/>
            <a:ext cx="657221" cy="409729"/>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1001715"/>
            <a:ext cx="7639048" cy="2232334"/>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Picture Placeholder 10">
            <a:extLst>
              <a:ext uri="{FF2B5EF4-FFF2-40B4-BE49-F238E27FC236}">
                <a16:creationId xmlns:a16="http://schemas.microsoft.com/office/drawing/2014/main" id="{4F7C1A4C-ACA8-3A17-4922-8A9094FFB30A}"/>
              </a:ext>
            </a:extLst>
          </p:cNvPr>
          <p:cNvSpPr>
            <a:spLocks noGrp="1"/>
          </p:cNvSpPr>
          <p:nvPr>
            <p:ph type="pic" sz="quarter" idx="13" hasCustomPrompt="1"/>
          </p:nvPr>
        </p:nvSpPr>
        <p:spPr>
          <a:xfrm>
            <a:off x="-1" y="3623947"/>
            <a:ext cx="12192000" cy="3234054"/>
          </a:xfrm>
          <a:prstGeom prst="rect">
            <a:avLst/>
          </a:prstGeo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0384321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200" cy="731520"/>
          </a:xfrm>
          <a:prstGeom prst="rect">
            <a:avLst/>
          </a:prstGeom>
        </p:spPr>
        <p:txBody>
          <a:bodyPr anchor="t"/>
          <a:lstStyle>
            <a:lvl1pPr>
              <a:defRPr cap="all" baseline="0">
                <a:solidFill>
                  <a:schemeClr val="tx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399" y="2145668"/>
            <a:ext cx="4810129" cy="4378006"/>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6999"/>
            <a:ext cx="3315941" cy="381001"/>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854723" y="6476998"/>
            <a:ext cx="942979" cy="381002"/>
          </a:xfrm>
          <a:prstGeom prst="rect">
            <a:avLst/>
          </a:prstGeom>
        </p:spPr>
        <p:txBody>
          <a:bodyPr/>
          <a:lstStyle>
            <a:lvl1pPr>
              <a:defRPr>
                <a:solidFill>
                  <a:schemeClr val="tx2"/>
                </a:solidFill>
              </a:defRPr>
            </a:lvl1pPr>
          </a:lstStyle>
          <a:p>
            <a:fld id="{FF5E1F8C-A11C-4B7E-B523-87C003E86ACE}" type="datetime1">
              <a:rPr lang="en-US" smtClean="0"/>
              <a:t>6/23/2026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797698" y="6492239"/>
            <a:ext cx="551213"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900120" y="2129475"/>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a:t> </a:t>
            </a:r>
          </a:p>
        </p:txBody>
      </p:sp>
      <p:sp>
        <p:nvSpPr>
          <p:cNvPr id="3" name="Rectangle 2">
            <a:extLst>
              <a:ext uri="{FF2B5EF4-FFF2-40B4-BE49-F238E27FC236}">
                <a16:creationId xmlns:a16="http://schemas.microsoft.com/office/drawing/2014/main" id="{9F7D2DCB-EC64-46B8-8C3D-7FA6E5EABD76}"/>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7157144"/>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293EDC19-2576-AA88-E064-C7C747F16FC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0969753" cy="731519"/>
          </a:xfrm>
          <a:prstGeom prst="rect">
            <a:avLst/>
          </a:prstGeom>
        </p:spPr>
        <p:txBody>
          <a:bodyPr anchor="t"/>
          <a:lstStyle>
            <a:lvl1pPr>
              <a:defRPr cap="all" baseline="0">
                <a:solidFill>
                  <a:schemeClr val="tx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0" y="2145668"/>
            <a:ext cx="4810129" cy="409352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00120" y="2129474"/>
            <a:ext cx="5758479" cy="4093525"/>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0" y="6477000"/>
            <a:ext cx="8582017" cy="381000"/>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110043" y="6477000"/>
            <a:ext cx="1891326" cy="381000"/>
          </a:xfrm>
          <a:prstGeom prst="rect">
            <a:avLst/>
          </a:prstGeom>
        </p:spPr>
        <p:txBody>
          <a:bodyPr/>
          <a:lstStyle>
            <a:lvl1pPr>
              <a:defRPr>
                <a:solidFill>
                  <a:schemeClr val="tx2"/>
                </a:solidFill>
              </a:defRPr>
            </a:lvl1pPr>
          </a:lstStyle>
          <a:p>
            <a:fld id="{92E987CE-97DC-4010-9BA9-B6C1C088F588}" type="datetime1">
              <a:rPr lang="en-US" smtClean="0"/>
              <a:t>6/23/2026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68" y="6492240"/>
            <a:ext cx="657231"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5605116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anchor="t"/>
          <a:lstStyle>
            <a:lvl1pPr>
              <a:defRPr cap="all" baseline="0">
                <a:solidFill>
                  <a:schemeClr val="tx2"/>
                </a:solidFill>
              </a:defRPr>
            </a:lvl1pPr>
          </a:lstStyle>
          <a:p>
            <a:r>
              <a:rPr lang="en-US"/>
              <a:t>Click to edit Master title style</a:t>
            </a:r>
          </a:p>
        </p:txBody>
      </p:sp>
      <p:sp>
        <p:nvSpPr>
          <p:cNvPr id="36" name="Picture Placeholder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a:lstStyle>
            <a:lvl1pPr>
              <a:defRPr>
                <a:solidFill>
                  <a:schemeClr val="tx2"/>
                </a:solidFill>
              </a:defRPr>
            </a:lvl1pPr>
          </a:lstStyle>
          <a:p>
            <a:fld id="{D3EEA351-3479-4085-8F9E-571D48233D05}" type="datetime1">
              <a:rPr lang="en-US" smtClean="0"/>
              <a:t>6/23/2026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 name="Rectangle 2">
            <a:extLst>
              <a:ext uri="{FF2B5EF4-FFF2-40B4-BE49-F238E27FC236}">
                <a16:creationId xmlns:a16="http://schemas.microsoft.com/office/drawing/2014/main" id="{54335081-FA52-F16F-A616-E20DA766DB57}"/>
              </a:ext>
            </a:extLst>
          </p:cNvPr>
          <p:cNvSpPr/>
          <p:nvPr userDrawn="1"/>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824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4810129" cy="1269482"/>
          </a:xfrm>
          <a:prstGeom prst="rect">
            <a:avLst/>
          </a:prstGeom>
        </p:spPr>
        <p:txBody>
          <a:bodyPr anchor="t">
            <a:noAutofit/>
          </a:bodyPr>
          <a:lstStyle>
            <a:lvl1pPr>
              <a:defRPr sz="3600" cap="all" baseline="0">
                <a:solidFill>
                  <a:schemeClr val="tx2"/>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4"/>
            <a:ext cx="4709498" cy="3727766"/>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2" y="1010614"/>
            <a:ext cx="5753037" cy="5212386"/>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6999"/>
            <a:ext cx="8576637" cy="381001"/>
          </a:xfrm>
          <a:prstGeom prst="rect">
            <a:avLst/>
          </a:prstGeom>
        </p:spPr>
        <p:txBody>
          <a:bodyPr/>
          <a:lstStyle>
            <a:lvl1pPr>
              <a:defRPr>
                <a:solidFill>
                  <a:schemeClr val="tx2"/>
                </a:solidFill>
              </a:defRPr>
            </a:lvl1p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507480"/>
            <a:ext cx="1891338" cy="365760"/>
          </a:xfrm>
          <a:prstGeom prst="rect">
            <a:avLst/>
          </a:prstGeom>
        </p:spPr>
        <p:txBody>
          <a:bodyPr/>
          <a:lstStyle>
            <a:lvl1pPr>
              <a:defRPr>
                <a:solidFill>
                  <a:schemeClr val="tx2"/>
                </a:solidFill>
              </a:defRPr>
            </a:lvl1pPr>
          </a:lstStyle>
          <a:p>
            <a:fld id="{DDF7C43B-089F-44C0-B681-481CCE0137A5}" type="datetime1">
              <a:rPr lang="en-US" smtClean="0"/>
              <a:t>6/23/2026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76999"/>
            <a:ext cx="662624"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 name="Rectangle 2">
            <a:extLst>
              <a:ext uri="{FF2B5EF4-FFF2-40B4-BE49-F238E27FC236}">
                <a16:creationId xmlns:a16="http://schemas.microsoft.com/office/drawing/2014/main" id="{DD765160-0AD1-7CB4-8350-CBCBF4F7DE6D}"/>
              </a:ext>
            </a:extLst>
          </p:cNvPr>
          <p:cNvSpPr/>
          <p:nvPr userDrawn="1"/>
        </p:nvSpPr>
        <p:spPr>
          <a:xfrm>
            <a:off x="634030" y="565606"/>
            <a:ext cx="470949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B0551DE-1F1F-2C48-CB34-005587707E99}"/>
              </a:ext>
            </a:extLst>
          </p:cNvPr>
          <p:cNvSpPr/>
          <p:nvPr userDrawn="1"/>
        </p:nvSpPr>
        <p:spPr>
          <a:xfrm>
            <a:off x="5345730" y="565605"/>
            <a:ext cx="684627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925566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anchor="t">
            <a:noAutofit/>
          </a:bodyPr>
          <a:lstStyle>
            <a:lvl1pPr>
              <a:defRPr sz="3600" cap="all" baseline="0">
                <a:solidFill>
                  <a:schemeClr val="tx2"/>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F7018939-3725-45C4-8448-060C1C945770}" type="datetime1">
              <a:rPr lang="en-US" smtClean="0"/>
              <a:t>6/23/2026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 name="Rectangle 2">
            <a:extLst>
              <a:ext uri="{FF2B5EF4-FFF2-40B4-BE49-F238E27FC236}">
                <a16:creationId xmlns:a16="http://schemas.microsoft.com/office/drawing/2014/main" id="{05CA24FE-7F15-0A35-2050-28F4CE33B91F}"/>
              </a:ext>
            </a:extLst>
          </p:cNvPr>
          <p:cNvSpPr/>
          <p:nvPr userDrawn="1"/>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9E0A62-7502-AFE4-4860-6DE00EB6D1D5}"/>
              </a:ext>
            </a:extLst>
          </p:cNvPr>
          <p:cNvSpPr/>
          <p:nvPr userDrawn="1"/>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97946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anchor="b">
            <a:normAutofit/>
          </a:bodyPr>
          <a:lstStyle>
            <a:lvl1pPr>
              <a:defRPr sz="2000" b="1">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a:normAutofit/>
          </a:bodyPr>
          <a:lstStyle>
            <a:lvl1pPr marL="0" indent="0">
              <a:buNone/>
              <a:defRPr sz="30000" b="0">
                <a:solidFill>
                  <a:schemeClr val="bg1"/>
                </a:solidFill>
              </a:defRPr>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a:lstStyle>
            <a:lvl1pPr>
              <a:defRPr>
                <a:solidFill>
                  <a:schemeClr val="bg1"/>
                </a:solidFill>
              </a:defRPr>
            </a:lvl1pPr>
          </a:lstStyle>
          <a:p>
            <a:r>
              <a:rPr lang="en-US"/>
              <a:t>Presentation title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a:lstStyle>
            <a:lvl1pPr>
              <a:defRPr>
                <a:solidFill>
                  <a:schemeClr val="bg1"/>
                </a:solidFill>
              </a:defRPr>
            </a:lvl1pPr>
          </a:lstStyle>
          <a:p>
            <a:fld id="{A5A68E59-4168-43B1-871D-9D793958CB73}" type="datetime1">
              <a:rPr lang="en-US" smtClean="0"/>
              <a:t>6/23/2026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bg1"/>
                </a:solidFill>
              </a:defRPr>
            </a:lvl1pPr>
          </a:lstStyle>
          <a:p>
            <a:fld id="{AEAA3239-9EA4-4A65-A281-97F994456D9F}" type="slidenum">
              <a:rPr lang="en-US" smtClean="0"/>
              <a:pPr/>
              <a:t>‹#›</a:t>
            </a:fld>
            <a:endParaRPr lang="en-US"/>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2963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7598420F-9109-D819-4B18-8ABF253545AF}"/>
              </a:ext>
            </a:extLst>
          </p:cNvPr>
          <p:cNvSpPr>
            <a:spLocks noGrp="1"/>
          </p:cNvSpPr>
          <p:nvPr>
            <p:ph type="title"/>
          </p:nvPr>
        </p:nvSpPr>
        <p:spPr>
          <a:xfrm>
            <a:off x="3462961" y="5109526"/>
            <a:ext cx="8195638" cy="744634"/>
          </a:xfrm>
        </p:spPr>
        <p:txBody>
          <a:bodyPr anchor="b">
            <a:normAutofit/>
          </a:bodyPr>
          <a:lstStyle>
            <a:lvl1pPr>
              <a:defRPr sz="2000" b="1"/>
            </a:lvl1pPr>
          </a:lstStyle>
          <a:p>
            <a:r>
              <a:rPr lang="en-US"/>
              <a:t>Click to edit Master title style</a:t>
            </a:r>
          </a:p>
        </p:txBody>
      </p:sp>
      <p:sp>
        <p:nvSpPr>
          <p:cNvPr id="11" name="Content Placeholder 10">
            <a:extLst>
              <a:ext uri="{FF2B5EF4-FFF2-40B4-BE49-F238E27FC236}">
                <a16:creationId xmlns:a16="http://schemas.microsoft.com/office/drawing/2014/main" id="{1BEF40F6-4B37-BBD3-E0AD-279A48AF21F3}"/>
              </a:ext>
            </a:extLst>
          </p:cNvPr>
          <p:cNvSpPr>
            <a:spLocks noGrp="1"/>
          </p:cNvSpPr>
          <p:nvPr>
            <p:ph sz="quarter" idx="14" hasCustomPrompt="1"/>
          </p:nvPr>
        </p:nvSpPr>
        <p:spPr>
          <a:xfrm>
            <a:off x="1576388" y="533400"/>
            <a:ext cx="10082212" cy="4535488"/>
          </a:xfrm>
        </p:spPr>
        <p:txBody>
          <a:bodyPr anchor="b">
            <a:noAutofit/>
          </a:bodyPr>
          <a:lstStyle>
            <a:lvl1pPr marL="0" indent="0">
              <a:buNone/>
              <a:defRPr sz="30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r>
              <a:rPr lang="en-US"/>
              <a:t>Presentation title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30C77307-365E-4277-817C-B4BE1A525D2E}" type="datetime1">
              <a:rPr lang="en-US" smtClean="0"/>
              <a:t>6/23/2026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9" name="Rectangle 8">
            <a:extLst>
              <a:ext uri="{FF2B5EF4-FFF2-40B4-BE49-F238E27FC236}">
                <a16:creationId xmlns:a16="http://schemas.microsoft.com/office/drawing/2014/main" id="{E839B9B1-5BEF-4F31-6B44-3CB4CD58885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7548359-EFF8-1F42-7DB6-7D93AD66C2F5}"/>
              </a:ext>
            </a:extLst>
          </p:cNvPr>
          <p:cNvSpPr/>
          <p:nvPr/>
        </p:nvSpPr>
        <p:spPr>
          <a:xfrm>
            <a:off x="3467745" y="6155911"/>
            <a:ext cx="564228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20999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3F766B52-229C-C000-F364-4B90D3B58207}"/>
              </a:ext>
            </a:extLst>
          </p:cNvPr>
          <p:cNvSpPr>
            <a:spLocks noGrp="1"/>
          </p:cNvSpPr>
          <p:nvPr>
            <p:ph type="title"/>
          </p:nvPr>
        </p:nvSpPr>
        <p:spPr>
          <a:xfrm>
            <a:off x="533399" y="5503767"/>
            <a:ext cx="8197616" cy="744633"/>
          </a:xfrm>
        </p:spPr>
        <p:txBody>
          <a:bodyPr anchor="b">
            <a:normAutofit/>
          </a:bodyPr>
          <a:lstStyle>
            <a:lvl1pPr>
              <a:defRPr sz="2000" b="1"/>
            </a:lvl1pPr>
          </a:lstStyle>
          <a:p>
            <a:r>
              <a:rPr lang="en-US"/>
              <a:t>Click to edit Master title style</a:t>
            </a:r>
          </a:p>
        </p:txBody>
      </p:sp>
      <p:sp>
        <p:nvSpPr>
          <p:cNvPr id="9" name="Content Placeholder 8">
            <a:extLst>
              <a:ext uri="{FF2B5EF4-FFF2-40B4-BE49-F238E27FC236}">
                <a16:creationId xmlns:a16="http://schemas.microsoft.com/office/drawing/2014/main" id="{339F166E-4119-CF5D-6537-03CAC7026DAD}"/>
              </a:ext>
            </a:extLst>
          </p:cNvPr>
          <p:cNvSpPr>
            <a:spLocks noGrp="1"/>
          </p:cNvSpPr>
          <p:nvPr>
            <p:ph sz="quarter" idx="14" hasCustomPrompt="1"/>
          </p:nvPr>
        </p:nvSpPr>
        <p:spPr>
          <a:xfrm>
            <a:off x="533400" y="533400"/>
            <a:ext cx="8197850" cy="4535488"/>
          </a:xfrm>
        </p:spPr>
        <p:txBody>
          <a:bodyPr>
            <a:normAutofit/>
          </a:bodyPr>
          <a:lstStyle>
            <a:lvl1pPr marL="0" indent="0">
              <a:buNone/>
              <a:defRPr sz="25000"/>
            </a:lvl1pPr>
          </a:lstStyle>
          <a:p>
            <a:pPr lvl="0"/>
            <a:r>
              <a:rPr lang="en-US"/>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400" y="6477000"/>
            <a:ext cx="5747706" cy="381001"/>
          </a:xfrm>
          <a:prstGeom prst="rect">
            <a:avLst/>
          </a:prstGeom>
        </p:spPr>
        <p:txBody>
          <a:bodyPr/>
          <a:lstStyle>
            <a:lvl1pPr>
              <a:defRPr>
                <a:solidFill>
                  <a:schemeClr val="tx2"/>
                </a:solidFill>
              </a:defRPr>
            </a:lvl1pPr>
          </a:lstStyle>
          <a:p>
            <a:r>
              <a:rPr lang="en-US"/>
              <a:t>Presentation title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279139" y="6477000"/>
            <a:ext cx="1783858" cy="381000"/>
          </a:xfrm>
          <a:prstGeom prst="rect">
            <a:avLst/>
          </a:prstGeom>
        </p:spPr>
        <p:txBody>
          <a:bodyPr/>
          <a:lstStyle>
            <a:lvl1pPr>
              <a:defRPr>
                <a:solidFill>
                  <a:schemeClr val="tx2"/>
                </a:solidFill>
              </a:defRPr>
            </a:lvl1pPr>
          </a:lstStyle>
          <a:p>
            <a:fld id="{59233825-4D0E-421F-BAE1-73001CD26D08}" type="datetime1">
              <a:rPr lang="en-US" smtClean="0"/>
              <a:t>6/23/2026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068391"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2" name="Rectangle 31">
            <a:extLst>
              <a:ext uri="{FF2B5EF4-FFF2-40B4-BE49-F238E27FC236}">
                <a16:creationId xmlns:a16="http://schemas.microsoft.com/office/drawing/2014/main" id="{9B44F338-C24A-72CF-A14A-4F2D72023D14}"/>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0CA27EA-41C5-29B8-12D6-3E865A8BE203}"/>
              </a:ext>
            </a:extLst>
          </p:cNvPr>
          <p:cNvSpPr/>
          <p:nvPr userDrawn="1"/>
        </p:nvSpPr>
        <p:spPr>
          <a:xfrm>
            <a:off x="9110034" y="0"/>
            <a:ext cx="3081966"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3853515-1714-73E5-D625-2A609526F7E8}"/>
              </a:ext>
            </a:extLst>
          </p:cNvPr>
          <p:cNvSpPr/>
          <p:nvPr userDrawn="1"/>
        </p:nvSpPr>
        <p:spPr>
          <a:xfrm>
            <a:off x="9110040" y="565606"/>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21332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a:lstStyle>
            <a:lvl1pPr>
              <a:defRPr>
                <a:solidFill>
                  <a:schemeClr val="bg2"/>
                </a:solidFill>
              </a:defRPr>
            </a:lvl1p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a:lstStyle>
            <a:lvl1pPr>
              <a:defRPr>
                <a:solidFill>
                  <a:schemeClr val="bg2"/>
                </a:solidFill>
              </a:defRPr>
            </a:lvl1pPr>
          </a:lstStyle>
          <a:p>
            <a:fld id="{3C8A96B5-6C84-4F87-863B-82F8A700BDB6}" type="datetime1">
              <a:rPr lang="en-US" smtClean="0"/>
              <a:t>6/23/2026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a:lstStyle>
            <a:lvl1pPr>
              <a:defRPr>
                <a:solidFill>
                  <a:schemeClr val="bg2"/>
                </a:solidFill>
              </a:defRPr>
            </a:lvl1pPr>
          </a:lstStyle>
          <a:p>
            <a:fld id="{AEAA3239-9EA4-4A65-A281-97F994456D9F}" type="slidenum">
              <a:rPr lang="en-US" smtClean="0"/>
              <a:pPr/>
              <a:t>‹#›</a:t>
            </a:fld>
            <a:endParaRPr lang="en-US"/>
          </a:p>
        </p:txBody>
      </p:sp>
      <p:sp>
        <p:nvSpPr>
          <p:cNvPr id="6" name="Rectangle 5">
            <a:extLst>
              <a:ext uri="{FF2B5EF4-FFF2-40B4-BE49-F238E27FC236}">
                <a16:creationId xmlns:a16="http://schemas.microsoft.com/office/drawing/2014/main" id="{F810F272-8DCB-3D9F-8EA6-FBDD6B7DFDA3}"/>
              </a:ext>
            </a:extLst>
          </p:cNvPr>
          <p:cNvSpPr/>
          <p:nvPr userDrawn="1"/>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38ED97-EB88-D071-C45A-D0C32569D40D}"/>
              </a:ext>
            </a:extLst>
          </p:cNvPr>
          <p:cNvSpPr/>
          <p:nvPr userDrawn="1"/>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99486663"/>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3308"/>
            <a:ext cx="11125201" cy="5204612"/>
          </a:xfrm>
          <a:prstGeom prst="rect">
            <a:avLst/>
          </a:prstGeom>
        </p:spPr>
        <p:txBody>
          <a:bodyPr anchor="t">
            <a:normAutofit/>
          </a:bodyPr>
          <a:lstStyle>
            <a:lvl1pPr marL="0" indent="0">
              <a:lnSpc>
                <a:spcPct val="90000"/>
              </a:lnSpc>
              <a:spcBef>
                <a:spcPts val="0"/>
              </a:spcBef>
              <a:buNone/>
              <a:defRPr sz="7200" b="1">
                <a:solidFill>
                  <a:schemeClr val="tx2"/>
                </a:solidFill>
              </a:defRPr>
            </a:lvl1pPr>
            <a:lvl2pPr marL="228600" indent="0">
              <a:lnSpc>
                <a:spcPct val="90000"/>
              </a:lnSpc>
              <a:spcBef>
                <a:spcPts val="0"/>
              </a:spcBef>
              <a:buNone/>
              <a:defRPr sz="7200" b="1">
                <a:solidFill>
                  <a:schemeClr val="tx2"/>
                </a:solidFill>
              </a:defRPr>
            </a:lvl2pPr>
            <a:lvl3pPr marL="457200" indent="0">
              <a:lnSpc>
                <a:spcPct val="90000"/>
              </a:lnSpc>
              <a:spcBef>
                <a:spcPts val="0"/>
              </a:spcBef>
              <a:buNone/>
              <a:defRPr sz="7200" b="1">
                <a:solidFill>
                  <a:schemeClr val="tx2"/>
                </a:solidFill>
              </a:defRPr>
            </a:lvl3pPr>
            <a:lvl4pPr marL="685800" indent="0">
              <a:lnSpc>
                <a:spcPct val="90000"/>
              </a:lnSpc>
              <a:spcBef>
                <a:spcPts val="0"/>
              </a:spcBef>
              <a:buNone/>
              <a:defRPr sz="7200" b="1">
                <a:solidFill>
                  <a:schemeClr val="tx2"/>
                </a:solidFill>
              </a:defRPr>
            </a:lvl4pPr>
            <a:lvl5pPr marL="914400" indent="0">
              <a:lnSpc>
                <a:spcPct val="90000"/>
              </a:lnSpc>
              <a:spcBef>
                <a:spcPts val="0"/>
              </a:spcBef>
              <a:buNone/>
              <a:defRPr sz="7200" b="1">
                <a:solidFill>
                  <a:schemeClr val="tx2"/>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3">
            <a:extLst>
              <a:ext uri="{FF2B5EF4-FFF2-40B4-BE49-F238E27FC236}">
                <a16:creationId xmlns:a16="http://schemas.microsoft.com/office/drawing/2014/main" id="{8BF9C9D6-DA86-3C40-578D-A1E0A226D24A}"/>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9" name="Date Placeholder 2">
            <a:extLst>
              <a:ext uri="{FF2B5EF4-FFF2-40B4-BE49-F238E27FC236}">
                <a16:creationId xmlns:a16="http://schemas.microsoft.com/office/drawing/2014/main" id="{EDDA72D8-8E1B-E9E1-BE77-CAA0A8C269FD}"/>
              </a:ext>
            </a:extLst>
          </p:cNvPr>
          <p:cNvSpPr>
            <a:spLocks noGrp="1"/>
          </p:cNvSpPr>
          <p:nvPr>
            <p:ph type="dt" sz="half" idx="10"/>
          </p:nvPr>
        </p:nvSpPr>
        <p:spPr>
          <a:xfrm>
            <a:off x="9110036" y="6492240"/>
            <a:ext cx="1891337" cy="365760"/>
          </a:xfrm>
          <a:prstGeom prst="rect">
            <a:avLst/>
          </a:prstGeom>
        </p:spPr>
        <p:txBody>
          <a:bodyPr/>
          <a:lstStyle/>
          <a:p>
            <a:fld id="{C0792C66-3CB6-49EE-BE61-4783D75F2D63}" type="datetime1">
              <a:rPr lang="en-US" smtClean="0"/>
              <a:t>6/23/2026</a:t>
            </a:fld>
            <a:endParaRPr lang="en-US"/>
          </a:p>
        </p:txBody>
      </p:sp>
      <p:sp>
        <p:nvSpPr>
          <p:cNvPr id="11" name="Slide Number Placeholder 4">
            <a:extLst>
              <a:ext uri="{FF2B5EF4-FFF2-40B4-BE49-F238E27FC236}">
                <a16:creationId xmlns:a16="http://schemas.microsoft.com/office/drawing/2014/main" id="{6CD685AC-8C83-2966-C687-1A563ED4E20A}"/>
              </a:ext>
            </a:extLst>
          </p:cNvPr>
          <p:cNvSpPr>
            <a:spLocks noGrp="1"/>
          </p:cNvSpPr>
          <p:nvPr>
            <p:ph type="sldNum" sz="quarter" idx="12"/>
          </p:nvPr>
        </p:nvSpPr>
        <p:spPr>
          <a:xfrm>
            <a:off x="10995976" y="6492241"/>
            <a:ext cx="662623" cy="365760"/>
          </a:xfrm>
          <a:prstGeom prst="rect">
            <a:avLst/>
          </a:prstGeom>
        </p:spPr>
        <p:txBody>
          <a:bodyPr/>
          <a:lstStyle/>
          <a:p>
            <a:fld id="{AEAA3239-9EA4-4A65-A281-97F994456D9F}" type="slidenum">
              <a:rPr lang="en-US" smtClean="0"/>
              <a:t>‹#›</a:t>
            </a:fld>
            <a:endParaRPr lang="en-US"/>
          </a:p>
        </p:txBody>
      </p:sp>
      <p:sp>
        <p:nvSpPr>
          <p:cNvPr id="3" name="Rectangle 2">
            <a:extLst>
              <a:ext uri="{FF2B5EF4-FFF2-40B4-BE49-F238E27FC236}">
                <a16:creationId xmlns:a16="http://schemas.microsoft.com/office/drawing/2014/main" id="{16013958-6C87-60CF-9219-2BB1A3A4CCA8}"/>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F72B8EA-56EE-EDC6-509C-908732AAD241}"/>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20343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533398" y="1016955"/>
            <a:ext cx="11125201" cy="4782312"/>
          </a:xfrm>
          <a:prstGeom prst="rect">
            <a:avLst/>
          </a:prstGeom>
        </p:spPr>
        <p:txBody>
          <a:bodyPr anchor="b">
            <a:noAutofit/>
          </a:bodyPr>
          <a:lstStyle>
            <a:lvl1pPr marL="0" indent="0">
              <a:lnSpc>
                <a:spcPct val="90000"/>
              </a:lnSpc>
              <a:spcBef>
                <a:spcPts val="0"/>
              </a:spcBef>
              <a:buNone/>
              <a:defRPr sz="7200" b="1">
                <a:solidFill>
                  <a:schemeClr val="bg1"/>
                </a:solidFill>
              </a:defRPr>
            </a:lvl1pPr>
            <a:lvl2pPr marL="228600" indent="0">
              <a:lnSpc>
                <a:spcPct val="90000"/>
              </a:lnSpc>
              <a:spcBef>
                <a:spcPts val="0"/>
              </a:spcBef>
              <a:buNone/>
              <a:defRPr sz="7200" b="1">
                <a:solidFill>
                  <a:schemeClr val="bg1"/>
                </a:solidFill>
              </a:defRPr>
            </a:lvl2pPr>
            <a:lvl3pPr marL="457200" indent="0">
              <a:lnSpc>
                <a:spcPct val="90000"/>
              </a:lnSpc>
              <a:spcBef>
                <a:spcPts val="0"/>
              </a:spcBef>
              <a:buNone/>
              <a:defRPr sz="7200" b="1">
                <a:solidFill>
                  <a:schemeClr val="bg1"/>
                </a:solidFill>
              </a:defRPr>
            </a:lvl3pPr>
            <a:lvl4pPr marL="685800" indent="0">
              <a:lnSpc>
                <a:spcPct val="90000"/>
              </a:lnSpc>
              <a:spcBef>
                <a:spcPts val="0"/>
              </a:spcBef>
              <a:buNone/>
              <a:defRPr sz="7200" b="1">
                <a:solidFill>
                  <a:schemeClr val="bg1"/>
                </a:solidFill>
              </a:defRPr>
            </a:lvl4pPr>
            <a:lvl5pPr marL="914400" indent="0">
              <a:lnSpc>
                <a:spcPct val="90000"/>
              </a:lnSpc>
              <a:spcBef>
                <a:spcPts val="0"/>
              </a:spcBef>
              <a:buNone/>
              <a:defRPr sz="7200" b="1">
                <a:solidFill>
                  <a:schemeClr val="bg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1"/>
            <a:ext cx="8576637" cy="365760"/>
          </a:xfrm>
          <a:prstGeom prst="rect">
            <a:avLst/>
          </a:prstGeom>
        </p:spPr>
        <p:txBody>
          <a:bodyPr/>
          <a:lstStyle>
            <a:lvl1pPr>
              <a:defRPr>
                <a:solidFill>
                  <a:schemeClr val="bg1"/>
                </a:solidFill>
              </a:defRPr>
            </a:lvl1p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40"/>
            <a:ext cx="1878955" cy="365760"/>
          </a:xfrm>
          <a:prstGeom prst="rect">
            <a:avLst/>
          </a:prstGeom>
        </p:spPr>
        <p:txBody>
          <a:bodyPr/>
          <a:lstStyle>
            <a:lvl1pPr>
              <a:defRPr>
                <a:solidFill>
                  <a:schemeClr val="bg1"/>
                </a:solidFill>
              </a:defRPr>
            </a:lvl1pPr>
          </a:lstStyle>
          <a:p>
            <a:fld id="{F91FC74F-A55B-49F7-BC3A-4C99B80A48ED}" type="datetime1">
              <a:rPr lang="en-US" smtClean="0"/>
              <a:t>6/23/2026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88996" y="6492241"/>
            <a:ext cx="669603" cy="365760"/>
          </a:xfrm>
          <a:prstGeom prst="rect">
            <a:avLst/>
          </a:prstGeom>
        </p:spPr>
        <p:txBody>
          <a:bodyPr/>
          <a:lstStyle>
            <a:lvl1pPr>
              <a:defRPr>
                <a:solidFill>
                  <a:schemeClr val="bg1"/>
                </a:solidFill>
              </a:defRPr>
            </a:lvl1pPr>
          </a:lstStyle>
          <a:p>
            <a:fld id="{AEAA3239-9EA4-4A65-A281-97F994456D9F}" type="slidenum">
              <a:rPr lang="en-US" smtClean="0"/>
              <a:pPr/>
              <a:t>‹#›</a:t>
            </a:fld>
            <a:endParaRPr lang="en-US"/>
          </a:p>
        </p:txBody>
      </p:sp>
      <p:sp>
        <p:nvSpPr>
          <p:cNvPr id="6" name="Rectangle 5">
            <a:extLst>
              <a:ext uri="{FF2B5EF4-FFF2-40B4-BE49-F238E27FC236}">
                <a16:creationId xmlns:a16="http://schemas.microsoft.com/office/drawing/2014/main" id="{CDEEA900-0D70-4D93-7863-89A4085C93C9}"/>
              </a:ext>
            </a:extLst>
          </p:cNvPr>
          <p:cNvSpPr/>
          <p:nvPr userDrawn="1"/>
        </p:nvSpPr>
        <p:spPr>
          <a:xfrm>
            <a:off x="634029" y="570037"/>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6174C4B-8932-8749-0D17-218307FD761A}"/>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6029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a:lstStyle/>
          <a:p>
            <a:fld id="{0380565A-AEC2-4981-9BC9-2BD45633EEB3}" type="datetime1">
              <a:rPr lang="en-US" smtClean="0"/>
              <a:t>6/23/2026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a:lstStyle/>
          <a:p>
            <a:fld id="{AEAA3239-9EA4-4A65-A281-97F994456D9F}" type="slidenum">
              <a:rPr lang="en-US" smtClean="0"/>
              <a:t>‹#›</a:t>
            </a:fld>
            <a:endParaRPr lang="en-US"/>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59068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E449530-F624-DF0E-5783-08CE43BB9B09}"/>
              </a:ext>
            </a:extLst>
          </p:cNvPr>
          <p:cNvSpPr>
            <a:spLocks noGrp="1"/>
          </p:cNvSpPr>
          <p:nvPr>
            <p:ph type="title" hasCustomPrompt="1"/>
          </p:nvPr>
        </p:nvSpPr>
        <p:spPr>
          <a:xfrm>
            <a:off x="3450579" y="5213166"/>
            <a:ext cx="7152032" cy="654234"/>
          </a:xfrm>
        </p:spPr>
        <p:txBody>
          <a:bodyPr anchor="b">
            <a:normAutofit/>
          </a:bodyPr>
          <a:lstStyle>
            <a:lvl1pPr>
              <a:defRPr sz="2000">
                <a:solidFill>
                  <a:schemeClr val="bg2"/>
                </a:solidFill>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564629" y="1016955"/>
            <a:ext cx="9037983" cy="3361830"/>
          </a:xfrm>
          <a:prstGeom prst="rect">
            <a:avLst/>
          </a:prstGeom>
        </p:spPr>
        <p:txBody>
          <a:bodyPr anchor="t">
            <a:normAutofit/>
          </a:bodyPr>
          <a:lstStyle>
            <a:lvl1pPr marL="164592" indent="-164592">
              <a:lnSpc>
                <a:spcPct val="90000"/>
              </a:lnSpc>
              <a:spcBef>
                <a:spcPts val="0"/>
              </a:spcBef>
              <a:buNone/>
              <a:defRPr sz="7200">
                <a:solidFill>
                  <a:schemeClr val="bg2"/>
                </a:solidFill>
                <a:latin typeface="Arial" panose="020B0604020202020204" pitchFamily="34" charset="0"/>
                <a:cs typeface="Arial" panose="020B0604020202020204" pitchFamily="34" charset="0"/>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lvl1pPr>
              <a:defRPr>
                <a:solidFill>
                  <a:schemeClr val="bg2"/>
                </a:solidFill>
              </a:defRPr>
            </a:lvl1p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55" cy="365760"/>
          </a:xfrm>
          <a:prstGeom prst="rect">
            <a:avLst/>
          </a:prstGeom>
        </p:spPr>
        <p:txBody>
          <a:bodyPr/>
          <a:lstStyle>
            <a:lvl1pPr>
              <a:defRPr>
                <a:solidFill>
                  <a:schemeClr val="bg2"/>
                </a:solidFill>
              </a:defRPr>
            </a:lvl1pPr>
          </a:lstStyle>
          <a:p>
            <a:fld id="{1702AA61-FBFD-44C6-AF01-DB4C26C9E4A0}" type="datetime1">
              <a:rPr lang="en-US" smtClean="0"/>
              <a:t>6/23/2026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88996" y="6492239"/>
            <a:ext cx="669603" cy="365762"/>
          </a:xfrm>
          <a:prstGeom prst="rect">
            <a:avLst/>
          </a:prstGeom>
        </p:spPr>
        <p:txBody>
          <a:bodyPr/>
          <a:lstStyle>
            <a:lvl1pPr>
              <a:defRPr>
                <a:solidFill>
                  <a:schemeClr val="bg2"/>
                </a:solidFill>
              </a:defRPr>
            </a:lvl1pPr>
          </a:lstStyle>
          <a:p>
            <a:fld id="{AEAA3239-9EA4-4A65-A281-97F994456D9F}" type="slidenum">
              <a:rPr lang="en-US" smtClean="0"/>
              <a:pPr/>
              <a:t>‹#›</a:t>
            </a:fld>
            <a:endParaRPr lang="en-US"/>
          </a:p>
        </p:txBody>
      </p:sp>
      <p:sp>
        <p:nvSpPr>
          <p:cNvPr id="34" name="Rectangle 33">
            <a:extLst>
              <a:ext uri="{FF2B5EF4-FFF2-40B4-BE49-F238E27FC236}">
                <a16:creationId xmlns:a16="http://schemas.microsoft.com/office/drawing/2014/main" id="{4DFFCFBA-7D7E-58B0-8630-FC532477B231}"/>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7ABCBB3-5444-1C63-982A-1A2C44851352}"/>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0756992"/>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3911537-9B2D-3AC3-4978-FFAA74E6CB17}"/>
              </a:ext>
            </a:extLst>
          </p:cNvPr>
          <p:cNvSpPr>
            <a:spLocks noGrp="1"/>
          </p:cNvSpPr>
          <p:nvPr>
            <p:ph type="title" hasCustomPrompt="1"/>
          </p:nvPr>
        </p:nvSpPr>
        <p:spPr>
          <a:xfrm>
            <a:off x="5900118" y="5472201"/>
            <a:ext cx="5758481" cy="385039"/>
          </a:xfrm>
        </p:spPr>
        <p:txBody>
          <a:bodyPr anchor="b">
            <a:normAutofit/>
          </a:bodyPr>
          <a:lstStyle>
            <a:lvl1pPr>
              <a:defRPr sz="2000">
                <a:solidFill>
                  <a:schemeClr val="tx1"/>
                </a:solidFill>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9" y="1016954"/>
            <a:ext cx="8576637" cy="4089489"/>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91337" cy="365760"/>
          </a:xfrm>
          <a:prstGeom prst="rect">
            <a:avLst/>
          </a:prstGeom>
        </p:spPr>
        <p:txBody>
          <a:bodyPr/>
          <a:lstStyle/>
          <a:p>
            <a:fld id="{F6969E0B-AA8D-4EF2-A24C-BEB60200443D}" type="datetime1">
              <a:rPr lang="en-US" smtClean="0"/>
              <a:t>6/23/2026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0995976" y="6492241"/>
            <a:ext cx="662623" cy="365760"/>
          </a:xfrm>
          <a:prstGeom prst="rect">
            <a:avLst/>
          </a:prstGeom>
        </p:spPr>
        <p:txBody>
          <a:bodyPr/>
          <a:lstStyle/>
          <a:p>
            <a:fld id="{AEAA3239-9EA4-4A65-A281-97F994456D9F}" type="slidenum">
              <a:rPr lang="en-US" smtClean="0"/>
              <a:t>‹#›</a:t>
            </a:fld>
            <a:endParaRPr lang="en-US"/>
          </a:p>
        </p:txBody>
      </p:sp>
      <p:sp>
        <p:nvSpPr>
          <p:cNvPr id="6" name="Rectangle 5">
            <a:extLst>
              <a:ext uri="{FF2B5EF4-FFF2-40B4-BE49-F238E27FC236}">
                <a16:creationId xmlns:a16="http://schemas.microsoft.com/office/drawing/2014/main" id="{23216E38-A715-5665-7BB7-7254F2F2D693}"/>
              </a:ext>
            </a:extLst>
          </p:cNvPr>
          <p:cNvSpPr/>
          <p:nvPr userDrawn="1"/>
        </p:nvSpPr>
        <p:spPr>
          <a:xfrm>
            <a:off x="5900118" y="6155910"/>
            <a:ext cx="6279500"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5574194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anchor="t"/>
          <a:lstStyle>
            <a:lvl1pPr>
              <a:defRPr cap="all" baseline="0"/>
            </a:lvl1pPr>
          </a:lstStyle>
          <a:p>
            <a:r>
              <a:rPr lang="en-US"/>
              <a:t>Click to edit Master title style</a:t>
            </a:r>
          </a:p>
        </p:txBody>
      </p:sp>
      <p:sp>
        <p:nvSpPr>
          <p:cNvPr id="37" name="Content Placeholder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a:lstStyle/>
          <a:p>
            <a:fld id="{D0114CA0-7CEA-48F6-8B27-4A03BEF1B362}" type="datetime1">
              <a:rPr lang="en-US" smtClean="0"/>
              <a:t>6/23/2026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a:lstStyle/>
          <a:p>
            <a:fld id="{AEAA3239-9EA4-4A65-A281-97F994456D9F}" type="slidenum">
              <a:rPr lang="en-US" smtClean="0"/>
              <a:t>‹#›</a:t>
            </a:fld>
            <a:endParaRPr lang="en-US"/>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42884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anchor="t"/>
          <a:lstStyle>
            <a:lvl1pPr>
              <a:defRPr cap="all" baseline="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a:lstStyle/>
          <a:p>
            <a:fld id="{1EDD8A06-915F-45A0-B576-0929C47FD8AE}" type="datetime1">
              <a:rPr lang="en-US" smtClean="0"/>
              <a:t>6/23/2026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a:lstStyle/>
          <a:p>
            <a:fld id="{AEAA3239-9EA4-4A65-A281-97F994456D9F}" type="slidenum">
              <a:rPr lang="en-US" smtClean="0"/>
              <a:t>‹#›</a:t>
            </a:fld>
            <a:endParaRPr lang="en-US"/>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11738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anchor="t"/>
          <a:lstStyle>
            <a:lvl1pPr>
              <a:defRPr cap="all" baseline="0">
                <a:solidFill>
                  <a:schemeClr val="tx2"/>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r>
              <a:rPr lang="en-US"/>
              <a:t>Presentation title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74D05E5D-68FD-447C-A2DD-5EC26B56527F}" type="datetime1">
              <a:rPr lang="en-US" smtClean="0"/>
              <a:t>6/23/2026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6" name="Rectangle 5">
            <a:extLst>
              <a:ext uri="{FF2B5EF4-FFF2-40B4-BE49-F238E27FC236}">
                <a16:creationId xmlns:a16="http://schemas.microsoft.com/office/drawing/2014/main" id="{D0F7BCB4-DC28-7382-4A0F-0498411C4247}"/>
              </a:ext>
            </a:extLst>
          </p:cNvPr>
          <p:cNvSpPr/>
          <p:nvPr userDrawn="1"/>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5560D8-36FC-D0D1-04BB-54F2CCBC8B5E}"/>
              </a:ext>
            </a:extLst>
          </p:cNvPr>
          <p:cNvSpPr/>
          <p:nvPr userDrawn="1"/>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03910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a:lstStyle/>
          <a:p>
            <a:fld id="{E5D97B4D-FF2F-4402-9FD4-AE767FCF1FF3}" type="datetime1">
              <a:rPr lang="en-US" smtClean="0"/>
              <a:t>6/23/2026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054594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33398" y="1016955"/>
            <a:ext cx="3867155" cy="1757505"/>
          </a:xfrm>
          <a:prstGeom prst="rect">
            <a:avLst/>
          </a:prstGeom>
        </p:spPr>
        <p:txBody>
          <a:bodyPr anchor="t">
            <a:normAutofit/>
          </a:bodyPr>
          <a:lstStyle>
            <a:lvl1pPr>
              <a:defRPr sz="3600" cap="all" baseline="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33398" y="3242948"/>
            <a:ext cx="3867154" cy="3081652"/>
          </a:xfrm>
          <a:prstGeom prst="rect">
            <a:avLst/>
          </a:prstGeom>
        </p:spPr>
        <p:txBody>
          <a:bodyPr anchor="t">
            <a:normAutofit/>
          </a:bodyPr>
          <a:lstStyle>
            <a:lvl1pPr marL="0" indent="0">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62527" y="1001714"/>
            <a:ext cx="6696073" cy="5221285"/>
          </a:xfrm>
          <a:prstGeom prst="rect">
            <a:avLst/>
          </a:prstGeom>
        </p:spPr>
        <p:txBody>
          <a:bodyPr vert="horz" lIns="91440" tIns="45720" rIns="91440" bIns="45720" rtlCol="0">
            <a:normAutofit/>
          </a:bodyPr>
          <a:lstStyle>
            <a:lvl1pPr>
              <a:defRPr lang="en-US" dirty="0">
                <a:solidFill>
                  <a:schemeClr val="tx2"/>
                </a:solidFill>
              </a:defRPr>
            </a:lvl1pPr>
            <a:lvl2pPr>
              <a:defRPr lang="en-US" dirty="0">
                <a:solidFill>
                  <a:schemeClr val="tx2"/>
                </a:solidFill>
              </a:defRPr>
            </a:lvl2pPr>
            <a:lvl3pPr>
              <a:defRPr lang="en-US" dirty="0">
                <a:solidFill>
                  <a:schemeClr val="tx2"/>
                </a:solidFill>
              </a:defRPr>
            </a:lvl3pPr>
            <a:lvl4pPr>
              <a:defRPr lang="en-US" dirty="0">
                <a:solidFill>
                  <a:schemeClr val="tx2"/>
                </a:solidFill>
              </a:defRPr>
            </a:lvl4pPr>
            <a:lvl5pPr>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9110036" y="6492240"/>
            <a:ext cx="1891338" cy="365760"/>
          </a:xfrm>
          <a:prstGeom prst="rect">
            <a:avLst/>
          </a:prstGeom>
        </p:spPr>
        <p:txBody>
          <a:bodyPr/>
          <a:lstStyle/>
          <a:p>
            <a:fld id="{9CF624E3-F692-4ABF-8B9A-804B11213B17}" type="datetime1">
              <a:rPr lang="en-US" smtClean="0"/>
              <a:t>6/23/2026</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0995976" y="6492241"/>
            <a:ext cx="662624" cy="365760"/>
          </a:xfrm>
          <a:prstGeom prst="rect">
            <a:avLst/>
          </a:prstGeom>
        </p:spPr>
        <p:txBody>
          <a:bodyPr/>
          <a:lstStyle/>
          <a:p>
            <a:fld id="{AEAA3239-9EA4-4A65-A281-97F994456D9F}" type="slidenum">
              <a:rPr lang="en-US" smtClean="0"/>
              <a:t>‹#›</a:t>
            </a:fld>
            <a:endParaRPr lang="en-US"/>
          </a:p>
        </p:txBody>
      </p:sp>
      <p:sp>
        <p:nvSpPr>
          <p:cNvPr id="37" name="Rectangle 36">
            <a:extLst>
              <a:ext uri="{FF2B5EF4-FFF2-40B4-BE49-F238E27FC236}">
                <a16:creationId xmlns:a16="http://schemas.microsoft.com/office/drawing/2014/main" id="{120561F0-CF17-B530-6961-589A8ED59092}"/>
              </a:ext>
            </a:extLst>
          </p:cNvPr>
          <p:cNvSpPr/>
          <p:nvPr/>
        </p:nvSpPr>
        <p:spPr>
          <a:xfrm>
            <a:off x="634029" y="570037"/>
            <a:ext cx="3766523"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8CC40D6-7654-D186-61ED-908232C31F69}"/>
              </a:ext>
            </a:extLst>
          </p:cNvPr>
          <p:cNvSpPr/>
          <p:nvPr/>
        </p:nvSpPr>
        <p:spPr>
          <a:xfrm>
            <a:off x="4400552" y="570037"/>
            <a:ext cx="7791448"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019844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33399" y="1016955"/>
            <a:ext cx="3486153" cy="1762083"/>
          </a:xfrm>
          <a:prstGeom prst="rect">
            <a:avLst/>
          </a:prstGeom>
        </p:spPr>
        <p:txBody>
          <a:bodyPr anchor="t">
            <a:normAutofit/>
          </a:bodyPr>
          <a:lstStyle>
            <a:lvl1pPr>
              <a:defRPr sz="3600" cap="all" baseline="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533399" y="2991503"/>
            <a:ext cx="3486153" cy="3333097"/>
          </a:xfrm>
          <a:prstGeom prst="rect">
            <a:avLst/>
          </a:prstGeo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962527" y="631580"/>
            <a:ext cx="6696073" cy="5845420"/>
          </a:xfrm>
          <a:prstGeom prst="rect">
            <a:avLst/>
          </a:prstGeo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533399" y="6492241"/>
            <a:ext cx="8576637" cy="365760"/>
          </a:xfrm>
          <a:prstGeom prst="rect">
            <a:avLst/>
          </a:prstGeom>
        </p:spPr>
        <p:txBody>
          <a:bodyPr/>
          <a:lstStyle/>
          <a:p>
            <a:r>
              <a:rPr lang="en-US"/>
              <a:t>Presentation title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9110036" y="6492238"/>
            <a:ext cx="1880548" cy="365761"/>
          </a:xfrm>
          <a:prstGeom prst="rect">
            <a:avLst/>
          </a:prstGeom>
        </p:spPr>
        <p:txBody>
          <a:bodyPr/>
          <a:lstStyle/>
          <a:p>
            <a:fld id="{09586136-1724-4889-B6EA-E52CF969ADAD}" type="datetime1">
              <a:rPr lang="en-US" smtClean="0"/>
              <a:t>6/23/2026</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0995976" y="6492237"/>
            <a:ext cx="662624" cy="365763"/>
          </a:xfrm>
          <a:prstGeom prst="rect">
            <a:avLst/>
          </a:prstGeom>
        </p:spPr>
        <p:txBody>
          <a:bodyPr/>
          <a:lstStyle/>
          <a:p>
            <a:fld id="{AEAA3239-9EA4-4A65-A281-97F994456D9F}" type="slidenum">
              <a:rPr lang="en-US" smtClean="0"/>
              <a:t>‹#›</a:t>
            </a:fld>
            <a:endParaRPr lang="en-US"/>
          </a:p>
        </p:txBody>
      </p:sp>
      <p:sp>
        <p:nvSpPr>
          <p:cNvPr id="35" name="Rectangle 34">
            <a:extLst>
              <a:ext uri="{FF2B5EF4-FFF2-40B4-BE49-F238E27FC236}">
                <a16:creationId xmlns:a16="http://schemas.microsoft.com/office/drawing/2014/main" id="{103DE75D-DDAE-AF30-6FFC-D490DF411F57}"/>
              </a:ext>
            </a:extLst>
          </p:cNvPr>
          <p:cNvSpPr/>
          <p:nvPr/>
        </p:nvSpPr>
        <p:spPr>
          <a:xfrm>
            <a:off x="634029" y="570037"/>
            <a:ext cx="4323111" cy="7481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7FF2131-F761-6A93-E155-1DE63565D2B6}"/>
              </a:ext>
            </a:extLst>
          </p:cNvPr>
          <p:cNvSpPr/>
          <p:nvPr/>
        </p:nvSpPr>
        <p:spPr>
          <a:xfrm>
            <a:off x="4962522" y="570037"/>
            <a:ext cx="7229478" cy="7481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58192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anchor="t">
            <a:noAutofit/>
          </a:bodyPr>
          <a:lstStyle>
            <a:lvl1pPr>
              <a:defRPr sz="7200" cap="all" baseline="0">
                <a:solidFill>
                  <a:schemeClr val="tx2"/>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a:lstStyle>
            <a:lvl1pPr>
              <a:defRPr>
                <a:solidFill>
                  <a:schemeClr val="tx2"/>
                </a:solidFill>
              </a:defRPr>
            </a:lvl1pPr>
          </a:lstStyle>
          <a:p>
            <a:fld id="{FC57766D-ED87-4A0C-9B23-F4979C5AA24E}" type="datetime1">
              <a:rPr lang="en-US" smtClean="0"/>
              <a:t>6/23/2026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12460"/>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anchor="t">
            <a:noAutofit/>
          </a:bodyPr>
          <a:lstStyle>
            <a:lvl1pPr>
              <a:defRPr sz="7200" cap="all" baseline="0">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a:lstStyle>
            <a:lvl1pPr>
              <a:defRPr>
                <a:solidFill>
                  <a:schemeClr val="tx2"/>
                </a:solidFill>
              </a:defRPr>
            </a:lvl1p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501450B2-75D0-4277-B6D7-7B5D301DCF72}" type="datetime1">
              <a:rPr lang="en-US" smtClean="0"/>
              <a:t>6/23/2026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a:lstStyle>
            <a:lvl1pPr>
              <a:defRPr>
                <a:solidFill>
                  <a:schemeClr val="tx2"/>
                </a:solidFill>
              </a:defRPr>
            </a:lvl1pPr>
          </a:lstStyle>
          <a:p>
            <a:fld id="{AEAA3239-9EA4-4A65-A281-97F994456D9F}" type="slidenum">
              <a:rPr lang="en-US" smtClean="0"/>
              <a:pPr/>
              <a:t>‹#›</a:t>
            </a:fld>
            <a:endParaRPr lang="en-US"/>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871266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r>
              <a:rPr lang="en-US"/>
              <a:t>Presentation title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35F68458-1A7A-4A29-A16B-4424C6D3B5E6}" type="datetime1">
              <a:rPr lang="en-US" smtClean="0"/>
              <a:pPr/>
              <a:t>6/23/2026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5313576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Lst>
  <p:hf sldNum="0" hdr="0" ftr="0" dt="0"/>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userDrawn="1">
          <p15:clr>
            <a:srgbClr val="F26B43"/>
          </p15:clr>
        </p15:guide>
        <p15:guide id="31" pos="3840" userDrawn="1">
          <p15:clr>
            <a:srgbClr val="F26B43"/>
          </p15:clr>
        </p15:guide>
        <p15:guide id="32" pos="336" userDrawn="1">
          <p15:clr>
            <a:srgbClr val="F26B43"/>
          </p15:clr>
        </p15:guide>
        <p15:guide id="33" pos="7344" userDrawn="1">
          <p15:clr>
            <a:srgbClr val="F26B43"/>
          </p15:clr>
        </p15:guide>
        <p15:guide id="34" orient="horz" pos="4080" userDrawn="1">
          <p15:clr>
            <a:srgbClr val="F26B43"/>
          </p15:clr>
        </p15:guide>
        <p15:guide id="35" orient="horz" pos="1344" userDrawn="1">
          <p15:clr>
            <a:srgbClr val="F26B43"/>
          </p15:clr>
        </p15:guide>
        <p15:guide id="36" orient="horz" pos="38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51.xml"/><Relationship Id="rId1" Type="http://schemas.openxmlformats.org/officeDocument/2006/relationships/themeOverride" Target="../theme/themeOverr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FFCC4-ACF7-5AF5-9572-4250691CAB88}"/>
              </a:ext>
            </a:extLst>
          </p:cNvPr>
          <p:cNvSpPr>
            <a:spLocks noGrp="1"/>
          </p:cNvSpPr>
          <p:nvPr>
            <p:ph type="ctrTitle"/>
          </p:nvPr>
        </p:nvSpPr>
        <p:spPr>
          <a:xfrm>
            <a:off x="533400" y="4572000"/>
            <a:ext cx="11125201" cy="1112520"/>
          </a:xfrm>
        </p:spPr>
        <p:txBody>
          <a:bodyPr anchor="b">
            <a:normAutofit/>
          </a:bodyPr>
          <a:lstStyle/>
          <a:p>
            <a:r>
              <a:rPr lang="en-US" sz="4000"/>
              <a:t>The 16 Tenses of English (CEFR B2)</a:t>
            </a:r>
          </a:p>
        </p:txBody>
      </p:sp>
      <p:sp>
        <p:nvSpPr>
          <p:cNvPr id="3" name="Subtitle 2">
            <a:extLst>
              <a:ext uri="{FF2B5EF4-FFF2-40B4-BE49-F238E27FC236}">
                <a16:creationId xmlns:a16="http://schemas.microsoft.com/office/drawing/2014/main" id="{EA0034C2-AA00-1B57-1333-AD004CD2DE70}"/>
              </a:ext>
            </a:extLst>
          </p:cNvPr>
          <p:cNvSpPr>
            <a:spLocks noGrp="1"/>
          </p:cNvSpPr>
          <p:nvPr>
            <p:ph type="subTitle" idx="1"/>
          </p:nvPr>
        </p:nvSpPr>
        <p:spPr>
          <a:xfrm>
            <a:off x="533400" y="5715000"/>
            <a:ext cx="11125201" cy="533400"/>
          </a:xfrm>
        </p:spPr>
        <p:txBody>
          <a:bodyPr anchor="t">
            <a:normAutofit/>
          </a:bodyPr>
          <a:lstStyle/>
          <a:p>
            <a:r>
              <a:rPr lang="en-US"/>
              <a:t>Mastering complex verb forms for effective communication</a:t>
            </a:r>
          </a:p>
        </p:txBody>
      </p:sp>
      <p:pic>
        <p:nvPicPr>
          <p:cNvPr id="4" name="Picture 3" descr="Close-up of book page edges">
            <a:extLst>
              <a:ext uri="{FF2B5EF4-FFF2-40B4-BE49-F238E27FC236}">
                <a16:creationId xmlns:a16="http://schemas.microsoft.com/office/drawing/2014/main" id="{732F33A8-032F-4245-A2C7-E8D5E1B132C6}"/>
              </a:ext>
            </a:extLst>
          </p:cNvPr>
          <p:cNvPicPr>
            <a:picLocks noChangeAspect="1"/>
          </p:cNvPicPr>
          <p:nvPr/>
        </p:nvPicPr>
        <p:blipFill>
          <a:blip r:embed="rId3"/>
          <a:srcRect t="33832" b="17241"/>
          <a:stretch>
            <a:fillRect/>
          </a:stretch>
        </p:blipFill>
        <p:spPr>
          <a:xfrm>
            <a:off x="20" y="10"/>
            <a:ext cx="12191979" cy="3981754"/>
          </a:xfrm>
          <a:prstGeom prst="rect">
            <a:avLst/>
          </a:prstGeom>
        </p:spPr>
      </p:pic>
    </p:spTree>
    <p:extLst>
      <p:ext uri="{BB962C8B-B14F-4D97-AF65-F5344CB8AC3E}">
        <p14:creationId xmlns:p14="http://schemas.microsoft.com/office/powerpoint/2010/main" val="339042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CD56B-4235-6D4B-153A-7BE0AF9ADA5A}"/>
              </a:ext>
            </a:extLst>
          </p:cNvPr>
          <p:cNvSpPr>
            <a:spLocks noGrp="1"/>
          </p:cNvSpPr>
          <p:nvPr>
            <p:ph type="ctrTitle"/>
          </p:nvPr>
        </p:nvSpPr>
        <p:spPr>
          <a:xfrm>
            <a:off x="533400" y="1143000"/>
            <a:ext cx="8576636" cy="5271008"/>
          </a:xfrm>
        </p:spPr>
        <p:txBody>
          <a:bodyPr anchor="b">
            <a:normAutofit/>
          </a:bodyPr>
          <a:lstStyle/>
          <a:p>
            <a:r>
              <a:rPr lang="en-US"/>
              <a:t>Understanding the English Tense System</a:t>
            </a:r>
          </a:p>
        </p:txBody>
      </p:sp>
    </p:spTree>
    <p:extLst>
      <p:ext uri="{BB962C8B-B14F-4D97-AF65-F5344CB8AC3E}">
        <p14:creationId xmlns:p14="http://schemas.microsoft.com/office/powerpoint/2010/main" val="7581906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2E523-8F6B-5BA2-F559-7B4DC1F7D049}"/>
              </a:ext>
            </a:extLst>
          </p:cNvPr>
          <p:cNvSpPr>
            <a:spLocks noGrp="1"/>
          </p:cNvSpPr>
          <p:nvPr>
            <p:ph type="ctrTitle"/>
          </p:nvPr>
        </p:nvSpPr>
        <p:spPr>
          <a:xfrm>
            <a:off x="1672389" y="2796754"/>
            <a:ext cx="8576636" cy="1264492"/>
          </a:xfrm>
        </p:spPr>
        <p:txBody>
          <a:bodyPr anchor="b">
            <a:normAutofit/>
          </a:bodyPr>
          <a:lstStyle/>
          <a:p>
            <a:r>
              <a:rPr lang="en-US" dirty="0"/>
              <a:t>Present Tenses</a:t>
            </a:r>
          </a:p>
        </p:txBody>
      </p:sp>
    </p:spTree>
    <p:extLst>
      <p:ext uri="{BB962C8B-B14F-4D97-AF65-F5344CB8AC3E}">
        <p14:creationId xmlns:p14="http://schemas.microsoft.com/office/powerpoint/2010/main" val="7405688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A3BB2-8D7F-C28D-35FE-465B56A2E1C3}"/>
              </a:ext>
            </a:extLst>
          </p:cNvPr>
          <p:cNvSpPr>
            <a:spLocks noGrp="1"/>
          </p:cNvSpPr>
          <p:nvPr>
            <p:ph type="title"/>
          </p:nvPr>
        </p:nvSpPr>
        <p:spPr>
          <a:xfrm>
            <a:off x="533399" y="1016955"/>
            <a:ext cx="6862012" cy="1269482"/>
          </a:xfrm>
        </p:spPr>
        <p:txBody>
          <a:bodyPr anchor="t">
            <a:normAutofit/>
          </a:bodyPr>
          <a:lstStyle/>
          <a:p>
            <a:r>
              <a:rPr lang="en-US" dirty="0"/>
              <a:t>The Four Present Forms</a:t>
            </a:r>
          </a:p>
        </p:txBody>
      </p:sp>
      <p:pic>
        <p:nvPicPr>
          <p:cNvPr id="5" name="Content Placeholder 4" descr="Customer satisfaction survey feedback">
            <a:extLst>
              <a:ext uri="{FF2B5EF4-FFF2-40B4-BE49-F238E27FC236}">
                <a16:creationId xmlns:a16="http://schemas.microsoft.com/office/drawing/2014/main" id="{3B2F49CE-B408-4E5F-B9F0-2CBAC1D8275C}"/>
              </a:ext>
            </a:extLst>
          </p:cNvPr>
          <p:cNvPicPr>
            <a:picLocks noGrp="1" noChangeAspect="1"/>
          </p:cNvPicPr>
          <p:nvPr>
            <p:ph type="pic" sz="quarter" idx="13"/>
          </p:nvPr>
        </p:nvPicPr>
        <p:blipFill>
          <a:blip r:embed="rId3"/>
          <a:srcRect r="15673" b="2"/>
          <a:stretch>
            <a:fillRect/>
          </a:stretch>
        </p:blipFill>
        <p:spPr>
          <a:xfrm>
            <a:off x="409441" y="2133600"/>
            <a:ext cx="3970054" cy="3727766"/>
          </a:xfrm>
        </p:spPr>
      </p:pic>
    </p:spTree>
    <p:extLst>
      <p:ext uri="{BB962C8B-B14F-4D97-AF65-F5344CB8AC3E}">
        <p14:creationId xmlns:p14="http://schemas.microsoft.com/office/powerpoint/2010/main" val="237308115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9C099E76-1F66-D48D-FA4D-25E03540BF72}"/>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9388" y="112295"/>
            <a:ext cx="11497812" cy="521238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Font typeface="Arial" panose="020B0604020202020204" pitchFamily="34" charset="0"/>
              <a:buNone/>
            </a:pPr>
            <a:r>
              <a:rPr lang="en-US" sz="3200" b="1" dirty="0"/>
              <a:t>Present Simple Usage</a:t>
            </a:r>
          </a:p>
          <a:p>
            <a:pPr marL="0" lvl="1" indent="0">
              <a:buFont typeface="Arial" panose="020B0604020202020204" pitchFamily="34" charset="0"/>
              <a:buNone/>
            </a:pPr>
            <a:r>
              <a:rPr lang="en-US" sz="3200" dirty="0"/>
              <a:t>Used for facts, habits, routines, and permanent situations like daily activities or general truths.</a:t>
            </a:r>
          </a:p>
          <a:p>
            <a:pPr marL="0" indent="0">
              <a:spcBef>
                <a:spcPts val="2500"/>
              </a:spcBef>
              <a:buFont typeface="Arial" panose="020B0604020202020204" pitchFamily="34" charset="0"/>
              <a:buNone/>
            </a:pPr>
            <a:r>
              <a:rPr lang="en-US" sz="3200" b="1" dirty="0"/>
              <a:t>Present Continuous Usage</a:t>
            </a:r>
          </a:p>
          <a:p>
            <a:pPr marL="0" lvl="1" indent="0">
              <a:buFont typeface="Arial" panose="020B0604020202020204" pitchFamily="34" charset="0"/>
              <a:buNone/>
            </a:pPr>
            <a:r>
              <a:rPr lang="en-US" sz="3200" dirty="0"/>
              <a:t>Focuses on actions in progress now, temporary situations, and ongoing change or development.</a:t>
            </a:r>
          </a:p>
          <a:p>
            <a:pPr marL="0" indent="0">
              <a:spcBef>
                <a:spcPts val="2500"/>
              </a:spcBef>
              <a:buFont typeface="Arial" panose="020B0604020202020204" pitchFamily="34" charset="0"/>
              <a:buNone/>
            </a:pPr>
            <a:r>
              <a:rPr lang="en-US" sz="3200" b="1" dirty="0"/>
              <a:t>Present Perfect Simple Usage</a:t>
            </a:r>
          </a:p>
          <a:p>
            <a:pPr marL="0" lvl="1" indent="0">
              <a:buFont typeface="Arial" panose="020B0604020202020204" pitchFamily="34" charset="0"/>
              <a:buNone/>
            </a:pPr>
            <a:r>
              <a:rPr lang="en-US" sz="3200" dirty="0"/>
              <a:t>Links past actions to the present, used for experiences, recent actions, and ongoing situations.</a:t>
            </a:r>
          </a:p>
          <a:p>
            <a:pPr marL="0" indent="0">
              <a:spcBef>
                <a:spcPts val="2500"/>
              </a:spcBef>
              <a:buFont typeface="Arial" panose="020B0604020202020204" pitchFamily="34" charset="0"/>
              <a:buNone/>
            </a:pPr>
            <a:r>
              <a:rPr lang="en-US" sz="3200" b="1" dirty="0"/>
              <a:t>Present Perfect Continuous Usage</a:t>
            </a:r>
          </a:p>
          <a:p>
            <a:pPr marL="0" lvl="1" indent="0">
              <a:buFont typeface="Arial" panose="020B0604020202020204" pitchFamily="34" charset="0"/>
              <a:buNone/>
            </a:pPr>
            <a:r>
              <a:rPr lang="en-US" sz="3200" dirty="0"/>
              <a:t>Emphasizes duration and ongoing activity, focusing on how long an action has been happening.</a:t>
            </a:r>
          </a:p>
        </p:txBody>
      </p:sp>
    </p:spTree>
    <p:extLst>
      <p:ext uri="{BB962C8B-B14F-4D97-AF65-F5344CB8AC3E}">
        <p14:creationId xmlns:p14="http://schemas.microsoft.com/office/powerpoint/2010/main" val="2657223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C50F-5CBE-B49E-CBC0-E53558101256}"/>
              </a:ext>
            </a:extLst>
          </p:cNvPr>
          <p:cNvSpPr>
            <a:spLocks noGrp="1"/>
          </p:cNvSpPr>
          <p:nvPr>
            <p:ph type="ctrTitle"/>
          </p:nvPr>
        </p:nvSpPr>
        <p:spPr>
          <a:xfrm>
            <a:off x="1807682" y="2732585"/>
            <a:ext cx="8576636" cy="1392829"/>
          </a:xfrm>
        </p:spPr>
        <p:txBody>
          <a:bodyPr anchor="b">
            <a:normAutofit/>
          </a:bodyPr>
          <a:lstStyle/>
          <a:p>
            <a:r>
              <a:rPr lang="en-US" dirty="0"/>
              <a:t>Past Tenses</a:t>
            </a:r>
          </a:p>
        </p:txBody>
      </p:sp>
    </p:spTree>
    <p:extLst>
      <p:ext uri="{BB962C8B-B14F-4D97-AF65-F5344CB8AC3E}">
        <p14:creationId xmlns:p14="http://schemas.microsoft.com/office/powerpoint/2010/main" val="31958846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FC306-C1F4-E2AD-F390-4B88A8F6CD59}"/>
              </a:ext>
            </a:extLst>
          </p:cNvPr>
          <p:cNvSpPr>
            <a:spLocks noGrp="1"/>
          </p:cNvSpPr>
          <p:nvPr>
            <p:ph type="title"/>
          </p:nvPr>
        </p:nvSpPr>
        <p:spPr>
          <a:xfrm>
            <a:off x="533399" y="1016955"/>
            <a:ext cx="6444917" cy="1269482"/>
          </a:xfrm>
        </p:spPr>
        <p:txBody>
          <a:bodyPr anchor="t">
            <a:normAutofit/>
          </a:bodyPr>
          <a:lstStyle/>
          <a:p>
            <a:r>
              <a:rPr lang="en-US" dirty="0"/>
              <a:t>The Four Past Forms</a:t>
            </a:r>
          </a:p>
        </p:txBody>
      </p:sp>
      <p:pic>
        <p:nvPicPr>
          <p:cNvPr id="5" name="Content Placeholder 4" descr="Removing word with pencil's eraser, Erasing The past">
            <a:extLst>
              <a:ext uri="{FF2B5EF4-FFF2-40B4-BE49-F238E27FC236}">
                <a16:creationId xmlns:a16="http://schemas.microsoft.com/office/drawing/2014/main" id="{77D2100D-A1EB-422A-B865-27A9FC3877D7}"/>
              </a:ext>
            </a:extLst>
          </p:cNvPr>
          <p:cNvPicPr>
            <a:picLocks noGrp="1" noChangeAspect="1"/>
          </p:cNvPicPr>
          <p:nvPr>
            <p:ph type="pic" sz="quarter" idx="13"/>
          </p:nvPr>
        </p:nvPicPr>
        <p:blipFill>
          <a:blip r:embed="rId3"/>
          <a:stretch/>
        </p:blipFill>
        <p:spPr>
          <a:xfrm>
            <a:off x="634030" y="2952154"/>
            <a:ext cx="4709498" cy="2813925"/>
          </a:xfrm>
        </p:spPr>
      </p:pic>
    </p:spTree>
    <p:extLst>
      <p:ext uri="{BB962C8B-B14F-4D97-AF65-F5344CB8AC3E}">
        <p14:creationId xmlns:p14="http://schemas.microsoft.com/office/powerpoint/2010/main" val="93612288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26D19D86-BA36-4604-028C-7FFD0D55D355}"/>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6176" y="561435"/>
            <a:ext cx="11319648" cy="367368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Font typeface="Arial" panose="020B0604020202020204" pitchFamily="34" charset="0"/>
              <a:buNone/>
            </a:pPr>
            <a:r>
              <a:rPr lang="en-US" sz="2800" b="1" dirty="0"/>
              <a:t>Past Simple Usage</a:t>
            </a:r>
          </a:p>
          <a:p>
            <a:pPr marL="0" lvl="1" indent="0">
              <a:buFont typeface="Arial" panose="020B0604020202020204" pitchFamily="34" charset="0"/>
              <a:buNone/>
            </a:pPr>
            <a:r>
              <a:rPr lang="en-US" sz="2800" dirty="0"/>
              <a:t>Used for finished actions at a definite time in the past with clear time expressions.</a:t>
            </a:r>
          </a:p>
          <a:p>
            <a:pPr marL="0" indent="0">
              <a:spcBef>
                <a:spcPts val="2500"/>
              </a:spcBef>
              <a:buFont typeface="Arial" panose="020B0604020202020204" pitchFamily="34" charset="0"/>
              <a:buNone/>
            </a:pPr>
            <a:r>
              <a:rPr lang="en-US" sz="2800" b="1" dirty="0"/>
              <a:t>Past Continuous Usage</a:t>
            </a:r>
          </a:p>
          <a:p>
            <a:pPr marL="0" lvl="1" indent="0">
              <a:buFont typeface="Arial" panose="020B0604020202020204" pitchFamily="34" charset="0"/>
              <a:buNone/>
            </a:pPr>
            <a:r>
              <a:rPr lang="en-US" sz="2800" dirty="0"/>
              <a:t>Describes actions in progress at a specific past moment or background information in stories.</a:t>
            </a:r>
          </a:p>
          <a:p>
            <a:pPr marL="0" indent="0">
              <a:spcBef>
                <a:spcPts val="2500"/>
              </a:spcBef>
              <a:buFont typeface="Arial" panose="020B0604020202020204" pitchFamily="34" charset="0"/>
              <a:buNone/>
            </a:pPr>
            <a:r>
              <a:rPr lang="en-US" sz="2800" b="1" dirty="0"/>
              <a:t>Past Perfect Usage</a:t>
            </a:r>
          </a:p>
          <a:p>
            <a:pPr marL="0" lvl="1" indent="0">
              <a:buFont typeface="Arial" panose="020B0604020202020204" pitchFamily="34" charset="0"/>
              <a:buNone/>
            </a:pPr>
            <a:r>
              <a:rPr lang="en-US" sz="2800" dirty="0"/>
              <a:t>Shows one past action occurred before another, clarifying time relationships in narratives.</a:t>
            </a:r>
          </a:p>
          <a:p>
            <a:pPr marL="0" indent="0">
              <a:spcBef>
                <a:spcPts val="2500"/>
              </a:spcBef>
              <a:buFont typeface="Arial" panose="020B0604020202020204" pitchFamily="34" charset="0"/>
              <a:buNone/>
            </a:pPr>
            <a:r>
              <a:rPr lang="en-US" sz="2800" b="1" dirty="0"/>
              <a:t>Past Perfect Continuous Usage</a:t>
            </a:r>
          </a:p>
          <a:p>
            <a:pPr marL="0" lvl="1" indent="0">
              <a:buFont typeface="Arial" panose="020B0604020202020204" pitchFamily="34" charset="0"/>
              <a:buNone/>
            </a:pPr>
            <a:r>
              <a:rPr lang="en-US" sz="2800" dirty="0"/>
              <a:t>Highlights duration and ongoing activity before a past point, explaining causes or backgrounds.</a:t>
            </a:r>
          </a:p>
        </p:txBody>
      </p:sp>
    </p:spTree>
    <p:extLst>
      <p:ext uri="{BB962C8B-B14F-4D97-AF65-F5344CB8AC3E}">
        <p14:creationId xmlns:p14="http://schemas.microsoft.com/office/powerpoint/2010/main" val="3245737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98F60-FAFE-650F-9C79-9AB4F1AF9116}"/>
              </a:ext>
            </a:extLst>
          </p:cNvPr>
          <p:cNvSpPr>
            <a:spLocks noGrp="1"/>
          </p:cNvSpPr>
          <p:nvPr>
            <p:ph type="ctrTitle"/>
          </p:nvPr>
        </p:nvSpPr>
        <p:spPr>
          <a:xfrm>
            <a:off x="1576137" y="3096126"/>
            <a:ext cx="9797716" cy="1392829"/>
          </a:xfrm>
        </p:spPr>
        <p:txBody>
          <a:bodyPr anchor="b">
            <a:normAutofit/>
          </a:bodyPr>
          <a:lstStyle/>
          <a:p>
            <a:r>
              <a:rPr lang="en-US" dirty="0"/>
              <a:t>Future with WILL</a:t>
            </a:r>
          </a:p>
        </p:txBody>
      </p:sp>
    </p:spTree>
    <p:extLst>
      <p:ext uri="{BB962C8B-B14F-4D97-AF65-F5344CB8AC3E}">
        <p14:creationId xmlns:p14="http://schemas.microsoft.com/office/powerpoint/2010/main" val="4206625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BEE87-C636-7AFF-42D7-1FF321A03063}"/>
              </a:ext>
            </a:extLst>
          </p:cNvPr>
          <p:cNvSpPr>
            <a:spLocks noGrp="1"/>
          </p:cNvSpPr>
          <p:nvPr>
            <p:ph type="title"/>
          </p:nvPr>
        </p:nvSpPr>
        <p:spPr>
          <a:xfrm>
            <a:off x="533399" y="1016955"/>
            <a:ext cx="7359317" cy="587256"/>
          </a:xfrm>
        </p:spPr>
        <p:txBody>
          <a:bodyPr anchor="t">
            <a:normAutofit/>
          </a:bodyPr>
          <a:lstStyle/>
          <a:p>
            <a:r>
              <a:rPr lang="en-US" dirty="0"/>
              <a:t>Future Forms Using Will</a:t>
            </a:r>
          </a:p>
        </p:txBody>
      </p:sp>
      <p:pic>
        <p:nvPicPr>
          <p:cNvPr id="5" name="Content Placeholder 4" descr="Rose leaves and ornamental stones...">
            <a:extLst>
              <a:ext uri="{FF2B5EF4-FFF2-40B4-BE49-F238E27FC236}">
                <a16:creationId xmlns:a16="http://schemas.microsoft.com/office/drawing/2014/main" id="{A16222CB-FEBC-4239-8A5F-658703136160}"/>
              </a:ext>
            </a:extLst>
          </p:cNvPr>
          <p:cNvPicPr>
            <a:picLocks noGrp="1" noChangeAspect="1"/>
          </p:cNvPicPr>
          <p:nvPr>
            <p:ph type="pic" sz="quarter" idx="13"/>
          </p:nvPr>
        </p:nvPicPr>
        <p:blipFill>
          <a:blip r:embed="rId3"/>
          <a:srcRect l="1836" r="4988" b="-4"/>
          <a:stretch>
            <a:fillRect/>
          </a:stretch>
        </p:blipFill>
        <p:spPr>
          <a:xfrm>
            <a:off x="634030" y="2495234"/>
            <a:ext cx="4709498" cy="3727766"/>
          </a:xfrm>
        </p:spPr>
      </p:pic>
    </p:spTree>
    <p:extLst>
      <p:ext uri="{BB962C8B-B14F-4D97-AF65-F5344CB8AC3E}">
        <p14:creationId xmlns:p14="http://schemas.microsoft.com/office/powerpoint/2010/main" val="402012608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8D31DC2E-E6D6-9F83-2308-C2E59B28C2BF}"/>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1816" y="433098"/>
            <a:ext cx="10808367" cy="394639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Font typeface="Arial" panose="020B0604020202020204" pitchFamily="34" charset="0"/>
              <a:buNone/>
            </a:pPr>
            <a:r>
              <a:rPr lang="en-US" sz="2800" b="1" dirty="0"/>
              <a:t>Future Simple with Will</a:t>
            </a:r>
          </a:p>
          <a:p>
            <a:pPr marL="0" lvl="1" indent="0">
              <a:buFont typeface="Arial" panose="020B0604020202020204" pitchFamily="34" charset="0"/>
              <a:buNone/>
            </a:pPr>
            <a:r>
              <a:rPr lang="en-US" sz="2800" dirty="0"/>
              <a:t>Used for spontaneous decisions, offers, promises, and opinion-based predictions in the future.</a:t>
            </a:r>
          </a:p>
          <a:p>
            <a:pPr marL="0" indent="0">
              <a:spcBef>
                <a:spcPts val="2500"/>
              </a:spcBef>
              <a:buFont typeface="Arial" panose="020B0604020202020204" pitchFamily="34" charset="0"/>
              <a:buNone/>
            </a:pPr>
            <a:r>
              <a:rPr lang="en-US" sz="2800" b="1" dirty="0"/>
              <a:t>Future Continuous Form</a:t>
            </a:r>
          </a:p>
          <a:p>
            <a:pPr marL="0" lvl="1" indent="0">
              <a:buFont typeface="Arial" panose="020B0604020202020204" pitchFamily="34" charset="0"/>
              <a:buNone/>
            </a:pPr>
            <a:r>
              <a:rPr lang="en-US" sz="2800" dirty="0"/>
              <a:t>Describes ongoing future actions, often for politeness or setting scenes at specific future times.</a:t>
            </a:r>
          </a:p>
          <a:p>
            <a:pPr marL="0" indent="0">
              <a:spcBef>
                <a:spcPts val="2500"/>
              </a:spcBef>
              <a:buFont typeface="Arial" panose="020B0604020202020204" pitchFamily="34" charset="0"/>
              <a:buNone/>
            </a:pPr>
            <a:r>
              <a:rPr lang="en-US" sz="2800" b="1" dirty="0"/>
              <a:t>Future Perfect Usage</a:t>
            </a:r>
          </a:p>
          <a:p>
            <a:pPr marL="0" lvl="1" indent="0">
              <a:buFont typeface="Arial" panose="020B0604020202020204" pitchFamily="34" charset="0"/>
              <a:buNone/>
            </a:pPr>
            <a:r>
              <a:rPr lang="en-US" sz="2800" dirty="0"/>
              <a:t>Shows actions completed before a future point, useful for planning, deadlines, and goals.</a:t>
            </a:r>
          </a:p>
          <a:p>
            <a:pPr marL="0" indent="0">
              <a:spcBef>
                <a:spcPts val="2500"/>
              </a:spcBef>
              <a:buFont typeface="Arial" panose="020B0604020202020204" pitchFamily="34" charset="0"/>
              <a:buNone/>
            </a:pPr>
            <a:r>
              <a:rPr lang="en-US" sz="2800" b="1" dirty="0"/>
              <a:t>Future Perfect Continuous</a:t>
            </a:r>
          </a:p>
          <a:p>
            <a:pPr marL="0" lvl="1" indent="0">
              <a:buFont typeface="Arial" panose="020B0604020202020204" pitchFamily="34" charset="0"/>
              <a:buNone/>
            </a:pPr>
            <a:r>
              <a:rPr lang="en-US" sz="2800" dirty="0"/>
              <a:t>Focuses on duration up to a future moment; less common but highlights continuous effort.</a:t>
            </a:r>
          </a:p>
        </p:txBody>
      </p:sp>
    </p:spTree>
    <p:extLst>
      <p:ext uri="{BB962C8B-B14F-4D97-AF65-F5344CB8AC3E}">
        <p14:creationId xmlns:p14="http://schemas.microsoft.com/office/powerpoint/2010/main" val="2638528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B977B-591F-4E41-1707-9CB682DE86F1}"/>
              </a:ext>
            </a:extLst>
          </p:cNvPr>
          <p:cNvSpPr>
            <a:spLocks noGrp="1"/>
          </p:cNvSpPr>
          <p:nvPr>
            <p:ph type="ctrTitle"/>
          </p:nvPr>
        </p:nvSpPr>
        <p:spPr>
          <a:xfrm>
            <a:off x="900363" y="2732585"/>
            <a:ext cx="10730164" cy="1392829"/>
          </a:xfrm>
        </p:spPr>
        <p:txBody>
          <a:bodyPr anchor="b">
            <a:normAutofit/>
          </a:bodyPr>
          <a:lstStyle/>
          <a:p>
            <a:r>
              <a:rPr lang="en-US" sz="6000" dirty="0"/>
              <a:t>Future with </a:t>
            </a:r>
            <a:r>
              <a:rPr lang="en-US" sz="6000" i="1" dirty="0"/>
              <a:t>BE GOING TO</a:t>
            </a:r>
          </a:p>
        </p:txBody>
      </p:sp>
    </p:spTree>
    <p:extLst>
      <p:ext uri="{BB962C8B-B14F-4D97-AF65-F5344CB8AC3E}">
        <p14:creationId xmlns:p14="http://schemas.microsoft.com/office/powerpoint/2010/main" val="33987825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C8785-EC8A-53C4-8F06-2FCF5310D1C6}"/>
              </a:ext>
            </a:extLst>
          </p:cNvPr>
          <p:cNvSpPr>
            <a:spLocks noGrp="1"/>
          </p:cNvSpPr>
          <p:nvPr>
            <p:ph type="title"/>
          </p:nvPr>
        </p:nvSpPr>
        <p:spPr>
          <a:xfrm>
            <a:off x="7229478" y="1016955"/>
            <a:ext cx="4429122" cy="1328932"/>
          </a:xfrm>
        </p:spPr>
        <p:txBody>
          <a:bodyPr anchor="b">
            <a:normAutofit/>
          </a:bodyPr>
          <a:lstStyle/>
          <a:p>
            <a:r>
              <a:rPr lang="en-US"/>
              <a:t>Future Forms Using Going To</a:t>
            </a:r>
          </a:p>
        </p:txBody>
      </p:sp>
      <p:pic>
        <p:nvPicPr>
          <p:cNvPr id="5" name="Content Placeholder 4" descr="Directly above shot of group of business people taking notes in their notebooks with sticky notes on the table in front of them with different business words written on the labels.">
            <a:extLst>
              <a:ext uri="{FF2B5EF4-FFF2-40B4-BE49-F238E27FC236}">
                <a16:creationId xmlns:a16="http://schemas.microsoft.com/office/drawing/2014/main" id="{DEB64047-64F3-4D8A-921C-F4A7954A55CA}"/>
              </a:ext>
            </a:extLst>
          </p:cNvPr>
          <p:cNvPicPr>
            <a:picLocks noGrp="1" noChangeAspect="1"/>
          </p:cNvPicPr>
          <p:nvPr>
            <p:ph type="pic" sz="quarter" idx="13"/>
          </p:nvPr>
        </p:nvPicPr>
        <p:blipFill>
          <a:blip r:embed="rId3"/>
          <a:srcRect l="15868" r="20941" b="-2"/>
          <a:stretch>
            <a:fillRect/>
          </a:stretch>
        </p:blipFill>
        <p:spPr>
          <a:xfrm>
            <a:off x="20" y="16383"/>
            <a:ext cx="6492220" cy="6858000"/>
          </a:xfrm>
        </p:spPr>
      </p:pic>
    </p:spTree>
    <p:extLst>
      <p:ext uri="{BB962C8B-B14F-4D97-AF65-F5344CB8AC3E}">
        <p14:creationId xmlns:p14="http://schemas.microsoft.com/office/powerpoint/2010/main" val="385788300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ACCA49-5F7F-CBDF-C700-2725B50579FE}"/>
              </a:ext>
            </a:extLst>
          </p:cNvPr>
          <p:cNvSpPr txBox="1"/>
          <p:nvPr/>
        </p:nvSpPr>
        <p:spPr>
          <a:xfrm>
            <a:off x="946483" y="1123240"/>
            <a:ext cx="11020928" cy="4611519"/>
          </a:xfrm>
          <a:prstGeom prst="rect">
            <a:avLst/>
          </a:prstGeom>
          <a:noFill/>
        </p:spPr>
        <p:txBody>
          <a:bodyPr wrap="square">
            <a:spAutoFit/>
          </a:bodyPr>
          <a:lstStyle/>
          <a:p>
            <a:pPr marL="0" lvl="0" indent="0">
              <a:spcBef>
                <a:spcPts val="2500"/>
              </a:spcBef>
              <a:buFont typeface="Arial" panose="020B0604020202020204" pitchFamily="34" charset="0"/>
              <a:buNone/>
            </a:pPr>
            <a:r>
              <a:rPr lang="en-US" sz="2800" b="1" dirty="0"/>
              <a:t>Expansion of Future Forms</a:t>
            </a:r>
          </a:p>
          <a:p>
            <a:pPr marL="0" lvl="1" indent="0">
              <a:buFont typeface="Arial" panose="020B0604020202020204" pitchFamily="34" charset="0"/>
              <a:buNone/>
            </a:pPr>
            <a:r>
              <a:rPr lang="en-US" sz="2800" dirty="0"/>
              <a:t>Using 'going to' expands the future tense forms from 12 to 16, including simple, continuous, and perfect variations.</a:t>
            </a:r>
          </a:p>
          <a:p>
            <a:pPr marL="0" lvl="0" indent="0">
              <a:spcBef>
                <a:spcPts val="2500"/>
              </a:spcBef>
              <a:buFont typeface="Arial" panose="020B0604020202020204" pitchFamily="34" charset="0"/>
              <a:buNone/>
            </a:pPr>
            <a:r>
              <a:rPr lang="en-US" sz="2800" b="1" dirty="0"/>
              <a:t>Usage for Plans and Predictions</a:t>
            </a:r>
          </a:p>
          <a:p>
            <a:pPr marL="0" lvl="1" indent="0">
              <a:buFont typeface="Arial" panose="020B0604020202020204" pitchFamily="34" charset="0"/>
              <a:buNone/>
            </a:pPr>
            <a:r>
              <a:rPr lang="en-US" sz="2800" dirty="0"/>
              <a:t>'Going to' future simple is used for pre-made plans and predictions based on current evidence.</a:t>
            </a:r>
          </a:p>
          <a:p>
            <a:pPr marL="0" lvl="0" indent="0">
              <a:spcBef>
                <a:spcPts val="2500"/>
              </a:spcBef>
              <a:buFont typeface="Arial" panose="020B0604020202020204" pitchFamily="34" charset="0"/>
              <a:buNone/>
            </a:pPr>
            <a:r>
              <a:rPr lang="en-US" sz="2800" b="1" dirty="0"/>
              <a:t>Learner Focus at B2 Level</a:t>
            </a:r>
          </a:p>
          <a:p>
            <a:pPr marL="0" lvl="1" indent="0">
              <a:buFont typeface="Arial" panose="020B0604020202020204" pitchFamily="34" charset="0"/>
              <a:buNone/>
            </a:pPr>
            <a:r>
              <a:rPr lang="en-US" sz="2800" dirty="0"/>
              <a:t>B2 learners should focus on contrasting 'will' and 'going to', understanding system rules rather than mastering all forms.</a:t>
            </a:r>
          </a:p>
        </p:txBody>
      </p:sp>
    </p:spTree>
    <p:extLst>
      <p:ext uri="{BB962C8B-B14F-4D97-AF65-F5344CB8AC3E}">
        <p14:creationId xmlns:p14="http://schemas.microsoft.com/office/powerpoint/2010/main" val="2322489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EDE6C-7A87-42D7-6627-179ED3AE1BEA}"/>
              </a:ext>
            </a:extLst>
          </p:cNvPr>
          <p:cNvSpPr>
            <a:spLocks noGrp="1"/>
          </p:cNvSpPr>
          <p:nvPr>
            <p:ph type="ctrTitle"/>
          </p:nvPr>
        </p:nvSpPr>
        <p:spPr>
          <a:xfrm>
            <a:off x="1495925" y="2983832"/>
            <a:ext cx="9861885" cy="1296576"/>
          </a:xfrm>
        </p:spPr>
        <p:txBody>
          <a:bodyPr anchor="b">
            <a:normAutofit fontScale="90000"/>
          </a:bodyPr>
          <a:lstStyle/>
          <a:p>
            <a:r>
              <a:rPr lang="en-US" dirty="0"/>
              <a:t>Will vs </a:t>
            </a:r>
            <a:r>
              <a:rPr lang="en-US" i="1" dirty="0"/>
              <a:t>Be Going To</a:t>
            </a:r>
          </a:p>
        </p:txBody>
      </p:sp>
    </p:spTree>
    <p:extLst>
      <p:ext uri="{BB962C8B-B14F-4D97-AF65-F5344CB8AC3E}">
        <p14:creationId xmlns:p14="http://schemas.microsoft.com/office/powerpoint/2010/main" val="8081700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95854-49FB-CC4F-E82B-C805EBE8DFAF}"/>
              </a:ext>
            </a:extLst>
          </p:cNvPr>
          <p:cNvSpPr>
            <a:spLocks noGrp="1"/>
          </p:cNvSpPr>
          <p:nvPr>
            <p:ph type="title"/>
          </p:nvPr>
        </p:nvSpPr>
        <p:spPr>
          <a:xfrm>
            <a:off x="533400" y="1016955"/>
            <a:ext cx="5125527" cy="1328932"/>
          </a:xfrm>
        </p:spPr>
        <p:txBody>
          <a:bodyPr anchor="t">
            <a:normAutofit/>
          </a:bodyPr>
          <a:lstStyle/>
          <a:p>
            <a:r>
              <a:rPr lang="en-US" sz="3300" dirty="0"/>
              <a:t>Choosing the Right Future Form</a:t>
            </a:r>
          </a:p>
        </p:txBody>
      </p:sp>
      <p:pic>
        <p:nvPicPr>
          <p:cNvPr id="5" name="Content Placeholder 4" descr="A  3D representation of individual speech bubbles hanging on a plain white background spelling out a word. The speech bubble is hanging from a binder paper clip that is attached to a piece of string. The bubble has a white paper texture. The background is pure white. written out in single letters on the speech bubble in dark grey text is the word quiz">
            <a:extLst>
              <a:ext uri="{FF2B5EF4-FFF2-40B4-BE49-F238E27FC236}">
                <a16:creationId xmlns:a16="http://schemas.microsoft.com/office/drawing/2014/main" id="{A2322C62-934C-49EF-8D1E-2EC457E0B8A7}"/>
              </a:ext>
            </a:extLst>
          </p:cNvPr>
          <p:cNvPicPr>
            <a:picLocks noGrp="1" noChangeAspect="1"/>
          </p:cNvPicPr>
          <p:nvPr>
            <p:ph type="pic" sz="quarter" idx="13"/>
          </p:nvPr>
        </p:nvPicPr>
        <p:blipFill>
          <a:blip r:embed="rId3"/>
          <a:stretch/>
        </p:blipFill>
        <p:spPr>
          <a:xfrm>
            <a:off x="5658928" y="1583407"/>
            <a:ext cx="6533072" cy="3691185"/>
          </a:xfrm>
        </p:spPr>
      </p:pic>
    </p:spTree>
    <p:extLst>
      <p:ext uri="{BB962C8B-B14F-4D97-AF65-F5344CB8AC3E}">
        <p14:creationId xmlns:p14="http://schemas.microsoft.com/office/powerpoint/2010/main" val="3780284520"/>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FAE074-DB71-2A44-854F-57023E279E33}"/>
              </a:ext>
            </a:extLst>
          </p:cNvPr>
          <p:cNvSpPr txBox="1"/>
          <p:nvPr/>
        </p:nvSpPr>
        <p:spPr>
          <a:xfrm>
            <a:off x="633663" y="600020"/>
            <a:ext cx="10924674" cy="5657959"/>
          </a:xfrm>
          <a:prstGeom prst="rect">
            <a:avLst/>
          </a:prstGeom>
          <a:noFill/>
        </p:spPr>
        <p:txBody>
          <a:bodyPr wrap="square">
            <a:spAutoFit/>
          </a:bodyPr>
          <a:lstStyle/>
          <a:p>
            <a:pPr marL="0" lvl="0" indent="0">
              <a:spcBef>
                <a:spcPts val="2500"/>
              </a:spcBef>
              <a:buFont typeface="Arial" panose="020B0604020202020204" pitchFamily="34" charset="0"/>
              <a:buNone/>
            </a:pPr>
            <a:r>
              <a:rPr lang="en-US" sz="3200" b="1" dirty="0"/>
              <a:t>Role of 'Will'</a:t>
            </a:r>
          </a:p>
          <a:p>
            <a:pPr marL="0" lvl="1" indent="0">
              <a:buFont typeface="Arial" panose="020B0604020202020204" pitchFamily="34" charset="0"/>
              <a:buNone/>
            </a:pPr>
            <a:r>
              <a:rPr lang="en-US" sz="3200" dirty="0"/>
              <a:t>'Will' expresses spontaneous decisions, offers, and predictions based on personal judgment made at the moment of speaking.</a:t>
            </a:r>
          </a:p>
          <a:p>
            <a:pPr marL="0" lvl="0" indent="0">
              <a:spcBef>
                <a:spcPts val="2500"/>
              </a:spcBef>
              <a:buFont typeface="Arial" panose="020B0604020202020204" pitchFamily="34" charset="0"/>
              <a:buNone/>
            </a:pPr>
            <a:r>
              <a:rPr lang="en-US" sz="3200" b="1" dirty="0"/>
              <a:t>Role of ‘Be going To'</a:t>
            </a:r>
          </a:p>
          <a:p>
            <a:pPr marL="0" lvl="1" indent="0">
              <a:buFont typeface="Arial" panose="020B0604020202020204" pitchFamily="34" charset="0"/>
              <a:buNone/>
            </a:pPr>
            <a:r>
              <a:rPr lang="en-US" sz="3200" dirty="0"/>
              <a:t>'Going to' conveys pre-existing intentions, plans, and predictions based on clear present evidence.</a:t>
            </a:r>
          </a:p>
          <a:p>
            <a:pPr marL="0" lvl="0" indent="0">
              <a:spcBef>
                <a:spcPts val="2500"/>
              </a:spcBef>
              <a:buFont typeface="Arial" panose="020B0604020202020204" pitchFamily="34" charset="0"/>
              <a:buNone/>
            </a:pPr>
            <a:r>
              <a:rPr lang="en-US" sz="3200" b="1" dirty="0"/>
              <a:t>Fluency and Accuracy</a:t>
            </a:r>
          </a:p>
          <a:p>
            <a:pPr marL="0" lvl="1" indent="0">
              <a:buFont typeface="Arial" panose="020B0604020202020204" pitchFamily="34" charset="0"/>
              <a:buNone/>
            </a:pPr>
            <a:r>
              <a:rPr lang="en-US" sz="3200" dirty="0"/>
              <a:t>Choosing the correct form improves fluency and pragmatic accuracy, avoiding unnatural or hesitant speech.</a:t>
            </a:r>
          </a:p>
        </p:txBody>
      </p:sp>
    </p:spTree>
    <p:extLst>
      <p:ext uri="{BB962C8B-B14F-4D97-AF65-F5344CB8AC3E}">
        <p14:creationId xmlns:p14="http://schemas.microsoft.com/office/powerpoint/2010/main" val="59946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031F5C-7DB3-C642-96D8-B456012F2138}"/>
              </a:ext>
            </a:extLst>
          </p:cNvPr>
          <p:cNvSpPr txBox="1"/>
          <p:nvPr/>
        </p:nvSpPr>
        <p:spPr>
          <a:xfrm>
            <a:off x="729915" y="676964"/>
            <a:ext cx="10732169" cy="5504071"/>
          </a:xfrm>
          <a:prstGeom prst="rect">
            <a:avLst/>
          </a:prstGeom>
          <a:noFill/>
        </p:spPr>
        <p:txBody>
          <a:bodyPr wrap="square">
            <a:spAutoFit/>
          </a:bodyPr>
          <a:lstStyle/>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Part 1: Identify the tense</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marL="514350" indent="-514350">
              <a:lnSpc>
                <a:spcPts val="3200"/>
              </a:lnSpc>
              <a:spcAft>
                <a:spcPts val="1000"/>
              </a:spcAft>
              <a:buAutoNum type="arabicPeriod"/>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I work every day.   		</a:t>
            </a:r>
            <a:endParaRPr lang="en-US" sz="3200" dirty="0">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spcAft>
                <a:spcPts val="1000"/>
              </a:spcAft>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_____________________________________________________________________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2. I am working now.   	</a:t>
            </a:r>
            <a:endParaRPr lang="en-US" sz="3200" dirty="0">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_____________________________________________________________________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3. I have worked here for five years.  			 _____________________________________________________________________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4. I have been working all morning.  			 _____________________</a:t>
            </a:r>
            <a:r>
              <a:rPr lang="en-US" sz="3200" dirty="0">
                <a:latin typeface="Cambria" panose="02040503050406030204" pitchFamily="18" charset="0"/>
                <a:ea typeface="MS Mincho" panose="02020609040205080304" pitchFamily="49" charset="-128"/>
                <a:cs typeface="Times New Roman" panose="02020603050405020304" pitchFamily="18" charset="0"/>
              </a:rPr>
              <a:t>_________________________________________</a:t>
            </a:r>
            <a:r>
              <a:rPr lang="en-US" sz="3200" dirty="0">
                <a:effectLst/>
                <a:latin typeface="Cambria" panose="02040503050406030204" pitchFamily="18" charset="0"/>
                <a:ea typeface="MS Mincho" panose="02020609040205080304" pitchFamily="49" charset="-128"/>
                <a:cs typeface="Times New Roman" panose="02020603050405020304" pitchFamily="18" charset="0"/>
              </a:rPr>
              <a:t>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5. I worked yesterday.  					 _____________________________________________________________________</a:t>
            </a:r>
            <a:endParaRPr lang="en-GB" sz="3200" dirty="0"/>
          </a:p>
        </p:txBody>
      </p:sp>
      <p:sp>
        <p:nvSpPr>
          <p:cNvPr id="2" name="TextBox 1">
            <a:extLst>
              <a:ext uri="{FF2B5EF4-FFF2-40B4-BE49-F238E27FC236}">
                <a16:creationId xmlns:a16="http://schemas.microsoft.com/office/drawing/2014/main" id="{C381ED71-954D-B919-397C-E074767D017A}"/>
              </a:ext>
            </a:extLst>
          </p:cNvPr>
          <p:cNvSpPr txBox="1"/>
          <p:nvPr/>
        </p:nvSpPr>
        <p:spPr>
          <a:xfrm>
            <a:off x="1042737" y="1703659"/>
            <a:ext cx="3400927"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Present simple.</a:t>
            </a:r>
          </a:p>
        </p:txBody>
      </p:sp>
      <p:sp>
        <p:nvSpPr>
          <p:cNvPr id="4" name="TextBox 3">
            <a:extLst>
              <a:ext uri="{FF2B5EF4-FFF2-40B4-BE49-F238E27FC236}">
                <a16:creationId xmlns:a16="http://schemas.microsoft.com/office/drawing/2014/main" id="{53D97701-EB95-54B5-A4BD-9DADCF076A81}"/>
              </a:ext>
            </a:extLst>
          </p:cNvPr>
          <p:cNvSpPr txBox="1"/>
          <p:nvPr/>
        </p:nvSpPr>
        <p:spPr>
          <a:xfrm>
            <a:off x="1042737" y="2730354"/>
            <a:ext cx="4235116"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Present continuous.</a:t>
            </a:r>
          </a:p>
        </p:txBody>
      </p:sp>
      <p:sp>
        <p:nvSpPr>
          <p:cNvPr id="5" name="TextBox 4">
            <a:extLst>
              <a:ext uri="{FF2B5EF4-FFF2-40B4-BE49-F238E27FC236}">
                <a16:creationId xmlns:a16="http://schemas.microsoft.com/office/drawing/2014/main" id="{3E145BCA-5C1F-ED9A-047F-D18DBA400075}"/>
              </a:ext>
            </a:extLst>
          </p:cNvPr>
          <p:cNvSpPr txBox="1"/>
          <p:nvPr/>
        </p:nvSpPr>
        <p:spPr>
          <a:xfrm>
            <a:off x="1042737" y="3757049"/>
            <a:ext cx="5197642"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Present perfect simple.</a:t>
            </a:r>
          </a:p>
        </p:txBody>
      </p:sp>
      <p:sp>
        <p:nvSpPr>
          <p:cNvPr id="6" name="TextBox 5">
            <a:extLst>
              <a:ext uri="{FF2B5EF4-FFF2-40B4-BE49-F238E27FC236}">
                <a16:creationId xmlns:a16="http://schemas.microsoft.com/office/drawing/2014/main" id="{AD48A595-C13B-67C5-B7EB-21EA690967FD}"/>
              </a:ext>
            </a:extLst>
          </p:cNvPr>
          <p:cNvSpPr txBox="1"/>
          <p:nvPr/>
        </p:nvSpPr>
        <p:spPr>
          <a:xfrm>
            <a:off x="1042737" y="4655408"/>
            <a:ext cx="5999748"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Present perfect continuous.</a:t>
            </a:r>
          </a:p>
        </p:txBody>
      </p:sp>
      <p:sp>
        <p:nvSpPr>
          <p:cNvPr id="7" name="TextBox 6">
            <a:extLst>
              <a:ext uri="{FF2B5EF4-FFF2-40B4-BE49-F238E27FC236}">
                <a16:creationId xmlns:a16="http://schemas.microsoft.com/office/drawing/2014/main" id="{AAADFD44-3C9C-4BD5-1CD5-20B4054927DF}"/>
              </a:ext>
            </a:extLst>
          </p:cNvPr>
          <p:cNvSpPr txBox="1"/>
          <p:nvPr/>
        </p:nvSpPr>
        <p:spPr>
          <a:xfrm>
            <a:off x="1042737" y="5553767"/>
            <a:ext cx="2679031"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Past simple.</a:t>
            </a:r>
          </a:p>
        </p:txBody>
      </p:sp>
    </p:spTree>
    <p:extLst>
      <p:ext uri="{BB962C8B-B14F-4D97-AF65-F5344CB8AC3E}">
        <p14:creationId xmlns:p14="http://schemas.microsoft.com/office/powerpoint/2010/main" val="1398565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30C108-8EA5-C706-878F-9EBEDD05045D}"/>
              </a:ext>
            </a:extLst>
          </p:cNvPr>
          <p:cNvSpPr txBox="1"/>
          <p:nvPr/>
        </p:nvSpPr>
        <p:spPr>
          <a:xfrm>
            <a:off x="866273" y="877412"/>
            <a:ext cx="10587790" cy="4708981"/>
          </a:xfrm>
          <a:prstGeom prst="rect">
            <a:avLst/>
          </a:prstGeom>
          <a:noFill/>
        </p:spPr>
        <p:txBody>
          <a:bodyPr wrap="square">
            <a:spAutoFit/>
          </a:bodyPr>
          <a:lstStyle/>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6. I was working at 8 pm.  					 ____________________________________________________________________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7. I had worked before he arrived.  			 ____________________________________________________________________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8. I had been working for hours.  ____________________________________________________________________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9. I will work tomorrow.  					 ____________________________________________________________________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10. I will be working at 8 pm.  				 ____________________________________________________________________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2" name="TextBox 1">
            <a:extLst>
              <a:ext uri="{FF2B5EF4-FFF2-40B4-BE49-F238E27FC236}">
                <a16:creationId xmlns:a16="http://schemas.microsoft.com/office/drawing/2014/main" id="{C3255C06-9B0D-109A-5D3A-6C0EE468E93F}"/>
              </a:ext>
            </a:extLst>
          </p:cNvPr>
          <p:cNvSpPr txBox="1"/>
          <p:nvPr/>
        </p:nvSpPr>
        <p:spPr>
          <a:xfrm>
            <a:off x="1315453" y="1271607"/>
            <a:ext cx="3818021"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Past continuous.</a:t>
            </a:r>
          </a:p>
        </p:txBody>
      </p:sp>
      <p:sp>
        <p:nvSpPr>
          <p:cNvPr id="4" name="TextBox 3">
            <a:extLst>
              <a:ext uri="{FF2B5EF4-FFF2-40B4-BE49-F238E27FC236}">
                <a16:creationId xmlns:a16="http://schemas.microsoft.com/office/drawing/2014/main" id="{40A2529D-62DD-1E96-828C-280D00AA90EC}"/>
              </a:ext>
            </a:extLst>
          </p:cNvPr>
          <p:cNvSpPr txBox="1"/>
          <p:nvPr/>
        </p:nvSpPr>
        <p:spPr>
          <a:xfrm>
            <a:off x="1307431" y="2177986"/>
            <a:ext cx="4419601"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Past perfect simple.</a:t>
            </a:r>
          </a:p>
        </p:txBody>
      </p:sp>
      <p:sp>
        <p:nvSpPr>
          <p:cNvPr id="5" name="TextBox 4">
            <a:extLst>
              <a:ext uri="{FF2B5EF4-FFF2-40B4-BE49-F238E27FC236}">
                <a16:creationId xmlns:a16="http://schemas.microsoft.com/office/drawing/2014/main" id="{D9345ABC-856F-0985-4AD9-D8FCF415DE81}"/>
              </a:ext>
            </a:extLst>
          </p:cNvPr>
          <p:cNvSpPr txBox="1"/>
          <p:nvPr/>
        </p:nvSpPr>
        <p:spPr>
          <a:xfrm>
            <a:off x="1299409" y="3084365"/>
            <a:ext cx="5309938"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Past perfect continuous.</a:t>
            </a:r>
          </a:p>
        </p:txBody>
      </p:sp>
      <p:sp>
        <p:nvSpPr>
          <p:cNvPr id="6" name="TextBox 5">
            <a:extLst>
              <a:ext uri="{FF2B5EF4-FFF2-40B4-BE49-F238E27FC236}">
                <a16:creationId xmlns:a16="http://schemas.microsoft.com/office/drawing/2014/main" id="{481FD5B9-5AAF-E511-169F-7696B567C13D}"/>
              </a:ext>
            </a:extLst>
          </p:cNvPr>
          <p:cNvSpPr txBox="1"/>
          <p:nvPr/>
        </p:nvSpPr>
        <p:spPr>
          <a:xfrm>
            <a:off x="1291387" y="4054912"/>
            <a:ext cx="4435645"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Future simple (will).</a:t>
            </a:r>
          </a:p>
        </p:txBody>
      </p:sp>
      <p:sp>
        <p:nvSpPr>
          <p:cNvPr id="7" name="TextBox 6">
            <a:extLst>
              <a:ext uri="{FF2B5EF4-FFF2-40B4-BE49-F238E27FC236}">
                <a16:creationId xmlns:a16="http://schemas.microsoft.com/office/drawing/2014/main" id="{3A5634BE-B601-7FB7-289E-2840B1A44A04}"/>
              </a:ext>
            </a:extLst>
          </p:cNvPr>
          <p:cNvSpPr txBox="1"/>
          <p:nvPr/>
        </p:nvSpPr>
        <p:spPr>
          <a:xfrm>
            <a:off x="1283365" y="5025459"/>
            <a:ext cx="5325982"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Future continuous (will).</a:t>
            </a:r>
          </a:p>
        </p:txBody>
      </p:sp>
    </p:spTree>
    <p:extLst>
      <p:ext uri="{BB962C8B-B14F-4D97-AF65-F5344CB8AC3E}">
        <p14:creationId xmlns:p14="http://schemas.microsoft.com/office/powerpoint/2010/main" val="376032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4C5BAA-8E67-E574-A00D-E5729E790986}"/>
              </a:ext>
            </a:extLst>
          </p:cNvPr>
          <p:cNvSpPr txBox="1"/>
          <p:nvPr/>
        </p:nvSpPr>
        <p:spPr>
          <a:xfrm>
            <a:off x="513347" y="0"/>
            <a:ext cx="10940715" cy="7022243"/>
          </a:xfrm>
          <a:prstGeom prst="rect">
            <a:avLst/>
          </a:prstGeom>
          <a:noFill/>
        </p:spPr>
        <p:txBody>
          <a:bodyPr wrap="square">
            <a:spAutoFit/>
          </a:bodyPr>
          <a:lstStyle/>
          <a:p>
            <a:pPr>
              <a:lnSpc>
                <a:spcPct val="115000"/>
              </a:lnSpc>
              <a:spcAft>
                <a:spcPts val="1000"/>
              </a:spcAft>
              <a:buNone/>
            </a:pPr>
            <a:r>
              <a:rPr lang="en-US" sz="2800" dirty="0">
                <a:effectLst/>
                <a:latin typeface="Cambria" panose="02040503050406030204" pitchFamily="18" charset="0"/>
                <a:ea typeface="MS Mincho" panose="02020609040205080304" pitchFamily="49" charset="-128"/>
                <a:cs typeface="Times New Roman" panose="02020603050405020304" pitchFamily="18" charset="0"/>
              </a:rPr>
              <a:t>11. I will have worked. 		 		</a:t>
            </a:r>
          </a:p>
          <a:p>
            <a:pPr>
              <a:lnSpc>
                <a:spcPct val="115000"/>
              </a:lnSpc>
              <a:spcAft>
                <a:spcPts val="1000"/>
              </a:spcAft>
              <a:buNone/>
            </a:pPr>
            <a:r>
              <a:rPr lang="en-US" sz="2800" dirty="0">
                <a:effectLst/>
                <a:latin typeface="Cambria" panose="02040503050406030204" pitchFamily="18" charset="0"/>
                <a:ea typeface="MS Mincho" panose="02020609040205080304" pitchFamily="49" charset="-128"/>
                <a:cs typeface="Times New Roman" panose="02020603050405020304" pitchFamily="18" charset="0"/>
              </a:rPr>
              <a:t>_________________________________________________________________________________</a:t>
            </a:r>
            <a:endParaRPr lang="en-GB" sz="28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800" dirty="0">
                <a:effectLst/>
                <a:latin typeface="Cambria" panose="02040503050406030204" pitchFamily="18" charset="0"/>
                <a:ea typeface="MS Mincho" panose="02020609040205080304" pitchFamily="49" charset="-128"/>
                <a:cs typeface="Times New Roman" panose="02020603050405020304" pitchFamily="18" charset="0"/>
              </a:rPr>
              <a:t>12. I will have been working for twenty years.   _________________________________________________________________________________</a:t>
            </a:r>
            <a:endParaRPr lang="en-GB" sz="28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800" dirty="0">
                <a:effectLst/>
                <a:latin typeface="Cambria" panose="02040503050406030204" pitchFamily="18" charset="0"/>
                <a:ea typeface="MS Mincho" panose="02020609040205080304" pitchFamily="49" charset="-128"/>
                <a:cs typeface="Times New Roman" panose="02020603050405020304" pitchFamily="18" charset="0"/>
              </a:rPr>
              <a:t>13. I am going </a:t>
            </a:r>
            <a:r>
              <a:rPr lang="en-US" sz="2800">
                <a:effectLst/>
                <a:latin typeface="Cambria" panose="02040503050406030204" pitchFamily="18" charset="0"/>
                <a:ea typeface="MS Mincho" panose="02020609040205080304" pitchFamily="49" charset="-128"/>
                <a:cs typeface="Times New Roman" panose="02020603050405020304" pitchFamily="18" charset="0"/>
              </a:rPr>
              <a:t>to </a:t>
            </a:r>
            <a:r>
              <a:rPr lang="en-US" sz="2800">
                <a:latin typeface="Cambria" panose="02040503050406030204" pitchFamily="18" charset="0"/>
                <a:ea typeface="MS Mincho" panose="02020609040205080304" pitchFamily="49" charset="-128"/>
                <a:cs typeface="Times New Roman" panose="02020603050405020304" pitchFamily="18" charset="0"/>
              </a:rPr>
              <a:t>travel</a:t>
            </a:r>
            <a:r>
              <a:rPr lang="en-US" sz="2800">
                <a:effectLst/>
                <a:latin typeface="Cambria" panose="02040503050406030204" pitchFamily="18" charset="0"/>
                <a:ea typeface="MS Mincho" panose="02020609040205080304" pitchFamily="49" charset="-128"/>
                <a:cs typeface="Times New Roman" panose="02020603050405020304" pitchFamily="18" charset="0"/>
              </a:rPr>
              <a:t> </a:t>
            </a:r>
            <a:r>
              <a:rPr lang="en-US" sz="2800" dirty="0">
                <a:effectLst/>
                <a:latin typeface="Cambria" panose="02040503050406030204" pitchFamily="18" charset="0"/>
                <a:ea typeface="MS Mincho" panose="02020609040205080304" pitchFamily="49" charset="-128"/>
                <a:cs typeface="Times New Roman" panose="02020603050405020304" pitchFamily="18" charset="0"/>
              </a:rPr>
              <a:t>tomorrow.   		</a:t>
            </a:r>
          </a:p>
          <a:p>
            <a:pPr>
              <a:lnSpc>
                <a:spcPct val="115000"/>
              </a:lnSpc>
              <a:spcAft>
                <a:spcPts val="1000"/>
              </a:spcAft>
              <a:buNone/>
            </a:pPr>
            <a:r>
              <a:rPr lang="en-US" sz="2800" dirty="0">
                <a:effectLst/>
                <a:latin typeface="Cambria" panose="02040503050406030204" pitchFamily="18" charset="0"/>
                <a:ea typeface="MS Mincho" panose="02020609040205080304" pitchFamily="49" charset="-128"/>
                <a:cs typeface="Times New Roman" panose="02020603050405020304" pitchFamily="18" charset="0"/>
              </a:rPr>
              <a:t>_________________________________________________________________________________</a:t>
            </a:r>
            <a:endParaRPr lang="en-GB" sz="28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800" dirty="0">
                <a:effectLst/>
                <a:latin typeface="Cambria" panose="02040503050406030204" pitchFamily="18" charset="0"/>
                <a:ea typeface="MS Mincho" panose="02020609040205080304" pitchFamily="49" charset="-128"/>
                <a:cs typeface="Times New Roman" panose="02020603050405020304" pitchFamily="18" charset="0"/>
              </a:rPr>
              <a:t>14. I am going to be working later.  			 _________________________________________________________________________________</a:t>
            </a:r>
            <a:endParaRPr lang="en-GB" sz="28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2800" dirty="0">
                <a:effectLst/>
                <a:latin typeface="Cambria" panose="02040503050406030204" pitchFamily="18" charset="0"/>
                <a:ea typeface="MS Mincho" panose="02020609040205080304" pitchFamily="49" charset="-128"/>
                <a:cs typeface="Times New Roman" panose="02020603050405020304" pitchFamily="18" charset="0"/>
              </a:rPr>
              <a:t>15. I am going to have </a:t>
            </a:r>
            <a:r>
              <a:rPr lang="en-US" sz="2800" dirty="0">
                <a:latin typeface="Cambria" panose="02040503050406030204" pitchFamily="18" charset="0"/>
                <a:ea typeface="MS Mincho" panose="02020609040205080304" pitchFamily="49" charset="-128"/>
                <a:cs typeface="Times New Roman" panose="02020603050405020304" pitchFamily="18" charset="0"/>
              </a:rPr>
              <a:t>finish</a:t>
            </a:r>
            <a:r>
              <a:rPr lang="en-US" sz="2800" dirty="0">
                <a:effectLst/>
                <a:latin typeface="Cambria" panose="02040503050406030204" pitchFamily="18" charset="0"/>
                <a:ea typeface="MS Mincho" panose="02020609040205080304" pitchFamily="49" charset="-128"/>
                <a:cs typeface="Times New Roman" panose="02020603050405020304" pitchFamily="18" charset="0"/>
              </a:rPr>
              <a:t>ed by 6 pm.  		 _________________________________________________________________________________</a:t>
            </a:r>
          </a:p>
          <a:p>
            <a:pPr>
              <a:lnSpc>
                <a:spcPts val="3200"/>
              </a:lnSpc>
              <a:buNone/>
            </a:pPr>
            <a:r>
              <a:rPr lang="en-US" sz="2800" dirty="0">
                <a:latin typeface="Cambria" panose="02040503050406030204" pitchFamily="18" charset="0"/>
                <a:ea typeface="MS Mincho" panose="02020609040205080304" pitchFamily="49" charset="-128"/>
                <a:cs typeface="Times New Roman" panose="02020603050405020304" pitchFamily="18" charset="0"/>
              </a:rPr>
              <a:t>16. Be careful! Don’t do that! Stop! (Strictly speaking not a tense.)</a:t>
            </a:r>
          </a:p>
          <a:p>
            <a:pPr>
              <a:lnSpc>
                <a:spcPts val="3200"/>
              </a:lnSpc>
              <a:buNone/>
            </a:pPr>
            <a:r>
              <a:rPr lang="en-US" sz="2800" dirty="0">
                <a:effectLst/>
                <a:latin typeface="Cambria" panose="02040503050406030204" pitchFamily="18" charset="0"/>
                <a:ea typeface="MS Mincho" panose="02020609040205080304" pitchFamily="49" charset="-128"/>
                <a:cs typeface="Times New Roman" panose="02020603050405020304" pitchFamily="18" charset="0"/>
              </a:rPr>
              <a:t>_________________________________________________________________________________</a:t>
            </a:r>
            <a:endParaRPr lang="en-GB" sz="2800"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2" name="TextBox 1">
            <a:extLst>
              <a:ext uri="{FF2B5EF4-FFF2-40B4-BE49-F238E27FC236}">
                <a16:creationId xmlns:a16="http://schemas.microsoft.com/office/drawing/2014/main" id="{CDD218F4-099E-42F3-1BBE-43F5111E7C4A}"/>
              </a:ext>
            </a:extLst>
          </p:cNvPr>
          <p:cNvSpPr txBox="1"/>
          <p:nvPr/>
        </p:nvSpPr>
        <p:spPr>
          <a:xfrm>
            <a:off x="657726" y="616591"/>
            <a:ext cx="5999747"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Future perfect simple (will).</a:t>
            </a:r>
          </a:p>
        </p:txBody>
      </p:sp>
      <p:sp>
        <p:nvSpPr>
          <p:cNvPr id="4" name="TextBox 3">
            <a:extLst>
              <a:ext uri="{FF2B5EF4-FFF2-40B4-BE49-F238E27FC236}">
                <a16:creationId xmlns:a16="http://schemas.microsoft.com/office/drawing/2014/main" id="{D797A4C1-9C0A-D53A-D41D-7143FF37C8FA}"/>
              </a:ext>
            </a:extLst>
          </p:cNvPr>
          <p:cNvSpPr txBox="1"/>
          <p:nvPr/>
        </p:nvSpPr>
        <p:spPr>
          <a:xfrm>
            <a:off x="657726" y="1699433"/>
            <a:ext cx="6898105"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Future perfect continuous (will).</a:t>
            </a:r>
          </a:p>
        </p:txBody>
      </p:sp>
      <p:sp>
        <p:nvSpPr>
          <p:cNvPr id="5" name="TextBox 4">
            <a:extLst>
              <a:ext uri="{FF2B5EF4-FFF2-40B4-BE49-F238E27FC236}">
                <a16:creationId xmlns:a16="http://schemas.microsoft.com/office/drawing/2014/main" id="{709284B1-C9FA-B021-DC93-76C610DC812C}"/>
              </a:ext>
            </a:extLst>
          </p:cNvPr>
          <p:cNvSpPr txBox="1"/>
          <p:nvPr/>
        </p:nvSpPr>
        <p:spPr>
          <a:xfrm>
            <a:off x="657726" y="3022907"/>
            <a:ext cx="5999747"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Future simple (be going to).</a:t>
            </a:r>
          </a:p>
        </p:txBody>
      </p:sp>
      <p:sp>
        <p:nvSpPr>
          <p:cNvPr id="6" name="TextBox 5">
            <a:extLst>
              <a:ext uri="{FF2B5EF4-FFF2-40B4-BE49-F238E27FC236}">
                <a16:creationId xmlns:a16="http://schemas.microsoft.com/office/drawing/2014/main" id="{071A0DBB-147E-ADF8-174A-3D1F64111367}"/>
              </a:ext>
            </a:extLst>
          </p:cNvPr>
          <p:cNvSpPr txBox="1"/>
          <p:nvPr/>
        </p:nvSpPr>
        <p:spPr>
          <a:xfrm>
            <a:off x="705852" y="4106426"/>
            <a:ext cx="6849979"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Future continuous (be going to).</a:t>
            </a:r>
          </a:p>
        </p:txBody>
      </p:sp>
      <p:sp>
        <p:nvSpPr>
          <p:cNvPr id="7" name="TextBox 6">
            <a:extLst>
              <a:ext uri="{FF2B5EF4-FFF2-40B4-BE49-F238E27FC236}">
                <a16:creationId xmlns:a16="http://schemas.microsoft.com/office/drawing/2014/main" id="{775FB2C1-077D-0F67-41B8-A0412E174975}"/>
              </a:ext>
            </a:extLst>
          </p:cNvPr>
          <p:cNvSpPr txBox="1"/>
          <p:nvPr/>
        </p:nvSpPr>
        <p:spPr>
          <a:xfrm>
            <a:off x="705852" y="5146593"/>
            <a:ext cx="7571874"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Future perfect simple (be going to).</a:t>
            </a:r>
          </a:p>
        </p:txBody>
      </p:sp>
      <p:sp>
        <p:nvSpPr>
          <p:cNvPr id="8" name="TextBox 7">
            <a:extLst>
              <a:ext uri="{FF2B5EF4-FFF2-40B4-BE49-F238E27FC236}">
                <a16:creationId xmlns:a16="http://schemas.microsoft.com/office/drawing/2014/main" id="{B628538F-99AD-DC9C-F295-C16E093B5467}"/>
              </a:ext>
            </a:extLst>
          </p:cNvPr>
          <p:cNvSpPr txBox="1"/>
          <p:nvPr/>
        </p:nvSpPr>
        <p:spPr>
          <a:xfrm>
            <a:off x="737938" y="6177679"/>
            <a:ext cx="2679031"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Imperative.</a:t>
            </a:r>
          </a:p>
        </p:txBody>
      </p:sp>
    </p:spTree>
    <p:extLst>
      <p:ext uri="{BB962C8B-B14F-4D97-AF65-F5344CB8AC3E}">
        <p14:creationId xmlns:p14="http://schemas.microsoft.com/office/powerpoint/2010/main" val="9756263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8AFDFC-2086-2460-1016-72008C29FE44}"/>
              </a:ext>
            </a:extLst>
          </p:cNvPr>
          <p:cNvSpPr txBox="1"/>
          <p:nvPr/>
        </p:nvSpPr>
        <p:spPr>
          <a:xfrm>
            <a:off x="633663" y="1451535"/>
            <a:ext cx="10924674" cy="3954929"/>
          </a:xfrm>
          <a:prstGeom prst="rect">
            <a:avLst/>
          </a:prstGeom>
          <a:noFill/>
        </p:spPr>
        <p:txBody>
          <a:bodyPr wrap="square">
            <a:spAutoFit/>
          </a:bodyPr>
          <a:lstStyle/>
          <a:p>
            <a:pPr>
              <a:lnSpc>
                <a:spcPct val="115000"/>
              </a:lnSpc>
              <a:spcBef>
                <a:spcPts val="2400"/>
              </a:spcBef>
              <a:buNone/>
            </a:pPr>
            <a:r>
              <a:rPr lang="en-US" sz="3200" b="1" kern="0" dirty="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rPr>
              <a:t>Part 2: Choose will or be going to</a:t>
            </a:r>
            <a:endParaRPr lang="en-GB" sz="3200" b="1" kern="0" dirty="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1. Look at the clouds! It ______________________________________ rain.</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2. I think I _______________________________________ call him now.</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3. We have already decided. We __________________________ move house next year.</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4. Wait! I ______________________________________ help you with that.</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2" name="TextBox 1">
            <a:extLst>
              <a:ext uri="{FF2B5EF4-FFF2-40B4-BE49-F238E27FC236}">
                <a16:creationId xmlns:a16="http://schemas.microsoft.com/office/drawing/2014/main" id="{8DB97FB6-85FD-1346-4722-B43BDF15CFBC}"/>
              </a:ext>
            </a:extLst>
          </p:cNvPr>
          <p:cNvSpPr txBox="1"/>
          <p:nvPr/>
        </p:nvSpPr>
        <p:spPr>
          <a:xfrm>
            <a:off x="4973053" y="2056588"/>
            <a:ext cx="3497179"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is going to rain</a:t>
            </a:r>
          </a:p>
        </p:txBody>
      </p:sp>
      <p:sp>
        <p:nvSpPr>
          <p:cNvPr id="4" name="TextBox 3">
            <a:extLst>
              <a:ext uri="{FF2B5EF4-FFF2-40B4-BE49-F238E27FC236}">
                <a16:creationId xmlns:a16="http://schemas.microsoft.com/office/drawing/2014/main" id="{F9E758E2-E53C-1B84-B948-410250C832CC}"/>
              </a:ext>
            </a:extLst>
          </p:cNvPr>
          <p:cNvSpPr txBox="1"/>
          <p:nvPr/>
        </p:nvSpPr>
        <p:spPr>
          <a:xfrm>
            <a:off x="2422357" y="2721573"/>
            <a:ext cx="802105"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’ll</a:t>
            </a:r>
          </a:p>
        </p:txBody>
      </p:sp>
      <p:sp>
        <p:nvSpPr>
          <p:cNvPr id="5" name="TextBox 4">
            <a:extLst>
              <a:ext uri="{FF2B5EF4-FFF2-40B4-BE49-F238E27FC236}">
                <a16:creationId xmlns:a16="http://schemas.microsoft.com/office/drawing/2014/main" id="{FA8A81E9-8FAE-FF29-D506-CEA133EE161A}"/>
              </a:ext>
            </a:extLst>
          </p:cNvPr>
          <p:cNvSpPr txBox="1"/>
          <p:nvPr/>
        </p:nvSpPr>
        <p:spPr>
          <a:xfrm>
            <a:off x="6096000" y="3414631"/>
            <a:ext cx="2751220"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’re going to</a:t>
            </a:r>
          </a:p>
        </p:txBody>
      </p:sp>
      <p:sp>
        <p:nvSpPr>
          <p:cNvPr id="6" name="TextBox 5">
            <a:extLst>
              <a:ext uri="{FF2B5EF4-FFF2-40B4-BE49-F238E27FC236}">
                <a16:creationId xmlns:a16="http://schemas.microsoft.com/office/drawing/2014/main" id="{B45F8AF7-C3AB-A45F-B0A8-2AF0030C74E4}"/>
              </a:ext>
            </a:extLst>
          </p:cNvPr>
          <p:cNvSpPr txBox="1"/>
          <p:nvPr/>
        </p:nvSpPr>
        <p:spPr>
          <a:xfrm>
            <a:off x="2285999" y="4686343"/>
            <a:ext cx="802105"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’ll</a:t>
            </a:r>
          </a:p>
        </p:txBody>
      </p:sp>
    </p:spTree>
    <p:extLst>
      <p:ext uri="{BB962C8B-B14F-4D97-AF65-F5344CB8AC3E}">
        <p14:creationId xmlns:p14="http://schemas.microsoft.com/office/powerpoint/2010/main" val="585061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BFC1B0-E52B-CE04-1B3F-F79DEB855FBE}"/>
              </a:ext>
            </a:extLst>
          </p:cNvPr>
          <p:cNvSpPr txBox="1"/>
          <p:nvPr/>
        </p:nvSpPr>
        <p:spPr>
          <a:xfrm>
            <a:off x="1018673" y="1343814"/>
            <a:ext cx="10154653" cy="4042132"/>
          </a:xfrm>
          <a:prstGeom prst="rect">
            <a:avLst/>
          </a:prstGeom>
          <a:noFill/>
        </p:spPr>
        <p:txBody>
          <a:bodyPr wrap="square">
            <a:spAutoFit/>
          </a:bodyPr>
          <a:lstStyle/>
          <a:p>
            <a:pPr>
              <a:lnSpc>
                <a:spcPts val="3200"/>
              </a:lnSpc>
              <a:spcBef>
                <a:spcPts val="2400"/>
              </a:spcBef>
              <a:buNone/>
            </a:pPr>
            <a:r>
              <a:rPr lang="en-US" sz="3200" b="1" kern="0" dirty="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rPr>
              <a:t>Part 3: Sentence transformation</a:t>
            </a:r>
            <a:endParaRPr lang="en-GB" sz="3200" b="1" kern="0" dirty="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1. Change to past: I am working. 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2. Change to present perfect simple: I work here. 	 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3. Change to future (will): I finish at 5. 		 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ts val="32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4. Change to </a:t>
            </a:r>
            <a:r>
              <a:rPr lang="en-US" sz="3200" i="1" dirty="0">
                <a:effectLst/>
                <a:latin typeface="Cambria" panose="02040503050406030204" pitchFamily="18" charset="0"/>
                <a:ea typeface="MS Mincho" panose="02020609040205080304" pitchFamily="49" charset="-128"/>
                <a:cs typeface="Times New Roman" panose="02020603050405020304" pitchFamily="18" charset="0"/>
              </a:rPr>
              <a:t>be going to</a:t>
            </a:r>
            <a:r>
              <a:rPr lang="en-US" sz="3200" dirty="0">
                <a:effectLst/>
                <a:latin typeface="Cambria" panose="02040503050406030204" pitchFamily="18" charset="0"/>
                <a:ea typeface="MS Mincho" panose="02020609040205080304" pitchFamily="49" charset="-128"/>
                <a:cs typeface="Times New Roman" panose="02020603050405020304" pitchFamily="18" charset="0"/>
              </a:rPr>
              <a:t>: I will start tomorrow. 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2" name="TextBox 1">
            <a:extLst>
              <a:ext uri="{FF2B5EF4-FFF2-40B4-BE49-F238E27FC236}">
                <a16:creationId xmlns:a16="http://schemas.microsoft.com/office/drawing/2014/main" id="{87E241BF-4255-577A-8FD7-622420AC1235}"/>
              </a:ext>
            </a:extLst>
          </p:cNvPr>
          <p:cNvSpPr txBox="1"/>
          <p:nvPr/>
        </p:nvSpPr>
        <p:spPr>
          <a:xfrm>
            <a:off x="1227220" y="2135648"/>
            <a:ext cx="3457075"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I was working.</a:t>
            </a:r>
          </a:p>
        </p:txBody>
      </p:sp>
      <p:sp>
        <p:nvSpPr>
          <p:cNvPr id="4" name="TextBox 3">
            <a:extLst>
              <a:ext uri="{FF2B5EF4-FFF2-40B4-BE49-F238E27FC236}">
                <a16:creationId xmlns:a16="http://schemas.microsoft.com/office/drawing/2014/main" id="{F391C4BA-92B4-6977-C765-0B2E7B0F4F78}"/>
              </a:ext>
            </a:extLst>
          </p:cNvPr>
          <p:cNvSpPr txBox="1"/>
          <p:nvPr/>
        </p:nvSpPr>
        <p:spPr>
          <a:xfrm>
            <a:off x="1227220" y="3072492"/>
            <a:ext cx="4243138"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I have worked here.</a:t>
            </a:r>
          </a:p>
        </p:txBody>
      </p:sp>
      <p:sp>
        <p:nvSpPr>
          <p:cNvPr id="5" name="TextBox 4">
            <a:extLst>
              <a:ext uri="{FF2B5EF4-FFF2-40B4-BE49-F238E27FC236}">
                <a16:creationId xmlns:a16="http://schemas.microsoft.com/office/drawing/2014/main" id="{4495FE3D-ACD4-E0F4-0A22-3AC1C018D851}"/>
              </a:ext>
            </a:extLst>
          </p:cNvPr>
          <p:cNvSpPr txBox="1"/>
          <p:nvPr/>
        </p:nvSpPr>
        <p:spPr>
          <a:xfrm>
            <a:off x="1227220" y="3864326"/>
            <a:ext cx="3665622"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I will finish at 5.</a:t>
            </a:r>
          </a:p>
        </p:txBody>
      </p:sp>
      <p:sp>
        <p:nvSpPr>
          <p:cNvPr id="6" name="TextBox 5">
            <a:extLst>
              <a:ext uri="{FF2B5EF4-FFF2-40B4-BE49-F238E27FC236}">
                <a16:creationId xmlns:a16="http://schemas.microsoft.com/office/drawing/2014/main" id="{69CA220D-00FB-C0B6-B776-5CF506B168E8}"/>
              </a:ext>
            </a:extLst>
          </p:cNvPr>
          <p:cNvSpPr txBox="1"/>
          <p:nvPr/>
        </p:nvSpPr>
        <p:spPr>
          <a:xfrm>
            <a:off x="1227219" y="4816580"/>
            <a:ext cx="6617369"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I am going to start tomorrow.</a:t>
            </a:r>
          </a:p>
        </p:txBody>
      </p:sp>
    </p:spTree>
    <p:extLst>
      <p:ext uri="{BB962C8B-B14F-4D97-AF65-F5344CB8AC3E}">
        <p14:creationId xmlns:p14="http://schemas.microsoft.com/office/powerpoint/2010/main" val="3999423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ABA9E8-558B-C2A4-77D5-9A9B5A8241A5}"/>
              </a:ext>
            </a:extLst>
          </p:cNvPr>
          <p:cNvSpPr txBox="1"/>
          <p:nvPr/>
        </p:nvSpPr>
        <p:spPr>
          <a:xfrm>
            <a:off x="641684" y="666192"/>
            <a:ext cx="10908632" cy="5525615"/>
          </a:xfrm>
          <a:prstGeom prst="rect">
            <a:avLst/>
          </a:prstGeom>
          <a:noFill/>
        </p:spPr>
        <p:txBody>
          <a:bodyPr wrap="square">
            <a:spAutoFit/>
          </a:bodyPr>
          <a:lstStyle/>
          <a:p>
            <a:pPr>
              <a:lnSpc>
                <a:spcPct val="115000"/>
              </a:lnSpc>
              <a:spcBef>
                <a:spcPts val="2400"/>
              </a:spcBef>
              <a:buNone/>
            </a:pPr>
            <a:r>
              <a:rPr lang="en-US" sz="3200" b="1" kern="0" dirty="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rPr>
              <a:t>Part 4: Imperative</a:t>
            </a:r>
            <a:endParaRPr lang="en-GB" sz="3200" b="1" kern="0" dirty="0">
              <a:solidFill>
                <a:srgbClr val="365F91"/>
              </a:solidFill>
              <a:effectLst/>
              <a:latin typeface="Calibri" panose="020F0502020204030204" pitchFamily="34" charset="0"/>
              <a:ea typeface="MS Gothic" panose="020B0609070205080204" pitchFamily="49" charset="-128"/>
              <a:cs typeface="Times New Roman" panose="02020603050405020304" pitchFamily="18" charset="0"/>
            </a:endParaRPr>
          </a:p>
          <a:p>
            <a:pPr>
              <a:lnSpc>
                <a:spcPct val="1150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1. Make an instruction: (sit / down) 			 _______________________________________________________________________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2. Make a negative instruction: (not/open/door) ______________________________________________________________________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3. Make a polite instruction: (please / listen) _______________________________________________________________________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US" sz="3200" dirty="0">
                <a:effectLst/>
                <a:latin typeface="Cambria" panose="02040503050406030204" pitchFamily="18" charset="0"/>
                <a:ea typeface="MS Mincho" panose="02020609040205080304" pitchFamily="49" charset="-128"/>
                <a:cs typeface="Times New Roman" panose="02020603050405020304" pitchFamily="18" charset="0"/>
              </a:rPr>
              <a:t>4. Give an instruction with be: (be/careful) _______________________________________________________________________</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p:txBody>
      </p:sp>
      <p:sp>
        <p:nvSpPr>
          <p:cNvPr id="2" name="TextBox 1">
            <a:extLst>
              <a:ext uri="{FF2B5EF4-FFF2-40B4-BE49-F238E27FC236}">
                <a16:creationId xmlns:a16="http://schemas.microsoft.com/office/drawing/2014/main" id="{6ABAA973-03BB-A905-B107-EFEB14790B78}"/>
              </a:ext>
            </a:extLst>
          </p:cNvPr>
          <p:cNvSpPr txBox="1"/>
          <p:nvPr/>
        </p:nvSpPr>
        <p:spPr>
          <a:xfrm>
            <a:off x="906377" y="1832748"/>
            <a:ext cx="3986465"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(Please) sit down.</a:t>
            </a:r>
          </a:p>
        </p:txBody>
      </p:sp>
      <p:sp>
        <p:nvSpPr>
          <p:cNvPr id="4" name="TextBox 3">
            <a:extLst>
              <a:ext uri="{FF2B5EF4-FFF2-40B4-BE49-F238E27FC236}">
                <a16:creationId xmlns:a16="http://schemas.microsoft.com/office/drawing/2014/main" id="{AB100A1E-D65E-4923-5817-4732A2D9C15E}"/>
              </a:ext>
            </a:extLst>
          </p:cNvPr>
          <p:cNvSpPr txBox="1"/>
          <p:nvPr/>
        </p:nvSpPr>
        <p:spPr>
          <a:xfrm>
            <a:off x="922419" y="2999304"/>
            <a:ext cx="6681539"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(Please) do not open the door.</a:t>
            </a:r>
          </a:p>
        </p:txBody>
      </p:sp>
      <p:sp>
        <p:nvSpPr>
          <p:cNvPr id="5" name="TextBox 4">
            <a:extLst>
              <a:ext uri="{FF2B5EF4-FFF2-40B4-BE49-F238E27FC236}">
                <a16:creationId xmlns:a16="http://schemas.microsoft.com/office/drawing/2014/main" id="{58C2869E-2A28-7E7D-0232-500C21B3E594}"/>
              </a:ext>
            </a:extLst>
          </p:cNvPr>
          <p:cNvSpPr txBox="1"/>
          <p:nvPr/>
        </p:nvSpPr>
        <p:spPr>
          <a:xfrm>
            <a:off x="922420" y="4303167"/>
            <a:ext cx="2959770"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Please listen.</a:t>
            </a:r>
          </a:p>
        </p:txBody>
      </p:sp>
      <p:sp>
        <p:nvSpPr>
          <p:cNvPr id="6" name="TextBox 5">
            <a:extLst>
              <a:ext uri="{FF2B5EF4-FFF2-40B4-BE49-F238E27FC236}">
                <a16:creationId xmlns:a16="http://schemas.microsoft.com/office/drawing/2014/main" id="{67F46782-881A-3FA4-9140-48D7E2D3D01A}"/>
              </a:ext>
            </a:extLst>
          </p:cNvPr>
          <p:cNvSpPr txBox="1"/>
          <p:nvPr/>
        </p:nvSpPr>
        <p:spPr>
          <a:xfrm>
            <a:off x="922421" y="5607030"/>
            <a:ext cx="3826042"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Please be careful.</a:t>
            </a:r>
          </a:p>
        </p:txBody>
      </p:sp>
    </p:spTree>
    <p:extLst>
      <p:ext uri="{BB962C8B-B14F-4D97-AF65-F5344CB8AC3E}">
        <p14:creationId xmlns:p14="http://schemas.microsoft.com/office/powerpoint/2010/main" val="373505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125CF-EEE6-A615-BA4E-98EA973A34E5}"/>
              </a:ext>
            </a:extLst>
          </p:cNvPr>
          <p:cNvSpPr txBox="1"/>
          <p:nvPr/>
        </p:nvSpPr>
        <p:spPr>
          <a:xfrm>
            <a:off x="3048000" y="1862930"/>
            <a:ext cx="6096000" cy="3132139"/>
          </a:xfrm>
          <a:prstGeom prst="rect">
            <a:avLst/>
          </a:prstGeom>
          <a:noFill/>
        </p:spPr>
        <p:txBody>
          <a:bodyPr wrap="square">
            <a:spAutoFit/>
          </a:bodyPr>
          <a:lstStyle/>
          <a:p>
            <a:pPr>
              <a:lnSpc>
                <a:spcPct val="115000"/>
              </a:lnSpc>
              <a:spcAft>
                <a:spcPts val="1000"/>
              </a:spcAft>
              <a:buNone/>
            </a:pPr>
            <a:r>
              <a:rPr lang="en-GB" sz="3200" b="1" dirty="0">
                <a:effectLst/>
                <a:latin typeface="Cambria" panose="02040503050406030204" pitchFamily="18" charset="0"/>
                <a:ea typeface="MS Mincho" panose="02020609040205080304" pitchFamily="49" charset="-128"/>
                <a:cs typeface="Times New Roman" panose="02020603050405020304" pitchFamily="18" charset="0"/>
              </a:rPr>
              <a:t>1. Gap‑Fill: Active → Passive</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GB" sz="3200" b="1" dirty="0">
                <a:effectLst/>
                <a:latin typeface="Cambria" panose="02040503050406030204" pitchFamily="18" charset="0"/>
                <a:ea typeface="MS Mincho" panose="02020609040205080304" pitchFamily="49" charset="-128"/>
                <a:cs typeface="Times New Roman" panose="02020603050405020304" pitchFamily="18" charset="0"/>
              </a:rPr>
              <a:t>Instructions</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Complete the sentences in the </a:t>
            </a:r>
            <a:r>
              <a:rPr lang="en-GB" sz="3200" b="1" dirty="0">
                <a:effectLst/>
                <a:latin typeface="Cambria" panose="02040503050406030204" pitchFamily="18" charset="0"/>
                <a:ea typeface="MS Mincho" panose="02020609040205080304" pitchFamily="49" charset="-128"/>
                <a:cs typeface="Times New Roman" panose="02020603050405020304" pitchFamily="18" charset="0"/>
              </a:rPr>
              <a:t>passive</a:t>
            </a:r>
            <a:r>
              <a:rPr lang="en-GB" sz="3200" dirty="0">
                <a:effectLst/>
                <a:latin typeface="Cambria" panose="02040503050406030204" pitchFamily="18" charset="0"/>
                <a:ea typeface="MS Mincho" panose="02020609040205080304" pitchFamily="49" charset="-128"/>
                <a:cs typeface="Times New Roman" panose="02020603050405020304" pitchFamily="18" charset="0"/>
              </a:rPr>
              <a:t>. Use the correct form of </a:t>
            </a:r>
            <a:r>
              <a:rPr lang="en-GB" sz="3200" b="1" dirty="0">
                <a:effectLst/>
                <a:latin typeface="Cambria" panose="02040503050406030204" pitchFamily="18" charset="0"/>
                <a:ea typeface="MS Mincho" panose="02020609040205080304" pitchFamily="49" charset="-128"/>
                <a:cs typeface="Times New Roman" panose="02020603050405020304" pitchFamily="18" charset="0"/>
              </a:rPr>
              <a:t>BE + past participle</a:t>
            </a:r>
            <a:r>
              <a:rPr lang="en-GB" sz="3200" dirty="0">
                <a:effectLst/>
                <a:latin typeface="Cambria" panose="02040503050406030204" pitchFamily="18" charset="0"/>
                <a:ea typeface="MS Mincho" panose="02020609040205080304" pitchFamily="49" charset="-128"/>
                <a:cs typeface="Times New Roman" panose="02020603050405020304" pitchFamily="18" charset="0"/>
              </a:rPr>
              <a:t>.</a:t>
            </a:r>
          </a:p>
        </p:txBody>
      </p:sp>
    </p:spTree>
    <p:extLst>
      <p:ext uri="{BB962C8B-B14F-4D97-AF65-F5344CB8AC3E}">
        <p14:creationId xmlns:p14="http://schemas.microsoft.com/office/powerpoint/2010/main" val="37442742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6A698B-64FB-CC0F-9EC4-D97EF59267ED}"/>
              </a:ext>
            </a:extLst>
          </p:cNvPr>
          <p:cNvSpPr txBox="1"/>
          <p:nvPr/>
        </p:nvSpPr>
        <p:spPr>
          <a:xfrm>
            <a:off x="240631" y="0"/>
            <a:ext cx="11181347" cy="6802696"/>
          </a:xfrm>
          <a:prstGeom prst="rect">
            <a:avLst/>
          </a:prstGeom>
          <a:noFill/>
        </p:spPr>
        <p:txBody>
          <a:bodyPr wrap="square">
            <a:spAutoFit/>
          </a:bodyPr>
          <a:lstStyle/>
          <a:p>
            <a:pPr>
              <a:lnSpc>
                <a:spcPts val="2800"/>
              </a:lnSpc>
              <a:spcAft>
                <a:spcPts val="1000"/>
              </a:spcAft>
              <a:buNone/>
            </a:pPr>
            <a:r>
              <a:rPr lang="en-GB" sz="2800" b="1" dirty="0">
                <a:effectLst/>
                <a:latin typeface="Segoe UI Emoji" panose="020B0502040204020203" pitchFamily="34" charset="0"/>
                <a:ea typeface="MS Mincho" panose="02020609040205080304" pitchFamily="49" charset="-128"/>
                <a:cs typeface="Segoe UI Emoji" panose="020B0502040204020203" pitchFamily="34" charset="0"/>
              </a:rPr>
              <a:t>🔹</a:t>
            </a:r>
            <a:r>
              <a:rPr lang="en-GB" sz="2800" b="1" dirty="0">
                <a:effectLst/>
                <a:latin typeface="Cambria" panose="02040503050406030204" pitchFamily="18" charset="0"/>
                <a:ea typeface="MS Mincho" panose="02020609040205080304" pitchFamily="49" charset="-128"/>
                <a:cs typeface="Times New Roman" panose="02020603050405020304" pitchFamily="18" charset="0"/>
              </a:rPr>
              <a:t> Present / Past</a:t>
            </a:r>
            <a:endParaRPr lang="en-GB" sz="28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ts val="2800"/>
              </a:lnSpc>
              <a:spcAft>
                <a:spcPts val="1000"/>
              </a:spcAft>
              <a:buNone/>
              <a:tabLst>
                <a:tab pos="457200" algn="l"/>
              </a:tabLst>
            </a:pPr>
            <a:r>
              <a:rPr lang="en-GB" sz="2800" dirty="0">
                <a:effectLst/>
                <a:latin typeface="Cambria" panose="02040503050406030204" pitchFamily="18" charset="0"/>
                <a:ea typeface="MS Mincho" panose="02020609040205080304" pitchFamily="49" charset="-128"/>
                <a:cs typeface="Times New Roman" panose="02020603050405020304" pitchFamily="18" charset="0"/>
              </a:rPr>
              <a:t>They build houses every year.</a:t>
            </a:r>
          </a:p>
          <a:p>
            <a:pPr marL="228600">
              <a:lnSpc>
                <a:spcPts val="2800"/>
              </a:lnSpc>
              <a:spcAft>
                <a:spcPts val="1000"/>
              </a:spcAft>
              <a:buNone/>
            </a:pPr>
            <a:r>
              <a:rPr lang="en-GB" sz="2800" dirty="0">
                <a:effectLst/>
                <a:latin typeface="Cambria" panose="02040503050406030204" pitchFamily="18" charset="0"/>
                <a:ea typeface="MS Mincho" panose="02020609040205080304" pitchFamily="49" charset="-128"/>
                <a:cs typeface="Times New Roman" panose="02020603050405020304" pitchFamily="18" charset="0"/>
              </a:rPr>
              <a:t>Houses ___________________________________________________________ every year.</a:t>
            </a:r>
          </a:p>
          <a:p>
            <a:pPr marL="342900" lvl="0" indent="-342900">
              <a:lnSpc>
                <a:spcPts val="2800"/>
              </a:lnSpc>
              <a:spcAft>
                <a:spcPts val="1000"/>
              </a:spcAft>
              <a:buNone/>
              <a:tabLst>
                <a:tab pos="457200" algn="l"/>
              </a:tabLst>
            </a:pPr>
            <a:r>
              <a:rPr lang="en-GB" sz="2800" dirty="0">
                <a:effectLst/>
                <a:latin typeface="Cambria" panose="02040503050406030204" pitchFamily="18" charset="0"/>
                <a:ea typeface="MS Mincho" panose="02020609040205080304" pitchFamily="49" charset="-128"/>
                <a:cs typeface="Times New Roman" panose="02020603050405020304" pitchFamily="18" charset="0"/>
              </a:rPr>
              <a:t>They are repairing the road.</a:t>
            </a:r>
          </a:p>
          <a:p>
            <a:pPr marL="228600">
              <a:lnSpc>
                <a:spcPts val="2800"/>
              </a:lnSpc>
              <a:spcAft>
                <a:spcPts val="1000"/>
              </a:spcAft>
              <a:buNone/>
            </a:pPr>
            <a:r>
              <a:rPr lang="en-GB" sz="2800" dirty="0">
                <a:effectLst/>
                <a:latin typeface="Cambria" panose="02040503050406030204" pitchFamily="18" charset="0"/>
                <a:ea typeface="MS Mincho" panose="02020609040205080304" pitchFamily="49" charset="-128"/>
                <a:cs typeface="Times New Roman" panose="02020603050405020304" pitchFamily="18" charset="0"/>
              </a:rPr>
              <a:t>The road ______________________________________________________________________.</a:t>
            </a:r>
          </a:p>
          <a:p>
            <a:pPr marL="342900" lvl="0" indent="-342900">
              <a:lnSpc>
                <a:spcPts val="2800"/>
              </a:lnSpc>
              <a:spcAft>
                <a:spcPts val="1000"/>
              </a:spcAft>
              <a:buNone/>
              <a:tabLst>
                <a:tab pos="457200" algn="l"/>
              </a:tabLst>
            </a:pPr>
            <a:r>
              <a:rPr lang="en-GB" sz="2800" dirty="0">
                <a:effectLst/>
                <a:latin typeface="Cambria" panose="02040503050406030204" pitchFamily="18" charset="0"/>
                <a:ea typeface="MS Mincho" panose="02020609040205080304" pitchFamily="49" charset="-128"/>
                <a:cs typeface="Times New Roman" panose="02020603050405020304" pitchFamily="18" charset="0"/>
              </a:rPr>
              <a:t>They have finished the project.</a:t>
            </a:r>
          </a:p>
          <a:p>
            <a:pPr marL="228600">
              <a:lnSpc>
                <a:spcPts val="2800"/>
              </a:lnSpc>
              <a:spcAft>
                <a:spcPts val="1000"/>
              </a:spcAft>
              <a:buNone/>
            </a:pPr>
            <a:r>
              <a:rPr lang="en-GB" sz="2800" dirty="0">
                <a:effectLst/>
                <a:latin typeface="Cambria" panose="02040503050406030204" pitchFamily="18" charset="0"/>
                <a:ea typeface="MS Mincho" panose="02020609040205080304" pitchFamily="49" charset="-128"/>
                <a:cs typeface="Times New Roman" panose="02020603050405020304" pitchFamily="18" charset="0"/>
              </a:rPr>
              <a:t>The project ___________________________________________________________________.</a:t>
            </a:r>
          </a:p>
          <a:p>
            <a:pPr marL="342900" lvl="0" indent="-342900">
              <a:lnSpc>
                <a:spcPts val="2800"/>
              </a:lnSpc>
              <a:spcAft>
                <a:spcPts val="1000"/>
              </a:spcAft>
              <a:buNone/>
              <a:tabLst>
                <a:tab pos="457200" algn="l"/>
              </a:tabLst>
            </a:pPr>
            <a:r>
              <a:rPr lang="en-GB" sz="2800" dirty="0">
                <a:effectLst/>
                <a:latin typeface="Cambria" panose="02040503050406030204" pitchFamily="18" charset="0"/>
                <a:ea typeface="MS Mincho" panose="02020609040205080304" pitchFamily="49" charset="-128"/>
                <a:cs typeface="Times New Roman" panose="02020603050405020304" pitchFamily="18" charset="0"/>
              </a:rPr>
              <a:t>They built the bridge last year.</a:t>
            </a:r>
          </a:p>
          <a:p>
            <a:pPr marL="228600">
              <a:lnSpc>
                <a:spcPts val="2800"/>
              </a:lnSpc>
              <a:spcAft>
                <a:spcPts val="1000"/>
              </a:spcAft>
              <a:buNone/>
            </a:pPr>
            <a:r>
              <a:rPr lang="en-GB" sz="2800" dirty="0">
                <a:effectLst/>
                <a:latin typeface="Cambria" panose="02040503050406030204" pitchFamily="18" charset="0"/>
                <a:ea typeface="MS Mincho" panose="02020609040205080304" pitchFamily="49" charset="-128"/>
                <a:cs typeface="Times New Roman" panose="02020603050405020304" pitchFamily="18" charset="0"/>
              </a:rPr>
              <a:t>The bridge ___________________________________________________________________.</a:t>
            </a:r>
          </a:p>
          <a:p>
            <a:pPr marL="342900" lvl="0" indent="-342900">
              <a:lnSpc>
                <a:spcPct val="115000"/>
              </a:lnSpc>
              <a:spcAft>
                <a:spcPts val="1000"/>
              </a:spcAft>
              <a:buNone/>
              <a:tabLst>
                <a:tab pos="457200" algn="l"/>
              </a:tabLst>
            </a:pPr>
            <a:r>
              <a:rPr lang="en-GB" sz="2800" dirty="0">
                <a:effectLst/>
                <a:latin typeface="Cambria" panose="02040503050406030204" pitchFamily="18" charset="0"/>
                <a:ea typeface="MS Mincho" panose="02020609040205080304" pitchFamily="49" charset="-128"/>
                <a:cs typeface="Times New Roman" panose="02020603050405020304" pitchFamily="18" charset="0"/>
              </a:rPr>
              <a:t>They were cleaning the room.</a:t>
            </a:r>
          </a:p>
          <a:p>
            <a:pPr marL="228600">
              <a:lnSpc>
                <a:spcPct val="115000"/>
              </a:lnSpc>
              <a:spcAft>
                <a:spcPts val="1000"/>
              </a:spcAft>
              <a:buNone/>
            </a:pPr>
            <a:r>
              <a:rPr lang="en-GB" sz="2800" dirty="0">
                <a:effectLst/>
                <a:latin typeface="Cambria" panose="02040503050406030204" pitchFamily="18" charset="0"/>
                <a:ea typeface="MS Mincho" panose="02020609040205080304" pitchFamily="49" charset="-128"/>
                <a:cs typeface="Times New Roman" panose="02020603050405020304" pitchFamily="18" charset="0"/>
              </a:rPr>
              <a:t>The room _____________________________________________________________________.</a:t>
            </a:r>
          </a:p>
          <a:p>
            <a:pPr marL="342900" lvl="0" indent="-342900">
              <a:lnSpc>
                <a:spcPct val="115000"/>
              </a:lnSpc>
              <a:spcAft>
                <a:spcPts val="1000"/>
              </a:spcAft>
              <a:buNone/>
              <a:tabLst>
                <a:tab pos="457200" algn="l"/>
              </a:tabLst>
            </a:pPr>
            <a:r>
              <a:rPr lang="en-GB" sz="2800" dirty="0">
                <a:effectLst/>
                <a:latin typeface="Cambria" panose="02040503050406030204" pitchFamily="18" charset="0"/>
                <a:ea typeface="MS Mincho" panose="02020609040205080304" pitchFamily="49" charset="-128"/>
                <a:cs typeface="Times New Roman" panose="02020603050405020304" pitchFamily="18" charset="0"/>
              </a:rPr>
              <a:t>They had completed the work.</a:t>
            </a:r>
          </a:p>
          <a:p>
            <a:pPr marL="342900" lvl="0" indent="-342900">
              <a:lnSpc>
                <a:spcPct val="115000"/>
              </a:lnSpc>
              <a:spcAft>
                <a:spcPts val="1000"/>
              </a:spcAft>
              <a:buNone/>
              <a:tabLst>
                <a:tab pos="457200" algn="l"/>
              </a:tabLst>
            </a:pPr>
            <a:r>
              <a:rPr lang="en-GB" sz="2800" dirty="0">
                <a:effectLst/>
                <a:latin typeface="Cambria" panose="02040503050406030204" pitchFamily="18" charset="0"/>
                <a:ea typeface="MS Mincho" panose="02020609040205080304" pitchFamily="49" charset="-128"/>
                <a:cs typeface="Times New Roman" panose="02020603050405020304" pitchFamily="18" charset="0"/>
              </a:rPr>
              <a:t>The work _____________________________________________________________________.</a:t>
            </a:r>
          </a:p>
        </p:txBody>
      </p:sp>
      <p:sp>
        <p:nvSpPr>
          <p:cNvPr id="2" name="TextBox 1">
            <a:extLst>
              <a:ext uri="{FF2B5EF4-FFF2-40B4-BE49-F238E27FC236}">
                <a16:creationId xmlns:a16="http://schemas.microsoft.com/office/drawing/2014/main" id="{8F012637-9D95-999D-C26B-4489B744E26E}"/>
              </a:ext>
            </a:extLst>
          </p:cNvPr>
          <p:cNvSpPr txBox="1"/>
          <p:nvPr/>
        </p:nvSpPr>
        <p:spPr>
          <a:xfrm>
            <a:off x="1836819" y="838138"/>
            <a:ext cx="2109539"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are built.</a:t>
            </a:r>
          </a:p>
        </p:txBody>
      </p:sp>
      <p:sp>
        <p:nvSpPr>
          <p:cNvPr id="4" name="TextBox 3">
            <a:extLst>
              <a:ext uri="{FF2B5EF4-FFF2-40B4-BE49-F238E27FC236}">
                <a16:creationId xmlns:a16="http://schemas.microsoft.com/office/drawing/2014/main" id="{8862D5A7-327A-1D46-BE7F-018D39F8CA8E}"/>
              </a:ext>
            </a:extLst>
          </p:cNvPr>
          <p:cNvSpPr txBox="1"/>
          <p:nvPr/>
        </p:nvSpPr>
        <p:spPr>
          <a:xfrm>
            <a:off x="2069430" y="1792643"/>
            <a:ext cx="4315328"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is being repaired.</a:t>
            </a:r>
          </a:p>
        </p:txBody>
      </p:sp>
      <p:sp>
        <p:nvSpPr>
          <p:cNvPr id="5" name="TextBox 4">
            <a:extLst>
              <a:ext uri="{FF2B5EF4-FFF2-40B4-BE49-F238E27FC236}">
                <a16:creationId xmlns:a16="http://schemas.microsoft.com/office/drawing/2014/main" id="{DEA59338-C88A-DF58-FEA1-DB340B4E6487}"/>
              </a:ext>
            </a:extLst>
          </p:cNvPr>
          <p:cNvSpPr txBox="1"/>
          <p:nvPr/>
        </p:nvSpPr>
        <p:spPr>
          <a:xfrm>
            <a:off x="2302041" y="2747148"/>
            <a:ext cx="4315328"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has been finished.</a:t>
            </a:r>
          </a:p>
        </p:txBody>
      </p:sp>
      <p:sp>
        <p:nvSpPr>
          <p:cNvPr id="6" name="TextBox 5">
            <a:extLst>
              <a:ext uri="{FF2B5EF4-FFF2-40B4-BE49-F238E27FC236}">
                <a16:creationId xmlns:a16="http://schemas.microsoft.com/office/drawing/2014/main" id="{F5E07F7A-5CD1-3033-293B-E4EDB992D1EA}"/>
              </a:ext>
            </a:extLst>
          </p:cNvPr>
          <p:cNvSpPr txBox="1"/>
          <p:nvPr/>
        </p:nvSpPr>
        <p:spPr>
          <a:xfrm>
            <a:off x="2534651" y="3765821"/>
            <a:ext cx="4082717"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was built last year</a:t>
            </a:r>
          </a:p>
        </p:txBody>
      </p:sp>
      <p:sp>
        <p:nvSpPr>
          <p:cNvPr id="7" name="TextBox 6">
            <a:extLst>
              <a:ext uri="{FF2B5EF4-FFF2-40B4-BE49-F238E27FC236}">
                <a16:creationId xmlns:a16="http://schemas.microsoft.com/office/drawing/2014/main" id="{E4DF1DA5-58DA-27B0-83BF-31C70E37428F}"/>
              </a:ext>
            </a:extLst>
          </p:cNvPr>
          <p:cNvSpPr txBox="1"/>
          <p:nvPr/>
        </p:nvSpPr>
        <p:spPr>
          <a:xfrm>
            <a:off x="2205792" y="4928872"/>
            <a:ext cx="3890207"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was being cleaned</a:t>
            </a:r>
          </a:p>
        </p:txBody>
      </p:sp>
      <p:sp>
        <p:nvSpPr>
          <p:cNvPr id="8" name="TextBox 7">
            <a:extLst>
              <a:ext uri="{FF2B5EF4-FFF2-40B4-BE49-F238E27FC236}">
                <a16:creationId xmlns:a16="http://schemas.microsoft.com/office/drawing/2014/main" id="{56C235C8-188E-81EF-E94B-C75DF2131977}"/>
              </a:ext>
            </a:extLst>
          </p:cNvPr>
          <p:cNvSpPr txBox="1"/>
          <p:nvPr/>
        </p:nvSpPr>
        <p:spPr>
          <a:xfrm>
            <a:off x="2181730" y="6172133"/>
            <a:ext cx="4652207"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had been completed</a:t>
            </a:r>
          </a:p>
        </p:txBody>
      </p:sp>
    </p:spTree>
    <p:extLst>
      <p:ext uri="{BB962C8B-B14F-4D97-AF65-F5344CB8AC3E}">
        <p14:creationId xmlns:p14="http://schemas.microsoft.com/office/powerpoint/2010/main" val="246940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D7E1D3-FAA0-39EE-5E4D-2C86FD78B102}"/>
              </a:ext>
            </a:extLst>
          </p:cNvPr>
          <p:cNvSpPr txBox="1"/>
          <p:nvPr/>
        </p:nvSpPr>
        <p:spPr>
          <a:xfrm>
            <a:off x="673768" y="946269"/>
            <a:ext cx="10812379" cy="3734356"/>
          </a:xfrm>
          <a:prstGeom prst="rect">
            <a:avLst/>
          </a:prstGeom>
          <a:noFill/>
        </p:spPr>
        <p:txBody>
          <a:bodyPr wrap="square">
            <a:spAutoFit/>
          </a:bodyPr>
          <a:lstStyle/>
          <a:p>
            <a:pPr>
              <a:lnSpc>
                <a:spcPts val="3200"/>
              </a:lnSpc>
              <a:spcAft>
                <a:spcPts val="1000"/>
              </a:spcAft>
              <a:buNone/>
            </a:pPr>
            <a:r>
              <a:rPr lang="en-GB" sz="3200" b="1" dirty="0">
                <a:effectLst/>
                <a:latin typeface="Segoe UI Emoji" panose="020B0502040204020203" pitchFamily="34" charset="0"/>
                <a:ea typeface="MS Mincho" panose="02020609040205080304" pitchFamily="49" charset="-128"/>
                <a:cs typeface="Segoe UI Emoji" panose="020B0502040204020203" pitchFamily="34" charset="0"/>
              </a:rPr>
              <a:t>🔹</a:t>
            </a:r>
            <a:r>
              <a:rPr lang="en-GB" sz="3200" b="1" dirty="0">
                <a:effectLst/>
                <a:latin typeface="Cambria" panose="02040503050406030204" pitchFamily="18" charset="0"/>
                <a:ea typeface="MS Mincho" panose="02020609040205080304" pitchFamily="49" charset="-128"/>
                <a:cs typeface="Times New Roman" panose="02020603050405020304" pitchFamily="18" charset="0"/>
              </a:rPr>
              <a:t> Future (WILL)</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ts val="3200"/>
              </a:lnSpc>
              <a:spcAft>
                <a:spcPts val="1000"/>
              </a:spcAft>
              <a:buNone/>
              <a:tabLst>
                <a:tab pos="457200" algn="l"/>
              </a:tabLst>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They will build a new school.</a:t>
            </a:r>
          </a:p>
          <a:p>
            <a:pPr marL="228600">
              <a:lnSpc>
                <a:spcPts val="3200"/>
              </a:lnSpc>
              <a:spcAft>
                <a:spcPts val="1000"/>
              </a:spcAft>
              <a:buNone/>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A new school __________________________________________________.</a:t>
            </a:r>
          </a:p>
          <a:p>
            <a:pPr marL="342900" lvl="0" indent="-342900">
              <a:lnSpc>
                <a:spcPts val="3200"/>
              </a:lnSpc>
              <a:spcAft>
                <a:spcPts val="1000"/>
              </a:spcAft>
              <a:buNone/>
              <a:tabLst>
                <a:tab pos="457200" algn="l"/>
              </a:tabLst>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They will be </a:t>
            </a:r>
            <a:r>
              <a:rPr lang="en-GB" sz="3200" dirty="0">
                <a:solidFill>
                  <a:srgbClr val="FF0000"/>
                </a:solidFill>
                <a:effectLst/>
                <a:latin typeface="Cambria" panose="02040503050406030204" pitchFamily="18" charset="0"/>
                <a:ea typeface="MS Mincho" panose="02020609040205080304" pitchFamily="49" charset="-128"/>
                <a:cs typeface="Times New Roman" panose="02020603050405020304" pitchFamily="18" charset="0"/>
              </a:rPr>
              <a:t>checking</a:t>
            </a:r>
            <a:r>
              <a:rPr lang="en-GB" sz="3200" dirty="0">
                <a:effectLst/>
                <a:latin typeface="Cambria" panose="02040503050406030204" pitchFamily="18" charset="0"/>
                <a:ea typeface="MS Mincho" panose="02020609040205080304" pitchFamily="49" charset="-128"/>
                <a:cs typeface="Times New Roman" panose="02020603050405020304" pitchFamily="18" charset="0"/>
              </a:rPr>
              <a:t> the equipment.</a:t>
            </a:r>
          </a:p>
          <a:p>
            <a:pPr marL="228600">
              <a:lnSpc>
                <a:spcPts val="3200"/>
              </a:lnSpc>
              <a:spcAft>
                <a:spcPts val="1000"/>
              </a:spcAft>
              <a:buNone/>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 equipment ________________________________________________.</a:t>
            </a:r>
          </a:p>
          <a:p>
            <a:pPr marL="342900" lvl="0" indent="-342900">
              <a:lnSpc>
                <a:spcPts val="3200"/>
              </a:lnSpc>
              <a:spcAft>
                <a:spcPts val="1000"/>
              </a:spcAft>
              <a:buNone/>
              <a:tabLst>
                <a:tab pos="457200" algn="l"/>
              </a:tabLst>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They will have finished the project.</a:t>
            </a:r>
          </a:p>
          <a:p>
            <a:pPr marL="228600">
              <a:lnSpc>
                <a:spcPts val="3200"/>
              </a:lnSpc>
              <a:spcAft>
                <a:spcPts val="1000"/>
              </a:spcAft>
              <a:buNone/>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 project ____________________________________________________.</a:t>
            </a:r>
          </a:p>
        </p:txBody>
      </p:sp>
      <p:sp>
        <p:nvSpPr>
          <p:cNvPr id="2" name="TextBox 1">
            <a:extLst>
              <a:ext uri="{FF2B5EF4-FFF2-40B4-BE49-F238E27FC236}">
                <a16:creationId xmlns:a16="http://schemas.microsoft.com/office/drawing/2014/main" id="{30998167-AA74-1049-A2A5-5F6654F3AD15}"/>
              </a:ext>
            </a:extLst>
          </p:cNvPr>
          <p:cNvSpPr txBox="1"/>
          <p:nvPr/>
        </p:nvSpPr>
        <p:spPr>
          <a:xfrm>
            <a:off x="3497181" y="1951807"/>
            <a:ext cx="3047999"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will be built</a:t>
            </a:r>
          </a:p>
        </p:txBody>
      </p:sp>
      <p:sp>
        <p:nvSpPr>
          <p:cNvPr id="4" name="TextBox 3">
            <a:extLst>
              <a:ext uri="{FF2B5EF4-FFF2-40B4-BE49-F238E27FC236}">
                <a16:creationId xmlns:a16="http://schemas.microsoft.com/office/drawing/2014/main" id="{B0FE11D7-716D-2D38-D33F-EE3A524045BA}"/>
              </a:ext>
            </a:extLst>
          </p:cNvPr>
          <p:cNvSpPr txBox="1"/>
          <p:nvPr/>
        </p:nvSpPr>
        <p:spPr>
          <a:xfrm>
            <a:off x="3625517" y="3023828"/>
            <a:ext cx="4652209"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will be being checked</a:t>
            </a:r>
          </a:p>
        </p:txBody>
      </p:sp>
      <p:sp>
        <p:nvSpPr>
          <p:cNvPr id="5" name="TextBox 4">
            <a:extLst>
              <a:ext uri="{FF2B5EF4-FFF2-40B4-BE49-F238E27FC236}">
                <a16:creationId xmlns:a16="http://schemas.microsoft.com/office/drawing/2014/main" id="{DF9E7444-2751-81A2-B0E1-AE45119FC5C7}"/>
              </a:ext>
            </a:extLst>
          </p:cNvPr>
          <p:cNvSpPr txBox="1"/>
          <p:nvPr/>
        </p:nvSpPr>
        <p:spPr>
          <a:xfrm>
            <a:off x="3168317" y="4095850"/>
            <a:ext cx="5109409"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will have been finished</a:t>
            </a:r>
          </a:p>
        </p:txBody>
      </p:sp>
    </p:spTree>
    <p:extLst>
      <p:ext uri="{BB962C8B-B14F-4D97-AF65-F5344CB8AC3E}">
        <p14:creationId xmlns:p14="http://schemas.microsoft.com/office/powerpoint/2010/main" val="2797237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9C5D85-51D9-CA23-3323-AA9F118EC1F6}"/>
              </a:ext>
            </a:extLst>
          </p:cNvPr>
          <p:cNvSpPr txBox="1"/>
          <p:nvPr/>
        </p:nvSpPr>
        <p:spPr>
          <a:xfrm>
            <a:off x="713874" y="946269"/>
            <a:ext cx="10764252" cy="3734356"/>
          </a:xfrm>
          <a:prstGeom prst="rect">
            <a:avLst/>
          </a:prstGeom>
          <a:noFill/>
        </p:spPr>
        <p:txBody>
          <a:bodyPr wrap="square">
            <a:spAutoFit/>
          </a:bodyPr>
          <a:lstStyle/>
          <a:p>
            <a:pPr>
              <a:lnSpc>
                <a:spcPts val="3200"/>
              </a:lnSpc>
              <a:spcAft>
                <a:spcPts val="1000"/>
              </a:spcAft>
              <a:buNone/>
            </a:pPr>
            <a:r>
              <a:rPr lang="en-GB" sz="3200" b="1" dirty="0">
                <a:effectLst/>
                <a:latin typeface="Segoe UI Emoji" panose="020B0502040204020203" pitchFamily="34" charset="0"/>
                <a:ea typeface="MS Mincho" panose="02020609040205080304" pitchFamily="49" charset="-128"/>
                <a:cs typeface="Segoe UI Emoji" panose="020B0502040204020203" pitchFamily="34" charset="0"/>
              </a:rPr>
              <a:t>🔹</a:t>
            </a:r>
            <a:r>
              <a:rPr lang="en-GB" sz="3200" b="1" dirty="0">
                <a:effectLst/>
                <a:latin typeface="Cambria" panose="02040503050406030204" pitchFamily="18" charset="0"/>
                <a:ea typeface="MS Mincho" panose="02020609040205080304" pitchFamily="49" charset="-128"/>
                <a:cs typeface="Times New Roman" panose="02020603050405020304" pitchFamily="18" charset="0"/>
              </a:rPr>
              <a:t> Future (BE GOING TO)</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ts val="3200"/>
              </a:lnSpc>
              <a:spcAft>
                <a:spcPts val="1000"/>
              </a:spcAft>
              <a:buNone/>
              <a:tabLst>
                <a:tab pos="457200" algn="l"/>
              </a:tabLst>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They are going to build a hospital.</a:t>
            </a:r>
          </a:p>
          <a:p>
            <a:pPr marL="228600">
              <a:lnSpc>
                <a:spcPts val="3200"/>
              </a:lnSpc>
              <a:spcAft>
                <a:spcPts val="1000"/>
              </a:spcAft>
              <a:buNone/>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A hospital _______________________________________________________.</a:t>
            </a:r>
          </a:p>
          <a:p>
            <a:pPr marL="342900" lvl="0" indent="-342900">
              <a:lnSpc>
                <a:spcPts val="3200"/>
              </a:lnSpc>
              <a:spcAft>
                <a:spcPts val="1000"/>
              </a:spcAft>
              <a:buNone/>
              <a:tabLst>
                <a:tab pos="457200" algn="l"/>
              </a:tabLst>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They are going to be repairing the road.</a:t>
            </a:r>
          </a:p>
          <a:p>
            <a:pPr marL="228600">
              <a:lnSpc>
                <a:spcPts val="3200"/>
              </a:lnSpc>
              <a:spcAft>
                <a:spcPts val="1000"/>
              </a:spcAft>
              <a:buNone/>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 road _________________________________________________________.</a:t>
            </a:r>
          </a:p>
          <a:p>
            <a:pPr marL="342900" lvl="0" indent="-342900">
              <a:lnSpc>
                <a:spcPts val="3200"/>
              </a:lnSpc>
              <a:spcAft>
                <a:spcPts val="1000"/>
              </a:spcAft>
              <a:buNone/>
              <a:tabLst>
                <a:tab pos="457200" algn="l"/>
              </a:tabLst>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They are going to have completed the work.</a:t>
            </a:r>
          </a:p>
          <a:p>
            <a:pPr marL="228600">
              <a:lnSpc>
                <a:spcPts val="3200"/>
              </a:lnSpc>
              <a:spcAft>
                <a:spcPts val="1000"/>
              </a:spcAft>
              <a:buNone/>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 work ________________________________________________________.</a:t>
            </a:r>
          </a:p>
        </p:txBody>
      </p:sp>
      <p:sp>
        <p:nvSpPr>
          <p:cNvPr id="2" name="TextBox 1">
            <a:extLst>
              <a:ext uri="{FF2B5EF4-FFF2-40B4-BE49-F238E27FC236}">
                <a16:creationId xmlns:a16="http://schemas.microsoft.com/office/drawing/2014/main" id="{03861FA7-7CA2-B300-B5F1-D7F02D92E9FE}"/>
              </a:ext>
            </a:extLst>
          </p:cNvPr>
          <p:cNvSpPr txBox="1"/>
          <p:nvPr/>
        </p:nvSpPr>
        <p:spPr>
          <a:xfrm>
            <a:off x="2943728" y="1946208"/>
            <a:ext cx="5109409"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is going to be built</a:t>
            </a:r>
          </a:p>
        </p:txBody>
      </p:sp>
      <p:sp>
        <p:nvSpPr>
          <p:cNvPr id="4" name="TextBox 3">
            <a:extLst>
              <a:ext uri="{FF2B5EF4-FFF2-40B4-BE49-F238E27FC236}">
                <a16:creationId xmlns:a16="http://schemas.microsoft.com/office/drawing/2014/main" id="{98D26632-C489-F6B0-92DF-7BCFD9F4FD85}"/>
              </a:ext>
            </a:extLst>
          </p:cNvPr>
          <p:cNvSpPr txBox="1"/>
          <p:nvPr/>
        </p:nvSpPr>
        <p:spPr>
          <a:xfrm>
            <a:off x="2807370" y="3021028"/>
            <a:ext cx="6272462"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is going to be being repaired</a:t>
            </a:r>
          </a:p>
        </p:txBody>
      </p:sp>
      <p:sp>
        <p:nvSpPr>
          <p:cNvPr id="5" name="TextBox 4">
            <a:extLst>
              <a:ext uri="{FF2B5EF4-FFF2-40B4-BE49-F238E27FC236}">
                <a16:creationId xmlns:a16="http://schemas.microsoft.com/office/drawing/2014/main" id="{D1CC6868-9CA0-80DD-36AF-FCBCF1E3BC24}"/>
              </a:ext>
            </a:extLst>
          </p:cNvPr>
          <p:cNvSpPr txBox="1"/>
          <p:nvPr/>
        </p:nvSpPr>
        <p:spPr>
          <a:xfrm>
            <a:off x="2807370" y="4095850"/>
            <a:ext cx="7010398"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is going to have been completed</a:t>
            </a:r>
          </a:p>
        </p:txBody>
      </p:sp>
    </p:spTree>
    <p:extLst>
      <p:ext uri="{BB962C8B-B14F-4D97-AF65-F5344CB8AC3E}">
        <p14:creationId xmlns:p14="http://schemas.microsoft.com/office/powerpoint/2010/main" val="194325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8F1F8B-A8E3-B252-A282-16B0F105F71F}"/>
              </a:ext>
            </a:extLst>
          </p:cNvPr>
          <p:cNvSpPr txBox="1"/>
          <p:nvPr/>
        </p:nvSpPr>
        <p:spPr>
          <a:xfrm>
            <a:off x="794084" y="925898"/>
            <a:ext cx="10603832" cy="5350183"/>
          </a:xfrm>
          <a:prstGeom prst="rect">
            <a:avLst/>
          </a:prstGeom>
          <a:noFill/>
        </p:spPr>
        <p:txBody>
          <a:bodyPr wrap="square">
            <a:spAutoFit/>
          </a:bodyPr>
          <a:lstStyle/>
          <a:p>
            <a:pPr>
              <a:lnSpc>
                <a:spcPts val="3200"/>
              </a:lnSpc>
              <a:spcAft>
                <a:spcPts val="1000"/>
              </a:spcAft>
              <a:buNone/>
            </a:pPr>
            <a:r>
              <a:rPr lang="en-GB" sz="3200" b="1" dirty="0">
                <a:effectLst/>
                <a:latin typeface="Segoe UI Emoji" panose="020B0502040204020203" pitchFamily="34" charset="0"/>
                <a:ea typeface="MS Mincho" panose="02020609040205080304" pitchFamily="49" charset="-128"/>
                <a:cs typeface="Segoe UI Emoji" panose="020B0502040204020203" pitchFamily="34" charset="0"/>
              </a:rPr>
              <a:t>🔹</a:t>
            </a:r>
            <a:r>
              <a:rPr lang="en-GB" sz="3200" b="1" dirty="0">
                <a:effectLst/>
                <a:latin typeface="Cambria" panose="02040503050406030204" pitchFamily="18" charset="0"/>
                <a:ea typeface="MS Mincho" panose="02020609040205080304" pitchFamily="49" charset="-128"/>
                <a:cs typeface="Times New Roman" panose="02020603050405020304" pitchFamily="18" charset="0"/>
              </a:rPr>
              <a:t> Modals + </a:t>
            </a:r>
            <a:r>
              <a:rPr lang="en-GB" sz="3200" b="1" dirty="0">
                <a:latin typeface="Cambria" panose="02040503050406030204" pitchFamily="18" charset="0"/>
                <a:ea typeface="MS Mincho" panose="02020609040205080304" pitchFamily="49" charset="-128"/>
                <a:cs typeface="Times New Roman" panose="02020603050405020304" pitchFamily="18" charset="0"/>
              </a:rPr>
              <a:t>passive</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ts val="3200"/>
              </a:lnSpc>
              <a:spcAft>
                <a:spcPts val="1000"/>
              </a:spcAft>
              <a:buNone/>
              <a:tabLst>
                <a:tab pos="457200" algn="l"/>
              </a:tabLst>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They can solve the problem.</a:t>
            </a:r>
          </a:p>
          <a:p>
            <a:pPr marL="342900" lvl="0" indent="-342900">
              <a:lnSpc>
                <a:spcPts val="3200"/>
              </a:lnSpc>
              <a:spcAft>
                <a:spcPts val="1000"/>
              </a:spcAft>
              <a:buNone/>
              <a:tabLst>
                <a:tab pos="457200" algn="l"/>
              </a:tabLst>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 problem ____________________________________________________.</a:t>
            </a:r>
          </a:p>
          <a:p>
            <a:pPr marL="342900" lvl="0" indent="-342900">
              <a:lnSpc>
                <a:spcPts val="3200"/>
              </a:lnSpc>
              <a:spcAft>
                <a:spcPts val="1000"/>
              </a:spcAft>
              <a:buNone/>
              <a:tabLst>
                <a:tab pos="457200" algn="l"/>
              </a:tabLst>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They must finish the work today.</a:t>
            </a:r>
          </a:p>
          <a:p>
            <a:pPr marL="342900" lvl="0" indent="-342900">
              <a:lnSpc>
                <a:spcPts val="3200"/>
              </a:lnSpc>
              <a:spcAft>
                <a:spcPts val="1000"/>
              </a:spcAft>
              <a:buNone/>
              <a:tabLst>
                <a:tab pos="457200" algn="l"/>
              </a:tabLst>
            </a:pPr>
            <a:r>
              <a:rPr lang="en-GB" sz="3200" dirty="0">
                <a:latin typeface="Cambria" panose="02040503050406030204" pitchFamily="18" charset="0"/>
                <a:ea typeface="MS Mincho" panose="02020609040205080304" pitchFamily="49" charset="-128"/>
                <a:cs typeface="Times New Roman" panose="02020603050405020304" pitchFamily="18" charset="0"/>
              </a:rPr>
              <a:t>They </a:t>
            </a:r>
            <a:r>
              <a:rPr lang="en-GB" sz="3200" dirty="0">
                <a:solidFill>
                  <a:srgbClr val="FFC000"/>
                </a:solidFill>
                <a:latin typeface="Cambria" panose="02040503050406030204" pitchFamily="18" charset="0"/>
                <a:ea typeface="MS Mincho" panose="02020609040205080304" pitchFamily="49" charset="-128"/>
                <a:cs typeface="Times New Roman" panose="02020603050405020304" pitchFamily="18" charset="0"/>
              </a:rPr>
              <a:t>had better </a:t>
            </a:r>
            <a:r>
              <a:rPr lang="en-GB" sz="3200" dirty="0">
                <a:solidFill>
                  <a:srgbClr val="FF0000"/>
                </a:solidFill>
                <a:latin typeface="Cambria" panose="02040503050406030204" pitchFamily="18" charset="0"/>
                <a:ea typeface="MS Mincho" panose="02020609040205080304" pitchFamily="49" charset="-128"/>
                <a:cs typeface="Times New Roman" panose="02020603050405020304" pitchFamily="18" charset="0"/>
              </a:rPr>
              <a:t>solve</a:t>
            </a:r>
            <a:r>
              <a:rPr lang="en-GB" sz="3200" dirty="0">
                <a:latin typeface="Cambria" panose="02040503050406030204" pitchFamily="18" charset="0"/>
                <a:ea typeface="MS Mincho" panose="02020609040205080304" pitchFamily="49" charset="-128"/>
                <a:cs typeface="Times New Roman" panose="02020603050405020304" pitchFamily="18" charset="0"/>
              </a:rPr>
              <a:t> the problem.</a:t>
            </a:r>
          </a:p>
          <a:p>
            <a:pPr marL="342900" lvl="0" indent="-342900">
              <a:lnSpc>
                <a:spcPts val="3200"/>
              </a:lnSpc>
              <a:spcAft>
                <a:spcPts val="1000"/>
              </a:spcAft>
              <a:buNone/>
              <a:tabLst>
                <a:tab pos="457200" algn="l"/>
              </a:tabLst>
            </a:pPr>
            <a:r>
              <a:rPr lang="en-GB" sz="3200" dirty="0">
                <a:latin typeface="Cambria" panose="02040503050406030204" pitchFamily="18" charset="0"/>
                <a:ea typeface="MS Mincho" panose="02020609040205080304" pitchFamily="49" charset="-128"/>
                <a:cs typeface="Times New Roman" panose="02020603050405020304" pitchFamily="18" charset="0"/>
              </a:rPr>
              <a:t>The problem ____________________________________________________.</a:t>
            </a:r>
          </a:p>
          <a:p>
            <a:pPr marL="342900" lvl="0" indent="-342900">
              <a:lnSpc>
                <a:spcPts val="3200"/>
              </a:lnSpc>
              <a:spcAft>
                <a:spcPts val="1000"/>
              </a:spcAft>
              <a:buNone/>
              <a:tabLst>
                <a:tab pos="457200" algn="l"/>
              </a:tabLst>
            </a:pPr>
            <a:r>
              <a:rPr lang="en-GB" sz="3200" dirty="0">
                <a:latin typeface="Cambria" panose="02040503050406030204" pitchFamily="18" charset="0"/>
                <a:ea typeface="MS Mincho" panose="02020609040205080304" pitchFamily="49" charset="-128"/>
                <a:cs typeface="Times New Roman" panose="02020603050405020304" pitchFamily="18" charset="0"/>
              </a:rPr>
              <a:t>They must finish the work today.</a:t>
            </a:r>
            <a:endParaRPr lang="en-GB" sz="3200" dirty="0">
              <a:effectLst/>
              <a:latin typeface="Cambria" panose="02040503050406030204" pitchFamily="18" charset="0"/>
              <a:ea typeface="MS Mincho" panose="02020609040205080304" pitchFamily="49" charset="-128"/>
              <a:cs typeface="Times New Roman" panose="02020603050405020304" pitchFamily="18" charset="0"/>
            </a:endParaRPr>
          </a:p>
          <a:p>
            <a:pPr marL="342900" lvl="0" indent="-342900">
              <a:lnSpc>
                <a:spcPts val="3200"/>
              </a:lnSpc>
              <a:spcAft>
                <a:spcPts val="1000"/>
              </a:spcAft>
              <a:buNone/>
              <a:tabLst>
                <a:tab pos="457200" algn="l"/>
              </a:tabLst>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The work ________________________________________________________.</a:t>
            </a:r>
          </a:p>
          <a:p>
            <a:pPr marL="342900" lvl="0" indent="-342900">
              <a:lnSpc>
                <a:spcPts val="3200"/>
              </a:lnSpc>
              <a:spcAft>
                <a:spcPts val="1000"/>
              </a:spcAft>
              <a:buNone/>
              <a:tabLst>
                <a:tab pos="457200" algn="l"/>
              </a:tabLst>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Close the door.</a:t>
            </a:r>
          </a:p>
          <a:p>
            <a:pPr marL="342900" lvl="0" indent="-342900">
              <a:lnSpc>
                <a:spcPts val="3200"/>
              </a:lnSpc>
              <a:spcAft>
                <a:spcPts val="1000"/>
              </a:spcAft>
              <a:buNone/>
              <a:tabLst>
                <a:tab pos="457200" algn="l"/>
              </a:tabLst>
            </a:pPr>
            <a:r>
              <a:rPr lang="en-GB" sz="3200" dirty="0">
                <a:effectLst/>
                <a:latin typeface="Cambria" panose="02040503050406030204" pitchFamily="18" charset="0"/>
                <a:ea typeface="MS Mincho" panose="02020609040205080304" pitchFamily="49" charset="-128"/>
                <a:cs typeface="Times New Roman" panose="02020603050405020304" pitchFamily="18" charset="0"/>
              </a:rPr>
              <a:t>Let the door remain _____________________________________________.</a:t>
            </a:r>
          </a:p>
        </p:txBody>
      </p:sp>
      <p:sp>
        <p:nvSpPr>
          <p:cNvPr id="2" name="TextBox 1">
            <a:extLst>
              <a:ext uri="{FF2B5EF4-FFF2-40B4-BE49-F238E27FC236}">
                <a16:creationId xmlns:a16="http://schemas.microsoft.com/office/drawing/2014/main" id="{A87E1BCE-5606-2E40-D198-B2792735B137}"/>
              </a:ext>
            </a:extLst>
          </p:cNvPr>
          <p:cNvSpPr txBox="1"/>
          <p:nvPr/>
        </p:nvSpPr>
        <p:spPr>
          <a:xfrm>
            <a:off x="3344781" y="1915826"/>
            <a:ext cx="3088104"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can be solved</a:t>
            </a:r>
          </a:p>
        </p:txBody>
      </p:sp>
      <p:sp>
        <p:nvSpPr>
          <p:cNvPr id="4" name="TextBox 3">
            <a:extLst>
              <a:ext uri="{FF2B5EF4-FFF2-40B4-BE49-F238E27FC236}">
                <a16:creationId xmlns:a16="http://schemas.microsoft.com/office/drawing/2014/main" id="{371C27ED-6632-CECD-6A52-66D6CD941EA8}"/>
              </a:ext>
            </a:extLst>
          </p:cNvPr>
          <p:cNvSpPr txBox="1"/>
          <p:nvPr/>
        </p:nvSpPr>
        <p:spPr>
          <a:xfrm>
            <a:off x="2695074" y="4660079"/>
            <a:ext cx="4138861"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must be completed</a:t>
            </a:r>
          </a:p>
        </p:txBody>
      </p:sp>
      <p:sp>
        <p:nvSpPr>
          <p:cNvPr id="5" name="TextBox 4">
            <a:extLst>
              <a:ext uri="{FF2B5EF4-FFF2-40B4-BE49-F238E27FC236}">
                <a16:creationId xmlns:a16="http://schemas.microsoft.com/office/drawing/2014/main" id="{C811294C-DBA2-4A49-AFFD-0A6B55052791}"/>
              </a:ext>
            </a:extLst>
          </p:cNvPr>
          <p:cNvSpPr txBox="1"/>
          <p:nvPr/>
        </p:nvSpPr>
        <p:spPr>
          <a:xfrm>
            <a:off x="4523875" y="5639714"/>
            <a:ext cx="1572125"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closed</a:t>
            </a:r>
          </a:p>
        </p:txBody>
      </p:sp>
      <p:sp>
        <p:nvSpPr>
          <p:cNvPr id="7" name="TextBox 6">
            <a:extLst>
              <a:ext uri="{FF2B5EF4-FFF2-40B4-BE49-F238E27FC236}">
                <a16:creationId xmlns:a16="http://schemas.microsoft.com/office/drawing/2014/main" id="{65F41B7F-2745-75FE-4530-1BC471FBA219}"/>
              </a:ext>
            </a:extLst>
          </p:cNvPr>
          <p:cNvSpPr txBox="1"/>
          <p:nvPr/>
        </p:nvSpPr>
        <p:spPr>
          <a:xfrm>
            <a:off x="3220452" y="3553403"/>
            <a:ext cx="4511844" cy="584775"/>
          </a:xfrm>
          <a:prstGeom prst="rect">
            <a:avLst/>
          </a:prstGeom>
          <a:noFill/>
        </p:spPr>
        <p:txBody>
          <a:bodyPr wrap="square" rtlCol="0">
            <a:spAutoFit/>
          </a:bodyPr>
          <a:lstStyle/>
          <a:p>
            <a:r>
              <a:rPr lang="en-GB" sz="3200" dirty="0">
                <a:solidFill>
                  <a:srgbClr val="0070C0"/>
                </a:solidFill>
                <a:latin typeface="Segoe Print" panose="02000600000000000000" pitchFamily="2" charset="0"/>
              </a:rPr>
              <a:t>had better be solved</a:t>
            </a:r>
          </a:p>
        </p:txBody>
      </p:sp>
    </p:spTree>
    <p:extLst>
      <p:ext uri="{BB962C8B-B14F-4D97-AF65-F5344CB8AC3E}">
        <p14:creationId xmlns:p14="http://schemas.microsoft.com/office/powerpoint/2010/main" val="2499296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7" grpId="0"/>
    </p:bldLst>
  </p:timing>
</p:sld>
</file>

<file path=ppt/theme/theme1.xml><?xml version="1.0" encoding="utf-8"?>
<a:theme xmlns:a="http://schemas.openxmlformats.org/drawingml/2006/main" name="Mo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_Copilot Layouts_win32_SD_V6" id="{49C5632F-1D3A-4333-ABAA-E3191A9D5D1B}" vid="{9EF76739-2083-4254-82E9-ECA94F6BD3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369769-8BA0-4E8E-9FA5-F25579568947}">
  <ds:schemaRefs>
    <ds:schemaRef ds:uri="http://schemas.microsoft.com/office/2006/documentManagement/types"/>
    <ds:schemaRef ds:uri="http://purl.org/dc/elements/1.1/"/>
    <ds:schemaRef ds:uri="http://schemas.openxmlformats.org/package/2006/metadata/core-properties"/>
    <ds:schemaRef ds:uri="http://purl.org/dc/terms/"/>
    <ds:schemaRef ds:uri="http://www.w3.org/XML/1998/namespace"/>
    <ds:schemaRef ds:uri="http://schemas.microsoft.com/office/infopath/2007/PartnerControls"/>
    <ds:schemaRef ds:uri="http://schemas.microsoft.com/office/2006/metadata/properties"/>
    <ds:schemaRef ds:uri="31635c7e-3a11-4128-b6ca-f17fd774e46d"/>
    <ds:schemaRef ds:uri="http://purl.org/dc/dcmitype/"/>
  </ds:schemaRefs>
</ds:datastoreItem>
</file>

<file path=customXml/itemProps2.xml><?xml version="1.0" encoding="utf-8"?>
<ds:datastoreItem xmlns:ds="http://schemas.openxmlformats.org/officeDocument/2006/customXml" ds:itemID="{77A8AFFE-7572-44CF-A625-B84CFA7AA03A}">
  <ds:schemaRefs>
    <ds:schemaRef ds:uri="http://schemas.microsoft.com/sharepoint/v3/contenttype/forms"/>
  </ds:schemaRefs>
</ds:datastoreItem>
</file>

<file path=customXml/itemProps3.xml><?xml version="1.0" encoding="utf-8"?>
<ds:datastoreItem xmlns:ds="http://schemas.openxmlformats.org/officeDocument/2006/customXml" ds:itemID="{F16E7559-6555-436B-BB44-DDA9AE03C3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1635c7e-3a11-4128-b6ca-f17fd774e4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514</TotalTime>
  <Words>2175</Words>
  <Application>Microsoft Office PowerPoint</Application>
  <PresentationFormat>Widescreen</PresentationFormat>
  <Paragraphs>194</Paragraphs>
  <Slides>28</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Cambria</vt:lpstr>
      <vt:lpstr>Segoe Print</vt:lpstr>
      <vt:lpstr>Segoe UI Emoji</vt:lpstr>
      <vt:lpstr>Modulo</vt:lpstr>
      <vt:lpstr>The 16 Tenses of English (CEFR B2)</vt:lpstr>
      <vt:lpstr>Understanding the English Tense System</vt:lpstr>
      <vt:lpstr>Present Tenses</vt:lpstr>
      <vt:lpstr>The Four Present Forms</vt:lpstr>
      <vt:lpstr>PowerPoint Presentation</vt:lpstr>
      <vt:lpstr>Past Tenses</vt:lpstr>
      <vt:lpstr>The Four Past Forms</vt:lpstr>
      <vt:lpstr>PowerPoint Presentation</vt:lpstr>
      <vt:lpstr>Future with WILL</vt:lpstr>
      <vt:lpstr>Future Forms Using Will</vt:lpstr>
      <vt:lpstr>PowerPoint Presentation</vt:lpstr>
      <vt:lpstr>Future with BE GOING TO</vt:lpstr>
      <vt:lpstr>Future Forms Using Going To</vt:lpstr>
      <vt:lpstr>PowerPoint Presentation</vt:lpstr>
      <vt:lpstr>Will vs Be Going To</vt:lpstr>
      <vt:lpstr>Choosing the Right Future 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APatterson@cavc.ac.uk</dc:creator>
  <cp:lastModifiedBy>Andrew Patterson</cp:lastModifiedBy>
  <cp:revision>2</cp:revision>
  <dcterms:modified xsi:type="dcterms:W3CDTF">2026-06-23T15:34:53Z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ies>
</file>