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</p:sldMasterIdLst>
  <p:sldIdLst>
    <p:sldId id="256" r:id="rId6"/>
    <p:sldId id="257" r:id="rId7"/>
    <p:sldId id="306" r:id="rId8"/>
    <p:sldId id="305" r:id="rId9"/>
    <p:sldId id="309" r:id="rId10"/>
    <p:sldId id="307" r:id="rId11"/>
    <p:sldId id="308" r:id="rId12"/>
    <p:sldId id="259" r:id="rId13"/>
    <p:sldId id="311" r:id="rId14"/>
    <p:sldId id="286" r:id="rId15"/>
    <p:sldId id="285" r:id="rId16"/>
    <p:sldId id="304" r:id="rId17"/>
    <p:sldId id="310" r:id="rId18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EF3C4-DF74-438E-BD10-F9217C35BF2A}" v="5" dt="2026-03-10T12:31:52.7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64" d="100"/>
          <a:sy n="64" d="100"/>
        </p:scale>
        <p:origin x="7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Patterson" userId="6c8ffccf-7c1b-4173-8b93-861005bd5f70" providerId="ADAL" clId="{62BDA113-89FE-4C07-BD3E-35E7A2B9FDD0}"/>
    <pc:docChg chg="undo custSel addSld delSld modSld sldOrd">
      <pc:chgData name="Andrew Patterson" userId="6c8ffccf-7c1b-4173-8b93-861005bd5f70" providerId="ADAL" clId="{62BDA113-89FE-4C07-BD3E-35E7A2B9FDD0}" dt="2026-03-05T20:42:42.892" v="720" actId="20577"/>
      <pc:docMkLst>
        <pc:docMk/>
      </pc:docMkLst>
      <pc:sldChg chg="addSp modSp mod">
        <pc:chgData name="Andrew Patterson" userId="6c8ffccf-7c1b-4173-8b93-861005bd5f70" providerId="ADAL" clId="{62BDA113-89FE-4C07-BD3E-35E7A2B9FDD0}" dt="2026-03-05T19:51:14.474" v="640" actId="14100"/>
        <pc:sldMkLst>
          <pc:docMk/>
          <pc:sldMk cId="183675013" sldId="285"/>
        </pc:sldMkLst>
        <pc:spChg chg="add mod">
          <ac:chgData name="Andrew Patterson" userId="6c8ffccf-7c1b-4173-8b93-861005bd5f70" providerId="ADAL" clId="{62BDA113-89FE-4C07-BD3E-35E7A2B9FDD0}" dt="2026-03-05T19:50:41.585" v="632" actId="20577"/>
          <ac:spMkLst>
            <pc:docMk/>
            <pc:sldMk cId="183675013" sldId="285"/>
            <ac:spMk id="2" creationId="{D49996DB-89F6-4DC3-24E4-1BEF9FD08BD1}"/>
          </ac:spMkLst>
        </pc:spChg>
        <pc:spChg chg="add mod">
          <ac:chgData name="Andrew Patterson" userId="6c8ffccf-7c1b-4173-8b93-861005bd5f70" providerId="ADAL" clId="{62BDA113-89FE-4C07-BD3E-35E7A2B9FDD0}" dt="2026-03-05T19:51:14.474" v="640" actId="14100"/>
          <ac:spMkLst>
            <pc:docMk/>
            <pc:sldMk cId="183675013" sldId="285"/>
            <ac:spMk id="3" creationId="{51C1C765-CF45-E3B3-D85D-E712C8BFB19B}"/>
          </ac:spMkLst>
        </pc:spChg>
      </pc:sldChg>
      <pc:sldChg chg="addSp delSp modSp new mod">
        <pc:chgData name="Andrew Patterson" userId="6c8ffccf-7c1b-4173-8b93-861005bd5f70" providerId="ADAL" clId="{62BDA113-89FE-4C07-BD3E-35E7A2B9FDD0}" dt="2026-03-05T17:19:09.826" v="15" actId="14100"/>
        <pc:sldMkLst>
          <pc:docMk/>
          <pc:sldMk cId="1569209651" sldId="307"/>
        </pc:sldMkLst>
        <pc:picChg chg="add mod">
          <ac:chgData name="Andrew Patterson" userId="6c8ffccf-7c1b-4173-8b93-861005bd5f70" providerId="ADAL" clId="{62BDA113-89FE-4C07-BD3E-35E7A2B9FDD0}" dt="2026-03-05T17:19:09.826" v="15" actId="14100"/>
          <ac:picMkLst>
            <pc:docMk/>
            <pc:sldMk cId="1569209651" sldId="307"/>
            <ac:picMk id="4" creationId="{EA4E782D-93EC-ACBD-66DD-9AB7727C74ED}"/>
          </ac:picMkLst>
        </pc:picChg>
      </pc:sldChg>
      <pc:sldChg chg="addSp modSp new mod">
        <pc:chgData name="Andrew Patterson" userId="6c8ffccf-7c1b-4173-8b93-861005bd5f70" providerId="ADAL" clId="{62BDA113-89FE-4C07-BD3E-35E7A2B9FDD0}" dt="2026-03-05T17:20:53.688" v="22" actId="14100"/>
        <pc:sldMkLst>
          <pc:docMk/>
          <pc:sldMk cId="3064263376" sldId="308"/>
        </pc:sldMkLst>
        <pc:picChg chg="add mod">
          <ac:chgData name="Andrew Patterson" userId="6c8ffccf-7c1b-4173-8b93-861005bd5f70" providerId="ADAL" clId="{62BDA113-89FE-4C07-BD3E-35E7A2B9FDD0}" dt="2026-03-05T17:20:53.688" v="22" actId="14100"/>
          <ac:picMkLst>
            <pc:docMk/>
            <pc:sldMk cId="3064263376" sldId="308"/>
            <ac:picMk id="3" creationId="{5C2521C0-84F5-1745-A4F8-FF23242E1884}"/>
          </ac:picMkLst>
        </pc:picChg>
      </pc:sldChg>
      <pc:sldChg chg="modSp add mod ord">
        <pc:chgData name="Andrew Patterson" userId="6c8ffccf-7c1b-4173-8b93-861005bd5f70" providerId="ADAL" clId="{62BDA113-89FE-4C07-BD3E-35E7A2B9FDD0}" dt="2026-03-05T17:21:31.860" v="67" actId="1076"/>
        <pc:sldMkLst>
          <pc:docMk/>
          <pc:sldMk cId="3524406522" sldId="309"/>
        </pc:sldMkLst>
        <pc:spChg chg="mod">
          <ac:chgData name="Andrew Patterson" userId="6c8ffccf-7c1b-4173-8b93-861005bd5f70" providerId="ADAL" clId="{62BDA113-89FE-4C07-BD3E-35E7A2B9FDD0}" dt="2026-03-05T17:21:31.860" v="67" actId="1076"/>
          <ac:spMkLst>
            <pc:docMk/>
            <pc:sldMk cId="3524406522" sldId="309"/>
            <ac:spMk id="2" creationId="{93B62880-872B-7C90-3DBE-A2E103D5CE40}"/>
          </ac:spMkLst>
        </pc:spChg>
      </pc:sldChg>
      <pc:sldChg chg="addSp delSp modSp new mod ord">
        <pc:chgData name="Andrew Patterson" userId="6c8ffccf-7c1b-4173-8b93-861005bd5f70" providerId="ADAL" clId="{62BDA113-89FE-4C07-BD3E-35E7A2B9FDD0}" dt="2026-03-05T20:42:42.892" v="720" actId="20577"/>
        <pc:sldMkLst>
          <pc:docMk/>
          <pc:sldMk cId="1253676903" sldId="310"/>
        </pc:sldMkLst>
        <pc:spChg chg="add mod">
          <ac:chgData name="Andrew Patterson" userId="6c8ffccf-7c1b-4173-8b93-861005bd5f70" providerId="ADAL" clId="{62BDA113-89FE-4C07-BD3E-35E7A2B9FDD0}" dt="2026-03-05T20:42:42.892" v="720" actId="20577"/>
          <ac:spMkLst>
            <pc:docMk/>
            <pc:sldMk cId="1253676903" sldId="310"/>
            <ac:spMk id="2" creationId="{93D32F3F-A085-1FF5-6BC8-7538D180432F}"/>
          </ac:spMkLst>
        </pc:spChg>
      </pc:sldChg>
      <pc:sldChg chg="addSp modSp new mod">
        <pc:chgData name="Andrew Patterson" userId="6c8ffccf-7c1b-4173-8b93-861005bd5f70" providerId="ADAL" clId="{62BDA113-89FE-4C07-BD3E-35E7A2B9FDD0}" dt="2026-03-05T19:33:54.858" v="470" actId="20577"/>
        <pc:sldMkLst>
          <pc:docMk/>
          <pc:sldMk cId="1863014093" sldId="311"/>
        </pc:sldMkLst>
        <pc:spChg chg="add mod">
          <ac:chgData name="Andrew Patterson" userId="6c8ffccf-7c1b-4173-8b93-861005bd5f70" providerId="ADAL" clId="{62BDA113-89FE-4C07-BD3E-35E7A2B9FDD0}" dt="2026-03-05T19:33:54.858" v="470" actId="20577"/>
          <ac:spMkLst>
            <pc:docMk/>
            <pc:sldMk cId="1863014093" sldId="311"/>
            <ac:spMk id="2" creationId="{4768657D-86D0-651F-CFF4-F8310E040A92}"/>
          </ac:spMkLst>
        </pc:spChg>
      </pc:sldChg>
    </pc:docChg>
  </pc:docChgLst>
  <pc:docChgLst>
    <pc:chgData name="Andrew Patterson" userId="S::apatterson@cavc.ac.uk::6c8ffccf-7c1b-4173-8b93-861005bd5f70" providerId="AD" clId="Web-{6F5C201E-69D9-4342-856B-065E64ACB044}"/>
    <pc:docChg chg="modSld">
      <pc:chgData name="Andrew Patterson" userId="S::apatterson@cavc.ac.uk::6c8ffccf-7c1b-4173-8b93-861005bd5f70" providerId="AD" clId="Web-{6F5C201E-69D9-4342-856B-065E64ACB044}" dt="2026-03-04T09:47:15.566" v="54" actId="20577"/>
      <pc:docMkLst>
        <pc:docMk/>
      </pc:docMkLst>
      <pc:sldChg chg="modSp">
        <pc:chgData name="Andrew Patterson" userId="S::apatterson@cavc.ac.uk::6c8ffccf-7c1b-4173-8b93-861005bd5f70" providerId="AD" clId="Web-{6F5C201E-69D9-4342-856B-065E64ACB044}" dt="2026-03-04T09:47:15.566" v="54" actId="20577"/>
        <pc:sldMkLst>
          <pc:docMk/>
          <pc:sldMk cId="109857222" sldId="256"/>
        </pc:sldMkLst>
        <pc:spChg chg="mod">
          <ac:chgData name="Andrew Patterson" userId="S::apatterson@cavc.ac.uk::6c8ffccf-7c1b-4173-8b93-861005bd5f70" providerId="AD" clId="Web-{6F5C201E-69D9-4342-856B-065E64ACB044}" dt="2026-03-04T09:46:14.220" v="20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Andrew Patterson" userId="S::apatterson@cavc.ac.uk::6c8ffccf-7c1b-4173-8b93-861005bd5f70" providerId="AD" clId="Web-{6F5C201E-69D9-4342-856B-065E64ACB044}" dt="2026-03-04T09:47:15.566" v="54" actId="20577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  <pc:docChgLst>
    <pc:chgData name="Andrew Patterson" userId="6c8ffccf-7c1b-4173-8b93-861005bd5f70" providerId="ADAL" clId="{340A04FB-801D-4D33-9372-268FA29A2369}"/>
    <pc:docChg chg="addSld modSld sldOrd">
      <pc:chgData name="Andrew Patterson" userId="6c8ffccf-7c1b-4173-8b93-861005bd5f70" providerId="ADAL" clId="{340A04FB-801D-4D33-9372-268FA29A2369}" dt="2026-03-10T12:31:56.763" v="84" actId="1035"/>
      <pc:docMkLst>
        <pc:docMk/>
      </pc:docMkLst>
      <pc:sldChg chg="modSp mod">
        <pc:chgData name="Andrew Patterson" userId="6c8ffccf-7c1b-4173-8b93-861005bd5f70" providerId="ADAL" clId="{340A04FB-801D-4D33-9372-268FA29A2369}" dt="2026-03-04T09:49:05.829" v="3" actId="20577"/>
        <pc:sldMkLst>
          <pc:docMk/>
          <pc:sldMk cId="109857222" sldId="256"/>
        </pc:sldMkLst>
        <pc:spChg chg="mod">
          <ac:chgData name="Andrew Patterson" userId="6c8ffccf-7c1b-4173-8b93-861005bd5f70" providerId="ADAL" clId="{340A04FB-801D-4D33-9372-268FA29A2369}" dt="2026-03-04T09:49:05.829" v="3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modSp add mod ord">
        <pc:chgData name="Andrew Patterson" userId="6c8ffccf-7c1b-4173-8b93-861005bd5f70" providerId="ADAL" clId="{340A04FB-801D-4D33-9372-268FA29A2369}" dt="2026-03-04T09:53:54.265" v="24"/>
        <pc:sldMkLst>
          <pc:docMk/>
          <pc:sldMk cId="3345573719" sldId="257"/>
        </pc:sldMkLst>
        <pc:spChg chg="mod">
          <ac:chgData name="Andrew Patterson" userId="6c8ffccf-7c1b-4173-8b93-861005bd5f70" providerId="ADAL" clId="{340A04FB-801D-4D33-9372-268FA29A2369}" dt="2026-03-04T09:49:24.072" v="14" actId="20577"/>
          <ac:spMkLst>
            <pc:docMk/>
            <pc:sldMk cId="3345573719" sldId="257"/>
            <ac:spMk id="2" creationId="{B46C6785-5287-802A-5CCB-9E287EB68794}"/>
          </ac:spMkLst>
        </pc:spChg>
      </pc:sldChg>
      <pc:sldChg chg="add">
        <pc:chgData name="Andrew Patterson" userId="6c8ffccf-7c1b-4173-8b93-861005bd5f70" providerId="ADAL" clId="{340A04FB-801D-4D33-9372-268FA29A2369}" dt="2026-03-04T09:48:46.980" v="1"/>
        <pc:sldMkLst>
          <pc:docMk/>
          <pc:sldMk cId="1700952183" sldId="259"/>
        </pc:sldMkLst>
      </pc:sldChg>
      <pc:sldChg chg="modSp add">
        <pc:chgData name="Andrew Patterson" userId="6c8ffccf-7c1b-4173-8b93-861005bd5f70" providerId="ADAL" clId="{340A04FB-801D-4D33-9372-268FA29A2369}" dt="2026-03-04T09:54:28.010" v="28" actId="1076"/>
        <pc:sldMkLst>
          <pc:docMk/>
          <pc:sldMk cId="183675013" sldId="285"/>
        </pc:sldMkLst>
        <pc:spChg chg="mod">
          <ac:chgData name="Andrew Patterson" userId="6c8ffccf-7c1b-4173-8b93-861005bd5f70" providerId="ADAL" clId="{340A04FB-801D-4D33-9372-268FA29A2369}" dt="2026-03-04T09:54:28.010" v="28" actId="1076"/>
          <ac:spMkLst>
            <pc:docMk/>
            <pc:sldMk cId="183675013" sldId="285"/>
            <ac:spMk id="4" creationId="{845D9609-70CD-824A-1E57-6195622DAF12}"/>
          </ac:spMkLst>
        </pc:spChg>
        <pc:spChg chg="mod">
          <ac:chgData name="Andrew Patterson" userId="6c8ffccf-7c1b-4173-8b93-861005bd5f70" providerId="ADAL" clId="{340A04FB-801D-4D33-9372-268FA29A2369}" dt="2026-03-04T09:54:28.010" v="28" actId="1076"/>
          <ac:spMkLst>
            <pc:docMk/>
            <pc:sldMk cId="183675013" sldId="285"/>
            <ac:spMk id="5" creationId="{B0CFD126-D76B-6480-D003-4C38E8B4AE9D}"/>
          </ac:spMkLst>
        </pc:spChg>
      </pc:sldChg>
      <pc:sldChg chg="add">
        <pc:chgData name="Andrew Patterson" userId="6c8ffccf-7c1b-4173-8b93-861005bd5f70" providerId="ADAL" clId="{340A04FB-801D-4D33-9372-268FA29A2369}" dt="2026-03-04T09:48:46.980" v="1"/>
        <pc:sldMkLst>
          <pc:docMk/>
          <pc:sldMk cId="282697790" sldId="286"/>
        </pc:sldMkLst>
      </pc:sldChg>
      <pc:sldChg chg="modSp add mod ord">
        <pc:chgData name="Andrew Patterson" userId="6c8ffccf-7c1b-4173-8b93-861005bd5f70" providerId="ADAL" clId="{340A04FB-801D-4D33-9372-268FA29A2369}" dt="2026-03-06T13:10:46.340" v="53" actId="20577"/>
        <pc:sldMkLst>
          <pc:docMk/>
          <pc:sldMk cId="2448340053" sldId="304"/>
        </pc:sldMkLst>
        <pc:spChg chg="mod">
          <ac:chgData name="Andrew Patterson" userId="6c8ffccf-7c1b-4173-8b93-861005bd5f70" providerId="ADAL" clId="{340A04FB-801D-4D33-9372-268FA29A2369}" dt="2026-03-06T13:10:46.340" v="53" actId="20577"/>
          <ac:spMkLst>
            <pc:docMk/>
            <pc:sldMk cId="2448340053" sldId="304"/>
            <ac:spMk id="2" creationId="{B6D3E1E0-5008-11DC-7284-1707E751029A}"/>
          </ac:spMkLst>
        </pc:spChg>
      </pc:sldChg>
      <pc:sldChg chg="add ord">
        <pc:chgData name="Andrew Patterson" userId="6c8ffccf-7c1b-4173-8b93-861005bd5f70" providerId="ADAL" clId="{340A04FB-801D-4D33-9372-268FA29A2369}" dt="2026-03-04T09:53:57.033" v="26"/>
        <pc:sldMkLst>
          <pc:docMk/>
          <pc:sldMk cId="1736750799" sldId="305"/>
        </pc:sldMkLst>
      </pc:sldChg>
      <pc:sldChg chg="add">
        <pc:chgData name="Andrew Patterson" userId="6c8ffccf-7c1b-4173-8b93-861005bd5f70" providerId="ADAL" clId="{340A04FB-801D-4D33-9372-268FA29A2369}" dt="2026-03-04T09:47:58.134" v="0"/>
        <pc:sldMkLst>
          <pc:docMk/>
          <pc:sldMk cId="3621358244" sldId="306"/>
        </pc:sldMkLst>
      </pc:sldChg>
      <pc:sldChg chg="addSp modSp mod modAnim">
        <pc:chgData name="Andrew Patterson" userId="6c8ffccf-7c1b-4173-8b93-861005bd5f70" providerId="ADAL" clId="{340A04FB-801D-4D33-9372-268FA29A2369}" dt="2026-03-10T12:31:56.763" v="84" actId="1035"/>
        <pc:sldMkLst>
          <pc:docMk/>
          <pc:sldMk cId="1253676903" sldId="310"/>
        </pc:sldMkLst>
        <pc:spChg chg="mod">
          <ac:chgData name="Andrew Patterson" userId="6c8ffccf-7c1b-4173-8b93-861005bd5f70" providerId="ADAL" clId="{340A04FB-801D-4D33-9372-268FA29A2369}" dt="2026-03-10T12:31:11.309" v="66" actId="1076"/>
          <ac:spMkLst>
            <pc:docMk/>
            <pc:sldMk cId="1253676903" sldId="310"/>
            <ac:spMk id="2" creationId="{93D32F3F-A085-1FF5-6BC8-7538D180432F}"/>
          </ac:spMkLst>
        </pc:spChg>
        <pc:spChg chg="mod">
          <ac:chgData name="Andrew Patterson" userId="6c8ffccf-7c1b-4173-8b93-861005bd5f70" providerId="ADAL" clId="{340A04FB-801D-4D33-9372-268FA29A2369}" dt="2026-03-10T12:31:29.964" v="67"/>
          <ac:spMkLst>
            <pc:docMk/>
            <pc:sldMk cId="1253676903" sldId="310"/>
            <ac:spMk id="4" creationId="{C43BB176-C93A-9E8D-4E2D-13FE586355DC}"/>
          </ac:spMkLst>
        </pc:spChg>
        <pc:spChg chg="mod">
          <ac:chgData name="Andrew Patterson" userId="6c8ffccf-7c1b-4173-8b93-861005bd5f70" providerId="ADAL" clId="{340A04FB-801D-4D33-9372-268FA29A2369}" dt="2026-03-10T12:31:29.964" v="67"/>
          <ac:spMkLst>
            <pc:docMk/>
            <pc:sldMk cId="1253676903" sldId="310"/>
            <ac:spMk id="5" creationId="{A1A1CE13-D93D-3590-0E2D-60EB2AE8436B}"/>
          </ac:spMkLst>
        </pc:spChg>
        <pc:spChg chg="mod">
          <ac:chgData name="Andrew Patterson" userId="6c8ffccf-7c1b-4173-8b93-861005bd5f70" providerId="ADAL" clId="{340A04FB-801D-4D33-9372-268FA29A2369}" dt="2026-03-10T12:31:29.964" v="67"/>
          <ac:spMkLst>
            <pc:docMk/>
            <pc:sldMk cId="1253676903" sldId="310"/>
            <ac:spMk id="7" creationId="{C3AA3E77-86DB-6091-DC1E-48BE5AC9497B}"/>
          </ac:spMkLst>
        </pc:spChg>
        <pc:spChg chg="mod">
          <ac:chgData name="Andrew Patterson" userId="6c8ffccf-7c1b-4173-8b93-861005bd5f70" providerId="ADAL" clId="{340A04FB-801D-4D33-9372-268FA29A2369}" dt="2026-03-10T12:31:29.964" v="67"/>
          <ac:spMkLst>
            <pc:docMk/>
            <pc:sldMk cId="1253676903" sldId="310"/>
            <ac:spMk id="8" creationId="{9DEBD65C-8EF1-C93E-1265-C379324A5A84}"/>
          </ac:spMkLst>
        </pc:spChg>
        <pc:spChg chg="mod">
          <ac:chgData name="Andrew Patterson" userId="6c8ffccf-7c1b-4173-8b93-861005bd5f70" providerId="ADAL" clId="{340A04FB-801D-4D33-9372-268FA29A2369}" dt="2026-03-10T12:31:29.964" v="67"/>
          <ac:spMkLst>
            <pc:docMk/>
            <pc:sldMk cId="1253676903" sldId="310"/>
            <ac:spMk id="13" creationId="{D4C10ECF-1D5C-C3C1-4EC1-3FED9418361E}"/>
          </ac:spMkLst>
        </pc:spChg>
        <pc:spChg chg="mod">
          <ac:chgData name="Andrew Patterson" userId="6c8ffccf-7c1b-4173-8b93-861005bd5f70" providerId="ADAL" clId="{340A04FB-801D-4D33-9372-268FA29A2369}" dt="2026-03-10T12:31:29.964" v="67"/>
          <ac:spMkLst>
            <pc:docMk/>
            <pc:sldMk cId="1253676903" sldId="310"/>
            <ac:spMk id="14" creationId="{BB299A2F-98A4-2431-FAF9-F7B1738692E2}"/>
          </ac:spMkLst>
        </pc:spChg>
        <pc:spChg chg="mod">
          <ac:chgData name="Andrew Patterson" userId="6c8ffccf-7c1b-4173-8b93-861005bd5f70" providerId="ADAL" clId="{340A04FB-801D-4D33-9372-268FA29A2369}" dt="2026-03-10T12:31:29.964" v="67"/>
          <ac:spMkLst>
            <pc:docMk/>
            <pc:sldMk cId="1253676903" sldId="310"/>
            <ac:spMk id="16" creationId="{2CD8A361-716E-E83A-47EC-2144FD04C956}"/>
          </ac:spMkLst>
        </pc:spChg>
        <pc:spChg chg="mod">
          <ac:chgData name="Andrew Patterson" userId="6c8ffccf-7c1b-4173-8b93-861005bd5f70" providerId="ADAL" clId="{340A04FB-801D-4D33-9372-268FA29A2369}" dt="2026-03-10T12:31:29.964" v="67"/>
          <ac:spMkLst>
            <pc:docMk/>
            <pc:sldMk cId="1253676903" sldId="310"/>
            <ac:spMk id="17" creationId="{653445BA-A75F-FAA4-662F-3FDEB141B184}"/>
          </ac:spMkLst>
        </pc:spChg>
        <pc:spChg chg="mod">
          <ac:chgData name="Andrew Patterson" userId="6c8ffccf-7c1b-4173-8b93-861005bd5f70" providerId="ADAL" clId="{340A04FB-801D-4D33-9372-268FA29A2369}" dt="2026-03-10T12:31:29.964" v="67"/>
          <ac:spMkLst>
            <pc:docMk/>
            <pc:sldMk cId="1253676903" sldId="310"/>
            <ac:spMk id="19" creationId="{6E69301B-0487-7087-71FD-C921EF29B929}"/>
          </ac:spMkLst>
        </pc:spChg>
        <pc:spChg chg="mod">
          <ac:chgData name="Andrew Patterson" userId="6c8ffccf-7c1b-4173-8b93-861005bd5f70" providerId="ADAL" clId="{340A04FB-801D-4D33-9372-268FA29A2369}" dt="2026-03-10T12:31:29.964" v="67"/>
          <ac:spMkLst>
            <pc:docMk/>
            <pc:sldMk cId="1253676903" sldId="310"/>
            <ac:spMk id="23" creationId="{A9D5D0EA-3BB8-2DBD-AB4B-93E20D80B9EA}"/>
          </ac:spMkLst>
        </pc:spChg>
        <pc:spChg chg="mod">
          <ac:chgData name="Andrew Patterson" userId="6c8ffccf-7c1b-4173-8b93-861005bd5f70" providerId="ADAL" clId="{340A04FB-801D-4D33-9372-268FA29A2369}" dt="2026-03-10T12:31:44.488" v="73"/>
          <ac:spMkLst>
            <pc:docMk/>
            <pc:sldMk cId="1253676903" sldId="310"/>
            <ac:spMk id="28" creationId="{2D389DEC-D17D-08AC-CAC3-A00D833723B5}"/>
          </ac:spMkLst>
        </pc:spChg>
        <pc:spChg chg="mod">
          <ac:chgData name="Andrew Patterson" userId="6c8ffccf-7c1b-4173-8b93-861005bd5f70" providerId="ADAL" clId="{340A04FB-801D-4D33-9372-268FA29A2369}" dt="2026-03-10T12:31:44.488" v="73"/>
          <ac:spMkLst>
            <pc:docMk/>
            <pc:sldMk cId="1253676903" sldId="310"/>
            <ac:spMk id="29" creationId="{40B4DAA1-ACC2-4ECC-237E-70F14A9E0310}"/>
          </ac:spMkLst>
        </pc:spChg>
        <pc:spChg chg="mod">
          <ac:chgData name="Andrew Patterson" userId="6c8ffccf-7c1b-4173-8b93-861005bd5f70" providerId="ADAL" clId="{340A04FB-801D-4D33-9372-268FA29A2369}" dt="2026-03-10T12:31:52.705" v="75"/>
          <ac:spMkLst>
            <pc:docMk/>
            <pc:sldMk cId="1253676903" sldId="310"/>
            <ac:spMk id="31" creationId="{14BEBCFA-1B67-BA86-2CF1-81BC48520321}"/>
          </ac:spMkLst>
        </pc:spChg>
        <pc:spChg chg="mod">
          <ac:chgData name="Andrew Patterson" userId="6c8ffccf-7c1b-4173-8b93-861005bd5f70" providerId="ADAL" clId="{340A04FB-801D-4D33-9372-268FA29A2369}" dt="2026-03-10T12:31:52.705" v="75"/>
          <ac:spMkLst>
            <pc:docMk/>
            <pc:sldMk cId="1253676903" sldId="310"/>
            <ac:spMk id="32" creationId="{3A40550B-4B06-2103-AA7E-4BCACD8E65E2}"/>
          </ac:spMkLst>
        </pc:spChg>
        <pc:grpChg chg="mod">
          <ac:chgData name="Andrew Patterson" userId="6c8ffccf-7c1b-4173-8b93-861005bd5f70" providerId="ADAL" clId="{340A04FB-801D-4D33-9372-268FA29A2369}" dt="2026-03-10T12:31:37.564" v="72" actId="1036"/>
          <ac:grpSpMkLst>
            <pc:docMk/>
            <pc:sldMk cId="1253676903" sldId="310"/>
            <ac:grpSpMk id="3" creationId="{5EE9958D-C6B0-F896-A17D-2FD21CCA1E1D}"/>
          </ac:grpSpMkLst>
        </pc:grpChg>
        <pc:grpChg chg="mod">
          <ac:chgData name="Andrew Patterson" userId="6c8ffccf-7c1b-4173-8b93-861005bd5f70" providerId="ADAL" clId="{340A04FB-801D-4D33-9372-268FA29A2369}" dt="2026-03-10T12:31:37.564" v="72" actId="1036"/>
          <ac:grpSpMkLst>
            <pc:docMk/>
            <pc:sldMk cId="1253676903" sldId="310"/>
            <ac:grpSpMk id="6" creationId="{982CF429-1FB8-7E68-A73E-CBEA85C5AB68}"/>
          </ac:grpSpMkLst>
        </pc:grpChg>
        <pc:grpChg chg="mod">
          <ac:chgData name="Andrew Patterson" userId="6c8ffccf-7c1b-4173-8b93-861005bd5f70" providerId="ADAL" clId="{340A04FB-801D-4D33-9372-268FA29A2369}" dt="2026-03-10T12:31:37.564" v="72" actId="1036"/>
          <ac:grpSpMkLst>
            <pc:docMk/>
            <pc:sldMk cId="1253676903" sldId="310"/>
            <ac:grpSpMk id="9" creationId="{6A5B486C-D04B-84EE-8584-BFDEAAE99063}"/>
          </ac:grpSpMkLst>
        </pc:grpChg>
        <pc:grpChg chg="mod">
          <ac:chgData name="Andrew Patterson" userId="6c8ffccf-7c1b-4173-8b93-861005bd5f70" providerId="ADAL" clId="{340A04FB-801D-4D33-9372-268FA29A2369}" dt="2026-03-10T12:31:37.564" v="72" actId="1036"/>
          <ac:grpSpMkLst>
            <pc:docMk/>
            <pc:sldMk cId="1253676903" sldId="310"/>
            <ac:grpSpMk id="12" creationId="{BDA1A186-9B61-3A34-F125-73E6FBB69382}"/>
          </ac:grpSpMkLst>
        </pc:grpChg>
        <pc:grpChg chg="mod">
          <ac:chgData name="Andrew Patterson" userId="6c8ffccf-7c1b-4173-8b93-861005bd5f70" providerId="ADAL" clId="{340A04FB-801D-4D33-9372-268FA29A2369}" dt="2026-03-10T12:31:37.564" v="72" actId="1036"/>
          <ac:grpSpMkLst>
            <pc:docMk/>
            <pc:sldMk cId="1253676903" sldId="310"/>
            <ac:grpSpMk id="15" creationId="{D4EAC7C6-F9AB-FF0F-9F8B-3540B4B2737F}"/>
          </ac:grpSpMkLst>
        </pc:grpChg>
        <pc:grpChg chg="mod">
          <ac:chgData name="Andrew Patterson" userId="6c8ffccf-7c1b-4173-8b93-861005bd5f70" providerId="ADAL" clId="{340A04FB-801D-4D33-9372-268FA29A2369}" dt="2026-03-10T12:31:37.564" v="72" actId="1036"/>
          <ac:grpSpMkLst>
            <pc:docMk/>
            <pc:sldMk cId="1253676903" sldId="310"/>
            <ac:grpSpMk id="18" creationId="{20440D60-0CE4-AD79-F915-FD17B06E3A97}"/>
          </ac:grpSpMkLst>
        </pc:grpChg>
        <pc:grpChg chg="mod">
          <ac:chgData name="Andrew Patterson" userId="6c8ffccf-7c1b-4173-8b93-861005bd5f70" providerId="ADAL" clId="{340A04FB-801D-4D33-9372-268FA29A2369}" dt="2026-03-10T12:31:37.564" v="72" actId="1036"/>
          <ac:grpSpMkLst>
            <pc:docMk/>
            <pc:sldMk cId="1253676903" sldId="310"/>
            <ac:grpSpMk id="21" creationId="{BAC4992A-F412-C650-D49C-DA8AF9EA7B06}"/>
          </ac:grpSpMkLst>
        </pc:grpChg>
        <pc:grpChg chg="mod">
          <ac:chgData name="Andrew Patterson" userId="6c8ffccf-7c1b-4173-8b93-861005bd5f70" providerId="ADAL" clId="{340A04FB-801D-4D33-9372-268FA29A2369}" dt="2026-03-10T12:31:37.564" v="72" actId="1036"/>
          <ac:grpSpMkLst>
            <pc:docMk/>
            <pc:sldMk cId="1253676903" sldId="310"/>
            <ac:grpSpMk id="24" creationId="{2ACDCF96-68E0-7AA6-4F4A-2B7970C6C2F4}"/>
          </ac:grpSpMkLst>
        </pc:grpChg>
        <pc:grpChg chg="add mod">
          <ac:chgData name="Andrew Patterson" userId="6c8ffccf-7c1b-4173-8b93-861005bd5f70" providerId="ADAL" clId="{340A04FB-801D-4D33-9372-268FA29A2369}" dt="2026-03-10T12:31:50.770" v="74" actId="1076"/>
          <ac:grpSpMkLst>
            <pc:docMk/>
            <pc:sldMk cId="1253676903" sldId="310"/>
            <ac:grpSpMk id="27" creationId="{00D91342-1C87-A990-0731-606C5CAB59A3}"/>
          </ac:grpSpMkLst>
        </pc:grpChg>
        <pc:grpChg chg="add mod">
          <ac:chgData name="Andrew Patterson" userId="6c8ffccf-7c1b-4173-8b93-861005bd5f70" providerId="ADAL" clId="{340A04FB-801D-4D33-9372-268FA29A2369}" dt="2026-03-10T12:31:56.763" v="84" actId="1035"/>
          <ac:grpSpMkLst>
            <pc:docMk/>
            <pc:sldMk cId="1253676903" sldId="310"/>
            <ac:grpSpMk id="30" creationId="{30536215-D1F9-31CF-A8AC-AC8E98D74222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94247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43420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060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9643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93108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58641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04488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07031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49790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72780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0364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260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f:/s/Section_ESCCCP24_2025_2026/IgBYNgwfZjQOTbYkM8KBUoGVAWFFXPEgUkoUlXXvqi5Xt6Q?e=tOcGbm" TargetMode="External"/><Relationship Id="rId2" Type="http://schemas.openxmlformats.org/officeDocument/2006/relationships/hyperlink" Target="https://thecardiffandvalecollege.sharepoint.com/:p:/s/Section_ESCCCP24_2025_2026/IQDi2TX0qeXvTJxWAgrEUxCdAUf90_4DbfbNCrZJ38T98kM?e=RiKB7S" TargetMode="Externa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p:/s/Section_ESCCCP24_2025_2026/IQDi2TX0qeXvTJxWAgrEUxCdAUf90_4DbfbNCrZJ38T98kM?e=RiKB7S" TargetMode="External"/><Relationship Id="rId2" Type="http://schemas.openxmlformats.org/officeDocument/2006/relationships/hyperlink" Target="https://thecardiffandvalecollege.sharepoint.com/:f:/s/Section_ESCCCP24_2025_2026/IgBYNgwfZjQOTbYkM8KBUoGVAWFFXPEgUkoUlXXvqi5Xt6Q?e=tOcGbm" TargetMode="External"/><Relationship Id="rId1" Type="http://schemas.openxmlformats.org/officeDocument/2006/relationships/slideLayout" Target="../slideLayouts/slideLayout18.xml"/><Relationship Id="rId5" Type="http://schemas.openxmlformats.org/officeDocument/2006/relationships/hyperlink" Target="https://thecardiffandvalecollege.sharepoint.com/:b:/s/Section_ESCCCP24_2025_2026/IQBT8tZxPEmESrIhl3P6UJPxAcidRevmM0czRZLXJPVV5KI?e=SohM0U" TargetMode="External"/><Relationship Id="rId4" Type="http://schemas.openxmlformats.org/officeDocument/2006/relationships/hyperlink" Target="https://thecardiffandvalecollege.sharepoint.com/:p:/s/Section_ESCCCP24_2025_2026/IQDso7BeajR-TZ3ANj5pAjJfAfI72VWA79sOD5SLtr40bLw?e=l8bmYp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p:/s/Section_ESCCCP24_2025_2026/IQDi2TX0qeXvTJxWAgrEUxCdAUf90_4DbfbNCrZJ38T98kM?e=RiKB7S" TargetMode="External"/><Relationship Id="rId2" Type="http://schemas.openxmlformats.org/officeDocument/2006/relationships/hyperlink" Target="https://thecardiffandvalecollege.sharepoint.com/:f:/s/Section_ESCCCP24_2025_2026/IgBYNgwfZjQOTbYkM8KBUoGVAWFFXPEgUkoUlXXvqi5Xt6Q?e=tOcGbm" TargetMode="External"/><Relationship Id="rId1" Type="http://schemas.openxmlformats.org/officeDocument/2006/relationships/slideLayout" Target="../slideLayouts/slideLayout18.xml"/><Relationship Id="rId5" Type="http://schemas.openxmlformats.org/officeDocument/2006/relationships/hyperlink" Target="https://thecardiffandvalecollege.sharepoint.com/:b:/s/Section_ESCCCP24_2025_2026/IQBT8tZxPEmESrIhl3P6UJPxAcidRevmM0czRZLXJPVV5KI?e=SohM0U" TargetMode="External"/><Relationship Id="rId4" Type="http://schemas.openxmlformats.org/officeDocument/2006/relationships/hyperlink" Target="https://thecardiffandvalecollege.sharepoint.com/:p:/s/Section_ESCCCP24_2025_2026/IQDso7BeajR-TZ3ANj5pAjJfAfI72VWA79sOD5SLtr40bLw?e=l8bmY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ESCCCP24 2025-2026</a:t>
            </a:r>
            <a:br>
              <a:rPr lang="en-GB" dirty="0"/>
            </a:br>
            <a:r>
              <a:rPr lang="en-GB" dirty="0"/>
              <a:t>5 Mar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Semester 2 Week 2</a:t>
            </a:r>
            <a:endParaRPr lang="en-US" dirty="0"/>
          </a:p>
          <a:p>
            <a:r>
              <a:rPr lang="en-GB" dirty="0"/>
              <a:t>Academic year Term 2B Week 23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6C6785-5287-802A-5CCB-9E287EB68794}"/>
              </a:ext>
            </a:extLst>
          </p:cNvPr>
          <p:cNvSpPr txBox="1"/>
          <p:nvPr/>
        </p:nvSpPr>
        <p:spPr>
          <a:xfrm>
            <a:off x="557134" y="1074509"/>
            <a:ext cx="11077731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Check-in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 </a:t>
            </a:r>
            <a:r>
              <a:rPr lang="en-GB" sz="15000" dirty="0">
                <a:solidFill>
                  <a:prstClr val="white"/>
                </a:solidFill>
                <a:latin typeface="Tw Cen MT Condensed Extra Bold" panose="020B0803020202020204" pitchFamily="34" charset="0"/>
              </a:rPr>
              <a:t>5 Mar</a:t>
            </a:r>
            <a:r>
              <a:rPr kumimoji="0" lang="en-GB" sz="1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3345573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B7EAF-E4FC-345D-5CC7-DA28D2CE2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BADAE94B-F3EF-F1A5-7797-60FD12A73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297" y="340100"/>
            <a:ext cx="11469188" cy="5841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Work from 26 Feb 2026</a:t>
            </a:r>
          </a:p>
          <a:p>
            <a:pPr marL="0" marR="0" lvl="0" indent="0" algn="l" defTabSz="914400" rtl="0" eaLnBrk="0" fontAlgn="base" latinLnBrk="0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Reading and Writing booklets were issued to those present. </a:t>
            </a:r>
          </a:p>
          <a:p>
            <a:pPr marL="0" marR="0" lvl="0" indent="0" algn="l" defTabSz="914400" rtl="0" eaLnBrk="0" fontAlgn="base" latinLnBrk="0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Using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  <a:hlinkClick r:id="rId2"/>
              </a:rPr>
              <a:t>Writing Booklet Task 1 p. 6-17.pptx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made from </a:t>
            </a:r>
          </a:p>
          <a:p>
            <a:pPr marL="0" marR="0" lvl="0" indent="0" algn="l" defTabSz="914400" rtl="0" eaLnBrk="0" fontAlgn="base" latinLnBrk="0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  <a:hlinkClick r:id="rId3"/>
              </a:rPr>
              <a:t>0) Writing Booklet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, p. 6-9, we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 panose="020B0803020202020204" pitchFamily="34" charset="0"/>
              <a:ea typeface="+mn-ea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learnt how to fill in a form </a:t>
            </a:r>
            <a:r>
              <a:rPr kumimoji="0" lang="en-US" alt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Ascentis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 writing Task 1.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 panose="020B0803020202020204" pitchFamily="34" charset="0"/>
              <a:ea typeface="+mn-ea"/>
              <a:cs typeface="+mn-cs"/>
              <a:hlinkClick r:id="rId2"/>
            </a:endParaRPr>
          </a:p>
          <a:p>
            <a:pPr marL="0" marR="0" lvl="0" indent="0" algn="l" defTabSz="914400" rtl="0" eaLnBrk="0" fontAlgn="base" latinLnBrk="0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Homework </a:t>
            </a:r>
          </a:p>
          <a:p>
            <a:pPr marL="0" marR="0" lvl="0" indent="0" algn="l" defTabSz="914400" rtl="0" eaLnBrk="0" fontAlgn="base" latinLnBrk="0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Form Practice 2 Task3 from the thin handout. </a:t>
            </a:r>
          </a:p>
          <a:p>
            <a:pPr marL="0" marR="0" lvl="0" indent="0" algn="l" defTabSz="914400" rtl="0" eaLnBrk="0" fontAlgn="base" latinLnBrk="0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  <a:hlinkClick r:id="rId3"/>
              </a:rPr>
              <a:t>0) Writing Booklet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p. 10-12. Bring next Thursday.</a:t>
            </a:r>
          </a:p>
          <a:p>
            <a:pPr marL="0" marR="0" lvl="0" indent="0" algn="l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Form Practice 2</a:t>
            </a:r>
          </a:p>
          <a:p>
            <a:pPr marL="0" marR="0" lvl="0" indent="0" algn="l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Task 3: Complete the form below </a:t>
            </a:r>
          </a:p>
          <a:p>
            <a:pPr marL="0" marR="0" lvl="0" indent="0" algn="l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• You are applying for a volunteer role with a charity that looks after wildlife in West Wales. </a:t>
            </a:r>
          </a:p>
          <a:p>
            <a:pPr marL="0" marR="0" lvl="0" indent="0" algn="l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• In this position, you would live for four months on </a:t>
            </a:r>
            <a:r>
              <a:rPr kumimoji="0" lang="en-GB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Skokholm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 Island helping the wardens manage the island and monitor the wild animals.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50F3EE4-6C86-16DF-E71C-05C3D568FDFF}"/>
              </a:ext>
            </a:extLst>
          </p:cNvPr>
          <p:cNvGrpSpPr>
            <a:grpSpLocks noChangeAspect="1"/>
          </p:cNvGrpSpPr>
          <p:nvPr/>
        </p:nvGrpSpPr>
        <p:grpSpPr>
          <a:xfrm>
            <a:off x="272590" y="430154"/>
            <a:ext cx="297374" cy="297521"/>
            <a:chOff x="1752597" y="2171695"/>
            <a:chExt cx="4317849" cy="4320005"/>
          </a:xfrm>
        </p:grpSpPr>
        <p:sp>
          <p:nvSpPr>
            <p:cNvPr id="3" name="Free-form: Shape 2">
              <a:extLst>
                <a:ext uri="{FF2B5EF4-FFF2-40B4-BE49-F238E27FC236}">
                  <a16:creationId xmlns:a16="http://schemas.microsoft.com/office/drawing/2014/main" id="{49B9E5D7-D441-D1E5-8C5D-C6B95E830F81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4" name="Free-form: Shape 3">
              <a:extLst>
                <a:ext uri="{FF2B5EF4-FFF2-40B4-BE49-F238E27FC236}">
                  <a16:creationId xmlns:a16="http://schemas.microsoft.com/office/drawing/2014/main" id="{ADDB9036-AE87-854E-8AD4-70EAF70505B5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E9B22CB-B12B-F47F-D026-24013907A9AC}"/>
              </a:ext>
            </a:extLst>
          </p:cNvPr>
          <p:cNvGrpSpPr>
            <a:grpSpLocks noChangeAspect="1"/>
          </p:cNvGrpSpPr>
          <p:nvPr/>
        </p:nvGrpSpPr>
        <p:grpSpPr>
          <a:xfrm>
            <a:off x="272590" y="858627"/>
            <a:ext cx="297374" cy="297521"/>
            <a:chOff x="1752597" y="2171695"/>
            <a:chExt cx="4317849" cy="4320005"/>
          </a:xfrm>
        </p:grpSpPr>
        <p:sp>
          <p:nvSpPr>
            <p:cNvPr id="7" name="Free-form: Shape 6">
              <a:extLst>
                <a:ext uri="{FF2B5EF4-FFF2-40B4-BE49-F238E27FC236}">
                  <a16:creationId xmlns:a16="http://schemas.microsoft.com/office/drawing/2014/main" id="{D2646BF9-45B5-3071-F8E4-4A60227A2EA0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BC0DE15B-6CE2-3DDA-603E-3B086E10DB4C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EC00E69-46E8-0E71-2C7E-C981AE86C44A}"/>
              </a:ext>
            </a:extLst>
          </p:cNvPr>
          <p:cNvGrpSpPr>
            <a:grpSpLocks noChangeAspect="1"/>
          </p:cNvGrpSpPr>
          <p:nvPr/>
        </p:nvGrpSpPr>
        <p:grpSpPr>
          <a:xfrm>
            <a:off x="272590" y="1260187"/>
            <a:ext cx="297374" cy="297521"/>
            <a:chOff x="1752597" y="2171695"/>
            <a:chExt cx="4317849" cy="4320005"/>
          </a:xfrm>
        </p:grpSpPr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C87F6CB2-A8CC-F0AF-B70D-DB66C962A556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18FC4701-6695-8C28-BBDE-E1836C929D96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62C8141-CC04-0E61-C927-A9D76EFDE6B6}"/>
              </a:ext>
            </a:extLst>
          </p:cNvPr>
          <p:cNvGrpSpPr>
            <a:grpSpLocks noChangeAspect="1"/>
          </p:cNvGrpSpPr>
          <p:nvPr/>
        </p:nvGrpSpPr>
        <p:grpSpPr>
          <a:xfrm>
            <a:off x="272590" y="1637185"/>
            <a:ext cx="297374" cy="297521"/>
            <a:chOff x="1752597" y="2171695"/>
            <a:chExt cx="4317849" cy="4320005"/>
          </a:xfrm>
        </p:grpSpPr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95593BAB-11A5-1F18-E7F0-0D60C85223FD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A8FCF9ED-32E1-B8EA-F6A7-FF5F3B8DE34A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5B843C9-3120-7A0B-606C-8D7D9C2CDC38}"/>
              </a:ext>
            </a:extLst>
          </p:cNvPr>
          <p:cNvGrpSpPr>
            <a:grpSpLocks noChangeAspect="1"/>
          </p:cNvGrpSpPr>
          <p:nvPr/>
        </p:nvGrpSpPr>
        <p:grpSpPr>
          <a:xfrm>
            <a:off x="272590" y="2002986"/>
            <a:ext cx="297374" cy="297521"/>
            <a:chOff x="1752597" y="2171695"/>
            <a:chExt cx="4317849" cy="4320005"/>
          </a:xfrm>
        </p:grpSpPr>
        <p:sp>
          <p:nvSpPr>
            <p:cNvPr id="16" name="Free-form: Shape 15">
              <a:extLst>
                <a:ext uri="{FF2B5EF4-FFF2-40B4-BE49-F238E27FC236}">
                  <a16:creationId xmlns:a16="http://schemas.microsoft.com/office/drawing/2014/main" id="{831DE533-47F8-A6E6-B3F4-D16749B32570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7" name="Free-form: Shape 16">
              <a:extLst>
                <a:ext uri="{FF2B5EF4-FFF2-40B4-BE49-F238E27FC236}">
                  <a16:creationId xmlns:a16="http://schemas.microsoft.com/office/drawing/2014/main" id="{89559F93-6F68-F362-421A-652AE5B1DA44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04DE8DE-34F7-9A63-970C-27CF29452F6B}"/>
              </a:ext>
            </a:extLst>
          </p:cNvPr>
          <p:cNvGrpSpPr>
            <a:grpSpLocks noChangeAspect="1"/>
          </p:cNvGrpSpPr>
          <p:nvPr/>
        </p:nvGrpSpPr>
        <p:grpSpPr>
          <a:xfrm>
            <a:off x="272590" y="2430088"/>
            <a:ext cx="297374" cy="297521"/>
            <a:chOff x="1752597" y="2171695"/>
            <a:chExt cx="4317849" cy="4320005"/>
          </a:xfrm>
        </p:grpSpPr>
        <p:sp>
          <p:nvSpPr>
            <p:cNvPr id="19" name="Free-form: Shape 18">
              <a:extLst>
                <a:ext uri="{FF2B5EF4-FFF2-40B4-BE49-F238E27FC236}">
                  <a16:creationId xmlns:a16="http://schemas.microsoft.com/office/drawing/2014/main" id="{77A5AEBC-3ED6-54A3-888C-42EFCAE670FE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0" name="Free-form: Shape 19">
              <a:extLst>
                <a:ext uri="{FF2B5EF4-FFF2-40B4-BE49-F238E27FC236}">
                  <a16:creationId xmlns:a16="http://schemas.microsoft.com/office/drawing/2014/main" id="{0EC7E1D1-0E81-C284-E5BE-D2D9F6667699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7A9D9DD-D11D-85C6-5B11-9AF6D8E2E496}"/>
              </a:ext>
            </a:extLst>
          </p:cNvPr>
          <p:cNvGrpSpPr>
            <a:grpSpLocks noChangeAspect="1"/>
          </p:cNvGrpSpPr>
          <p:nvPr/>
        </p:nvGrpSpPr>
        <p:grpSpPr>
          <a:xfrm>
            <a:off x="272590" y="2857182"/>
            <a:ext cx="297374" cy="297521"/>
            <a:chOff x="1752597" y="2171695"/>
            <a:chExt cx="4317849" cy="4320005"/>
          </a:xfrm>
        </p:grpSpPr>
        <p:sp>
          <p:nvSpPr>
            <p:cNvPr id="22" name="Free-form: Shape 21">
              <a:extLst>
                <a:ext uri="{FF2B5EF4-FFF2-40B4-BE49-F238E27FC236}">
                  <a16:creationId xmlns:a16="http://schemas.microsoft.com/office/drawing/2014/main" id="{D9F0A74F-B8C5-370C-0E18-46A15F2CCA08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3" name="Free-form: Shape 22">
              <a:extLst>
                <a:ext uri="{FF2B5EF4-FFF2-40B4-BE49-F238E27FC236}">
                  <a16:creationId xmlns:a16="http://schemas.microsoft.com/office/drawing/2014/main" id="{78296E1D-C36C-8389-9A65-88598B27F1C9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22C9297-9EB0-76E9-D991-FEA77B29753D}"/>
              </a:ext>
            </a:extLst>
          </p:cNvPr>
          <p:cNvGrpSpPr>
            <a:grpSpLocks noChangeAspect="1"/>
          </p:cNvGrpSpPr>
          <p:nvPr/>
        </p:nvGrpSpPr>
        <p:grpSpPr>
          <a:xfrm>
            <a:off x="272590" y="3260932"/>
            <a:ext cx="297374" cy="297521"/>
            <a:chOff x="1752597" y="2171695"/>
            <a:chExt cx="4317849" cy="4320005"/>
          </a:xfrm>
        </p:grpSpPr>
        <p:sp>
          <p:nvSpPr>
            <p:cNvPr id="25" name="Free-form: Shape 24">
              <a:extLst>
                <a:ext uri="{FF2B5EF4-FFF2-40B4-BE49-F238E27FC236}">
                  <a16:creationId xmlns:a16="http://schemas.microsoft.com/office/drawing/2014/main" id="{A8FDABF2-9A85-2D18-DC54-08C6D5FC0FE2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6" name="Free-form: Shape 25">
              <a:extLst>
                <a:ext uri="{FF2B5EF4-FFF2-40B4-BE49-F238E27FC236}">
                  <a16:creationId xmlns:a16="http://schemas.microsoft.com/office/drawing/2014/main" id="{A728EDB4-F284-3D4D-B1F4-B9BE17875C1C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8AF1A63-FE48-555A-A336-0A91E44DE589}"/>
              </a:ext>
            </a:extLst>
          </p:cNvPr>
          <p:cNvGrpSpPr>
            <a:grpSpLocks noChangeAspect="1"/>
          </p:cNvGrpSpPr>
          <p:nvPr/>
        </p:nvGrpSpPr>
        <p:grpSpPr>
          <a:xfrm>
            <a:off x="272590" y="3675507"/>
            <a:ext cx="297374" cy="297521"/>
            <a:chOff x="1752597" y="2171695"/>
            <a:chExt cx="4317849" cy="4320005"/>
          </a:xfrm>
        </p:grpSpPr>
        <p:sp>
          <p:nvSpPr>
            <p:cNvPr id="28" name="Free-form: Shape 27">
              <a:extLst>
                <a:ext uri="{FF2B5EF4-FFF2-40B4-BE49-F238E27FC236}">
                  <a16:creationId xmlns:a16="http://schemas.microsoft.com/office/drawing/2014/main" id="{ECA36A8F-96DF-2CF9-DB6B-D80576E42B5A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9" name="Free-form: Shape 28">
              <a:extLst>
                <a:ext uri="{FF2B5EF4-FFF2-40B4-BE49-F238E27FC236}">
                  <a16:creationId xmlns:a16="http://schemas.microsoft.com/office/drawing/2014/main" id="{CD9DA5A0-EB5D-518A-32E6-BB31560123B2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D6A22B4-478D-B22D-C8E4-3E469117A6A2}"/>
              </a:ext>
            </a:extLst>
          </p:cNvPr>
          <p:cNvGrpSpPr>
            <a:grpSpLocks noChangeAspect="1"/>
          </p:cNvGrpSpPr>
          <p:nvPr/>
        </p:nvGrpSpPr>
        <p:grpSpPr>
          <a:xfrm>
            <a:off x="272590" y="4077556"/>
            <a:ext cx="297374" cy="297521"/>
            <a:chOff x="1752597" y="2171695"/>
            <a:chExt cx="4317849" cy="4320005"/>
          </a:xfrm>
        </p:grpSpPr>
        <p:sp>
          <p:nvSpPr>
            <p:cNvPr id="31" name="Free-form: Shape 30">
              <a:extLst>
                <a:ext uri="{FF2B5EF4-FFF2-40B4-BE49-F238E27FC236}">
                  <a16:creationId xmlns:a16="http://schemas.microsoft.com/office/drawing/2014/main" id="{C3CE45EB-C01B-650B-0181-D08416A36C52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32" name="Free-form: Shape 31">
              <a:extLst>
                <a:ext uri="{FF2B5EF4-FFF2-40B4-BE49-F238E27FC236}">
                  <a16:creationId xmlns:a16="http://schemas.microsoft.com/office/drawing/2014/main" id="{43A3EC5B-5C19-F835-42C4-F0F78E2FBE8F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3DC75E2-E59A-1499-EB5D-FBF7BC31860C}"/>
              </a:ext>
            </a:extLst>
          </p:cNvPr>
          <p:cNvGrpSpPr>
            <a:grpSpLocks noChangeAspect="1"/>
          </p:cNvGrpSpPr>
          <p:nvPr/>
        </p:nvGrpSpPr>
        <p:grpSpPr>
          <a:xfrm>
            <a:off x="272590" y="4504657"/>
            <a:ext cx="297374" cy="297521"/>
            <a:chOff x="1752597" y="2171695"/>
            <a:chExt cx="4317849" cy="4320005"/>
          </a:xfrm>
        </p:grpSpPr>
        <p:sp>
          <p:nvSpPr>
            <p:cNvPr id="34" name="Free-form: Shape 33">
              <a:extLst>
                <a:ext uri="{FF2B5EF4-FFF2-40B4-BE49-F238E27FC236}">
                  <a16:creationId xmlns:a16="http://schemas.microsoft.com/office/drawing/2014/main" id="{206279FC-F3B5-1D98-BA7F-D3CCDD207C75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35" name="Free-form: Shape 34">
              <a:extLst>
                <a:ext uri="{FF2B5EF4-FFF2-40B4-BE49-F238E27FC236}">
                  <a16:creationId xmlns:a16="http://schemas.microsoft.com/office/drawing/2014/main" id="{9C234247-CAA4-879E-2C9E-10DE1205288D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456AE7D-741C-AE4E-537A-E9517F38EDEE}"/>
              </a:ext>
            </a:extLst>
          </p:cNvPr>
          <p:cNvGrpSpPr>
            <a:grpSpLocks noChangeAspect="1"/>
          </p:cNvGrpSpPr>
          <p:nvPr/>
        </p:nvGrpSpPr>
        <p:grpSpPr>
          <a:xfrm>
            <a:off x="272590" y="5310196"/>
            <a:ext cx="297374" cy="297521"/>
            <a:chOff x="1752597" y="2171695"/>
            <a:chExt cx="4317849" cy="4320005"/>
          </a:xfrm>
        </p:grpSpPr>
        <p:sp>
          <p:nvSpPr>
            <p:cNvPr id="37" name="Free-form: Shape 36">
              <a:extLst>
                <a:ext uri="{FF2B5EF4-FFF2-40B4-BE49-F238E27FC236}">
                  <a16:creationId xmlns:a16="http://schemas.microsoft.com/office/drawing/2014/main" id="{1CC0F5A0-5414-1B3E-CA81-E2040742BC62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38" name="Free-form: Shape 37">
              <a:extLst>
                <a:ext uri="{FF2B5EF4-FFF2-40B4-BE49-F238E27FC236}">
                  <a16:creationId xmlns:a16="http://schemas.microsoft.com/office/drawing/2014/main" id="{003D4629-9C73-9460-96BF-19B3E63E2E55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1358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lat Holm and Steep Holm | As seen from the Cardiff Bay Barr… | Flickr">
            <a:extLst>
              <a:ext uri="{FF2B5EF4-FFF2-40B4-BE49-F238E27FC236}">
                <a16:creationId xmlns:a16="http://schemas.microsoft.com/office/drawing/2014/main" id="{D667A9CC-B2E4-D7AC-FA45-8CFA6AD6D4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" t="15767" r="-127" b="-225"/>
          <a:stretch/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D396867-14B9-81AC-080F-BBD7B94642AE}"/>
              </a:ext>
            </a:extLst>
          </p:cNvPr>
          <p:cNvSpPr txBox="1"/>
          <p:nvPr/>
        </p:nvSpPr>
        <p:spPr>
          <a:xfrm>
            <a:off x="1972492" y="783772"/>
            <a:ext cx="20247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Flatholm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28F150-0B45-C513-196F-83070007E078}"/>
              </a:ext>
            </a:extLst>
          </p:cNvPr>
          <p:cNvSpPr txBox="1"/>
          <p:nvPr/>
        </p:nvSpPr>
        <p:spPr>
          <a:xfrm>
            <a:off x="7624355" y="779418"/>
            <a:ext cx="2198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Steepholm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6750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B62880-872B-7C90-3DBE-A2E103D5CE40}"/>
              </a:ext>
            </a:extLst>
          </p:cNvPr>
          <p:cNvSpPr txBox="1"/>
          <p:nvPr/>
        </p:nvSpPr>
        <p:spPr>
          <a:xfrm>
            <a:off x="2404258" y="2613392"/>
            <a:ext cx="738348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0" dirty="0">
                <a:solidFill>
                  <a:prstClr val="black"/>
                </a:solidFill>
                <a:latin typeface="Tw Cen MT Condensed Extra Bold" panose="020B0803020202020204" pitchFamily="34" charset="0"/>
              </a:rPr>
              <a:t>News &amp; Events</a:t>
            </a:r>
            <a:endParaRPr kumimoji="0" lang="en-GB" sz="10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 panose="020B0803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4406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4E782D-93EC-ACBD-66DD-9AB7727C7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868" y="82068"/>
            <a:ext cx="9432265" cy="6693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209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2521C0-84F5-1745-A4F8-FF23242E1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528" y="82068"/>
            <a:ext cx="9444943" cy="6693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263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B62880-872B-7C90-3DBE-A2E103D5CE40}"/>
              </a:ext>
            </a:extLst>
          </p:cNvPr>
          <p:cNvSpPr txBox="1"/>
          <p:nvPr/>
        </p:nvSpPr>
        <p:spPr>
          <a:xfrm>
            <a:off x="1891145" y="1843950"/>
            <a:ext cx="840970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Reading/Writ</a:t>
            </a:r>
            <a:r>
              <a:rPr kumimoji="0" lang="en-GB" sz="10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ing</a:t>
            </a:r>
            <a:endParaRPr kumimoji="0" lang="en-GB" sz="10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 panose="020B0803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17:45-20:45</a:t>
            </a:r>
          </a:p>
        </p:txBody>
      </p:sp>
    </p:spTree>
    <p:extLst>
      <p:ext uri="{BB962C8B-B14F-4D97-AF65-F5344CB8AC3E}">
        <p14:creationId xmlns:p14="http://schemas.microsoft.com/office/powerpoint/2010/main" val="1700952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68657D-86D0-651F-CFF4-F8310E040A92}"/>
              </a:ext>
            </a:extLst>
          </p:cNvPr>
          <p:cNvSpPr txBox="1"/>
          <p:nvPr/>
        </p:nvSpPr>
        <p:spPr>
          <a:xfrm>
            <a:off x="1018903" y="783771"/>
            <a:ext cx="1062010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u="sng" dirty="0"/>
              <a:t>Vocabulary</a:t>
            </a:r>
          </a:p>
          <a:p>
            <a:r>
              <a:rPr lang="en-GB" sz="3200" dirty="0"/>
              <a:t>Transferable skills = These are skills which you gained doing something different to the role you are writing about, but would be useful in the role you have applied for.</a:t>
            </a:r>
          </a:p>
          <a:p>
            <a:r>
              <a:rPr lang="en-GB" sz="3200" u="sng" dirty="0"/>
              <a:t>Example</a:t>
            </a:r>
          </a:p>
          <a:p>
            <a:r>
              <a:rPr lang="en-GB" sz="3200" dirty="0"/>
              <a:t>I have not had any formal experience working in the Health &amp; Social Care sector. However, I have raised a family which means that I have developed a lot of transferable skills.</a:t>
            </a:r>
          </a:p>
        </p:txBody>
      </p:sp>
    </p:spTree>
    <p:extLst>
      <p:ext uri="{BB962C8B-B14F-4D97-AF65-F5344CB8AC3E}">
        <p14:creationId xmlns:p14="http://schemas.microsoft.com/office/powerpoint/2010/main" val="1863014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1B084852-EF76-E081-B3C4-63EC61AF0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31" y="1863969"/>
            <a:ext cx="11935538" cy="31300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EFA104-870B-0CD8-FC00-AE2959FEE0A7}"/>
              </a:ext>
            </a:extLst>
          </p:cNvPr>
          <p:cNvSpPr txBox="1"/>
          <p:nvPr/>
        </p:nvSpPr>
        <p:spPr>
          <a:xfrm>
            <a:off x="128231" y="1279194"/>
            <a:ext cx="22508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Timetable</a:t>
            </a:r>
          </a:p>
        </p:txBody>
      </p:sp>
    </p:spTree>
    <p:extLst>
      <p:ext uri="{BB962C8B-B14F-4D97-AF65-F5344CB8AC3E}">
        <p14:creationId xmlns:p14="http://schemas.microsoft.com/office/powerpoint/2010/main" val="282697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45D9609-70CD-824A-1E57-6195622DA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343" y="1974615"/>
            <a:ext cx="33938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  <a:hlinkClick r:id="rId2"/>
              </a:rPr>
              <a:t>0) Writing Booklet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 panose="020B0803020202020204" pitchFamily="34" charset="0"/>
              <a:ea typeface="+mn-ea"/>
              <a:cs typeface="+mn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0CFD126-D76B-6480-D003-4C38E8B4A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343" y="2707765"/>
            <a:ext cx="615212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  <a:hlinkClick r:id="rId3"/>
              </a:rPr>
              <a:t>Writing Booklet Task 1 p. 6-17.pptx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9996DB-89F6-4DC3-24E4-1BEF9FD08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342" y="3570184"/>
            <a:ext cx="615212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w Cen MT Condensed Extra Bold" panose="020B0803020202020204" pitchFamily="34" charset="0"/>
                <a:hlinkClick r:id="rId4"/>
              </a:rPr>
              <a:t>Unit 8 The Media - Writing styles.pptx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w Cen MT Condensed Extra Bold" panose="020B0803020202020204" pitchFamily="34" charset="0"/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C1C765-CF45-E3B3-D85D-E712C8BFB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342" y="4324881"/>
            <a:ext cx="615212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w Cen MT Condensed Extra Bold" panose="020B0803020202020204" pitchFamily="34" charset="0"/>
                <a:hlinkClick r:id="rId5"/>
              </a:rPr>
              <a:t>Unit 8 The Media - Writing styles.pdf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w Cen MT Condensed Extra Bold" panose="020B08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75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34688B-F75D-ADA8-E29C-3FF689834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D3E1E0-5008-11DC-7284-1707E751029A}"/>
              </a:ext>
            </a:extLst>
          </p:cNvPr>
          <p:cNvSpPr txBox="1"/>
          <p:nvPr/>
        </p:nvSpPr>
        <p:spPr>
          <a:xfrm>
            <a:off x="557134" y="1074509"/>
            <a:ext cx="11077731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Check-out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 </a:t>
            </a:r>
            <a:r>
              <a:rPr lang="en-GB" sz="15000" dirty="0">
                <a:solidFill>
                  <a:prstClr val="white"/>
                </a:solidFill>
                <a:latin typeface="Tw Cen MT Condensed Extra Bold" panose="020B0803020202020204" pitchFamily="34" charset="0"/>
              </a:rPr>
              <a:t>5 Mar</a:t>
            </a:r>
            <a:r>
              <a:rPr kumimoji="0" lang="en-GB" sz="1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2448340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D32F3F-A085-1FF5-6BC8-7538D1804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53" y="1166842"/>
            <a:ext cx="1124711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3200" u="sng" dirty="0">
                <a:latin typeface="Abadi ExtraLight" panose="020B0204020104020204" pitchFamily="34" charset="0"/>
              </a:rPr>
              <a:t>Work from 5 Mar 2026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3200" dirty="0">
                <a:latin typeface="Abadi ExtraLight" panose="020B0204020104020204" pitchFamily="34" charset="0"/>
              </a:rPr>
              <a:t>Using</a:t>
            </a:r>
            <a:r>
              <a:rPr lang="en-GB" sz="3200" dirty="0"/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  <a:hlinkClick r:id="rId2"/>
              </a:rPr>
              <a:t>0) Writing Booklet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</a:rPr>
              <a:t>and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 </a:t>
            </a:r>
            <a:r>
              <a:rPr lang="en-US" altLang="en-US" sz="3200" dirty="0">
                <a:solidFill>
                  <a:prstClr val="black"/>
                </a:solidFill>
                <a:latin typeface="Tw Cen MT Condensed Extra Bold" panose="020B0803020202020204" pitchFamily="34" charset="0"/>
                <a:hlinkClick r:id="rId3"/>
              </a:rPr>
              <a:t>Writing Booklet Task 1 p. 6-17.pptx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</a:rPr>
              <a:t>, we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</a:rPr>
              <a:t>Did Task Form practice 3, Task 4 Completing a Course application form for Cardiff &amp; Vale College.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3200" dirty="0">
                <a:solidFill>
                  <a:prstClr val="black"/>
                </a:solidFill>
                <a:latin typeface="Abadi ExtraLight" panose="020B0204020104020204" pitchFamily="34" charset="0"/>
              </a:rPr>
              <a:t>Using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w Cen MT Condensed Extra Bold" panose="020B0803020202020204" pitchFamily="34" charset="0"/>
                <a:hlinkClick r:id="rId4"/>
              </a:rPr>
              <a:t>Unit 8 The Media - Writing styles.pptx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w Cen MT Condensed Extra Bold" panose="020B0803020202020204" pitchFamily="34" charset="0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</a:rPr>
              <a:t>and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w Cen MT Condensed Extra Bold" panose="020B0803020202020204" pitchFamily="34" charset="0"/>
                <a:hlinkClick r:id="rId5"/>
              </a:rPr>
              <a:t>Unit 8 The Media - Writing styles.pdf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w Cen MT Condensed Extra Bold" panose="020B0803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Light" panose="020B0204020104020204" pitchFamily="34" charset="0"/>
              </a:rPr>
              <a:t>We looked at writing in different registers.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3200" u="sng" dirty="0">
                <a:latin typeface="Abadi ExtraLight" panose="020B0204020104020204" pitchFamily="34" charset="0"/>
              </a:rPr>
              <a:t>Homework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en-US" sz="32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Light" panose="020B0204020104020204" pitchFamily="34" charset="0"/>
              </a:rPr>
              <a:t>Complete </a:t>
            </a:r>
            <a:r>
              <a:rPr lang="en-US" altLang="en-US" sz="3200" dirty="0">
                <a:solidFill>
                  <a:prstClr val="black"/>
                </a:solidFill>
                <a:latin typeface="Tw Cen MT Condensed Extra Bold" panose="020B0803020202020204" pitchFamily="34" charset="0"/>
                <a:hlinkClick r:id="rId3"/>
              </a:rPr>
              <a:t>Writing Booklet Task 1 p. 6-17.pptx </a:t>
            </a:r>
            <a:endParaRPr kumimoji="0" lang="en-US" altLang="en-US" sz="32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w Cen MT Condensed Extra Bold" panose="020B0803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EE9958D-C6B0-F896-A17D-2FD21CCA1E1D}"/>
              </a:ext>
            </a:extLst>
          </p:cNvPr>
          <p:cNvGrpSpPr>
            <a:grpSpLocks noChangeAspect="1"/>
          </p:cNvGrpSpPr>
          <p:nvPr/>
        </p:nvGrpSpPr>
        <p:grpSpPr>
          <a:xfrm>
            <a:off x="459879" y="1359543"/>
            <a:ext cx="297374" cy="297521"/>
            <a:chOff x="1752597" y="2171695"/>
            <a:chExt cx="4317849" cy="4320005"/>
          </a:xfrm>
        </p:grpSpPr>
        <p:sp>
          <p:nvSpPr>
            <p:cNvPr id="4" name="Free-form: Shape 3">
              <a:extLst>
                <a:ext uri="{FF2B5EF4-FFF2-40B4-BE49-F238E27FC236}">
                  <a16:creationId xmlns:a16="http://schemas.microsoft.com/office/drawing/2014/main" id="{C43BB176-C93A-9E8D-4E2D-13FE586355DC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5" name="Free-form: Shape 4">
              <a:extLst>
                <a:ext uri="{FF2B5EF4-FFF2-40B4-BE49-F238E27FC236}">
                  <a16:creationId xmlns:a16="http://schemas.microsoft.com/office/drawing/2014/main" id="{A1A1CE13-D93D-3590-0E2D-60EB2AE8436B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82CF429-1FB8-7E68-A73E-CBEA85C5AB68}"/>
              </a:ext>
            </a:extLst>
          </p:cNvPr>
          <p:cNvGrpSpPr>
            <a:grpSpLocks noChangeAspect="1"/>
          </p:cNvGrpSpPr>
          <p:nvPr/>
        </p:nvGrpSpPr>
        <p:grpSpPr>
          <a:xfrm>
            <a:off x="459879" y="1788016"/>
            <a:ext cx="297374" cy="297521"/>
            <a:chOff x="1752597" y="2171695"/>
            <a:chExt cx="4317849" cy="4320005"/>
          </a:xfrm>
        </p:grpSpPr>
        <p:sp>
          <p:nvSpPr>
            <p:cNvPr id="7" name="Free-form: Shape 6">
              <a:extLst>
                <a:ext uri="{FF2B5EF4-FFF2-40B4-BE49-F238E27FC236}">
                  <a16:creationId xmlns:a16="http://schemas.microsoft.com/office/drawing/2014/main" id="{C3AA3E77-86DB-6091-DC1E-48BE5AC9497B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9DEBD65C-8EF1-C93E-1265-C379324A5A84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A5B486C-D04B-84EE-8584-BFDEAAE99063}"/>
              </a:ext>
            </a:extLst>
          </p:cNvPr>
          <p:cNvGrpSpPr>
            <a:grpSpLocks noChangeAspect="1"/>
          </p:cNvGrpSpPr>
          <p:nvPr/>
        </p:nvGrpSpPr>
        <p:grpSpPr>
          <a:xfrm>
            <a:off x="459879" y="2189576"/>
            <a:ext cx="297374" cy="297521"/>
            <a:chOff x="1752597" y="2171695"/>
            <a:chExt cx="4317849" cy="4320005"/>
          </a:xfrm>
        </p:grpSpPr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E5FC05E1-11FD-F3AF-C875-1496C006613C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880853D2-4037-8775-4C4A-B38E18FC5C99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DA1A186-9B61-3A34-F125-73E6FBB69382}"/>
              </a:ext>
            </a:extLst>
          </p:cNvPr>
          <p:cNvGrpSpPr>
            <a:grpSpLocks noChangeAspect="1"/>
          </p:cNvGrpSpPr>
          <p:nvPr/>
        </p:nvGrpSpPr>
        <p:grpSpPr>
          <a:xfrm>
            <a:off x="459879" y="2566574"/>
            <a:ext cx="297374" cy="297521"/>
            <a:chOff x="1752597" y="2171695"/>
            <a:chExt cx="4317849" cy="4320005"/>
          </a:xfrm>
        </p:grpSpPr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D4C10ECF-1D5C-C3C1-4EC1-3FED9418361E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BB299A2F-98A4-2431-FAF9-F7B1738692E2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4EAC7C6-F9AB-FF0F-9F8B-3540B4B2737F}"/>
              </a:ext>
            </a:extLst>
          </p:cNvPr>
          <p:cNvGrpSpPr>
            <a:grpSpLocks noChangeAspect="1"/>
          </p:cNvGrpSpPr>
          <p:nvPr/>
        </p:nvGrpSpPr>
        <p:grpSpPr>
          <a:xfrm>
            <a:off x="459879" y="2932375"/>
            <a:ext cx="297374" cy="297521"/>
            <a:chOff x="1752597" y="2171695"/>
            <a:chExt cx="4317849" cy="4320005"/>
          </a:xfrm>
        </p:grpSpPr>
        <p:sp>
          <p:nvSpPr>
            <p:cNvPr id="16" name="Free-form: Shape 15">
              <a:extLst>
                <a:ext uri="{FF2B5EF4-FFF2-40B4-BE49-F238E27FC236}">
                  <a16:creationId xmlns:a16="http://schemas.microsoft.com/office/drawing/2014/main" id="{2CD8A361-716E-E83A-47EC-2144FD04C956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7" name="Free-form: Shape 16">
              <a:extLst>
                <a:ext uri="{FF2B5EF4-FFF2-40B4-BE49-F238E27FC236}">
                  <a16:creationId xmlns:a16="http://schemas.microsoft.com/office/drawing/2014/main" id="{653445BA-A75F-FAA4-662F-3FDEB141B184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0440D60-0CE4-AD79-F915-FD17B06E3A97}"/>
              </a:ext>
            </a:extLst>
          </p:cNvPr>
          <p:cNvGrpSpPr>
            <a:grpSpLocks noChangeAspect="1"/>
          </p:cNvGrpSpPr>
          <p:nvPr/>
        </p:nvGrpSpPr>
        <p:grpSpPr>
          <a:xfrm>
            <a:off x="459879" y="3359477"/>
            <a:ext cx="297374" cy="297521"/>
            <a:chOff x="1752597" y="2171695"/>
            <a:chExt cx="4317849" cy="4320005"/>
          </a:xfrm>
        </p:grpSpPr>
        <p:sp>
          <p:nvSpPr>
            <p:cNvPr id="19" name="Free-form: Shape 18">
              <a:extLst>
                <a:ext uri="{FF2B5EF4-FFF2-40B4-BE49-F238E27FC236}">
                  <a16:creationId xmlns:a16="http://schemas.microsoft.com/office/drawing/2014/main" id="{6E69301B-0487-7087-71FD-C921EF29B929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0" name="Free-form: Shape 19">
              <a:extLst>
                <a:ext uri="{FF2B5EF4-FFF2-40B4-BE49-F238E27FC236}">
                  <a16:creationId xmlns:a16="http://schemas.microsoft.com/office/drawing/2014/main" id="{016E8D2E-62BE-28ED-2252-E287564DD238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AC4992A-F412-C650-D49C-DA8AF9EA7B06}"/>
              </a:ext>
            </a:extLst>
          </p:cNvPr>
          <p:cNvGrpSpPr>
            <a:grpSpLocks noChangeAspect="1"/>
          </p:cNvGrpSpPr>
          <p:nvPr/>
        </p:nvGrpSpPr>
        <p:grpSpPr>
          <a:xfrm>
            <a:off x="459879" y="3786571"/>
            <a:ext cx="297374" cy="297521"/>
            <a:chOff x="1752597" y="2171695"/>
            <a:chExt cx="4317849" cy="4320005"/>
          </a:xfrm>
        </p:grpSpPr>
        <p:sp>
          <p:nvSpPr>
            <p:cNvPr id="22" name="Free-form: Shape 21">
              <a:extLst>
                <a:ext uri="{FF2B5EF4-FFF2-40B4-BE49-F238E27FC236}">
                  <a16:creationId xmlns:a16="http://schemas.microsoft.com/office/drawing/2014/main" id="{AF51B602-9080-5AF9-40CF-3411F5995503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3" name="Free-form: Shape 22">
              <a:extLst>
                <a:ext uri="{FF2B5EF4-FFF2-40B4-BE49-F238E27FC236}">
                  <a16:creationId xmlns:a16="http://schemas.microsoft.com/office/drawing/2014/main" id="{A9D5D0EA-3BB8-2DBD-AB4B-93E20D80B9EA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ACDCF96-68E0-7AA6-4F4A-2B7970C6C2F4}"/>
              </a:ext>
            </a:extLst>
          </p:cNvPr>
          <p:cNvGrpSpPr>
            <a:grpSpLocks noChangeAspect="1"/>
          </p:cNvGrpSpPr>
          <p:nvPr/>
        </p:nvGrpSpPr>
        <p:grpSpPr>
          <a:xfrm>
            <a:off x="459879" y="4190321"/>
            <a:ext cx="297374" cy="297521"/>
            <a:chOff x="1752597" y="2171695"/>
            <a:chExt cx="4317849" cy="4320005"/>
          </a:xfrm>
        </p:grpSpPr>
        <p:sp>
          <p:nvSpPr>
            <p:cNvPr id="25" name="Free-form: Shape 24">
              <a:extLst>
                <a:ext uri="{FF2B5EF4-FFF2-40B4-BE49-F238E27FC236}">
                  <a16:creationId xmlns:a16="http://schemas.microsoft.com/office/drawing/2014/main" id="{21847504-F0D8-A34B-52AB-465CB6985E0A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6" name="Free-form: Shape 25">
              <a:extLst>
                <a:ext uri="{FF2B5EF4-FFF2-40B4-BE49-F238E27FC236}">
                  <a16:creationId xmlns:a16="http://schemas.microsoft.com/office/drawing/2014/main" id="{19D01D59-8F63-2EC7-A14A-133E4E4BFD3B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0D91342-1C87-A990-0731-606C5CAB59A3}"/>
              </a:ext>
            </a:extLst>
          </p:cNvPr>
          <p:cNvGrpSpPr>
            <a:grpSpLocks noChangeAspect="1"/>
          </p:cNvGrpSpPr>
          <p:nvPr/>
        </p:nvGrpSpPr>
        <p:grpSpPr>
          <a:xfrm>
            <a:off x="459876" y="4772464"/>
            <a:ext cx="297374" cy="297521"/>
            <a:chOff x="1752597" y="2171695"/>
            <a:chExt cx="4317849" cy="4320005"/>
          </a:xfrm>
        </p:grpSpPr>
        <p:sp>
          <p:nvSpPr>
            <p:cNvPr id="28" name="Free-form: Shape 27">
              <a:extLst>
                <a:ext uri="{FF2B5EF4-FFF2-40B4-BE49-F238E27FC236}">
                  <a16:creationId xmlns:a16="http://schemas.microsoft.com/office/drawing/2014/main" id="{2D389DEC-D17D-08AC-CAC3-A00D833723B5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9" name="Free-form: Shape 28">
              <a:extLst>
                <a:ext uri="{FF2B5EF4-FFF2-40B4-BE49-F238E27FC236}">
                  <a16:creationId xmlns:a16="http://schemas.microsoft.com/office/drawing/2014/main" id="{40B4DAA1-ACC2-4ECC-237E-70F14A9E0310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0536215-D1F9-31CF-A8AC-AC8E98D74222}"/>
              </a:ext>
            </a:extLst>
          </p:cNvPr>
          <p:cNvGrpSpPr>
            <a:grpSpLocks noChangeAspect="1"/>
          </p:cNvGrpSpPr>
          <p:nvPr/>
        </p:nvGrpSpPr>
        <p:grpSpPr>
          <a:xfrm>
            <a:off x="459873" y="5219697"/>
            <a:ext cx="297374" cy="297521"/>
            <a:chOff x="1752597" y="2171695"/>
            <a:chExt cx="4317849" cy="4320005"/>
          </a:xfrm>
        </p:grpSpPr>
        <p:sp>
          <p:nvSpPr>
            <p:cNvPr id="31" name="Free-form: Shape 30">
              <a:extLst>
                <a:ext uri="{FF2B5EF4-FFF2-40B4-BE49-F238E27FC236}">
                  <a16:creationId xmlns:a16="http://schemas.microsoft.com/office/drawing/2014/main" id="{14BEBCFA-1B67-BA86-2CF1-81BC48520321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32" name="Free-form: Shape 31">
              <a:extLst>
                <a:ext uri="{FF2B5EF4-FFF2-40B4-BE49-F238E27FC236}">
                  <a16:creationId xmlns:a16="http://schemas.microsoft.com/office/drawing/2014/main" id="{3A40550B-4B06-2103-AA7E-4BCACD8E65E2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3676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SCC1P05 2025-2026 Class PowerPoint Template" id="{F58FAF5F-5C02-4A36-BBBE-708991514D85}" vid="{06B0B8DE-CAF2-47FC-91F8-BBC73CB6C2F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BAE2A75-91E6-45B9-BE86-3F74E8E01083}">
  <ds:schemaRefs>
    <ds:schemaRef ds:uri="http://purl.org/dc/terms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purl.org/dc/dcmitype/"/>
    <ds:schemaRef ds:uri="31635c7e-3a11-4128-b6ca-f17fd774e46d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F73F448F-E087-440A-9038-97459CD6A5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635c7e-3a11-4128-b6ca-f17fd774e4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A1B1BDD-EA00-4C30-A779-184695A53C1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342</Words>
  <Application>Microsoft Office PowerPoint</Application>
  <PresentationFormat>Widescreen</PresentationFormat>
  <Paragraphs>40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Abadi ExtraLight</vt:lpstr>
      <vt:lpstr>ADLaM Display</vt:lpstr>
      <vt:lpstr>Aptos</vt:lpstr>
      <vt:lpstr>Aptos Display</vt:lpstr>
      <vt:lpstr>Arial</vt:lpstr>
      <vt:lpstr>Tw Cen MT Condensed Extra Bold</vt:lpstr>
      <vt:lpstr>office theme</vt:lpstr>
      <vt:lpstr>1_office theme</vt:lpstr>
      <vt:lpstr>ESCCCP24 2025-2026 5 Mar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Andrew Patterson</cp:lastModifiedBy>
  <cp:revision>14</cp:revision>
  <dcterms:created xsi:type="dcterms:W3CDTF">2026-03-04T09:45:31Z</dcterms:created>
  <dcterms:modified xsi:type="dcterms:W3CDTF">2026-03-10T12:32:01Z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</Properties>
</file>