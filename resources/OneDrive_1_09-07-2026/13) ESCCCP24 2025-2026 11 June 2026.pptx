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61" r:id="rId7"/>
    <p:sldId id="359" r:id="rId8"/>
    <p:sldId id="360" r:id="rId9"/>
    <p:sldId id="362" r:id="rId10"/>
    <p:sldId id="262" r:id="rId11"/>
    <p:sldId id="361" r:id="rId12"/>
    <p:sldId id="304" r:id="rId13"/>
    <p:sldId id="363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24DA07-70E9-41EF-A179-BEDB5A03BEE9}" v="21" dt="2026-06-12T10:43:49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340A04FB-801D-4D33-9372-268FA29A2369}"/>
    <pc:docChg chg="undo custSel addSld delSld modSld sldOrd">
      <pc:chgData name="Andrew Patterson" userId="6c8ffccf-7c1b-4173-8b93-861005bd5f70" providerId="ADAL" clId="{340A04FB-801D-4D33-9372-268FA29A2369}" dt="2026-06-12T10:44:12.192" v="514" actId="1076"/>
      <pc:docMkLst>
        <pc:docMk/>
      </pc:docMkLst>
      <pc:sldChg chg="addSp delSp modSp mod">
        <pc:chgData name="Andrew Patterson" userId="6c8ffccf-7c1b-4173-8b93-861005bd5f70" providerId="ADAL" clId="{340A04FB-801D-4D33-9372-268FA29A2369}" dt="2026-06-11T09:08:17.557" v="12" actId="1076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6-11T09:07:58.901" v="9" actId="103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ndrew Patterson" userId="6c8ffccf-7c1b-4173-8b93-861005bd5f70" providerId="ADAL" clId="{340A04FB-801D-4D33-9372-268FA29A2369}" dt="2026-06-11T09:07:26.384" v="1" actId="478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Andrew Patterson" userId="6c8ffccf-7c1b-4173-8b93-861005bd5f70" providerId="ADAL" clId="{340A04FB-801D-4D33-9372-268FA29A2369}" dt="2026-06-11T09:08:17.557" v="12" actId="1076"/>
          <ac:picMkLst>
            <pc:docMk/>
            <pc:sldMk cId="109857222" sldId="256"/>
            <ac:picMk id="4" creationId="{0935B77E-12FD-EF6B-5F56-9E525FAF1821}"/>
          </ac:picMkLst>
        </pc:picChg>
      </pc:sldChg>
      <pc:sldChg chg="modSp add mod">
        <pc:chgData name="Andrew Patterson" userId="6c8ffccf-7c1b-4173-8b93-861005bd5f70" providerId="ADAL" clId="{340A04FB-801D-4D33-9372-268FA29A2369}" dt="2026-06-11T09:08:52.333" v="16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6-11T09:08:52.333" v="16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add">
        <pc:chgData name="Andrew Patterson" userId="6c8ffccf-7c1b-4173-8b93-861005bd5f70" providerId="ADAL" clId="{340A04FB-801D-4D33-9372-268FA29A2369}" dt="2026-06-11T09:11:46.240" v="18"/>
        <pc:sldMkLst>
          <pc:docMk/>
          <pc:sldMk cId="748540512" sldId="262"/>
        </pc:sldMkLst>
      </pc:sldChg>
      <pc:sldChg chg="add">
        <pc:chgData name="Andrew Patterson" userId="6c8ffccf-7c1b-4173-8b93-861005bd5f70" providerId="ADAL" clId="{340A04FB-801D-4D33-9372-268FA29A2369}" dt="2026-06-12T10:42:29.969" v="486"/>
        <pc:sldMkLst>
          <pc:docMk/>
          <pc:sldMk cId="4122186183" sldId="281"/>
        </pc:sldMkLst>
      </pc:sldChg>
      <pc:sldChg chg="modSp add mod">
        <pc:chgData name="Andrew Patterson" userId="6c8ffccf-7c1b-4173-8b93-861005bd5f70" providerId="ADAL" clId="{340A04FB-801D-4D33-9372-268FA29A2369}" dt="2026-06-11T09:12:15.848" v="22" actId="20577"/>
        <pc:sldMkLst>
          <pc:docMk/>
          <pc:sldMk cId="287456303" sldId="304"/>
        </pc:sldMkLst>
        <pc:spChg chg="mod">
          <ac:chgData name="Andrew Patterson" userId="6c8ffccf-7c1b-4173-8b93-861005bd5f70" providerId="ADAL" clId="{340A04FB-801D-4D33-9372-268FA29A2369}" dt="2026-06-11T09:12:15.848" v="22" actId="20577"/>
          <ac:spMkLst>
            <pc:docMk/>
            <pc:sldMk cId="287456303" sldId="304"/>
            <ac:spMk id="2" creationId="{F3291680-9B74-8648-9B46-823E54DA941C}"/>
          </ac:spMkLst>
        </pc:spChg>
      </pc:sldChg>
      <pc:sldChg chg="add">
        <pc:chgData name="Andrew Patterson" userId="6c8ffccf-7c1b-4173-8b93-861005bd5f70" providerId="ADAL" clId="{340A04FB-801D-4D33-9372-268FA29A2369}" dt="2026-06-11T09:11:00.919" v="17"/>
        <pc:sldMkLst>
          <pc:docMk/>
          <pc:sldMk cId="485323196" sldId="359"/>
        </pc:sldMkLst>
      </pc:sldChg>
      <pc:sldChg chg="add">
        <pc:chgData name="Andrew Patterson" userId="6c8ffccf-7c1b-4173-8b93-861005bd5f70" providerId="ADAL" clId="{340A04FB-801D-4D33-9372-268FA29A2369}" dt="2026-06-11T09:11:00.919" v="17"/>
        <pc:sldMkLst>
          <pc:docMk/>
          <pc:sldMk cId="4171211250" sldId="360"/>
        </pc:sldMkLst>
      </pc:sldChg>
      <pc:sldChg chg="addSp modSp new mod">
        <pc:chgData name="Andrew Patterson" userId="6c8ffccf-7c1b-4173-8b93-861005bd5f70" providerId="ADAL" clId="{340A04FB-801D-4D33-9372-268FA29A2369}" dt="2026-06-11T15:43:19.215" v="43" actId="1076"/>
        <pc:sldMkLst>
          <pc:docMk/>
          <pc:sldMk cId="1054613604" sldId="361"/>
        </pc:sldMkLst>
        <pc:spChg chg="add mod">
          <ac:chgData name="Andrew Patterson" userId="6c8ffccf-7c1b-4173-8b93-861005bd5f70" providerId="ADAL" clId="{340A04FB-801D-4D33-9372-268FA29A2369}" dt="2026-06-11T15:39:26.067" v="28" actId="1076"/>
          <ac:spMkLst>
            <pc:docMk/>
            <pc:sldMk cId="1054613604" sldId="361"/>
            <ac:spMk id="3" creationId="{CE622119-B136-CAB5-45AE-F527233B5023}"/>
          </ac:spMkLst>
        </pc:spChg>
        <pc:spChg chg="add mod">
          <ac:chgData name="Andrew Patterson" userId="6c8ffccf-7c1b-4173-8b93-861005bd5f70" providerId="ADAL" clId="{340A04FB-801D-4D33-9372-268FA29A2369}" dt="2026-06-11T15:41:51.244" v="35" actId="1076"/>
          <ac:spMkLst>
            <pc:docMk/>
            <pc:sldMk cId="1054613604" sldId="361"/>
            <ac:spMk id="5" creationId="{65BEBCB4-E018-7CEF-6082-759AB2276E1F}"/>
          </ac:spMkLst>
        </pc:spChg>
        <pc:spChg chg="add mod">
          <ac:chgData name="Andrew Patterson" userId="6c8ffccf-7c1b-4173-8b93-861005bd5f70" providerId="ADAL" clId="{340A04FB-801D-4D33-9372-268FA29A2369}" dt="2026-06-11T15:43:19.215" v="43" actId="1076"/>
          <ac:spMkLst>
            <pc:docMk/>
            <pc:sldMk cId="1054613604" sldId="361"/>
            <ac:spMk id="7" creationId="{92E4C5BD-2707-27A7-9FEF-26F22B75BA97}"/>
          </ac:spMkLst>
        </pc:spChg>
      </pc:sldChg>
      <pc:sldChg chg="addSp modSp new mod">
        <pc:chgData name="Andrew Patterson" userId="6c8ffccf-7c1b-4173-8b93-861005bd5f70" providerId="ADAL" clId="{340A04FB-801D-4D33-9372-268FA29A2369}" dt="2026-06-11T17:33:37.173" v="329" actId="313"/>
        <pc:sldMkLst>
          <pc:docMk/>
          <pc:sldMk cId="4191899331" sldId="362"/>
        </pc:sldMkLst>
        <pc:spChg chg="add mod">
          <ac:chgData name="Andrew Patterson" userId="6c8ffccf-7c1b-4173-8b93-861005bd5f70" providerId="ADAL" clId="{340A04FB-801D-4D33-9372-268FA29A2369}" dt="2026-06-11T17:33:37.173" v="329" actId="313"/>
          <ac:spMkLst>
            <pc:docMk/>
            <pc:sldMk cId="4191899331" sldId="362"/>
            <ac:spMk id="2" creationId="{F459027F-8A26-8E9B-91F3-F30D4B682665}"/>
          </ac:spMkLst>
        </pc:spChg>
      </pc:sldChg>
      <pc:sldChg chg="addSp modSp new mod ord">
        <pc:chgData name="Andrew Patterson" userId="6c8ffccf-7c1b-4173-8b93-861005bd5f70" providerId="ADAL" clId="{340A04FB-801D-4D33-9372-268FA29A2369}" dt="2026-06-12T10:44:12.192" v="514" actId="1076"/>
        <pc:sldMkLst>
          <pc:docMk/>
          <pc:sldMk cId="1156977069" sldId="363"/>
        </pc:sldMkLst>
        <pc:spChg chg="add mod">
          <ac:chgData name="Andrew Patterson" userId="6c8ffccf-7c1b-4173-8b93-861005bd5f70" providerId="ADAL" clId="{340A04FB-801D-4D33-9372-268FA29A2369}" dt="2026-06-12T10:44:12.192" v="514" actId="1076"/>
          <ac:spMkLst>
            <pc:docMk/>
            <pc:sldMk cId="1156977069" sldId="363"/>
            <ac:spMk id="2" creationId="{545A25EC-5A01-879E-5015-4DF68032EAD9}"/>
          </ac:spMkLst>
        </pc:spChg>
      </pc:sldChg>
      <pc:sldChg chg="new del">
        <pc:chgData name="Andrew Patterson" userId="6c8ffccf-7c1b-4173-8b93-861005bd5f70" providerId="ADAL" clId="{340A04FB-801D-4D33-9372-268FA29A2369}" dt="2026-06-12T10:42:33.092" v="487" actId="47"/>
        <pc:sldMkLst>
          <pc:docMk/>
          <pc:sldMk cId="4217262377" sldId="3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07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32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0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761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492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226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493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002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106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5010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5306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07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5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ZBJlYRR-VTJ64Jv7FsRwXATvBPS4ZaXuxkJm6AtcedVo?e=bE2HJL" TargetMode="External"/><Relationship Id="rId2" Type="http://schemas.openxmlformats.org/officeDocument/2006/relationships/hyperlink" Target="https://thecardiffandvalecollege.sharepoint.com/:f:/s/Section_ESCCCP24_2025_2026/IgDMfKMKdgDJTL4c1t7P7muSAe1pRCG_bx73wT-d3LdIzFU?e=hetH6e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A_W708KlZNQruFC3qK37cuAcAqP3B6CVvZN7IA16LAJIY?e=m0D4E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V2cYvIoU7Q6_lGTXulGe0AUPWW5H3B1Kbo93z_0Y8n4M?e=T7M5Sh" TargetMode="External"/><Relationship Id="rId2" Type="http://schemas.openxmlformats.org/officeDocument/2006/relationships/hyperlink" Target="https://thecardiffandvalecollege.sharepoint.com/:w:/s/Section_ESCCCP24_2025_2026/IQDx76MlbBaARo-kXWSUnhMjAejla2R6yGkVv7zR8gMrGYg?e=nEuTIH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BT49Ld_sulSL0i_gUiyXgHAZAzGD58vItos0yBssS9eDM?e=0VMVmA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V2cYvIoU7Q6_lGTXulGe0AUPWW5H3B1Kbo93z_0Y8n4M?e=T7M5Sh" TargetMode="External"/><Relationship Id="rId2" Type="http://schemas.openxmlformats.org/officeDocument/2006/relationships/hyperlink" Target="https://thecardiffandvalecollege.sharepoint.com/:w:/s/Section_ESCCCP24_2025_2026/IQDx76MlbBaARo-kXWSUnhMjAejla2R6yGkVv7zR8gMrGYg?e=nEuTIH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BT49Ld_sulSL0i_gUiyXgHAZAzGD58vItos0yBssS9eDM?e=0VMVmA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4" y="2651360"/>
            <a:ext cx="9144000" cy="2387600"/>
          </a:xfrm>
        </p:spPr>
        <p:txBody>
          <a:bodyPr/>
          <a:lstStyle/>
          <a:p>
            <a:r>
              <a:rPr lang="en-US" dirty="0"/>
              <a:t>12) ESCCCP24 2025-2026 4 June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5B77E-12FD-EF6B-5F56-9E525FAF1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030" y="575782"/>
            <a:ext cx="2615854" cy="61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11 June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1D90-86D9-9934-CE01-A56E88B5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C2DFC7-94E2-877A-5429-E20141D0718D}"/>
              </a:ext>
            </a:extLst>
          </p:cNvPr>
          <p:cNvSpPr txBox="1"/>
          <p:nvPr/>
        </p:nvSpPr>
        <p:spPr>
          <a:xfrm>
            <a:off x="1254175" y="586719"/>
            <a:ext cx="108278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Work from Thu 21 May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finished progress test 2.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Progress Test 2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the reading booklet p. 28-29, we completed a 3.2 exercise while those who had not started completed the test.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Johns Crazy Socks.pptx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and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identifying main points - John's socks.pdf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did a reading exercise that identified main points. 1.1.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Those who haven’t done so, complete using the reading booklet p. 28-29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Complete the writing task from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Johns Crazy Socks.pptx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D664E6-8D90-4FA0-1624-588FDA2A860A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645348"/>
            <a:ext cx="395804" cy="396000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9BCD7B24-BC74-D0F7-271F-06307F8DDCF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4069DCEA-DD88-684F-AF9C-147F1C47F45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37A73F1-FB51-6EE8-0C98-8A195B2C92B5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1132721"/>
            <a:ext cx="395804" cy="396000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9814F30-C618-8F33-4F8E-996B56B7169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BC2F6EBF-78D4-716F-B06A-B86ACDE0F3AD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E83FFFA-0CB4-8EE9-9916-1A68BD9241FB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1642088"/>
            <a:ext cx="395804" cy="396000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BE8A788E-5D34-4A69-8BC1-6EA48C89752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7FE778B9-C42F-23EE-69D9-9C396371700D}"/>
                </a:ext>
              </a:extLst>
            </p:cNvPr>
            <p:cNvSpPr/>
            <p:nvPr/>
          </p:nvSpPr>
          <p:spPr>
            <a:xfrm>
              <a:off x="1752597" y="2171695"/>
              <a:ext cx="4317805" cy="2160003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EBB9F0-563B-9478-A703-BEA4B26E7AB4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2603678"/>
            <a:ext cx="395804" cy="396000"/>
            <a:chOff x="1752601" y="2171698"/>
            <a:chExt cx="4317847" cy="4320004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6874D4B-882B-7780-C69D-19C04C54C352}"/>
                </a:ext>
              </a:extLst>
            </p:cNvPr>
            <p:cNvSpPr/>
            <p:nvPr/>
          </p:nvSpPr>
          <p:spPr>
            <a:xfrm>
              <a:off x="1753779" y="4331700"/>
              <a:ext cx="4316669" cy="2160002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CEF739D0-AAE7-AA28-D47F-BA27B8D27E9B}"/>
                </a:ext>
              </a:extLst>
            </p:cNvPr>
            <p:cNvSpPr/>
            <p:nvPr/>
          </p:nvSpPr>
          <p:spPr>
            <a:xfrm>
              <a:off x="1752601" y="2171698"/>
              <a:ext cx="4317803" cy="2160002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B524C5-0DC2-14DD-934C-24E3A6C934BB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107738"/>
            <a:ext cx="395804" cy="396000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EBF3BC9D-C9F0-2A2A-612B-BB274D38E6B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5B109005-38E2-3545-62F3-871A419B99D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DCA090-0D80-122D-8591-BE10D12A06CB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559942"/>
            <a:ext cx="395804" cy="396000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06B853D9-7F94-F149-A569-C3FC69D8EA8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2B4CBA5C-F739-94FE-B317-DACBD37B9E9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95BCF8-EF89-3619-84ED-79A71C120BF5}"/>
              </a:ext>
            </a:extLst>
          </p:cNvPr>
          <p:cNvGrpSpPr>
            <a:grpSpLocks noChangeAspect="1"/>
          </p:cNvGrpSpPr>
          <p:nvPr/>
        </p:nvGrpSpPr>
        <p:grpSpPr>
          <a:xfrm>
            <a:off x="860875" y="4102082"/>
            <a:ext cx="395804" cy="396000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A92238D0-5607-2BF1-ADDC-BAD817F019B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02152D85-4C04-51E0-0625-92ABF2A369E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9D6631-F6D9-D3FF-D4C0-C6C4ED7FB322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4554286"/>
            <a:ext cx="395804" cy="396000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F53CC045-B0A4-DE91-C427-DEB2C6441EA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989B6017-2C87-0D62-D61F-43F7CE38DA8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BF1CD2-040C-4258-5BBA-D494420EF326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5528069"/>
            <a:ext cx="395804" cy="396000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76887549-2533-1A2D-E92F-06459BEFFCD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80988506-1E33-0700-9C0D-675FF21552A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532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A6AA-3CCB-57AB-AE1A-CC679C19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B99550-9FEF-F1FA-3B06-63827F4BBBB3}"/>
              </a:ext>
            </a:extLst>
          </p:cNvPr>
          <p:cNvSpPr txBox="1"/>
          <p:nvPr/>
        </p:nvSpPr>
        <p:spPr>
          <a:xfrm>
            <a:off x="149902" y="216505"/>
            <a:ext cx="11872209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your progress test, one issue stood out: in transformation exercises (rewriting text using a given word), many of you kept all the original words instead of replacing them with the given word.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do exercises like this you need to identify:</a:t>
            </a:r>
          </a:p>
          <a:p>
            <a:pPr marL="457200" marR="0" lvl="0" indent="-45720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remains unchanged, (grey)</a:t>
            </a:r>
          </a:p>
          <a:p>
            <a:pPr marL="457200" marR="0" lvl="0" indent="-45720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will be replaced by the given word, and</a:t>
            </a:r>
          </a:p>
          <a:p>
            <a:pPr marL="457200" marR="0" lvl="0" indent="-45720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phrase that you need to use with the given word.</a:t>
            </a:r>
          </a:p>
          <a:p>
            <a:pPr marL="457200" marR="0" lvl="0" indent="-45720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3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e.g.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find my notes.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am sure I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left them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the desk.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kumimoji="0" lang="en-GB" sz="3200" b="0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must)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find my notes.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must have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left them 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the desk.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lot of you wrote something like:</a:t>
            </a: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sng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find my notes. I am sure I must have left them on the desk.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Some also joined these sentences when there was no good reason to do so.</a:t>
            </a:r>
          </a:p>
        </p:txBody>
      </p:sp>
    </p:spTree>
    <p:extLst>
      <p:ext uri="{BB962C8B-B14F-4D97-AF65-F5344CB8AC3E}">
        <p14:creationId xmlns:p14="http://schemas.microsoft.com/office/powerpoint/2010/main" val="417121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9027F-8A26-8E9B-91F3-F30D4B682665}"/>
              </a:ext>
            </a:extLst>
          </p:cNvPr>
          <p:cNvSpPr txBox="1"/>
          <p:nvPr/>
        </p:nvSpPr>
        <p:spPr>
          <a:xfrm>
            <a:off x="404734" y="674558"/>
            <a:ext cx="108678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e)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Police</a:t>
            </a:r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arrested</a:t>
            </a:r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3600" dirty="0">
                <a:solidFill>
                  <a:srgbClr val="00B05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 man </a:t>
            </a:r>
            <a:r>
              <a:rPr lang="en-GB" sz="36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 connection to the bank robbery</a:t>
            </a:r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→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 man </a:t>
            </a:r>
            <a:r>
              <a:rPr lang="en-GB" sz="3600" dirty="0">
                <a:solidFill>
                  <a:schemeClr val="accent2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was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arrested </a:t>
            </a:r>
            <a:r>
              <a:rPr lang="en-GB" sz="36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 connection to </a:t>
            </a:r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the bank robbery.</a:t>
            </a:r>
          </a:p>
          <a:p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d)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They</a:t>
            </a:r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3600" dirty="0">
                <a:solidFill>
                  <a:schemeClr val="accent2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will not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release </a:t>
            </a:r>
            <a:r>
              <a:rPr lang="en-GB" sz="3600" dirty="0">
                <a:solidFill>
                  <a:srgbClr val="00B05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the final report </a:t>
            </a:r>
            <a:r>
              <a:rPr lang="en-GB" sz="36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until July</a:t>
            </a:r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→ </a:t>
            </a:r>
            <a:r>
              <a:rPr lang="en-GB" sz="36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The final report </a:t>
            </a:r>
            <a:r>
              <a:rPr lang="en-GB" sz="3600" dirty="0">
                <a:solidFill>
                  <a:schemeClr val="accent2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will not be </a:t>
            </a:r>
            <a:r>
              <a:rPr lang="en-GB" sz="36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released </a:t>
            </a:r>
            <a:r>
              <a:rPr lang="en-GB" sz="36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until July</a:t>
            </a:r>
            <a:r>
              <a:rPr lang="en-GB" sz="3600" dirty="0">
                <a:latin typeface="Tw Cen MT Condensed Extra Bold" panose="020B08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  <a:endParaRPr lang="en-GB" sz="3600" dirty="0">
              <a:solidFill>
                <a:schemeClr val="accent2"/>
              </a:solidFill>
              <a:latin typeface="Tw Cen MT Condensed Extra Bold" panose="020B0803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GB" sz="3600"/>
              <a:t>Search for “The </a:t>
            </a:r>
            <a:r>
              <a:rPr lang="en-GB" sz="3600" dirty="0"/>
              <a:t>15 tenses </a:t>
            </a:r>
            <a:r>
              <a:rPr lang="en-GB" sz="3600"/>
              <a:t>of English”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191899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622119-B136-CAB5-45AE-F527233B5023}"/>
              </a:ext>
            </a:extLst>
          </p:cNvPr>
          <p:cNvSpPr txBox="1"/>
          <p:nvPr/>
        </p:nvSpPr>
        <p:spPr>
          <a:xfrm>
            <a:off x="1262921" y="602317"/>
            <a:ext cx="69966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2"/>
              </a:rPr>
              <a:t>LEVEL 2 PROGRESS TEST 2 – Term 3 2026 ANSWER KEY.docx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EBCB4-E018-7CEF-6082-759AB2276E1F}"/>
              </a:ext>
            </a:extLst>
          </p:cNvPr>
          <p:cNvSpPr txBox="1"/>
          <p:nvPr/>
        </p:nvSpPr>
        <p:spPr>
          <a:xfrm>
            <a:off x="1262921" y="1966422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3"/>
              </a:rPr>
              <a:t>Plus FCE Opinion Piece.pptx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4C5BD-2707-27A7-9FEF-26F22B75BA97}"/>
              </a:ext>
            </a:extLst>
          </p:cNvPr>
          <p:cNvSpPr txBox="1"/>
          <p:nvPr/>
        </p:nvSpPr>
        <p:spPr>
          <a:xfrm>
            <a:off x="1262921" y="2844225"/>
            <a:ext cx="79860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4"/>
              </a:rPr>
              <a:t>06)</a:t>
            </a:r>
            <a:r>
              <a:rPr lang="en-GB" sz="3200" dirty="0" err="1">
                <a:hlinkClick r:id="rId4"/>
              </a:rPr>
              <a:t>PlusFCE</a:t>
            </a:r>
            <a:r>
              <a:rPr lang="en-GB" sz="3200" dirty="0">
                <a:hlinkClick r:id="rId4"/>
              </a:rPr>
              <a:t> Discursive Essay_pp74-78.pdf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5461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11 June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A25EC-5A01-879E-5015-4DF68032EAD9}"/>
              </a:ext>
            </a:extLst>
          </p:cNvPr>
          <p:cNvSpPr txBox="1"/>
          <p:nvPr/>
        </p:nvSpPr>
        <p:spPr>
          <a:xfrm>
            <a:off x="507635" y="1659285"/>
            <a:ext cx="1117672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</a:rPr>
              <a:t>Using </a:t>
            </a:r>
            <a:r>
              <a:rPr lang="en-GB" sz="2800" dirty="0">
                <a:hlinkClick r:id="rId2"/>
              </a:rPr>
              <a:t>LEVEL 2 PROGRESS TEST 2 – Term 3 2026 ANSWER KEY.docx</a:t>
            </a:r>
            <a:r>
              <a:rPr lang="en-GB" sz="2800" dirty="0">
                <a:solidFill>
                  <a:prstClr val="black"/>
                </a:solidFill>
              </a:rPr>
              <a:t>, we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prstClr val="black"/>
                </a:solidFill>
              </a:rPr>
              <a:t>looked at some of the more common issues from the progress test.</a:t>
            </a:r>
          </a:p>
          <a:p>
            <a:r>
              <a:rPr lang="en-GB" sz="2800" dirty="0"/>
              <a:t>Using  </a:t>
            </a:r>
            <a:r>
              <a:rPr lang="en-GB" sz="2800" dirty="0">
                <a:hlinkClick r:id="rId3"/>
              </a:rPr>
              <a:t>Plus FCE Opinion Piece.pptx</a:t>
            </a:r>
            <a:r>
              <a:rPr lang="en-GB" sz="2800" dirty="0">
                <a:solidFill>
                  <a:prstClr val="black"/>
                </a:solidFill>
              </a:rPr>
              <a:t>, and </a:t>
            </a:r>
          </a:p>
          <a:p>
            <a:r>
              <a:rPr lang="en-GB" sz="2800" dirty="0">
                <a:hlinkClick r:id="rId4"/>
              </a:rPr>
              <a:t>06)</a:t>
            </a:r>
            <a:r>
              <a:rPr lang="en-GB" sz="2800" dirty="0" err="1">
                <a:hlinkClick r:id="rId4"/>
              </a:rPr>
              <a:t>PlusFCE</a:t>
            </a:r>
            <a:r>
              <a:rPr lang="en-GB" sz="2800" dirty="0">
                <a:hlinkClick r:id="rId4"/>
              </a:rPr>
              <a:t> Discursive Essay_pp74-78.pdf</a:t>
            </a:r>
            <a:r>
              <a:rPr lang="en-GB" sz="2800" dirty="0"/>
              <a:t>, </a:t>
            </a:r>
            <a:r>
              <a:rPr lang="en-GB" sz="2800" dirty="0">
                <a:solidFill>
                  <a:prstClr val="black"/>
                </a:solidFill>
              </a:rPr>
              <a:t>we</a:t>
            </a:r>
          </a:p>
          <a:p>
            <a:r>
              <a:rPr lang="en-GB" sz="2800" dirty="0"/>
              <a:t>learnt to write an essay.</a:t>
            </a:r>
          </a:p>
          <a:p>
            <a:r>
              <a:rPr lang="en-GB" sz="2800" u="sng" dirty="0"/>
              <a:t>Homework</a:t>
            </a:r>
          </a:p>
          <a:p>
            <a:r>
              <a:rPr lang="en-GB" sz="2800" dirty="0"/>
              <a:t>Ex 2a see next slide.</a:t>
            </a:r>
          </a:p>
          <a:p>
            <a:r>
              <a:rPr lang="en-GB" sz="2800" dirty="0">
                <a:hlinkClick r:id="rId4"/>
              </a:rPr>
              <a:t>06)</a:t>
            </a:r>
            <a:r>
              <a:rPr lang="en-GB" sz="2800" dirty="0" err="1">
                <a:hlinkClick r:id="rId4"/>
              </a:rPr>
              <a:t>PlusFCE</a:t>
            </a:r>
            <a:r>
              <a:rPr lang="en-GB" sz="2800" dirty="0">
                <a:hlinkClick r:id="rId4"/>
              </a:rPr>
              <a:t> Discursive Essay_pp74-78.pdf</a:t>
            </a:r>
            <a:endParaRPr lang="en-GB" sz="2800" u="sng" dirty="0"/>
          </a:p>
        </p:txBody>
      </p:sp>
    </p:spTree>
    <p:extLst>
      <p:ext uri="{BB962C8B-B14F-4D97-AF65-F5344CB8AC3E}">
        <p14:creationId xmlns:p14="http://schemas.microsoft.com/office/powerpoint/2010/main" val="115697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87CDF-E535-3761-B739-A07473B04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4" y="481263"/>
            <a:ext cx="11389895" cy="57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8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E0205D-C099-43CA-A5F7-5ED78E53E2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2AD060-F452-481E-9E5D-FFA627B88D37}">
  <ds:schemaRefs>
    <ds:schemaRef ds:uri="31635c7e-3a11-4128-b6ca-f17fd774e46d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069323F-35EC-4BA0-9CB8-744F7196D4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426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12) ESCCCP24 2025-2026 4 June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1</cp:revision>
  <dcterms:created xsi:type="dcterms:W3CDTF">2026-06-11T09:03:45Z</dcterms:created>
  <dcterms:modified xsi:type="dcterms:W3CDTF">2026-06-12T10:44:14Z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