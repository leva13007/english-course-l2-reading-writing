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344" r:id="rId6"/>
    <p:sldId id="347" r:id="rId7"/>
    <p:sldId id="345" r:id="rId8"/>
    <p:sldId id="257" r:id="rId9"/>
    <p:sldId id="348" r:id="rId10"/>
    <p:sldId id="311" r:id="rId11"/>
    <p:sldId id="349" r:id="rId1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DBFED6-93DF-4CFF-A7EB-B16CAB407B6B}" v="11" dt="2026-04-17T12:20:20.792"/>
    <p1510:client id="{65CCDA18-9DF9-4325-BF12-7C12F28BFF53}" v="8" dt="2026-04-16T16:13:32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4" d="100"/>
          <a:sy n="64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Patterson" userId="S::apatterson@cavc.ac.uk::6c8ffccf-7c1b-4173-8b93-861005bd5f70" providerId="AD" clId="Web-{65CCDA18-9DF9-4325-BF12-7C12F28BFF53}"/>
    <pc:docChg chg="modSld">
      <pc:chgData name="Andrew Patterson" userId="S::apatterson@cavc.ac.uk::6c8ffccf-7c1b-4173-8b93-861005bd5f70" providerId="AD" clId="Web-{65CCDA18-9DF9-4325-BF12-7C12F28BFF53}" dt="2026-04-16T16:13:32.273" v="7" actId="20577"/>
      <pc:docMkLst>
        <pc:docMk/>
      </pc:docMkLst>
      <pc:sldChg chg="modSp">
        <pc:chgData name="Andrew Patterson" userId="S::apatterson@cavc.ac.uk::6c8ffccf-7c1b-4173-8b93-861005bd5f70" providerId="AD" clId="Web-{65CCDA18-9DF9-4325-BF12-7C12F28BFF53}" dt="2026-04-16T16:13:32.273" v="7" actId="20577"/>
        <pc:sldMkLst>
          <pc:docMk/>
          <pc:sldMk cId="109857222" sldId="256"/>
        </pc:sldMkLst>
        <pc:spChg chg="mod">
          <ac:chgData name="Andrew Patterson" userId="S::apatterson@cavc.ac.uk::6c8ffccf-7c1b-4173-8b93-861005bd5f70" providerId="AD" clId="Web-{65CCDA18-9DF9-4325-BF12-7C12F28BFF53}" dt="2026-04-16T16:13:32.273" v="7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Andrew Patterson" userId="6c8ffccf-7c1b-4173-8b93-861005bd5f70" providerId="ADAL" clId="{340A04FB-801D-4D33-9372-268FA29A2369}"/>
    <pc:docChg chg="custSel addSld modSld sldOrd">
      <pc:chgData name="Andrew Patterson" userId="6c8ffccf-7c1b-4173-8b93-861005bd5f70" providerId="ADAL" clId="{340A04FB-801D-4D33-9372-268FA29A2369}" dt="2026-04-17T12:22:48.381" v="420" actId="2711"/>
      <pc:docMkLst>
        <pc:docMk/>
      </pc:docMkLst>
      <pc:sldChg chg="addSp delSp modSp add mod">
        <pc:chgData name="Andrew Patterson" userId="6c8ffccf-7c1b-4173-8b93-861005bd5f70" providerId="ADAL" clId="{340A04FB-801D-4D33-9372-268FA29A2369}" dt="2026-04-16T16:22:57.245" v="89" actId="6549"/>
        <pc:sldMkLst>
          <pc:docMk/>
          <pc:sldMk cId="2365369647" sldId="257"/>
        </pc:sldMkLst>
        <pc:spChg chg="mod">
          <ac:chgData name="Andrew Patterson" userId="6c8ffccf-7c1b-4173-8b93-861005bd5f70" providerId="ADAL" clId="{340A04FB-801D-4D33-9372-268FA29A2369}" dt="2026-04-16T16:22:57.245" v="89" actId="6549"/>
          <ac:spMkLst>
            <pc:docMk/>
            <pc:sldMk cId="2365369647" sldId="257"/>
            <ac:spMk id="2" creationId="{800F6D28-DBC7-0E01-FDB2-39E81800B38C}"/>
          </ac:spMkLst>
        </pc:spChg>
        <pc:spChg chg="add del mod">
          <ac:chgData name="Andrew Patterson" userId="6c8ffccf-7c1b-4173-8b93-861005bd5f70" providerId="ADAL" clId="{340A04FB-801D-4D33-9372-268FA29A2369}" dt="2026-04-16T16:22:33.500" v="83" actId="478"/>
          <ac:spMkLst>
            <pc:docMk/>
            <pc:sldMk cId="2365369647" sldId="257"/>
            <ac:spMk id="3" creationId="{E6999DE1-9A97-6FE4-DB19-6DC8E1506BBB}"/>
          </ac:spMkLst>
        </pc:spChg>
      </pc:sldChg>
      <pc:sldChg chg="modSp add mod">
        <pc:chgData name="Andrew Patterson" userId="6c8ffccf-7c1b-4173-8b93-861005bd5f70" providerId="ADAL" clId="{340A04FB-801D-4D33-9372-268FA29A2369}" dt="2026-04-16T16:18:47.436" v="73" actId="20577"/>
        <pc:sldMkLst>
          <pc:docMk/>
          <pc:sldMk cId="1201532438" sldId="311"/>
        </pc:sldMkLst>
        <pc:spChg chg="mod">
          <ac:chgData name="Andrew Patterson" userId="6c8ffccf-7c1b-4173-8b93-861005bd5f70" providerId="ADAL" clId="{340A04FB-801D-4D33-9372-268FA29A2369}" dt="2026-04-16T16:18:47.436" v="73" actId="20577"/>
          <ac:spMkLst>
            <pc:docMk/>
            <pc:sldMk cId="1201532438" sldId="311"/>
            <ac:spMk id="2" creationId="{8ABC872D-4CC6-5F41-37AA-E4345552FE53}"/>
          </ac:spMkLst>
        </pc:spChg>
      </pc:sldChg>
      <pc:sldChg chg="modSp add mod">
        <pc:chgData name="Andrew Patterson" userId="6c8ffccf-7c1b-4173-8b93-861005bd5f70" providerId="ADAL" clId="{340A04FB-801D-4D33-9372-268FA29A2369}" dt="2026-04-16T16:16:15.043" v="8" actId="20577"/>
        <pc:sldMkLst>
          <pc:docMk/>
          <pc:sldMk cId="3345573719" sldId="344"/>
        </pc:sldMkLst>
        <pc:spChg chg="mod">
          <ac:chgData name="Andrew Patterson" userId="6c8ffccf-7c1b-4173-8b93-861005bd5f70" providerId="ADAL" clId="{340A04FB-801D-4D33-9372-268FA29A2369}" dt="2026-04-16T16:16:15.043" v="8" actId="20577"/>
          <ac:spMkLst>
            <pc:docMk/>
            <pc:sldMk cId="3345573719" sldId="344"/>
            <ac:spMk id="2" creationId="{B46C6785-5287-802A-5CCB-9E287EB68794}"/>
          </ac:spMkLst>
        </pc:spChg>
      </pc:sldChg>
      <pc:sldChg chg="add">
        <pc:chgData name="Andrew Patterson" userId="6c8ffccf-7c1b-4173-8b93-861005bd5f70" providerId="ADAL" clId="{340A04FB-801D-4D33-9372-268FA29A2369}" dt="2026-04-16T16:16:43.477" v="9"/>
        <pc:sldMkLst>
          <pc:docMk/>
          <pc:sldMk cId="1700952183" sldId="345"/>
        </pc:sldMkLst>
      </pc:sldChg>
      <pc:sldChg chg="addSp modSp add mod ord modAnim">
        <pc:chgData name="Andrew Patterson" userId="6c8ffccf-7c1b-4173-8b93-861005bd5f70" providerId="ADAL" clId="{340A04FB-801D-4D33-9372-268FA29A2369}" dt="2026-04-16T16:25:54.274" v="174" actId="1038"/>
        <pc:sldMkLst>
          <pc:docMk/>
          <pc:sldMk cId="305424352" sldId="347"/>
        </pc:sldMkLst>
        <pc:spChg chg="mod">
          <ac:chgData name="Andrew Patterson" userId="6c8ffccf-7c1b-4173-8b93-861005bd5f70" providerId="ADAL" clId="{340A04FB-801D-4D33-9372-268FA29A2369}" dt="2026-04-16T16:19:02.708" v="79" actId="1076"/>
          <ac:spMkLst>
            <pc:docMk/>
            <pc:sldMk cId="305424352" sldId="347"/>
            <ac:spMk id="2" creationId="{31CB387B-0DA1-9EBA-B363-97E9CF5FE7CC}"/>
          </ac:spMkLst>
        </pc:spChg>
        <pc:spChg chg="mod">
          <ac:chgData name="Andrew Patterson" userId="6c8ffccf-7c1b-4173-8b93-861005bd5f70" providerId="ADAL" clId="{340A04FB-801D-4D33-9372-268FA29A2369}" dt="2026-04-16T16:24:31.723" v="91"/>
          <ac:spMkLst>
            <pc:docMk/>
            <pc:sldMk cId="305424352" sldId="347"/>
            <ac:spMk id="6" creationId="{FE7F75CB-7155-17F9-4F5F-34F8BE99DD8F}"/>
          </ac:spMkLst>
        </pc:spChg>
        <pc:spChg chg="mod">
          <ac:chgData name="Andrew Patterson" userId="6c8ffccf-7c1b-4173-8b93-861005bd5f70" providerId="ADAL" clId="{340A04FB-801D-4D33-9372-268FA29A2369}" dt="2026-04-16T16:24:31.723" v="91"/>
          <ac:spMkLst>
            <pc:docMk/>
            <pc:sldMk cId="305424352" sldId="347"/>
            <ac:spMk id="14" creationId="{A86892EB-E486-FB00-101E-1A7FD2EA3D48}"/>
          </ac:spMkLst>
        </pc:spChg>
        <pc:spChg chg="mod">
          <ac:chgData name="Andrew Patterson" userId="6c8ffccf-7c1b-4173-8b93-861005bd5f70" providerId="ADAL" clId="{340A04FB-801D-4D33-9372-268FA29A2369}" dt="2026-04-16T16:24:31.723" v="91"/>
          <ac:spMkLst>
            <pc:docMk/>
            <pc:sldMk cId="305424352" sldId="347"/>
            <ac:spMk id="15" creationId="{0D9A0907-7370-5FC5-B7F6-493D5B6892D7}"/>
          </ac:spMkLst>
        </pc:spChg>
        <pc:spChg chg="mod">
          <ac:chgData name="Andrew Patterson" userId="6c8ffccf-7c1b-4173-8b93-861005bd5f70" providerId="ADAL" clId="{340A04FB-801D-4D33-9372-268FA29A2369}" dt="2026-04-16T16:24:31.723" v="91"/>
          <ac:spMkLst>
            <pc:docMk/>
            <pc:sldMk cId="305424352" sldId="347"/>
            <ac:spMk id="18" creationId="{53386B4D-A6DE-B78E-830E-3AF6F9ECE9C5}"/>
          </ac:spMkLst>
        </pc:spChg>
        <pc:spChg chg="mod">
          <ac:chgData name="Andrew Patterson" userId="6c8ffccf-7c1b-4173-8b93-861005bd5f70" providerId="ADAL" clId="{340A04FB-801D-4D33-9372-268FA29A2369}" dt="2026-04-16T16:24:31.723" v="91"/>
          <ac:spMkLst>
            <pc:docMk/>
            <pc:sldMk cId="305424352" sldId="347"/>
            <ac:spMk id="23" creationId="{2C3D6D28-D9DA-DEEC-35FC-A3ABA020D967}"/>
          </ac:spMkLst>
        </pc:spChg>
        <pc:spChg chg="mod">
          <ac:chgData name="Andrew Patterson" userId="6c8ffccf-7c1b-4173-8b93-861005bd5f70" providerId="ADAL" clId="{340A04FB-801D-4D33-9372-268FA29A2369}" dt="2026-04-16T16:24:31.723" v="91"/>
          <ac:spMkLst>
            <pc:docMk/>
            <pc:sldMk cId="305424352" sldId="347"/>
            <ac:spMk id="24" creationId="{6EFF51E3-058B-2A17-C38E-A235B7EF2623}"/>
          </ac:spMkLst>
        </pc:spChg>
        <pc:spChg chg="mod">
          <ac:chgData name="Andrew Patterson" userId="6c8ffccf-7c1b-4173-8b93-861005bd5f70" providerId="ADAL" clId="{340A04FB-801D-4D33-9372-268FA29A2369}" dt="2026-04-16T16:24:31.723" v="91"/>
          <ac:spMkLst>
            <pc:docMk/>
            <pc:sldMk cId="305424352" sldId="347"/>
            <ac:spMk id="29" creationId="{48AC6713-853B-9B30-391E-D2D1DD3954AB}"/>
          </ac:spMkLst>
        </pc:spChg>
        <pc:spChg chg="mod">
          <ac:chgData name="Andrew Patterson" userId="6c8ffccf-7c1b-4173-8b93-861005bd5f70" providerId="ADAL" clId="{340A04FB-801D-4D33-9372-268FA29A2369}" dt="2026-04-16T16:24:31.723" v="91"/>
          <ac:spMkLst>
            <pc:docMk/>
            <pc:sldMk cId="305424352" sldId="347"/>
            <ac:spMk id="30" creationId="{4D1108CA-77D5-80BF-2751-2D67C609DCD7}"/>
          </ac:spMkLst>
        </pc:spChg>
        <pc:spChg chg="mod">
          <ac:chgData name="Andrew Patterson" userId="6c8ffccf-7c1b-4173-8b93-861005bd5f70" providerId="ADAL" clId="{340A04FB-801D-4D33-9372-268FA29A2369}" dt="2026-04-16T16:24:31.723" v="91"/>
          <ac:spMkLst>
            <pc:docMk/>
            <pc:sldMk cId="305424352" sldId="347"/>
            <ac:spMk id="32" creationId="{4198053A-0FB7-1CBD-9BE8-A165EF626C10}"/>
          </ac:spMkLst>
        </pc:spChg>
        <pc:spChg chg="mod">
          <ac:chgData name="Andrew Patterson" userId="6c8ffccf-7c1b-4173-8b93-861005bd5f70" providerId="ADAL" clId="{340A04FB-801D-4D33-9372-268FA29A2369}" dt="2026-04-16T16:24:31.723" v="91"/>
          <ac:spMkLst>
            <pc:docMk/>
            <pc:sldMk cId="305424352" sldId="347"/>
            <ac:spMk id="33" creationId="{788B76A8-5297-BD98-0446-68F0667342E5}"/>
          </ac:spMkLst>
        </pc:spChg>
        <pc:grpChg chg="mod">
          <ac:chgData name="Andrew Patterson" userId="6c8ffccf-7c1b-4173-8b93-861005bd5f70" providerId="ADAL" clId="{340A04FB-801D-4D33-9372-268FA29A2369}" dt="2026-04-16T16:24:40.369" v="92" actId="1076"/>
          <ac:grpSpMkLst>
            <pc:docMk/>
            <pc:sldMk cId="305424352" sldId="347"/>
            <ac:grpSpMk id="4" creationId="{510AE99C-5319-582F-8CDB-C7A545A0EA8F}"/>
          </ac:grpSpMkLst>
        </pc:grpChg>
        <pc:grpChg chg="mod">
          <ac:chgData name="Andrew Patterson" userId="6c8ffccf-7c1b-4173-8b93-861005bd5f70" providerId="ADAL" clId="{340A04FB-801D-4D33-9372-268FA29A2369}" dt="2026-04-16T16:24:45.148" v="96" actId="1035"/>
          <ac:grpSpMkLst>
            <pc:docMk/>
            <pc:sldMk cId="305424352" sldId="347"/>
            <ac:grpSpMk id="7" creationId="{7E78AC8B-8E57-EA17-186B-F6C83120AAFD}"/>
          </ac:grpSpMkLst>
        </pc:grpChg>
        <pc:grpChg chg="mod">
          <ac:chgData name="Andrew Patterson" userId="6c8ffccf-7c1b-4173-8b93-861005bd5f70" providerId="ADAL" clId="{340A04FB-801D-4D33-9372-268FA29A2369}" dt="2026-04-16T16:24:50.995" v="101" actId="1035"/>
          <ac:grpSpMkLst>
            <pc:docMk/>
            <pc:sldMk cId="305424352" sldId="347"/>
            <ac:grpSpMk id="10" creationId="{EAF69534-A127-7242-9BE1-10E87D2545F2}"/>
          </ac:grpSpMkLst>
        </pc:grpChg>
        <pc:grpChg chg="mod">
          <ac:chgData name="Andrew Patterson" userId="6c8ffccf-7c1b-4173-8b93-861005bd5f70" providerId="ADAL" clId="{340A04FB-801D-4D33-9372-268FA29A2369}" dt="2026-04-16T16:24:57.323" v="108" actId="1035"/>
          <ac:grpSpMkLst>
            <pc:docMk/>
            <pc:sldMk cId="305424352" sldId="347"/>
            <ac:grpSpMk id="13" creationId="{0805F4CA-577A-DC09-675E-8796D947601F}"/>
          </ac:grpSpMkLst>
        </pc:grpChg>
        <pc:grpChg chg="mod">
          <ac:chgData name="Andrew Patterson" userId="6c8ffccf-7c1b-4173-8b93-861005bd5f70" providerId="ADAL" clId="{340A04FB-801D-4D33-9372-268FA29A2369}" dt="2026-04-16T16:25:02.515" v="115" actId="1035"/>
          <ac:grpSpMkLst>
            <pc:docMk/>
            <pc:sldMk cId="305424352" sldId="347"/>
            <ac:grpSpMk id="16" creationId="{938333F1-A301-612A-4306-C930C373D8B8}"/>
          </ac:grpSpMkLst>
        </pc:grpChg>
        <pc:grpChg chg="mod">
          <ac:chgData name="Andrew Patterson" userId="6c8ffccf-7c1b-4173-8b93-861005bd5f70" providerId="ADAL" clId="{340A04FB-801D-4D33-9372-268FA29A2369}" dt="2026-04-16T16:25:09.827" v="122" actId="1035"/>
          <ac:grpSpMkLst>
            <pc:docMk/>
            <pc:sldMk cId="305424352" sldId="347"/>
            <ac:grpSpMk id="19" creationId="{62A39742-8B4E-E7FD-498F-D8A6AA7BFF81}"/>
          </ac:grpSpMkLst>
        </pc:grpChg>
        <pc:grpChg chg="mod">
          <ac:chgData name="Andrew Patterson" userId="6c8ffccf-7c1b-4173-8b93-861005bd5f70" providerId="ADAL" clId="{340A04FB-801D-4D33-9372-268FA29A2369}" dt="2026-04-16T16:25:17.283" v="132" actId="1036"/>
          <ac:grpSpMkLst>
            <pc:docMk/>
            <pc:sldMk cId="305424352" sldId="347"/>
            <ac:grpSpMk id="22" creationId="{F74945BB-A395-4F39-719E-5F092A1E4358}"/>
          </ac:grpSpMkLst>
        </pc:grpChg>
        <pc:grpChg chg="mod">
          <ac:chgData name="Andrew Patterson" userId="6c8ffccf-7c1b-4173-8b93-861005bd5f70" providerId="ADAL" clId="{340A04FB-801D-4D33-9372-268FA29A2369}" dt="2026-04-16T16:25:26.467" v="143" actId="1035"/>
          <ac:grpSpMkLst>
            <pc:docMk/>
            <pc:sldMk cId="305424352" sldId="347"/>
            <ac:grpSpMk id="25" creationId="{CEB60902-C82E-AF51-C1B0-6D9BACCB078F}"/>
          </ac:grpSpMkLst>
        </pc:grpChg>
        <pc:grpChg chg="mod">
          <ac:chgData name="Andrew Patterson" userId="6c8ffccf-7c1b-4173-8b93-861005bd5f70" providerId="ADAL" clId="{340A04FB-801D-4D33-9372-268FA29A2369}" dt="2026-04-16T16:25:32.602" v="151" actId="1035"/>
          <ac:grpSpMkLst>
            <pc:docMk/>
            <pc:sldMk cId="305424352" sldId="347"/>
            <ac:grpSpMk id="28" creationId="{7C61100A-6492-B5EF-CB47-0793A6703FB1}"/>
          </ac:grpSpMkLst>
        </pc:grpChg>
        <pc:grpChg chg="mod">
          <ac:chgData name="Andrew Patterson" userId="6c8ffccf-7c1b-4173-8b93-861005bd5f70" providerId="ADAL" clId="{340A04FB-801D-4D33-9372-268FA29A2369}" dt="2026-04-16T16:25:40.322" v="158" actId="1036"/>
          <ac:grpSpMkLst>
            <pc:docMk/>
            <pc:sldMk cId="305424352" sldId="347"/>
            <ac:grpSpMk id="31" creationId="{F0F5D6A3-ADD8-EBED-0D1B-3A69506047DF}"/>
          </ac:grpSpMkLst>
        </pc:grpChg>
        <pc:picChg chg="add mod">
          <ac:chgData name="Andrew Patterson" userId="6c8ffccf-7c1b-4173-8b93-861005bd5f70" providerId="ADAL" clId="{340A04FB-801D-4D33-9372-268FA29A2369}" dt="2026-04-16T16:25:54.274" v="174" actId="1038"/>
          <ac:picMkLst>
            <pc:docMk/>
            <pc:sldMk cId="305424352" sldId="347"/>
            <ac:picMk id="3" creationId="{27D88A83-17BD-C664-BAD0-7BA164A9A607}"/>
          </ac:picMkLst>
        </pc:picChg>
      </pc:sldChg>
      <pc:sldChg chg="addSp modSp new mod">
        <pc:chgData name="Andrew Patterson" userId="6c8ffccf-7c1b-4173-8b93-861005bd5f70" providerId="ADAL" clId="{340A04FB-801D-4D33-9372-268FA29A2369}" dt="2026-04-16T17:52:48.528" v="252" actId="207"/>
        <pc:sldMkLst>
          <pc:docMk/>
          <pc:sldMk cId="3802807930" sldId="348"/>
        </pc:sldMkLst>
        <pc:spChg chg="add mod">
          <ac:chgData name="Andrew Patterson" userId="6c8ffccf-7c1b-4173-8b93-861005bd5f70" providerId="ADAL" clId="{340A04FB-801D-4D33-9372-268FA29A2369}" dt="2026-04-16T17:52:48.528" v="252" actId="207"/>
          <ac:spMkLst>
            <pc:docMk/>
            <pc:sldMk cId="3802807930" sldId="348"/>
            <ac:spMk id="3" creationId="{9282541B-3F8E-D276-2079-A76CE002806B}"/>
          </ac:spMkLst>
        </pc:spChg>
      </pc:sldChg>
      <pc:sldChg chg="addSp modSp new mod">
        <pc:chgData name="Andrew Patterson" userId="6c8ffccf-7c1b-4173-8b93-861005bd5f70" providerId="ADAL" clId="{340A04FB-801D-4D33-9372-268FA29A2369}" dt="2026-04-17T12:22:48.381" v="420" actId="2711"/>
        <pc:sldMkLst>
          <pc:docMk/>
          <pc:sldMk cId="1495916537" sldId="349"/>
        </pc:sldMkLst>
        <pc:spChg chg="add mod">
          <ac:chgData name="Andrew Patterson" userId="6c8ffccf-7c1b-4173-8b93-861005bd5f70" providerId="ADAL" clId="{340A04FB-801D-4D33-9372-268FA29A2369}" dt="2026-04-17T12:22:48.381" v="420" actId="2711"/>
          <ac:spMkLst>
            <pc:docMk/>
            <pc:sldMk cId="1495916537" sldId="349"/>
            <ac:spMk id="3" creationId="{BD14A9EB-672C-07E0-4C2A-6234D977E8E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b:/s/Section_ESCCCP24_2025_2026/IQBd2zdRK3umT5cpeaVaqS9YAbI3BpxMhGUCq6cc6b38J5g?e=lV4YQZ" TargetMode="External"/><Relationship Id="rId2" Type="http://schemas.openxmlformats.org/officeDocument/2006/relationships/hyperlink" Target="https://thecardiffandvalecollege.sharepoint.com/:f:/s/Section_ESCCCP24_2025_2026/IgA4OGQn9S4kSpKX7qm2iLO7Ae5hT2QpEDry2yAquhJymnM?e=2ibKSc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hyperlink" Target="https://thecardiffandvalecollege.sharepoint.com/:b:/s/Section_ESCCCP24_2025_2026/IQDCrhhJHlEjQ6bIMABpR5AXAQ6yerjk-T6eFvhPsIv8yhE?e=Ua5gq9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b:/s/Section_ESCCCP24_2025_2026/IQCi12_woyOfTLnEDka2tcyMAVdh0RiBKCW6vuWYhZnSXUg?e=7tQnCf" TargetMode="External"/><Relationship Id="rId2" Type="http://schemas.openxmlformats.org/officeDocument/2006/relationships/hyperlink" Target="https://thecardiffandvalecollege.sharepoint.com/:f:/s/Section_ESCCCP24_2025_2026/IgA4OGQn9S4kSpKX7qm2iLO7Ae5hT2QpEDry2yAquhJymnM?e=2ibKSc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b:/s/Section_ESCCCP24_2025_2026/IQCi12_woyOfTLnEDka2tcyMAVdh0RiBKCW6vuWYhZnSXUg?e=7tQnCf" TargetMode="External"/><Relationship Id="rId2" Type="http://schemas.openxmlformats.org/officeDocument/2006/relationships/hyperlink" Target="https://thecardiffandvalecollege.sharepoint.com/:f:/s/Section_ESCCCP24_2025_2026/IgA4OGQn9S4kSpKX7qm2iLO7Ae5hT2QpEDry2yAquhJymnM?e=2ibKSc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6) ESCCCP24 2025-2026 </a:t>
            </a:r>
            <a:br>
              <a:rPr lang="en-GB" dirty="0"/>
            </a:br>
            <a:r>
              <a:rPr lang="en-GB"/>
              <a:t>16 Apr 2026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6C6785-5287-802A-5CCB-9E287EB68794}"/>
              </a:ext>
            </a:extLst>
          </p:cNvPr>
          <p:cNvSpPr txBox="1"/>
          <p:nvPr/>
        </p:nvSpPr>
        <p:spPr>
          <a:xfrm>
            <a:off x="557134" y="1074509"/>
            <a:ext cx="11077731" cy="47089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/>
                <a:ea typeface="+mn-ea"/>
                <a:cs typeface="+mn-cs"/>
              </a:rPr>
              <a:t> </a:t>
            </a:r>
            <a:r>
              <a:rPr lang="en-GB" sz="15000" dirty="0">
                <a:solidFill>
                  <a:prstClr val="white"/>
                </a:solidFill>
                <a:latin typeface="Tw Cen MT Condensed Extra Bold"/>
              </a:rPr>
              <a:t>1</a:t>
            </a: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/>
                <a:ea typeface="+mn-ea"/>
                <a:cs typeface="+mn-cs"/>
              </a:rPr>
              <a:t>6 Apr 2026</a:t>
            </a:r>
          </a:p>
        </p:txBody>
      </p:sp>
    </p:spTree>
    <p:extLst>
      <p:ext uri="{BB962C8B-B14F-4D97-AF65-F5344CB8AC3E}">
        <p14:creationId xmlns:p14="http://schemas.microsoft.com/office/powerpoint/2010/main" val="3345573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E52D9-161C-16BD-9904-50B1055F3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CB387B-0DA1-9EBA-B363-97E9CF5FE7CC}"/>
              </a:ext>
            </a:extLst>
          </p:cNvPr>
          <p:cNvSpPr txBox="1"/>
          <p:nvPr/>
        </p:nvSpPr>
        <p:spPr>
          <a:xfrm>
            <a:off x="1109272" y="920621"/>
            <a:ext cx="713531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Work from 26 Mar 2026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Reading booklet Week 4 –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hlinkClick r:id="rId2"/>
              </a:rPr>
              <a:t>0) Reading Booklet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Skimming, scanning, close reading,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Reading Paper A Tasks 1 &amp;2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  <a:hlinkClick r:id="rId3"/>
              </a:rPr>
              <a:t>L2 R - Paper A (1).pdf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  <a:hlinkClick r:id="rId4"/>
              </a:rPr>
              <a:t>L2 R - Paper A - Mark Scheme.pdf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Finish for HW.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Homework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Reading Paper A Tasks 3 &amp; 4.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D88A83-17BD-C664-BAD0-7BA164A9A6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7400" y="107737"/>
            <a:ext cx="2877438" cy="673877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10AE99C-5319-582F-8CDB-C7A545A0EA8F}"/>
              </a:ext>
            </a:extLst>
          </p:cNvPr>
          <p:cNvGrpSpPr>
            <a:grpSpLocks noChangeAspect="1"/>
          </p:cNvGrpSpPr>
          <p:nvPr/>
        </p:nvGrpSpPr>
        <p:grpSpPr>
          <a:xfrm>
            <a:off x="811898" y="1104100"/>
            <a:ext cx="297374" cy="297521"/>
            <a:chOff x="1752597" y="2171695"/>
            <a:chExt cx="4317849" cy="4320005"/>
          </a:xfrm>
        </p:grpSpPr>
        <p:sp>
          <p:nvSpPr>
            <p:cNvPr id="5" name="Free-form: Shape 4">
              <a:extLst>
                <a:ext uri="{FF2B5EF4-FFF2-40B4-BE49-F238E27FC236}">
                  <a16:creationId xmlns:a16="http://schemas.microsoft.com/office/drawing/2014/main" id="{EDFF313E-FDD4-33AF-A440-99BCEA746327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6" name="Free-form: Shape 5">
              <a:extLst>
                <a:ext uri="{FF2B5EF4-FFF2-40B4-BE49-F238E27FC236}">
                  <a16:creationId xmlns:a16="http://schemas.microsoft.com/office/drawing/2014/main" id="{FE7F75CB-7155-17F9-4F5F-34F8BE99DD8F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E78AC8B-8E57-EA17-186B-F6C83120AAFD}"/>
              </a:ext>
            </a:extLst>
          </p:cNvPr>
          <p:cNvGrpSpPr>
            <a:grpSpLocks noChangeAspect="1"/>
          </p:cNvGrpSpPr>
          <p:nvPr/>
        </p:nvGrpSpPr>
        <p:grpSpPr>
          <a:xfrm>
            <a:off x="811895" y="1573192"/>
            <a:ext cx="297374" cy="297521"/>
            <a:chOff x="1752597" y="2171695"/>
            <a:chExt cx="4317849" cy="4320005"/>
          </a:xfrm>
        </p:grpSpPr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52CF8737-D302-B773-4065-0DE5701D6538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66E58959-6EDC-8E77-6E1B-FAE3B881C714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AF69534-A127-7242-9BE1-10E87D2545F2}"/>
              </a:ext>
            </a:extLst>
          </p:cNvPr>
          <p:cNvGrpSpPr>
            <a:grpSpLocks noChangeAspect="1"/>
          </p:cNvGrpSpPr>
          <p:nvPr/>
        </p:nvGrpSpPr>
        <p:grpSpPr>
          <a:xfrm>
            <a:off x="811892" y="2051558"/>
            <a:ext cx="297374" cy="297521"/>
            <a:chOff x="1752597" y="2171695"/>
            <a:chExt cx="4317849" cy="4320005"/>
          </a:xfrm>
        </p:grpSpPr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3E3800DC-A908-1A9F-FE3E-E0FE7DE86CA6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A579D45B-B451-C020-7F7D-16DCBCD7D62A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805F4CA-577A-DC09-675E-8796D947601F}"/>
              </a:ext>
            </a:extLst>
          </p:cNvPr>
          <p:cNvGrpSpPr>
            <a:grpSpLocks noChangeAspect="1"/>
          </p:cNvGrpSpPr>
          <p:nvPr/>
        </p:nvGrpSpPr>
        <p:grpSpPr>
          <a:xfrm>
            <a:off x="811889" y="2516216"/>
            <a:ext cx="297374" cy="297521"/>
            <a:chOff x="1752597" y="2171695"/>
            <a:chExt cx="4317849" cy="4320005"/>
          </a:xfrm>
        </p:grpSpPr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A86892EB-E486-FB00-101E-1A7FD2EA3D48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0D9A0907-7370-5FC5-B7F6-493D5B6892D7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8333F1-A301-612A-4306-C930C373D8B8}"/>
              </a:ext>
            </a:extLst>
          </p:cNvPr>
          <p:cNvGrpSpPr>
            <a:grpSpLocks noChangeAspect="1"/>
          </p:cNvGrpSpPr>
          <p:nvPr/>
        </p:nvGrpSpPr>
        <p:grpSpPr>
          <a:xfrm>
            <a:off x="811889" y="2996564"/>
            <a:ext cx="297374" cy="297521"/>
            <a:chOff x="1752597" y="2171695"/>
            <a:chExt cx="4317849" cy="4320005"/>
          </a:xfrm>
        </p:grpSpPr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47E13B1C-C96C-0F35-7F2A-7102EE4856F0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8" name="Free-form: Shape 17">
              <a:extLst>
                <a:ext uri="{FF2B5EF4-FFF2-40B4-BE49-F238E27FC236}">
                  <a16:creationId xmlns:a16="http://schemas.microsoft.com/office/drawing/2014/main" id="{53386B4D-A6DE-B78E-830E-3AF6F9ECE9C5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2A39742-8B4E-E7FD-498F-D8A6AA7BFF81}"/>
              </a:ext>
            </a:extLst>
          </p:cNvPr>
          <p:cNvGrpSpPr>
            <a:grpSpLocks noChangeAspect="1"/>
          </p:cNvGrpSpPr>
          <p:nvPr/>
        </p:nvGrpSpPr>
        <p:grpSpPr>
          <a:xfrm>
            <a:off x="811889" y="3543855"/>
            <a:ext cx="297374" cy="297521"/>
            <a:chOff x="1752597" y="2171695"/>
            <a:chExt cx="4317849" cy="4320005"/>
          </a:xfrm>
        </p:grpSpPr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6027595E-0745-413B-AEC2-CB775C654CA5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1" name="Free-form: Shape 20">
              <a:extLst>
                <a:ext uri="{FF2B5EF4-FFF2-40B4-BE49-F238E27FC236}">
                  <a16:creationId xmlns:a16="http://schemas.microsoft.com/office/drawing/2014/main" id="{B7A3C974-5E2B-464B-B988-E6CD6AE6D490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74945BB-A395-4F39-719E-5F092A1E4358}"/>
              </a:ext>
            </a:extLst>
          </p:cNvPr>
          <p:cNvGrpSpPr>
            <a:grpSpLocks noChangeAspect="1"/>
          </p:cNvGrpSpPr>
          <p:nvPr/>
        </p:nvGrpSpPr>
        <p:grpSpPr>
          <a:xfrm>
            <a:off x="811889" y="3990169"/>
            <a:ext cx="297374" cy="297521"/>
            <a:chOff x="1752597" y="2171695"/>
            <a:chExt cx="4317849" cy="4320005"/>
          </a:xfrm>
        </p:grpSpPr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2C3D6D28-D9DA-DEEC-35FC-A3ABA020D967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4" name="Free-form: Shape 23">
              <a:extLst>
                <a:ext uri="{FF2B5EF4-FFF2-40B4-BE49-F238E27FC236}">
                  <a16:creationId xmlns:a16="http://schemas.microsoft.com/office/drawing/2014/main" id="{6EFF51E3-058B-2A17-C38E-A235B7EF2623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EB60902-C82E-AF51-C1B0-6D9BACCB078F}"/>
              </a:ext>
            </a:extLst>
          </p:cNvPr>
          <p:cNvGrpSpPr>
            <a:grpSpLocks noChangeAspect="1"/>
          </p:cNvGrpSpPr>
          <p:nvPr/>
        </p:nvGrpSpPr>
        <p:grpSpPr>
          <a:xfrm>
            <a:off x="811886" y="4450702"/>
            <a:ext cx="297374" cy="297521"/>
            <a:chOff x="1752597" y="2171695"/>
            <a:chExt cx="4317849" cy="4320005"/>
          </a:xfrm>
        </p:grpSpPr>
        <p:sp>
          <p:nvSpPr>
            <p:cNvPr id="26" name="Free-form: Shape 25">
              <a:extLst>
                <a:ext uri="{FF2B5EF4-FFF2-40B4-BE49-F238E27FC236}">
                  <a16:creationId xmlns:a16="http://schemas.microsoft.com/office/drawing/2014/main" id="{5E15B4DD-DC7B-C0FC-00F7-A8065C364EE1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7" name="Free-form: Shape 26">
              <a:extLst>
                <a:ext uri="{FF2B5EF4-FFF2-40B4-BE49-F238E27FC236}">
                  <a16:creationId xmlns:a16="http://schemas.microsoft.com/office/drawing/2014/main" id="{4521069D-1A60-5D5D-D48C-AC895E4A721F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C61100A-6492-B5EF-CB47-0793A6703FB1}"/>
              </a:ext>
            </a:extLst>
          </p:cNvPr>
          <p:cNvGrpSpPr>
            <a:grpSpLocks noChangeAspect="1"/>
          </p:cNvGrpSpPr>
          <p:nvPr/>
        </p:nvGrpSpPr>
        <p:grpSpPr>
          <a:xfrm>
            <a:off x="811886" y="4949318"/>
            <a:ext cx="297374" cy="297521"/>
            <a:chOff x="1752597" y="2171695"/>
            <a:chExt cx="4317849" cy="4320005"/>
          </a:xfrm>
        </p:grpSpPr>
        <p:sp>
          <p:nvSpPr>
            <p:cNvPr id="29" name="Free-form: Shape 28">
              <a:extLst>
                <a:ext uri="{FF2B5EF4-FFF2-40B4-BE49-F238E27FC236}">
                  <a16:creationId xmlns:a16="http://schemas.microsoft.com/office/drawing/2014/main" id="{48AC6713-853B-9B30-391E-D2D1DD3954AB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30" name="Free-form: Shape 29">
              <a:extLst>
                <a:ext uri="{FF2B5EF4-FFF2-40B4-BE49-F238E27FC236}">
                  <a16:creationId xmlns:a16="http://schemas.microsoft.com/office/drawing/2014/main" id="{4D1108CA-77D5-80BF-2751-2D67C609DCD7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0F5D6A3-ADD8-EBED-0D1B-3A69506047DF}"/>
              </a:ext>
            </a:extLst>
          </p:cNvPr>
          <p:cNvGrpSpPr>
            <a:grpSpLocks noChangeAspect="1"/>
          </p:cNvGrpSpPr>
          <p:nvPr/>
        </p:nvGrpSpPr>
        <p:grpSpPr>
          <a:xfrm>
            <a:off x="811886" y="5416902"/>
            <a:ext cx="297374" cy="297521"/>
            <a:chOff x="1752597" y="2171695"/>
            <a:chExt cx="4317849" cy="4320005"/>
          </a:xfrm>
        </p:grpSpPr>
        <p:sp>
          <p:nvSpPr>
            <p:cNvPr id="32" name="Free-form: Shape 31">
              <a:extLst>
                <a:ext uri="{FF2B5EF4-FFF2-40B4-BE49-F238E27FC236}">
                  <a16:creationId xmlns:a16="http://schemas.microsoft.com/office/drawing/2014/main" id="{4198053A-0FB7-1CBD-9BE8-A165EF626C10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33" name="Free-form: Shape 32">
              <a:extLst>
                <a:ext uri="{FF2B5EF4-FFF2-40B4-BE49-F238E27FC236}">
                  <a16:creationId xmlns:a16="http://schemas.microsoft.com/office/drawing/2014/main" id="{788B76A8-5297-BD98-0446-68F0667342E5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42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B62880-872B-7C90-3DBE-A2E103D5CE40}"/>
              </a:ext>
            </a:extLst>
          </p:cNvPr>
          <p:cNvSpPr txBox="1"/>
          <p:nvPr/>
        </p:nvSpPr>
        <p:spPr>
          <a:xfrm>
            <a:off x="1891145" y="1843950"/>
            <a:ext cx="840970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Reading/Writing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17:45-20:45</a:t>
            </a:r>
          </a:p>
        </p:txBody>
      </p:sp>
    </p:spTree>
    <p:extLst>
      <p:ext uri="{BB962C8B-B14F-4D97-AF65-F5344CB8AC3E}">
        <p14:creationId xmlns:p14="http://schemas.microsoft.com/office/powerpoint/2010/main" val="1700952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0F6D28-DBC7-0E01-FDB2-39E81800B38C}"/>
              </a:ext>
            </a:extLst>
          </p:cNvPr>
          <p:cNvSpPr txBox="1"/>
          <p:nvPr/>
        </p:nvSpPr>
        <p:spPr>
          <a:xfrm>
            <a:off x="1693888" y="1819869"/>
            <a:ext cx="90690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Running order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Reading booklet Week 4 –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hlinkClick r:id="rId2"/>
              </a:rPr>
              <a:t>0) Reading Booklet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GB" sz="3200" dirty="0">
                <a:solidFill>
                  <a:prstClr val="black"/>
                </a:solidFill>
                <a:latin typeface="Aptos" panose="020B0004020202020204"/>
              </a:rPr>
              <a:t>Idioms</a:t>
            </a:r>
          </a:p>
          <a:p>
            <a:r>
              <a:rPr lang="en-US" altLang="en-US" sz="3200" dirty="0">
                <a:latin typeface="Aptos Black" panose="020B0004020202020204" pitchFamily="34" charset="0"/>
                <a:hlinkClick r:id="rId3"/>
              </a:rPr>
              <a:t>Cutting Edge Adv Vocab Booster Module 1.pdf</a:t>
            </a:r>
            <a:endParaRPr lang="en-US" altLang="en-US" sz="3200" dirty="0"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369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82541B-3F8E-D276-2079-A76CE002806B}"/>
              </a:ext>
            </a:extLst>
          </p:cNvPr>
          <p:cNvSpPr txBox="1"/>
          <p:nvPr/>
        </p:nvSpPr>
        <p:spPr>
          <a:xfrm>
            <a:off x="496549" y="578478"/>
            <a:ext cx="1119890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</a:rPr>
              <a:t>a) Piece of cake</a:t>
            </a:r>
            <a:r>
              <a:rPr lang="en-GB" sz="2400" dirty="0"/>
              <a:t>		 </a:t>
            </a:r>
            <a:r>
              <a:rPr lang="en-GB" sz="2400" dirty="0" err="1">
                <a:solidFill>
                  <a:schemeClr val="accent2">
                    <a:lumMod val="75000"/>
                  </a:schemeClr>
                </a:solidFill>
              </a:rPr>
              <a:t>i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</a:rPr>
              <a:t>) To reveal a secret</a:t>
            </a:r>
          </a:p>
          <a:p>
            <a:r>
              <a:rPr lang="en-GB" sz="2400" dirty="0">
                <a:solidFill>
                  <a:srgbClr val="FF0000"/>
                </a:solidFill>
              </a:rPr>
              <a:t>b) Bite the bullet </a:t>
            </a:r>
            <a:r>
              <a:rPr lang="en-GB" sz="2400" dirty="0"/>
              <a:t>		</a:t>
            </a:r>
            <a:r>
              <a:rPr lang="en-GB" sz="2400" dirty="0">
                <a:solidFill>
                  <a:schemeClr val="accent3"/>
                </a:solidFill>
              </a:rPr>
              <a:t>ii) It is up to you to make the next decision or take action</a:t>
            </a:r>
          </a:p>
          <a:p>
            <a:r>
              <a:rPr lang="en-GB" sz="2400" dirty="0">
                <a:solidFill>
                  <a:schemeClr val="accent3"/>
                </a:solidFill>
              </a:rPr>
              <a:t>c) The ball is in your court </a:t>
            </a:r>
            <a:r>
              <a:rPr lang="en-GB" sz="2400" dirty="0"/>
              <a:t>	</a:t>
            </a:r>
            <a:r>
              <a:rPr lang="en-GB" sz="2400" dirty="0">
                <a:solidFill>
                  <a:srgbClr val="92D050"/>
                </a:solidFill>
              </a:rPr>
              <a:t>iii) The final problem in a series that makes a situation </a:t>
            </a:r>
          </a:p>
          <a:p>
            <a:pPr algn="r"/>
            <a:r>
              <a:rPr lang="en-GB" sz="2400" dirty="0">
                <a:solidFill>
                  <a:srgbClr val="92D050"/>
                </a:solidFill>
              </a:rPr>
              <a:t>unbearable </a:t>
            </a:r>
          </a:p>
          <a:p>
            <a:r>
              <a:rPr lang="en-GB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d) Break the ice</a:t>
            </a:r>
            <a:r>
              <a:rPr lang="en-GB" sz="2400" dirty="0"/>
              <a:t>		</a:t>
            </a:r>
            <a:r>
              <a:rPr lang="en-GB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v) Asking someone what they are thinking </a:t>
            </a:r>
          </a:p>
          <a:p>
            <a:r>
              <a:rPr lang="en-GB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e) A penny for your thoughts </a:t>
            </a:r>
            <a:r>
              <a:rPr lang="en-GB" sz="2400" dirty="0"/>
              <a:t>v) Pursuing a mistaken or misguided line of thought or 												action</a:t>
            </a:r>
          </a:p>
          <a:p>
            <a:r>
              <a:rPr lang="en-GB" sz="2400" dirty="0">
                <a:solidFill>
                  <a:srgbClr val="92D050"/>
                </a:solidFill>
              </a:rPr>
              <a:t>f) The last straw </a:t>
            </a:r>
            <a:r>
              <a:rPr lang="en-GB" sz="2400" dirty="0"/>
              <a:t>		</a:t>
            </a:r>
            <a:r>
              <a:rPr lang="en-GB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vi) To initiate conversation in a social setting </a:t>
            </a:r>
          </a:p>
          <a:p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g) Cost an arm and a leg </a:t>
            </a:r>
            <a:r>
              <a:rPr lang="en-GB" sz="2400" dirty="0"/>
              <a:t>	</a:t>
            </a:r>
            <a:r>
              <a:rPr lang="en-GB" sz="2400" dirty="0">
                <a:solidFill>
                  <a:srgbClr val="7030A0"/>
                </a:solidFill>
              </a:rPr>
              <a:t>vii) To describe exactly what is causing a situation or 											problem </a:t>
            </a:r>
          </a:p>
          <a:p>
            <a:r>
              <a:rPr lang="en-GB" sz="2400" dirty="0">
                <a:solidFill>
                  <a:schemeClr val="accent2">
                    <a:lumMod val="75000"/>
                  </a:schemeClr>
                </a:solidFill>
              </a:rPr>
              <a:t>h) Let the cat out of the bag </a:t>
            </a: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viii) To be very expensive</a:t>
            </a:r>
          </a:p>
          <a:p>
            <a:r>
              <a:rPr lang="en-GB" sz="2400" dirty="0" err="1">
                <a:solidFill>
                  <a:srgbClr val="7030A0"/>
                </a:solidFill>
              </a:rPr>
              <a:t>i</a:t>
            </a:r>
            <a:r>
              <a:rPr lang="en-GB" sz="2400" dirty="0">
                <a:solidFill>
                  <a:srgbClr val="7030A0"/>
                </a:solidFill>
              </a:rPr>
              <a:t>) Hit the nail on the head </a:t>
            </a:r>
            <a:r>
              <a:rPr lang="en-GB" sz="2400" dirty="0"/>
              <a:t>	</a:t>
            </a:r>
            <a:r>
              <a:rPr lang="en-GB" sz="2400" dirty="0">
                <a:solidFill>
                  <a:schemeClr val="accent1"/>
                </a:solidFill>
              </a:rPr>
              <a:t>ix) Something very easy to do </a:t>
            </a:r>
          </a:p>
          <a:p>
            <a:r>
              <a:rPr lang="en-GB" sz="2400" dirty="0"/>
              <a:t>j) Barking up the wrong tree 	</a:t>
            </a:r>
            <a:r>
              <a:rPr lang="en-GB" sz="2400" dirty="0">
                <a:solidFill>
                  <a:srgbClr val="FF0000"/>
                </a:solidFill>
              </a:rPr>
              <a:t>x) To face a difficult situation </a:t>
            </a:r>
            <a:r>
              <a:rPr lang="en-GB" sz="2400" dirty="0" err="1">
                <a:solidFill>
                  <a:srgbClr val="FF0000"/>
                </a:solidFill>
              </a:rPr>
              <a:t>bravel</a:t>
            </a:r>
            <a:endParaRPr lang="en-GB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807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4890BC-D04E-5C19-2EE1-A751FDDD0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BC872D-4CC6-5F41-37AA-E4345552FE53}"/>
              </a:ext>
            </a:extLst>
          </p:cNvPr>
          <p:cNvSpPr txBox="1"/>
          <p:nvPr/>
        </p:nvSpPr>
        <p:spPr>
          <a:xfrm>
            <a:off x="557134" y="1074509"/>
            <a:ext cx="11077731" cy="47089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Check-out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/>
                <a:ea typeface="+mn-ea"/>
                <a:cs typeface="+mn-cs"/>
              </a:rPr>
              <a:t> 16 Apr 2026</a:t>
            </a:r>
          </a:p>
        </p:txBody>
      </p:sp>
    </p:spTree>
    <p:extLst>
      <p:ext uri="{BB962C8B-B14F-4D97-AF65-F5344CB8AC3E}">
        <p14:creationId xmlns:p14="http://schemas.microsoft.com/office/powerpoint/2010/main" val="1201532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14A9EB-672C-07E0-4C2A-6234D977E8ED}"/>
              </a:ext>
            </a:extLst>
          </p:cNvPr>
          <p:cNvSpPr txBox="1"/>
          <p:nvPr/>
        </p:nvSpPr>
        <p:spPr>
          <a:xfrm>
            <a:off x="783236" y="400269"/>
            <a:ext cx="1072921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</a:rPr>
              <a:t>Reading booklet Week 4 –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hlinkClick r:id="rId2"/>
              </a:rPr>
              <a:t>0) Reading Booklet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GB" sz="3200" dirty="0">
                <a:solidFill>
                  <a:prstClr val="black"/>
                </a:solidFill>
                <a:latin typeface="Abadi ExtraLight" panose="020B0204020104020204" pitchFamily="34" charset="0"/>
              </a:rPr>
              <a:t>Idioms</a:t>
            </a:r>
          </a:p>
          <a:p>
            <a:r>
              <a:rPr lang="en-US" altLang="en-US" sz="3200" dirty="0">
                <a:latin typeface="Aptos Black" panose="020B0004020202020204" pitchFamily="34" charset="0"/>
                <a:hlinkClick r:id="rId3"/>
              </a:rPr>
              <a:t>Cutting Edge Adv Vocab Booster Module 1.pdf</a:t>
            </a:r>
            <a:endParaRPr lang="en-US" altLang="en-US" sz="3200" dirty="0">
              <a:latin typeface="Aptos Black" panose="020B0004020202020204" pitchFamily="34" charset="0"/>
            </a:endParaRPr>
          </a:p>
          <a:p>
            <a:r>
              <a:rPr lang="en-US" altLang="en-US" sz="3200" dirty="0">
                <a:latin typeface="Abadi ExtraLight" panose="020B0204020104020204" pitchFamily="34" charset="0"/>
              </a:rPr>
              <a:t>Phrasal verbs, idioms, collocations.</a:t>
            </a:r>
          </a:p>
          <a:p>
            <a:r>
              <a:rPr lang="en-GB" sz="3200" u="sng" dirty="0">
                <a:solidFill>
                  <a:prstClr val="black"/>
                </a:solidFill>
                <a:latin typeface="Abadi ExtraLight" panose="020B0204020104020204" pitchFamily="34" charset="0"/>
              </a:rPr>
              <a:t>Homework</a:t>
            </a:r>
          </a:p>
          <a:p>
            <a:r>
              <a:rPr lang="en-GB" altLang="en-US" sz="3200" dirty="0">
                <a:solidFill>
                  <a:prstClr val="black"/>
                </a:solidFill>
                <a:latin typeface="Abadi ExtraLight" panose="020B0204020104020204" pitchFamily="34" charset="0"/>
              </a:rPr>
              <a:t>Write about 12 sentences using some of the expressions you learnt in class.</a:t>
            </a:r>
            <a:endParaRPr lang="en-US" altLang="en-US" sz="3200" dirty="0">
              <a:latin typeface="Abadi Extra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916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C68294-ACCC-4BF5-AA51-743106BE0A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3E62B64-236D-41FF-AB49-55C2A99C0B39}">
  <ds:schemaRefs>
    <ds:schemaRef ds:uri="http://schemas.openxmlformats.org/package/2006/metadata/core-properties"/>
    <ds:schemaRef ds:uri="31635c7e-3a11-4128-b6ca-f17fd774e46d"/>
    <ds:schemaRef ds:uri="http://purl.org/dc/dcmitype/"/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73D436A-5EDF-4E9F-BA5A-CB98983F46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635c7e-3a11-4128-b6ca-f17fd774e4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1207</TotalTime>
  <Words>343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Abadi ExtraLight</vt:lpstr>
      <vt:lpstr>ADLaM Display</vt:lpstr>
      <vt:lpstr>Aptos</vt:lpstr>
      <vt:lpstr>Aptos Black</vt:lpstr>
      <vt:lpstr>Aptos Display</vt:lpstr>
      <vt:lpstr>Arial</vt:lpstr>
      <vt:lpstr>Tw Cen MT Condensed Extra Bold</vt:lpstr>
      <vt:lpstr>office theme</vt:lpstr>
      <vt:lpstr>6) ESCCCP24 2025-2026  16 Apr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Andrew Patterson</cp:lastModifiedBy>
  <cp:revision>7</cp:revision>
  <dcterms:created xsi:type="dcterms:W3CDTF">2026-04-16T16:12:43Z</dcterms:created>
  <dcterms:modified xsi:type="dcterms:W3CDTF">2026-04-17T12:22:50Z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</Properties>
</file>