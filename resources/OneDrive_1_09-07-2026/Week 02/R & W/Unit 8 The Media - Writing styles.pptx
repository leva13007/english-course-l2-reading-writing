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4"/>
  </p:notesMasterIdLst>
  <p:sldIdLst>
    <p:sldId id="256" r:id="rId5"/>
    <p:sldId id="257" r:id="rId6"/>
    <p:sldId id="258" r:id="rId7"/>
    <p:sldId id="259" r:id="rId8"/>
    <p:sldId id="260" r:id="rId9"/>
    <p:sldId id="264" r:id="rId10"/>
    <p:sldId id="261" r:id="rId11"/>
    <p:sldId id="265" r:id="rId12"/>
    <p:sldId id="266" r:id="rId13"/>
    <p:sldId id="267" r:id="rId14"/>
    <p:sldId id="268" r:id="rId15"/>
    <p:sldId id="269" r:id="rId16"/>
    <p:sldId id="270" r:id="rId17"/>
    <p:sldId id="271" r:id="rId18"/>
    <p:sldId id="295" r:id="rId19"/>
    <p:sldId id="272" r:id="rId20"/>
    <p:sldId id="296" r:id="rId21"/>
    <p:sldId id="273" r:id="rId22"/>
    <p:sldId id="297" r:id="rId23"/>
    <p:sldId id="298" r:id="rId24"/>
    <p:sldId id="299" r:id="rId25"/>
    <p:sldId id="274" r:id="rId26"/>
    <p:sldId id="275" r:id="rId27"/>
    <p:sldId id="276" r:id="rId28"/>
    <p:sldId id="277" r:id="rId29"/>
    <p:sldId id="278" r:id="rId30"/>
    <p:sldId id="279" r:id="rId31"/>
    <p:sldId id="280" r:id="rId32"/>
    <p:sldId id="281" r:id="rId33"/>
    <p:sldId id="282" r:id="rId34"/>
    <p:sldId id="283" r:id="rId35"/>
    <p:sldId id="286" r:id="rId36"/>
    <p:sldId id="288" r:id="rId37"/>
    <p:sldId id="284" r:id="rId38"/>
    <p:sldId id="285" r:id="rId39"/>
    <p:sldId id="289" r:id="rId40"/>
    <p:sldId id="294" r:id="rId41"/>
    <p:sldId id="290" r:id="rId42"/>
    <p:sldId id="293"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F0FA"/>
    <a:srgbClr val="F5FBFF"/>
    <a:srgbClr val="FAFFFA"/>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FAE79D-B293-46B7-930A-81889A7F5278}" v="6" dt="2026-03-10T12:53:34.0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11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tterson" userId="6c8ffccf-7c1b-4173-8b93-861005bd5f70" providerId="ADAL" clId="{340A04FB-801D-4D33-9372-268FA29A2369}"/>
    <pc:docChg chg="addSld modSld">
      <pc:chgData name="Andrew Patterson" userId="6c8ffccf-7c1b-4173-8b93-861005bd5f70" providerId="ADAL" clId="{340A04FB-801D-4D33-9372-268FA29A2369}" dt="2026-03-10T12:55:18.676" v="52" actId="729"/>
      <pc:docMkLst>
        <pc:docMk/>
      </pc:docMkLst>
      <pc:sldChg chg="addSp modSp new mod modShow">
        <pc:chgData name="Andrew Patterson" userId="6c8ffccf-7c1b-4173-8b93-861005bd5f70" providerId="ADAL" clId="{340A04FB-801D-4D33-9372-268FA29A2369}" dt="2026-03-10T12:55:15.586" v="51" actId="729"/>
        <pc:sldMkLst>
          <pc:docMk/>
          <pc:sldMk cId="406001105" sldId="298"/>
        </pc:sldMkLst>
        <pc:spChg chg="add mod">
          <ac:chgData name="Andrew Patterson" userId="6c8ffccf-7c1b-4173-8b93-861005bd5f70" providerId="ADAL" clId="{340A04FB-801D-4D33-9372-268FA29A2369}" dt="2026-03-10T12:50:24.414" v="34" actId="1076"/>
          <ac:spMkLst>
            <pc:docMk/>
            <pc:sldMk cId="406001105" sldId="298"/>
            <ac:spMk id="5" creationId="{3179FF28-41EE-3538-375C-577E89037094}"/>
          </ac:spMkLst>
        </pc:spChg>
        <pc:graphicFrameChg chg="add mod">
          <ac:chgData name="Andrew Patterson" userId="6c8ffccf-7c1b-4173-8b93-861005bd5f70" providerId="ADAL" clId="{340A04FB-801D-4D33-9372-268FA29A2369}" dt="2026-03-10T12:47:24.211" v="1"/>
          <ac:graphicFrameMkLst>
            <pc:docMk/>
            <pc:sldMk cId="406001105" sldId="298"/>
            <ac:graphicFrameMk id="2" creationId="{FB71CE10-7001-F3CA-D1CF-1FB7A08A2C04}"/>
          </ac:graphicFrameMkLst>
        </pc:graphicFrameChg>
        <pc:graphicFrameChg chg="add mod">
          <ac:chgData name="Andrew Patterson" userId="6c8ffccf-7c1b-4173-8b93-861005bd5f70" providerId="ADAL" clId="{340A04FB-801D-4D33-9372-268FA29A2369}" dt="2026-03-10T12:48:09.828" v="2"/>
          <ac:graphicFrameMkLst>
            <pc:docMk/>
            <pc:sldMk cId="406001105" sldId="298"/>
            <ac:graphicFrameMk id="3" creationId="{5C28C69B-43C4-13A2-450E-3FE39EB2ED92}"/>
          </ac:graphicFrameMkLst>
        </pc:graphicFrameChg>
      </pc:sldChg>
      <pc:sldChg chg="addSp modSp new mod modShow">
        <pc:chgData name="Andrew Patterson" userId="6c8ffccf-7c1b-4173-8b93-861005bd5f70" providerId="ADAL" clId="{340A04FB-801D-4D33-9372-268FA29A2369}" dt="2026-03-10T12:55:18.676" v="52" actId="729"/>
        <pc:sldMkLst>
          <pc:docMk/>
          <pc:sldMk cId="3970304043" sldId="299"/>
        </pc:sldMkLst>
        <pc:spChg chg="add mod">
          <ac:chgData name="Andrew Patterson" userId="6c8ffccf-7c1b-4173-8b93-861005bd5f70" providerId="ADAL" clId="{340A04FB-801D-4D33-9372-268FA29A2369}" dt="2026-03-10T12:55:01.501" v="50" actId="14100"/>
          <ac:spMkLst>
            <pc:docMk/>
            <pc:sldMk cId="3970304043" sldId="299"/>
            <ac:spMk id="4" creationId="{B62C3ACB-7E6B-BB0B-D85F-5FC78DDA82E1}"/>
          </ac:spMkLst>
        </pc:spChg>
        <pc:graphicFrameChg chg="add mod">
          <ac:chgData name="Andrew Patterson" userId="6c8ffccf-7c1b-4173-8b93-861005bd5f70" providerId="ADAL" clId="{340A04FB-801D-4D33-9372-268FA29A2369}" dt="2026-03-10T12:53:27.655" v="36"/>
          <ac:graphicFrameMkLst>
            <pc:docMk/>
            <pc:sldMk cId="3970304043" sldId="299"/>
            <ac:graphicFrameMk id="2" creationId="{F98AC501-5A7A-A863-4BE9-F1E87479FDA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B80E71-01A8-9747-B2F2-E08B0FB331FE}"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E84200-E27D-AF44-BAA3-73813F98F5B1}" type="slidenum">
              <a:rPr lang="en-US" smtClean="0"/>
              <a:t>‹#›</a:t>
            </a:fld>
            <a:endParaRPr lang="en-US"/>
          </a:p>
        </p:txBody>
      </p:sp>
    </p:spTree>
    <p:extLst>
      <p:ext uri="{BB962C8B-B14F-4D97-AF65-F5344CB8AC3E}">
        <p14:creationId xmlns:p14="http://schemas.microsoft.com/office/powerpoint/2010/main" val="3551206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p:txBody>
      </p:sp>
      <p:sp>
        <p:nvSpPr>
          <p:cNvPr id="4" name="Slide Number Placeholder 3"/>
          <p:cNvSpPr>
            <a:spLocks noGrp="1"/>
          </p:cNvSpPr>
          <p:nvPr>
            <p:ph type="sldNum" sz="quarter" idx="5"/>
          </p:nvPr>
        </p:nvSpPr>
        <p:spPr/>
        <p:txBody>
          <a:bodyPr/>
          <a:lstStyle/>
          <a:p>
            <a:fld id="{33E84200-E27D-AF44-BAA3-73813F98F5B1}" type="slidenum">
              <a:rPr lang="en-US" smtClean="0"/>
              <a:t>10</a:t>
            </a:fld>
            <a:endParaRPr lang="en-US"/>
          </a:p>
        </p:txBody>
      </p:sp>
    </p:spTree>
    <p:extLst>
      <p:ext uri="{BB962C8B-B14F-4D97-AF65-F5344CB8AC3E}">
        <p14:creationId xmlns:p14="http://schemas.microsoft.com/office/powerpoint/2010/main" val="694784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9.png"/><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59457"/>
            <a:ext cx="9144000" cy="2387600"/>
          </a:xfrm>
        </p:spPr>
        <p:txBody>
          <a:bodyPr/>
          <a:lstStyle/>
          <a:p>
            <a:r>
              <a:rPr lang="en-US">
                <a:ea typeface="+mj-lt"/>
                <a:cs typeface="+mj-lt"/>
              </a:rPr>
              <a:t>Unit 8 The Media - Writing styles</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F0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07FD42-95A7-106F-0B0C-C116DA30A8BE}"/>
              </a:ext>
            </a:extLst>
          </p:cNvPr>
          <p:cNvPicPr>
            <a:picLocks noChangeAspect="1"/>
          </p:cNvPicPr>
          <p:nvPr/>
        </p:nvPicPr>
        <p:blipFill>
          <a:blip r:embed="rId2"/>
          <a:stretch>
            <a:fillRect/>
          </a:stretch>
        </p:blipFill>
        <p:spPr>
          <a:xfrm rot="-60000">
            <a:off x="147225" y="190280"/>
            <a:ext cx="11896255" cy="6403338"/>
          </a:xfrm>
          <a:prstGeom prst="rect">
            <a:avLst/>
          </a:prstGeom>
        </p:spPr>
      </p:pic>
    </p:spTree>
    <p:extLst>
      <p:ext uri="{BB962C8B-B14F-4D97-AF65-F5344CB8AC3E}">
        <p14:creationId xmlns:p14="http://schemas.microsoft.com/office/powerpoint/2010/main" val="154973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200CC0-2B54-7B9D-2B35-9E13249D97A6}"/>
              </a:ext>
            </a:extLst>
          </p:cNvPr>
          <p:cNvPicPr>
            <a:picLocks noChangeAspect="1"/>
          </p:cNvPicPr>
          <p:nvPr/>
        </p:nvPicPr>
        <p:blipFill>
          <a:blip r:embed="rId2"/>
          <a:stretch>
            <a:fillRect/>
          </a:stretch>
        </p:blipFill>
        <p:spPr>
          <a:xfrm rot="-60000">
            <a:off x="379476" y="979883"/>
            <a:ext cx="11433048" cy="4898232"/>
          </a:xfrm>
          <a:prstGeom prst="rect">
            <a:avLst/>
          </a:prstGeom>
        </p:spPr>
      </p:pic>
    </p:spTree>
    <p:extLst>
      <p:ext uri="{BB962C8B-B14F-4D97-AF65-F5344CB8AC3E}">
        <p14:creationId xmlns:p14="http://schemas.microsoft.com/office/powerpoint/2010/main" val="1377919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F0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7EBE3A-D0D6-369C-0F24-1120D1461EB6}"/>
              </a:ext>
            </a:extLst>
          </p:cNvPr>
          <p:cNvPicPr>
            <a:picLocks noChangeAspect="1"/>
          </p:cNvPicPr>
          <p:nvPr/>
        </p:nvPicPr>
        <p:blipFill>
          <a:blip r:embed="rId2"/>
          <a:stretch>
            <a:fillRect/>
          </a:stretch>
        </p:blipFill>
        <p:spPr>
          <a:xfrm rot="-60000">
            <a:off x="263716" y="692865"/>
            <a:ext cx="11658482" cy="5123611"/>
          </a:xfrm>
          <a:prstGeom prst="rect">
            <a:avLst/>
          </a:prstGeom>
        </p:spPr>
      </p:pic>
    </p:spTree>
    <p:extLst>
      <p:ext uri="{BB962C8B-B14F-4D97-AF65-F5344CB8AC3E}">
        <p14:creationId xmlns:p14="http://schemas.microsoft.com/office/powerpoint/2010/main" val="500016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F0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4F4BFB-97B5-3E40-F03C-4E2522D9C433}"/>
              </a:ext>
            </a:extLst>
          </p:cNvPr>
          <p:cNvPicPr>
            <a:picLocks noGrp="1" noRot="1" noChangeAspect="1" noMove="1" noResize="1" noEditPoints="1" noAdjustHandles="1" noChangeArrowheads="1" noChangeShapeType="1" noCrop="1"/>
          </p:cNvPicPr>
          <p:nvPr/>
        </p:nvPicPr>
        <p:blipFill>
          <a:blip r:embed="rId2"/>
          <a:stretch>
            <a:fillRect/>
          </a:stretch>
        </p:blipFill>
        <p:spPr>
          <a:xfrm rot="-60000">
            <a:off x="590167" y="712092"/>
            <a:ext cx="11483340" cy="5433815"/>
          </a:xfrm>
          <a:prstGeom prst="rect">
            <a:avLst/>
          </a:prstGeom>
        </p:spPr>
      </p:pic>
      <p:sp>
        <p:nvSpPr>
          <p:cNvPr id="4" name="4) text">
            <a:extLst>
              <a:ext uri="{FF2B5EF4-FFF2-40B4-BE49-F238E27FC236}">
                <a16:creationId xmlns:a16="http://schemas.microsoft.com/office/drawing/2014/main" id="{241FC03E-AA62-931D-BE79-BA8A9981E8F1}"/>
              </a:ext>
            </a:extLst>
          </p:cNvPr>
          <p:cNvSpPr/>
          <p:nvPr/>
        </p:nvSpPr>
        <p:spPr>
          <a:xfrm>
            <a:off x="11146427" y="5366936"/>
            <a:ext cx="691785"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F </a:t>
            </a:r>
            <a:endParaRPr lang="en-GB" sz="3200"/>
          </a:p>
        </p:txBody>
      </p:sp>
      <p:sp>
        <p:nvSpPr>
          <p:cNvPr id="5" name="Oval 4">
            <a:extLst>
              <a:ext uri="{FF2B5EF4-FFF2-40B4-BE49-F238E27FC236}">
                <a16:creationId xmlns:a16="http://schemas.microsoft.com/office/drawing/2014/main" id="{3D833980-D8FC-5F83-0230-6818FAFF173D}"/>
              </a:ext>
            </a:extLst>
          </p:cNvPr>
          <p:cNvSpPr>
            <a:spLocks noChangeAspect="1"/>
          </p:cNvSpPr>
          <p:nvPr/>
        </p:nvSpPr>
        <p:spPr>
          <a:xfrm>
            <a:off x="143012" y="5357616"/>
            <a:ext cx="843747" cy="461843"/>
          </a:xfrm>
          <a:prstGeom prst="ellipse">
            <a:avLst/>
          </a:prstGeom>
          <a:solidFill>
            <a:srgbClr val="C997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4</a:t>
            </a:r>
          </a:p>
        </p:txBody>
      </p:sp>
      <p:sp>
        <p:nvSpPr>
          <p:cNvPr id="6" name="3) text">
            <a:extLst>
              <a:ext uri="{FF2B5EF4-FFF2-40B4-BE49-F238E27FC236}">
                <a16:creationId xmlns:a16="http://schemas.microsoft.com/office/drawing/2014/main" id="{F5D98DC8-6007-70D6-7F76-F7E69232CA7A}"/>
              </a:ext>
            </a:extLst>
          </p:cNvPr>
          <p:cNvSpPr/>
          <p:nvPr/>
        </p:nvSpPr>
        <p:spPr>
          <a:xfrm>
            <a:off x="11153241" y="4640338"/>
            <a:ext cx="684971"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T </a:t>
            </a:r>
            <a:endParaRPr lang="en-GB" sz="3200"/>
          </a:p>
        </p:txBody>
      </p:sp>
      <p:sp>
        <p:nvSpPr>
          <p:cNvPr id="7" name="Oval 3">
            <a:extLst>
              <a:ext uri="{FF2B5EF4-FFF2-40B4-BE49-F238E27FC236}">
                <a16:creationId xmlns:a16="http://schemas.microsoft.com/office/drawing/2014/main" id="{2C49E057-CF3F-F37C-B223-5322D27F9E49}"/>
              </a:ext>
            </a:extLst>
          </p:cNvPr>
          <p:cNvSpPr>
            <a:spLocks noChangeAspect="1"/>
          </p:cNvSpPr>
          <p:nvPr/>
        </p:nvSpPr>
        <p:spPr>
          <a:xfrm>
            <a:off x="91357" y="4617671"/>
            <a:ext cx="843747" cy="461843"/>
          </a:xfrm>
          <a:prstGeom prst="ellipse">
            <a:avLst/>
          </a:prstGeom>
          <a:solidFill>
            <a:srgbClr val="9E79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3</a:t>
            </a:r>
          </a:p>
        </p:txBody>
      </p:sp>
      <p:sp>
        <p:nvSpPr>
          <p:cNvPr id="8" name="2) text">
            <a:extLst>
              <a:ext uri="{FF2B5EF4-FFF2-40B4-BE49-F238E27FC236}">
                <a16:creationId xmlns:a16="http://schemas.microsoft.com/office/drawing/2014/main" id="{0A81C6AE-2EA4-14FE-012F-B89F95F35D5C}"/>
              </a:ext>
            </a:extLst>
          </p:cNvPr>
          <p:cNvSpPr/>
          <p:nvPr/>
        </p:nvSpPr>
        <p:spPr>
          <a:xfrm>
            <a:off x="11153241" y="3909272"/>
            <a:ext cx="684971"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F</a:t>
            </a:r>
            <a:endParaRPr lang="en-GB" sz="3200"/>
          </a:p>
        </p:txBody>
      </p:sp>
      <p:sp>
        <p:nvSpPr>
          <p:cNvPr id="9" name="Oval 2">
            <a:extLst>
              <a:ext uri="{FF2B5EF4-FFF2-40B4-BE49-F238E27FC236}">
                <a16:creationId xmlns:a16="http://schemas.microsoft.com/office/drawing/2014/main" id="{354ED42F-2B37-2159-FFEB-4CF1A16039B6}"/>
              </a:ext>
            </a:extLst>
          </p:cNvPr>
          <p:cNvSpPr>
            <a:spLocks noChangeAspect="1"/>
          </p:cNvSpPr>
          <p:nvPr/>
        </p:nvSpPr>
        <p:spPr>
          <a:xfrm>
            <a:off x="91357" y="3856436"/>
            <a:ext cx="843747" cy="461843"/>
          </a:xfrm>
          <a:prstGeom prst="ellipse">
            <a:avLst/>
          </a:prstGeom>
          <a:solidFill>
            <a:srgbClr val="DA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2</a:t>
            </a:r>
          </a:p>
        </p:txBody>
      </p:sp>
      <p:sp>
        <p:nvSpPr>
          <p:cNvPr id="10" name="1) text">
            <a:extLst>
              <a:ext uri="{FF2B5EF4-FFF2-40B4-BE49-F238E27FC236}">
                <a16:creationId xmlns:a16="http://schemas.microsoft.com/office/drawing/2014/main" id="{DF575E34-EAD1-D575-5D01-50E6DD781DA8}"/>
              </a:ext>
            </a:extLst>
          </p:cNvPr>
          <p:cNvSpPr>
            <a:spLocks noChangeArrowheads="1"/>
          </p:cNvSpPr>
          <p:nvPr/>
        </p:nvSpPr>
        <p:spPr bwMode="auto">
          <a:xfrm>
            <a:off x="11153244" y="3229430"/>
            <a:ext cx="68497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a:solidFill>
                  <a:srgbClr val="0070C0"/>
                </a:solidFill>
                <a:latin typeface="Segoe Print" panose="02000600000000000000" pitchFamily="2" charset="0"/>
                <a:cs typeface="Calibri" panose="020F0502020204030204" pitchFamily="34" charset="0"/>
              </a:rPr>
              <a:t>T</a:t>
            </a:r>
            <a:r>
              <a:rPr kumimoji="0" lang="en-US" altLang="en-US" sz="3200" b="0" i="0" u="none" strike="noStrike" cap="none" normalizeH="0" baseline="0">
                <a:ln>
                  <a:noFill/>
                </a:ln>
                <a:solidFill>
                  <a:srgbClr val="0070C0"/>
                </a:solidFill>
                <a:effectLst/>
                <a:latin typeface="Segoe Print" panose="02000600000000000000" pitchFamily="2" charset="0"/>
                <a:cs typeface="Calibri" panose="020F0502020204030204" pitchFamily="34" charset="0"/>
              </a:rPr>
              <a:t> </a:t>
            </a:r>
            <a:endParaRPr kumimoji="0" lang="en-US" altLang="en-US" sz="3200" b="0" i="0" u="none" strike="noStrike" cap="none" normalizeH="0" baseline="0">
              <a:ln>
                <a:noFill/>
              </a:ln>
              <a:solidFill>
                <a:srgbClr val="0070C0"/>
              </a:solidFill>
              <a:effectLst/>
              <a:latin typeface="Segoe Print" panose="02000600000000000000" pitchFamily="2" charset="0"/>
            </a:endParaRPr>
          </a:p>
        </p:txBody>
      </p:sp>
      <p:sp>
        <p:nvSpPr>
          <p:cNvPr id="11" name="Oval 1">
            <a:extLst>
              <a:ext uri="{FF2B5EF4-FFF2-40B4-BE49-F238E27FC236}">
                <a16:creationId xmlns:a16="http://schemas.microsoft.com/office/drawing/2014/main" id="{927795DD-079D-EB4A-0960-DE6573AEBB41}"/>
              </a:ext>
            </a:extLst>
          </p:cNvPr>
          <p:cNvSpPr>
            <a:spLocks noChangeAspect="1"/>
          </p:cNvSpPr>
          <p:nvPr/>
        </p:nvSpPr>
        <p:spPr>
          <a:xfrm>
            <a:off x="71951" y="3203659"/>
            <a:ext cx="863153" cy="472466"/>
          </a:xfrm>
          <a:prstGeom prst="ellipse">
            <a:avLst/>
          </a:prstGeom>
          <a:solidFill>
            <a:srgbClr val="43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1</a:t>
            </a:r>
          </a:p>
        </p:txBody>
      </p:sp>
    </p:spTree>
    <p:extLst>
      <p:ext uri="{BB962C8B-B14F-4D97-AF65-F5344CB8AC3E}">
        <p14:creationId xmlns:p14="http://schemas.microsoft.com/office/powerpoint/2010/main" val="375393577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grpId="1" nodeType="clickEffect">
                                  <p:stCondLst>
                                    <p:cond delay="0"/>
                                  </p:stCondLst>
                                  <p:childTnLst>
                                    <p:animEffect transition="out" filter="wipe(right)">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3" restart="whenNotActive" fill="hold" evtFilter="cancelBubble" nodeType="interactiveSeq">
                <p:stCondLst>
                  <p:cond evt="onClick" delay="0">
                    <p:tgtEl>
                      <p:spTgt spid="9"/>
                    </p:tgtEl>
                  </p:cond>
                </p:stCondLst>
                <p:endSync evt="end" delay="0">
                  <p:rtn val="all"/>
                </p:endSync>
                <p:childTnLst>
                  <p:par>
                    <p:cTn id="14" fill="hold">
                      <p:stCondLst>
                        <p:cond delay="0"/>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2" fill="hold" grpId="1" nodeType="clickEffect">
                                  <p:stCondLst>
                                    <p:cond delay="0"/>
                                  </p:stCondLst>
                                  <p:childTnLst>
                                    <p:animEffect transition="out" filter="wipe(right)">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4" restart="whenNotActive" fill="hold" evtFilter="cancelBubble" nodeType="interactiveSeq">
                <p:stCondLst>
                  <p:cond evt="onClick" delay="0">
                    <p:tgtEl>
                      <p:spTgt spid="7"/>
                    </p:tgtEl>
                  </p:cond>
                </p:stCondLst>
                <p:endSync evt="end" delay="0">
                  <p:rtn val="all"/>
                </p:endSync>
                <p:childTnLst>
                  <p:par>
                    <p:cTn id="25" fill="hold">
                      <p:stCondLst>
                        <p:cond delay="0"/>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xit" presetSubtype="2" fill="hold" grpId="1" nodeType="clickEffect">
                                  <p:stCondLst>
                                    <p:cond delay="0"/>
                                  </p:stCondLst>
                                  <p:childTnLst>
                                    <p:animEffect transition="out" filter="wipe(right)">
                                      <p:cBhvr>
                                        <p:cTn id="33" dur="500"/>
                                        <p:tgtEl>
                                          <p:spTgt spid="6"/>
                                        </p:tgtEl>
                                      </p:cBhvr>
                                    </p:animEffect>
                                    <p:set>
                                      <p:cBhvr>
                                        <p:cTn id="34"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35" restart="whenNotActive" fill="hold" evtFilter="cancelBubble" nodeType="interactiveSeq">
                <p:stCondLst>
                  <p:cond evt="onClick" delay="0">
                    <p:tgtEl>
                      <p:spTgt spid="5"/>
                    </p:tgtEl>
                  </p:cond>
                </p:stCondLst>
                <p:endSync evt="end" delay="0">
                  <p:rtn val="all"/>
                </p:endSync>
                <p:childTnLst>
                  <p:par>
                    <p:cTn id="36" fill="hold">
                      <p:stCondLst>
                        <p:cond delay="0"/>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2" fill="hold" grpId="1" nodeType="clickEffect">
                                  <p:stCondLst>
                                    <p:cond delay="0"/>
                                  </p:stCondLst>
                                  <p:childTnLst>
                                    <p:animEffect transition="out" filter="wipe(right)">
                                      <p:cBhvr>
                                        <p:cTn id="44" dur="500"/>
                                        <p:tgtEl>
                                          <p:spTgt spid="4"/>
                                        </p:tgtEl>
                                      </p:cBhvr>
                                    </p:animEffect>
                                    <p:set>
                                      <p:cBhvr>
                                        <p:cTn id="45" dur="1" fill="hold">
                                          <p:stCondLst>
                                            <p:cond delay="499"/>
                                          </p:stCondLst>
                                        </p:cTn>
                                        <p:tgtEl>
                                          <p:spTgt spid="4"/>
                                        </p:tgtEl>
                                        <p:attrNameLst>
                                          <p:attrName>style.visibility</p:attrName>
                                        </p:attrNameLst>
                                      </p:cBhvr>
                                      <p:to>
                                        <p:strVal val="hidden"/>
                                      </p:to>
                                    </p:set>
                                  </p:childTnLst>
                                </p:cTn>
                              </p:par>
                            </p:childTnLst>
                          </p:cTn>
                        </p:par>
                      </p:childTnLst>
                    </p:cTn>
                  </p:par>
                </p:childTnLst>
              </p:cTn>
              <p:nextCondLst>
                <p:cond evt="onClick" delay="0">
                  <p:tgtEl>
                    <p:spTgt spid="5"/>
                  </p:tgtEl>
                </p:cond>
              </p:nextCondLst>
            </p:seq>
          </p:childTnLst>
        </p:cTn>
      </p:par>
    </p:tnLst>
    <p:bldLst>
      <p:bldP spid="4" grpId="0"/>
      <p:bldP spid="4" grpId="1"/>
      <p:bldP spid="6" grpId="0"/>
      <p:bldP spid="6" grpId="1"/>
      <p:bldP spid="8" grpId="0"/>
      <p:bldP spid="8" grpId="1"/>
      <p:bldP spid="10" grpId="0"/>
      <p:bldP spid="10"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F0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3B4265-F2C3-8466-0C83-FB5FD0BD7E6E}"/>
              </a:ext>
            </a:extLst>
          </p:cNvPr>
          <p:cNvPicPr>
            <a:picLocks noGrp="1" noRot="1" noChangeAspect="1" noMove="1" noResize="1" noEditPoints="1" noAdjustHandles="1" noChangeArrowheads="1" noChangeShapeType="1" noCrop="1"/>
          </p:cNvPicPr>
          <p:nvPr/>
        </p:nvPicPr>
        <p:blipFill>
          <a:blip r:embed="rId2"/>
          <a:stretch>
            <a:fillRect/>
          </a:stretch>
        </p:blipFill>
        <p:spPr>
          <a:xfrm rot="-60000">
            <a:off x="726214" y="620487"/>
            <a:ext cx="11294745" cy="5617029"/>
          </a:xfrm>
          <a:prstGeom prst="rect">
            <a:avLst/>
          </a:prstGeom>
        </p:spPr>
      </p:pic>
      <p:sp>
        <p:nvSpPr>
          <p:cNvPr id="4" name="4) text">
            <a:extLst>
              <a:ext uri="{FF2B5EF4-FFF2-40B4-BE49-F238E27FC236}">
                <a16:creationId xmlns:a16="http://schemas.microsoft.com/office/drawing/2014/main" id="{CF62BFA9-E0FA-32B7-7BB8-D67821E478CD}"/>
              </a:ext>
            </a:extLst>
          </p:cNvPr>
          <p:cNvSpPr/>
          <p:nvPr/>
        </p:nvSpPr>
        <p:spPr>
          <a:xfrm>
            <a:off x="11314208" y="5308892"/>
            <a:ext cx="544233"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T</a:t>
            </a:r>
            <a:endParaRPr lang="en-GB" sz="3200"/>
          </a:p>
        </p:txBody>
      </p:sp>
      <p:sp>
        <p:nvSpPr>
          <p:cNvPr id="5" name="Oval 4">
            <a:extLst>
              <a:ext uri="{FF2B5EF4-FFF2-40B4-BE49-F238E27FC236}">
                <a16:creationId xmlns:a16="http://schemas.microsoft.com/office/drawing/2014/main" id="{7099748E-11A6-177C-7944-4C4E0C402A7E}"/>
              </a:ext>
            </a:extLst>
          </p:cNvPr>
          <p:cNvSpPr>
            <a:spLocks noChangeAspect="1"/>
          </p:cNvSpPr>
          <p:nvPr/>
        </p:nvSpPr>
        <p:spPr>
          <a:xfrm>
            <a:off x="132587" y="5320050"/>
            <a:ext cx="843747" cy="461843"/>
          </a:xfrm>
          <a:prstGeom prst="ellipse">
            <a:avLst/>
          </a:prstGeom>
          <a:solidFill>
            <a:srgbClr val="C997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4</a:t>
            </a:r>
          </a:p>
        </p:txBody>
      </p:sp>
      <p:sp>
        <p:nvSpPr>
          <p:cNvPr id="6" name="3) text">
            <a:extLst>
              <a:ext uri="{FF2B5EF4-FFF2-40B4-BE49-F238E27FC236}">
                <a16:creationId xmlns:a16="http://schemas.microsoft.com/office/drawing/2014/main" id="{37FA4D59-6423-0D13-C425-52BD0824EEEF}"/>
              </a:ext>
            </a:extLst>
          </p:cNvPr>
          <p:cNvSpPr/>
          <p:nvPr/>
        </p:nvSpPr>
        <p:spPr>
          <a:xfrm>
            <a:off x="11241825" y="4588979"/>
            <a:ext cx="807884"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T </a:t>
            </a:r>
            <a:endParaRPr lang="en-GB" sz="3200"/>
          </a:p>
        </p:txBody>
      </p:sp>
      <p:sp>
        <p:nvSpPr>
          <p:cNvPr id="7" name="Oval 3">
            <a:extLst>
              <a:ext uri="{FF2B5EF4-FFF2-40B4-BE49-F238E27FC236}">
                <a16:creationId xmlns:a16="http://schemas.microsoft.com/office/drawing/2014/main" id="{D4CAA502-3BCC-E027-8372-E5447AD48587}"/>
              </a:ext>
            </a:extLst>
          </p:cNvPr>
          <p:cNvSpPr>
            <a:spLocks noChangeAspect="1"/>
          </p:cNvSpPr>
          <p:nvPr/>
        </p:nvSpPr>
        <p:spPr>
          <a:xfrm>
            <a:off x="150876" y="4588979"/>
            <a:ext cx="843747" cy="461843"/>
          </a:xfrm>
          <a:prstGeom prst="ellipse">
            <a:avLst/>
          </a:prstGeom>
          <a:solidFill>
            <a:srgbClr val="9E79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3</a:t>
            </a:r>
          </a:p>
        </p:txBody>
      </p:sp>
      <p:sp>
        <p:nvSpPr>
          <p:cNvPr id="8" name="2) text">
            <a:extLst>
              <a:ext uri="{FF2B5EF4-FFF2-40B4-BE49-F238E27FC236}">
                <a16:creationId xmlns:a16="http://schemas.microsoft.com/office/drawing/2014/main" id="{E8FBE9D4-8467-5D0D-FB33-A0E15FF1D25F}"/>
              </a:ext>
            </a:extLst>
          </p:cNvPr>
          <p:cNvSpPr/>
          <p:nvPr/>
        </p:nvSpPr>
        <p:spPr>
          <a:xfrm>
            <a:off x="11241825" y="3794108"/>
            <a:ext cx="544233"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T </a:t>
            </a:r>
            <a:endParaRPr lang="en-GB" sz="3200"/>
          </a:p>
        </p:txBody>
      </p:sp>
      <p:sp>
        <p:nvSpPr>
          <p:cNvPr id="9" name="Oval 2">
            <a:extLst>
              <a:ext uri="{FF2B5EF4-FFF2-40B4-BE49-F238E27FC236}">
                <a16:creationId xmlns:a16="http://schemas.microsoft.com/office/drawing/2014/main" id="{6E2916EF-24D4-85D9-099E-3F30A39CDE79}"/>
              </a:ext>
            </a:extLst>
          </p:cNvPr>
          <p:cNvSpPr>
            <a:spLocks noChangeAspect="1"/>
          </p:cNvSpPr>
          <p:nvPr/>
        </p:nvSpPr>
        <p:spPr>
          <a:xfrm>
            <a:off x="142291" y="3836160"/>
            <a:ext cx="843747" cy="461843"/>
          </a:xfrm>
          <a:prstGeom prst="ellipse">
            <a:avLst/>
          </a:prstGeom>
          <a:solidFill>
            <a:srgbClr val="DA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2</a:t>
            </a:r>
          </a:p>
        </p:txBody>
      </p:sp>
      <p:sp>
        <p:nvSpPr>
          <p:cNvPr id="10" name="1) text">
            <a:extLst>
              <a:ext uri="{FF2B5EF4-FFF2-40B4-BE49-F238E27FC236}">
                <a16:creationId xmlns:a16="http://schemas.microsoft.com/office/drawing/2014/main" id="{65DE14CA-9B11-851E-9FD0-569645333BD0}"/>
              </a:ext>
            </a:extLst>
          </p:cNvPr>
          <p:cNvSpPr>
            <a:spLocks noChangeArrowheads="1"/>
          </p:cNvSpPr>
          <p:nvPr/>
        </p:nvSpPr>
        <p:spPr bwMode="auto">
          <a:xfrm>
            <a:off x="11328847" y="3049396"/>
            <a:ext cx="86315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a:solidFill>
                  <a:srgbClr val="0070C0"/>
                </a:solidFill>
                <a:latin typeface="Segoe Print" panose="02000600000000000000" pitchFamily="2" charset="0"/>
                <a:cs typeface="Calibri" panose="020F0502020204030204" pitchFamily="34" charset="0"/>
              </a:rPr>
              <a:t>F</a:t>
            </a:r>
            <a:r>
              <a:rPr kumimoji="0" lang="en-US" altLang="en-US" sz="3200" b="0" i="0" u="none" strike="noStrike" cap="none" normalizeH="0" baseline="0">
                <a:ln>
                  <a:noFill/>
                </a:ln>
                <a:solidFill>
                  <a:srgbClr val="0070C0"/>
                </a:solidFill>
                <a:effectLst/>
                <a:latin typeface="Segoe Print" panose="02000600000000000000" pitchFamily="2" charset="0"/>
                <a:cs typeface="Calibri" panose="020F0502020204030204" pitchFamily="34" charset="0"/>
              </a:rPr>
              <a:t> </a:t>
            </a:r>
            <a:endParaRPr kumimoji="0" lang="en-US" altLang="en-US" sz="3200" b="0" i="0" u="none" strike="noStrike" cap="none" normalizeH="0" baseline="0">
              <a:ln>
                <a:noFill/>
              </a:ln>
              <a:solidFill>
                <a:srgbClr val="0070C0"/>
              </a:solidFill>
              <a:effectLst/>
              <a:latin typeface="Segoe Print" panose="02000600000000000000" pitchFamily="2" charset="0"/>
            </a:endParaRPr>
          </a:p>
        </p:txBody>
      </p:sp>
      <p:sp>
        <p:nvSpPr>
          <p:cNvPr id="11" name="Oval 1">
            <a:extLst>
              <a:ext uri="{FF2B5EF4-FFF2-40B4-BE49-F238E27FC236}">
                <a16:creationId xmlns:a16="http://schemas.microsoft.com/office/drawing/2014/main" id="{CE355A1F-D19E-0A76-3160-AA496269FECA}"/>
              </a:ext>
            </a:extLst>
          </p:cNvPr>
          <p:cNvSpPr>
            <a:spLocks noChangeAspect="1"/>
          </p:cNvSpPr>
          <p:nvPr/>
        </p:nvSpPr>
        <p:spPr>
          <a:xfrm>
            <a:off x="122885" y="3049396"/>
            <a:ext cx="863153" cy="472466"/>
          </a:xfrm>
          <a:prstGeom prst="ellipse">
            <a:avLst/>
          </a:prstGeom>
          <a:solidFill>
            <a:srgbClr val="43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1</a:t>
            </a:r>
          </a:p>
        </p:txBody>
      </p:sp>
    </p:spTree>
    <p:extLst>
      <p:ext uri="{BB962C8B-B14F-4D97-AF65-F5344CB8AC3E}">
        <p14:creationId xmlns:p14="http://schemas.microsoft.com/office/powerpoint/2010/main" val="150348141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grpId="1" nodeType="clickEffect">
                                  <p:stCondLst>
                                    <p:cond delay="0"/>
                                  </p:stCondLst>
                                  <p:childTnLst>
                                    <p:animEffect transition="out" filter="wipe(right)">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3" restart="whenNotActive" fill="hold" evtFilter="cancelBubble" nodeType="interactiveSeq">
                <p:stCondLst>
                  <p:cond evt="onClick" delay="0">
                    <p:tgtEl>
                      <p:spTgt spid="9"/>
                    </p:tgtEl>
                  </p:cond>
                </p:stCondLst>
                <p:endSync evt="end" delay="0">
                  <p:rtn val="all"/>
                </p:endSync>
                <p:childTnLst>
                  <p:par>
                    <p:cTn id="14" fill="hold">
                      <p:stCondLst>
                        <p:cond delay="0"/>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2" fill="hold" grpId="1" nodeType="clickEffect">
                                  <p:stCondLst>
                                    <p:cond delay="0"/>
                                  </p:stCondLst>
                                  <p:childTnLst>
                                    <p:animEffect transition="out" filter="wipe(right)">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4" restart="whenNotActive" fill="hold" evtFilter="cancelBubble" nodeType="interactiveSeq">
                <p:stCondLst>
                  <p:cond evt="onClick" delay="0">
                    <p:tgtEl>
                      <p:spTgt spid="7"/>
                    </p:tgtEl>
                  </p:cond>
                </p:stCondLst>
                <p:endSync evt="end" delay="0">
                  <p:rtn val="all"/>
                </p:endSync>
                <p:childTnLst>
                  <p:par>
                    <p:cTn id="25" fill="hold">
                      <p:stCondLst>
                        <p:cond delay="0"/>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xit" presetSubtype="2" fill="hold" grpId="1" nodeType="clickEffect">
                                  <p:stCondLst>
                                    <p:cond delay="0"/>
                                  </p:stCondLst>
                                  <p:childTnLst>
                                    <p:animEffect transition="out" filter="wipe(right)">
                                      <p:cBhvr>
                                        <p:cTn id="33" dur="500"/>
                                        <p:tgtEl>
                                          <p:spTgt spid="6"/>
                                        </p:tgtEl>
                                      </p:cBhvr>
                                    </p:animEffect>
                                    <p:set>
                                      <p:cBhvr>
                                        <p:cTn id="34"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35" restart="whenNotActive" fill="hold" evtFilter="cancelBubble" nodeType="interactiveSeq">
                <p:stCondLst>
                  <p:cond evt="onClick" delay="0">
                    <p:tgtEl>
                      <p:spTgt spid="5"/>
                    </p:tgtEl>
                  </p:cond>
                </p:stCondLst>
                <p:endSync evt="end" delay="0">
                  <p:rtn val="all"/>
                </p:endSync>
                <p:childTnLst>
                  <p:par>
                    <p:cTn id="36" fill="hold">
                      <p:stCondLst>
                        <p:cond delay="0"/>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2" fill="hold" grpId="1" nodeType="clickEffect">
                                  <p:stCondLst>
                                    <p:cond delay="0"/>
                                  </p:stCondLst>
                                  <p:childTnLst>
                                    <p:animEffect transition="out" filter="wipe(right)">
                                      <p:cBhvr>
                                        <p:cTn id="44" dur="500"/>
                                        <p:tgtEl>
                                          <p:spTgt spid="4"/>
                                        </p:tgtEl>
                                      </p:cBhvr>
                                    </p:animEffect>
                                    <p:set>
                                      <p:cBhvr>
                                        <p:cTn id="45" dur="1" fill="hold">
                                          <p:stCondLst>
                                            <p:cond delay="499"/>
                                          </p:stCondLst>
                                        </p:cTn>
                                        <p:tgtEl>
                                          <p:spTgt spid="4"/>
                                        </p:tgtEl>
                                        <p:attrNameLst>
                                          <p:attrName>style.visibility</p:attrName>
                                        </p:attrNameLst>
                                      </p:cBhvr>
                                      <p:to>
                                        <p:strVal val="hidden"/>
                                      </p:to>
                                    </p:set>
                                  </p:childTnLst>
                                </p:cTn>
                              </p:par>
                            </p:childTnLst>
                          </p:cTn>
                        </p:par>
                      </p:childTnLst>
                    </p:cTn>
                  </p:par>
                </p:childTnLst>
              </p:cTn>
              <p:nextCondLst>
                <p:cond evt="onClick" delay="0">
                  <p:tgtEl>
                    <p:spTgt spid="5"/>
                  </p:tgtEl>
                </p:cond>
              </p:nextCondLst>
            </p:seq>
          </p:childTnLst>
        </p:cTn>
      </p:par>
    </p:tnLst>
    <p:bldLst>
      <p:bldP spid="4" grpId="0"/>
      <p:bldP spid="4" grpId="1"/>
      <p:bldP spid="6" grpId="0"/>
      <p:bldP spid="6" grpId="1"/>
      <p:bldP spid="8" grpId="0"/>
      <p:bldP spid="8" grpId="1"/>
      <p:bldP spid="10" grpId="0"/>
      <p:bldP spid="10"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F0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9D40B4-B35E-2E64-F339-01C1B3BBB460}"/>
              </a:ext>
            </a:extLst>
          </p:cNvPr>
          <p:cNvPicPr>
            <a:picLocks noGrp="1" noRot="1" noChangeAspect="1" noMove="1" noResize="1" noEditPoints="1" noAdjustHandles="1" noChangeArrowheads="1" noChangeShapeType="1" noCrop="1"/>
          </p:cNvPicPr>
          <p:nvPr/>
        </p:nvPicPr>
        <p:blipFill>
          <a:blip r:embed="rId2"/>
          <a:stretch>
            <a:fillRect/>
          </a:stretch>
        </p:blipFill>
        <p:spPr>
          <a:xfrm rot="60000">
            <a:off x="495775" y="754433"/>
            <a:ext cx="11200448" cy="5349134"/>
          </a:xfrm>
          <a:prstGeom prst="rect">
            <a:avLst/>
          </a:prstGeom>
        </p:spPr>
      </p:pic>
      <p:sp>
        <p:nvSpPr>
          <p:cNvPr id="4" name="4) text">
            <a:extLst>
              <a:ext uri="{FF2B5EF4-FFF2-40B4-BE49-F238E27FC236}">
                <a16:creationId xmlns:a16="http://schemas.microsoft.com/office/drawing/2014/main" id="{81077D8C-AF8F-589F-49D0-67E740A3E1A4}"/>
              </a:ext>
            </a:extLst>
          </p:cNvPr>
          <p:cNvSpPr/>
          <p:nvPr/>
        </p:nvSpPr>
        <p:spPr>
          <a:xfrm>
            <a:off x="10909088" y="5165114"/>
            <a:ext cx="638438"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T</a:t>
            </a:r>
            <a:endParaRPr lang="en-GB" sz="3200"/>
          </a:p>
        </p:txBody>
      </p:sp>
      <p:sp>
        <p:nvSpPr>
          <p:cNvPr id="5" name="Oval 4">
            <a:extLst>
              <a:ext uri="{FF2B5EF4-FFF2-40B4-BE49-F238E27FC236}">
                <a16:creationId xmlns:a16="http://schemas.microsoft.com/office/drawing/2014/main" id="{B253009B-DCCB-FF34-E723-ADC89889B3A7}"/>
              </a:ext>
            </a:extLst>
          </p:cNvPr>
          <p:cNvSpPr>
            <a:spLocks noChangeAspect="1"/>
          </p:cNvSpPr>
          <p:nvPr/>
        </p:nvSpPr>
        <p:spPr>
          <a:xfrm>
            <a:off x="28076" y="5286385"/>
            <a:ext cx="843747" cy="461843"/>
          </a:xfrm>
          <a:prstGeom prst="ellipse">
            <a:avLst/>
          </a:prstGeom>
          <a:solidFill>
            <a:srgbClr val="C997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4</a:t>
            </a:r>
          </a:p>
        </p:txBody>
      </p:sp>
      <p:sp>
        <p:nvSpPr>
          <p:cNvPr id="6" name="3) text">
            <a:extLst>
              <a:ext uri="{FF2B5EF4-FFF2-40B4-BE49-F238E27FC236}">
                <a16:creationId xmlns:a16="http://schemas.microsoft.com/office/drawing/2014/main" id="{017EE8CE-2A2D-CF1C-BBC8-86CD2BC5BFB6}"/>
              </a:ext>
            </a:extLst>
          </p:cNvPr>
          <p:cNvSpPr/>
          <p:nvPr/>
        </p:nvSpPr>
        <p:spPr>
          <a:xfrm>
            <a:off x="10909088" y="4459841"/>
            <a:ext cx="638438"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T</a:t>
            </a:r>
            <a:endParaRPr lang="en-GB" sz="3200"/>
          </a:p>
        </p:txBody>
      </p:sp>
      <p:sp>
        <p:nvSpPr>
          <p:cNvPr id="7" name="Oval 3">
            <a:extLst>
              <a:ext uri="{FF2B5EF4-FFF2-40B4-BE49-F238E27FC236}">
                <a16:creationId xmlns:a16="http://schemas.microsoft.com/office/drawing/2014/main" id="{0B4BAFAE-493C-E9B0-EBFE-76A557857454}"/>
              </a:ext>
            </a:extLst>
          </p:cNvPr>
          <p:cNvSpPr>
            <a:spLocks noChangeAspect="1"/>
          </p:cNvSpPr>
          <p:nvPr/>
        </p:nvSpPr>
        <p:spPr>
          <a:xfrm>
            <a:off x="28076" y="4640462"/>
            <a:ext cx="843747" cy="461843"/>
          </a:xfrm>
          <a:prstGeom prst="ellipse">
            <a:avLst/>
          </a:prstGeom>
          <a:solidFill>
            <a:srgbClr val="9E79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3</a:t>
            </a:r>
          </a:p>
        </p:txBody>
      </p:sp>
      <p:sp>
        <p:nvSpPr>
          <p:cNvPr id="8" name="2) text">
            <a:extLst>
              <a:ext uri="{FF2B5EF4-FFF2-40B4-BE49-F238E27FC236}">
                <a16:creationId xmlns:a16="http://schemas.microsoft.com/office/drawing/2014/main" id="{D561169D-1297-F487-232E-E17D5E3BED03}"/>
              </a:ext>
            </a:extLst>
          </p:cNvPr>
          <p:cNvSpPr/>
          <p:nvPr/>
        </p:nvSpPr>
        <p:spPr>
          <a:xfrm>
            <a:off x="10909088" y="3782266"/>
            <a:ext cx="638438"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F</a:t>
            </a:r>
            <a:endParaRPr lang="en-GB" sz="3200"/>
          </a:p>
        </p:txBody>
      </p:sp>
      <p:sp>
        <p:nvSpPr>
          <p:cNvPr id="9" name="Oval 2">
            <a:extLst>
              <a:ext uri="{FF2B5EF4-FFF2-40B4-BE49-F238E27FC236}">
                <a16:creationId xmlns:a16="http://schemas.microsoft.com/office/drawing/2014/main" id="{8CF6DBC2-210A-39A3-59DE-3E96EEF5FEAD}"/>
              </a:ext>
            </a:extLst>
          </p:cNvPr>
          <p:cNvSpPr>
            <a:spLocks noChangeAspect="1"/>
          </p:cNvSpPr>
          <p:nvPr/>
        </p:nvSpPr>
        <p:spPr>
          <a:xfrm>
            <a:off x="19406" y="3994539"/>
            <a:ext cx="843747" cy="461843"/>
          </a:xfrm>
          <a:prstGeom prst="ellipse">
            <a:avLst/>
          </a:prstGeom>
          <a:solidFill>
            <a:srgbClr val="DA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2</a:t>
            </a:r>
          </a:p>
        </p:txBody>
      </p:sp>
      <p:sp>
        <p:nvSpPr>
          <p:cNvPr id="10" name="1) text">
            <a:extLst>
              <a:ext uri="{FF2B5EF4-FFF2-40B4-BE49-F238E27FC236}">
                <a16:creationId xmlns:a16="http://schemas.microsoft.com/office/drawing/2014/main" id="{19EE2EE1-0D55-D3BA-9E95-9E06740ADFDB}"/>
              </a:ext>
            </a:extLst>
          </p:cNvPr>
          <p:cNvSpPr>
            <a:spLocks noChangeArrowheads="1"/>
          </p:cNvSpPr>
          <p:nvPr/>
        </p:nvSpPr>
        <p:spPr bwMode="auto">
          <a:xfrm>
            <a:off x="10909091" y="3118753"/>
            <a:ext cx="63521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a:solidFill>
                  <a:srgbClr val="0070C0"/>
                </a:solidFill>
                <a:latin typeface="Segoe Print" panose="02000600000000000000" pitchFamily="2" charset="0"/>
                <a:cs typeface="Calibri" panose="020F0502020204030204" pitchFamily="34" charset="0"/>
              </a:rPr>
              <a:t>T</a:t>
            </a:r>
            <a:endParaRPr kumimoji="0" lang="en-US" altLang="en-US" sz="3200" b="0" i="0" u="none" strike="noStrike" cap="none" normalizeH="0" baseline="0">
              <a:ln>
                <a:noFill/>
              </a:ln>
              <a:solidFill>
                <a:srgbClr val="0070C0"/>
              </a:solidFill>
              <a:effectLst/>
              <a:latin typeface="Segoe Print" panose="02000600000000000000" pitchFamily="2" charset="0"/>
            </a:endParaRPr>
          </a:p>
        </p:txBody>
      </p:sp>
      <p:sp>
        <p:nvSpPr>
          <p:cNvPr id="11" name="Oval 1">
            <a:extLst>
              <a:ext uri="{FF2B5EF4-FFF2-40B4-BE49-F238E27FC236}">
                <a16:creationId xmlns:a16="http://schemas.microsoft.com/office/drawing/2014/main" id="{F2CE5A19-867F-E8D2-7F93-17177A3BB148}"/>
              </a:ext>
            </a:extLst>
          </p:cNvPr>
          <p:cNvSpPr>
            <a:spLocks noChangeAspect="1"/>
          </p:cNvSpPr>
          <p:nvPr/>
        </p:nvSpPr>
        <p:spPr>
          <a:xfrm>
            <a:off x="0" y="3248921"/>
            <a:ext cx="863153" cy="472466"/>
          </a:xfrm>
          <a:prstGeom prst="ellipse">
            <a:avLst/>
          </a:prstGeom>
          <a:solidFill>
            <a:srgbClr val="43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1</a:t>
            </a:r>
          </a:p>
        </p:txBody>
      </p:sp>
    </p:spTree>
    <p:extLst>
      <p:ext uri="{BB962C8B-B14F-4D97-AF65-F5344CB8AC3E}">
        <p14:creationId xmlns:p14="http://schemas.microsoft.com/office/powerpoint/2010/main" val="228413531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grpId="1" nodeType="clickEffect">
                                  <p:stCondLst>
                                    <p:cond delay="0"/>
                                  </p:stCondLst>
                                  <p:childTnLst>
                                    <p:animEffect transition="out" filter="wipe(right)">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3" restart="whenNotActive" fill="hold" evtFilter="cancelBubble" nodeType="interactiveSeq">
                <p:stCondLst>
                  <p:cond evt="onClick" delay="0">
                    <p:tgtEl>
                      <p:spTgt spid="9"/>
                    </p:tgtEl>
                  </p:cond>
                </p:stCondLst>
                <p:endSync evt="end" delay="0">
                  <p:rtn val="all"/>
                </p:endSync>
                <p:childTnLst>
                  <p:par>
                    <p:cTn id="14" fill="hold">
                      <p:stCondLst>
                        <p:cond delay="0"/>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2" fill="hold" grpId="1" nodeType="clickEffect">
                                  <p:stCondLst>
                                    <p:cond delay="0"/>
                                  </p:stCondLst>
                                  <p:childTnLst>
                                    <p:animEffect transition="out" filter="wipe(right)">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4" restart="whenNotActive" fill="hold" evtFilter="cancelBubble" nodeType="interactiveSeq">
                <p:stCondLst>
                  <p:cond evt="onClick" delay="0">
                    <p:tgtEl>
                      <p:spTgt spid="7"/>
                    </p:tgtEl>
                  </p:cond>
                </p:stCondLst>
                <p:endSync evt="end" delay="0">
                  <p:rtn val="all"/>
                </p:endSync>
                <p:childTnLst>
                  <p:par>
                    <p:cTn id="25" fill="hold">
                      <p:stCondLst>
                        <p:cond delay="0"/>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xit" presetSubtype="2" fill="hold" grpId="1" nodeType="clickEffect">
                                  <p:stCondLst>
                                    <p:cond delay="0"/>
                                  </p:stCondLst>
                                  <p:childTnLst>
                                    <p:animEffect transition="out" filter="wipe(right)">
                                      <p:cBhvr>
                                        <p:cTn id="33" dur="500"/>
                                        <p:tgtEl>
                                          <p:spTgt spid="6"/>
                                        </p:tgtEl>
                                      </p:cBhvr>
                                    </p:animEffect>
                                    <p:set>
                                      <p:cBhvr>
                                        <p:cTn id="34"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35" restart="whenNotActive" fill="hold" evtFilter="cancelBubble" nodeType="interactiveSeq">
                <p:stCondLst>
                  <p:cond evt="onClick" delay="0">
                    <p:tgtEl>
                      <p:spTgt spid="5"/>
                    </p:tgtEl>
                  </p:cond>
                </p:stCondLst>
                <p:endSync evt="end" delay="0">
                  <p:rtn val="all"/>
                </p:endSync>
                <p:childTnLst>
                  <p:par>
                    <p:cTn id="36" fill="hold">
                      <p:stCondLst>
                        <p:cond delay="0"/>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2" fill="hold" grpId="1" nodeType="clickEffect">
                                  <p:stCondLst>
                                    <p:cond delay="0"/>
                                  </p:stCondLst>
                                  <p:childTnLst>
                                    <p:animEffect transition="out" filter="wipe(right)">
                                      <p:cBhvr>
                                        <p:cTn id="44" dur="500"/>
                                        <p:tgtEl>
                                          <p:spTgt spid="4"/>
                                        </p:tgtEl>
                                      </p:cBhvr>
                                    </p:animEffect>
                                    <p:set>
                                      <p:cBhvr>
                                        <p:cTn id="45" dur="1" fill="hold">
                                          <p:stCondLst>
                                            <p:cond delay="499"/>
                                          </p:stCondLst>
                                        </p:cTn>
                                        <p:tgtEl>
                                          <p:spTgt spid="4"/>
                                        </p:tgtEl>
                                        <p:attrNameLst>
                                          <p:attrName>style.visibility</p:attrName>
                                        </p:attrNameLst>
                                      </p:cBhvr>
                                      <p:to>
                                        <p:strVal val="hidden"/>
                                      </p:to>
                                    </p:set>
                                  </p:childTnLst>
                                </p:cTn>
                              </p:par>
                            </p:childTnLst>
                          </p:cTn>
                        </p:par>
                      </p:childTnLst>
                    </p:cTn>
                  </p:par>
                </p:childTnLst>
              </p:cTn>
              <p:nextCondLst>
                <p:cond evt="onClick" delay="0">
                  <p:tgtEl>
                    <p:spTgt spid="5"/>
                  </p:tgtEl>
                </p:cond>
              </p:nextCondLst>
            </p:seq>
          </p:childTnLst>
        </p:cTn>
      </p:par>
    </p:tnLst>
    <p:bldLst>
      <p:bldP spid="4" grpId="0"/>
      <p:bldP spid="4" grpId="1"/>
      <p:bldP spid="6" grpId="0"/>
      <p:bldP spid="6" grpId="1"/>
      <p:bldP spid="8" grpId="0"/>
      <p:bldP spid="8" grpId="1"/>
      <p:bldP spid="10" grpId="0"/>
      <p:bldP spid="10"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F0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9FF1F8-91CA-62B7-B16C-23E38CBA0C5B}"/>
              </a:ext>
            </a:extLst>
          </p:cNvPr>
          <p:cNvPicPr>
            <a:picLocks noChangeAspect="1"/>
          </p:cNvPicPr>
          <p:nvPr/>
        </p:nvPicPr>
        <p:blipFill>
          <a:blip r:embed="rId2"/>
          <a:stretch>
            <a:fillRect/>
          </a:stretch>
        </p:blipFill>
        <p:spPr>
          <a:xfrm rot="60000">
            <a:off x="711361" y="569342"/>
            <a:ext cx="11273790" cy="5503653"/>
          </a:xfrm>
          <a:prstGeom prst="rect">
            <a:avLst/>
          </a:prstGeom>
        </p:spPr>
      </p:pic>
      <p:sp>
        <p:nvSpPr>
          <p:cNvPr id="4" name="4) text">
            <a:extLst>
              <a:ext uri="{FF2B5EF4-FFF2-40B4-BE49-F238E27FC236}">
                <a16:creationId xmlns:a16="http://schemas.microsoft.com/office/drawing/2014/main" id="{BC00FC74-1D2C-78C4-07E9-17798C3389A8}"/>
              </a:ext>
            </a:extLst>
          </p:cNvPr>
          <p:cNvSpPr/>
          <p:nvPr/>
        </p:nvSpPr>
        <p:spPr>
          <a:xfrm>
            <a:off x="11239478" y="5302431"/>
            <a:ext cx="592425"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T</a:t>
            </a:r>
            <a:endParaRPr lang="en-GB" sz="3200"/>
          </a:p>
        </p:txBody>
      </p:sp>
      <p:sp>
        <p:nvSpPr>
          <p:cNvPr id="5" name="Oval 4">
            <a:extLst>
              <a:ext uri="{FF2B5EF4-FFF2-40B4-BE49-F238E27FC236}">
                <a16:creationId xmlns:a16="http://schemas.microsoft.com/office/drawing/2014/main" id="{EE3B5DA3-94B8-8204-2300-DFB02DCFF894}"/>
              </a:ext>
            </a:extLst>
          </p:cNvPr>
          <p:cNvSpPr>
            <a:spLocks noChangeAspect="1"/>
          </p:cNvSpPr>
          <p:nvPr/>
        </p:nvSpPr>
        <p:spPr>
          <a:xfrm>
            <a:off x="107207" y="5412357"/>
            <a:ext cx="843747" cy="461843"/>
          </a:xfrm>
          <a:prstGeom prst="ellipse">
            <a:avLst/>
          </a:prstGeom>
          <a:solidFill>
            <a:srgbClr val="C997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4</a:t>
            </a:r>
          </a:p>
        </p:txBody>
      </p:sp>
      <p:sp>
        <p:nvSpPr>
          <p:cNvPr id="6" name="3) text">
            <a:extLst>
              <a:ext uri="{FF2B5EF4-FFF2-40B4-BE49-F238E27FC236}">
                <a16:creationId xmlns:a16="http://schemas.microsoft.com/office/drawing/2014/main" id="{136678E1-0442-DAF9-B94E-7AEACB823E26}"/>
              </a:ext>
            </a:extLst>
          </p:cNvPr>
          <p:cNvSpPr/>
          <p:nvPr/>
        </p:nvSpPr>
        <p:spPr>
          <a:xfrm>
            <a:off x="11239478" y="4628690"/>
            <a:ext cx="592425"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F </a:t>
            </a:r>
            <a:endParaRPr lang="en-GB" sz="3200"/>
          </a:p>
        </p:txBody>
      </p:sp>
      <p:sp>
        <p:nvSpPr>
          <p:cNvPr id="7" name="Oval 3">
            <a:extLst>
              <a:ext uri="{FF2B5EF4-FFF2-40B4-BE49-F238E27FC236}">
                <a16:creationId xmlns:a16="http://schemas.microsoft.com/office/drawing/2014/main" id="{4BEFAE08-1BE8-4991-AE6E-0AB053E0504B}"/>
              </a:ext>
            </a:extLst>
          </p:cNvPr>
          <p:cNvSpPr>
            <a:spLocks noChangeAspect="1"/>
          </p:cNvSpPr>
          <p:nvPr/>
        </p:nvSpPr>
        <p:spPr>
          <a:xfrm>
            <a:off x="107207" y="4782996"/>
            <a:ext cx="843747" cy="461843"/>
          </a:xfrm>
          <a:prstGeom prst="ellipse">
            <a:avLst/>
          </a:prstGeom>
          <a:solidFill>
            <a:srgbClr val="9E79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3</a:t>
            </a:r>
          </a:p>
        </p:txBody>
      </p:sp>
      <p:sp>
        <p:nvSpPr>
          <p:cNvPr id="8" name="2) text">
            <a:extLst>
              <a:ext uri="{FF2B5EF4-FFF2-40B4-BE49-F238E27FC236}">
                <a16:creationId xmlns:a16="http://schemas.microsoft.com/office/drawing/2014/main" id="{2883381C-6E70-F049-286A-D8F05B270C86}"/>
              </a:ext>
            </a:extLst>
          </p:cNvPr>
          <p:cNvSpPr/>
          <p:nvPr/>
        </p:nvSpPr>
        <p:spPr>
          <a:xfrm>
            <a:off x="11239478" y="3998413"/>
            <a:ext cx="734312"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T</a:t>
            </a:r>
            <a:endParaRPr lang="en-GB" sz="3200"/>
          </a:p>
        </p:txBody>
      </p:sp>
      <p:sp>
        <p:nvSpPr>
          <p:cNvPr id="9" name="Oval 2">
            <a:extLst>
              <a:ext uri="{FF2B5EF4-FFF2-40B4-BE49-F238E27FC236}">
                <a16:creationId xmlns:a16="http://schemas.microsoft.com/office/drawing/2014/main" id="{F66BFE78-405B-9C05-BCA2-56B721578C70}"/>
              </a:ext>
            </a:extLst>
          </p:cNvPr>
          <p:cNvSpPr>
            <a:spLocks noChangeAspect="1"/>
          </p:cNvSpPr>
          <p:nvPr/>
        </p:nvSpPr>
        <p:spPr>
          <a:xfrm>
            <a:off x="107207" y="4153635"/>
            <a:ext cx="843747" cy="461843"/>
          </a:xfrm>
          <a:prstGeom prst="ellipse">
            <a:avLst/>
          </a:prstGeom>
          <a:solidFill>
            <a:srgbClr val="DA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2</a:t>
            </a:r>
          </a:p>
        </p:txBody>
      </p:sp>
      <p:sp>
        <p:nvSpPr>
          <p:cNvPr id="10" name="1) text">
            <a:extLst>
              <a:ext uri="{FF2B5EF4-FFF2-40B4-BE49-F238E27FC236}">
                <a16:creationId xmlns:a16="http://schemas.microsoft.com/office/drawing/2014/main" id="{8D98F0CA-6420-C8BD-64C8-249B43E96754}"/>
              </a:ext>
            </a:extLst>
          </p:cNvPr>
          <p:cNvSpPr>
            <a:spLocks noChangeArrowheads="1"/>
          </p:cNvSpPr>
          <p:nvPr/>
        </p:nvSpPr>
        <p:spPr bwMode="auto">
          <a:xfrm>
            <a:off x="11239481" y="3401342"/>
            <a:ext cx="7343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a:solidFill>
                  <a:srgbClr val="0070C0"/>
                </a:solidFill>
                <a:latin typeface="Segoe Print" panose="02000600000000000000" pitchFamily="2" charset="0"/>
                <a:cs typeface="Calibri" panose="020F0502020204030204" pitchFamily="34" charset="0"/>
              </a:rPr>
              <a:t>T</a:t>
            </a:r>
            <a:endParaRPr kumimoji="0" lang="en-US" altLang="en-US" sz="3200" b="0" i="0" u="none" strike="noStrike" cap="none" normalizeH="0" baseline="0">
              <a:ln>
                <a:noFill/>
              </a:ln>
              <a:solidFill>
                <a:srgbClr val="0070C0"/>
              </a:solidFill>
              <a:effectLst/>
              <a:latin typeface="Segoe Print" panose="02000600000000000000" pitchFamily="2" charset="0"/>
            </a:endParaRPr>
          </a:p>
        </p:txBody>
      </p:sp>
      <p:sp>
        <p:nvSpPr>
          <p:cNvPr id="11" name="Oval 1">
            <a:extLst>
              <a:ext uri="{FF2B5EF4-FFF2-40B4-BE49-F238E27FC236}">
                <a16:creationId xmlns:a16="http://schemas.microsoft.com/office/drawing/2014/main" id="{F1D61587-D20D-F53E-68D2-6E71923A4368}"/>
              </a:ext>
            </a:extLst>
          </p:cNvPr>
          <p:cNvSpPr>
            <a:spLocks noChangeAspect="1"/>
          </p:cNvSpPr>
          <p:nvPr/>
        </p:nvSpPr>
        <p:spPr>
          <a:xfrm>
            <a:off x="105743" y="3529417"/>
            <a:ext cx="863153" cy="472466"/>
          </a:xfrm>
          <a:prstGeom prst="ellipse">
            <a:avLst/>
          </a:prstGeom>
          <a:solidFill>
            <a:srgbClr val="43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1</a:t>
            </a:r>
          </a:p>
        </p:txBody>
      </p:sp>
    </p:spTree>
    <p:extLst>
      <p:ext uri="{BB962C8B-B14F-4D97-AF65-F5344CB8AC3E}">
        <p14:creationId xmlns:p14="http://schemas.microsoft.com/office/powerpoint/2010/main" val="20035819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grpId="1" nodeType="clickEffect">
                                  <p:stCondLst>
                                    <p:cond delay="0"/>
                                  </p:stCondLst>
                                  <p:childTnLst>
                                    <p:animEffect transition="out" filter="wipe(right)">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3" restart="whenNotActive" fill="hold" evtFilter="cancelBubble" nodeType="interactiveSeq">
                <p:stCondLst>
                  <p:cond evt="onClick" delay="0">
                    <p:tgtEl>
                      <p:spTgt spid="9"/>
                    </p:tgtEl>
                  </p:cond>
                </p:stCondLst>
                <p:endSync evt="end" delay="0">
                  <p:rtn val="all"/>
                </p:endSync>
                <p:childTnLst>
                  <p:par>
                    <p:cTn id="14" fill="hold">
                      <p:stCondLst>
                        <p:cond delay="0"/>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2" fill="hold" grpId="1" nodeType="clickEffect">
                                  <p:stCondLst>
                                    <p:cond delay="0"/>
                                  </p:stCondLst>
                                  <p:childTnLst>
                                    <p:animEffect transition="out" filter="wipe(right)">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4" restart="whenNotActive" fill="hold" evtFilter="cancelBubble" nodeType="interactiveSeq">
                <p:stCondLst>
                  <p:cond evt="onClick" delay="0">
                    <p:tgtEl>
                      <p:spTgt spid="7"/>
                    </p:tgtEl>
                  </p:cond>
                </p:stCondLst>
                <p:endSync evt="end" delay="0">
                  <p:rtn val="all"/>
                </p:endSync>
                <p:childTnLst>
                  <p:par>
                    <p:cTn id="25" fill="hold">
                      <p:stCondLst>
                        <p:cond delay="0"/>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xit" presetSubtype="2" fill="hold" grpId="1" nodeType="clickEffect">
                                  <p:stCondLst>
                                    <p:cond delay="0"/>
                                  </p:stCondLst>
                                  <p:childTnLst>
                                    <p:animEffect transition="out" filter="wipe(right)">
                                      <p:cBhvr>
                                        <p:cTn id="33" dur="500"/>
                                        <p:tgtEl>
                                          <p:spTgt spid="6"/>
                                        </p:tgtEl>
                                      </p:cBhvr>
                                    </p:animEffect>
                                    <p:set>
                                      <p:cBhvr>
                                        <p:cTn id="34"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35" restart="whenNotActive" fill="hold" evtFilter="cancelBubble" nodeType="interactiveSeq">
                <p:stCondLst>
                  <p:cond evt="onClick" delay="0">
                    <p:tgtEl>
                      <p:spTgt spid="5"/>
                    </p:tgtEl>
                  </p:cond>
                </p:stCondLst>
                <p:endSync evt="end" delay="0">
                  <p:rtn val="all"/>
                </p:endSync>
                <p:childTnLst>
                  <p:par>
                    <p:cTn id="36" fill="hold">
                      <p:stCondLst>
                        <p:cond delay="0"/>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2" fill="hold" grpId="1" nodeType="clickEffect">
                                  <p:stCondLst>
                                    <p:cond delay="0"/>
                                  </p:stCondLst>
                                  <p:childTnLst>
                                    <p:animEffect transition="out" filter="wipe(right)">
                                      <p:cBhvr>
                                        <p:cTn id="44" dur="500"/>
                                        <p:tgtEl>
                                          <p:spTgt spid="4"/>
                                        </p:tgtEl>
                                      </p:cBhvr>
                                    </p:animEffect>
                                    <p:set>
                                      <p:cBhvr>
                                        <p:cTn id="45" dur="1" fill="hold">
                                          <p:stCondLst>
                                            <p:cond delay="499"/>
                                          </p:stCondLst>
                                        </p:cTn>
                                        <p:tgtEl>
                                          <p:spTgt spid="4"/>
                                        </p:tgtEl>
                                        <p:attrNameLst>
                                          <p:attrName>style.visibility</p:attrName>
                                        </p:attrNameLst>
                                      </p:cBhvr>
                                      <p:to>
                                        <p:strVal val="hidden"/>
                                      </p:to>
                                    </p:set>
                                  </p:childTnLst>
                                </p:cTn>
                              </p:par>
                            </p:childTnLst>
                          </p:cTn>
                        </p:par>
                      </p:childTnLst>
                    </p:cTn>
                  </p:par>
                </p:childTnLst>
              </p:cTn>
              <p:nextCondLst>
                <p:cond evt="onClick" delay="0">
                  <p:tgtEl>
                    <p:spTgt spid="5"/>
                  </p:tgtEl>
                </p:cond>
              </p:nextCondLst>
            </p:seq>
          </p:childTnLst>
        </p:cTn>
      </p:par>
    </p:tnLst>
    <p:bldLst>
      <p:bldP spid="4" grpId="0"/>
      <p:bldP spid="4" grpId="1"/>
      <p:bldP spid="6" grpId="0"/>
      <p:bldP spid="6" grpId="1"/>
      <p:bldP spid="8" grpId="0"/>
      <p:bldP spid="8" grpId="1"/>
      <p:bldP spid="10" grpId="0"/>
      <p:bldP spid="10"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3F0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00DACB-A9A7-C74A-2B85-1A4B1EC60C2C}"/>
              </a:ext>
            </a:extLst>
          </p:cNvPr>
          <p:cNvPicPr>
            <a:picLocks noChangeAspect="1"/>
          </p:cNvPicPr>
          <p:nvPr/>
        </p:nvPicPr>
        <p:blipFill>
          <a:blip r:embed="rId2"/>
          <a:stretch>
            <a:fillRect/>
          </a:stretch>
        </p:blipFill>
        <p:spPr>
          <a:xfrm rot="60000">
            <a:off x="455452" y="667719"/>
            <a:ext cx="11284268" cy="5340815"/>
          </a:xfrm>
          <a:prstGeom prst="rect">
            <a:avLst/>
          </a:prstGeom>
        </p:spPr>
      </p:pic>
      <p:sp>
        <p:nvSpPr>
          <p:cNvPr id="4" name="4) text">
            <a:extLst>
              <a:ext uri="{FF2B5EF4-FFF2-40B4-BE49-F238E27FC236}">
                <a16:creationId xmlns:a16="http://schemas.microsoft.com/office/drawing/2014/main" id="{2DB0F99D-A8AF-19F6-83B9-188A253C783A}"/>
              </a:ext>
            </a:extLst>
          </p:cNvPr>
          <p:cNvSpPr/>
          <p:nvPr/>
        </p:nvSpPr>
        <p:spPr>
          <a:xfrm>
            <a:off x="10956938" y="5281352"/>
            <a:ext cx="592425"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F</a:t>
            </a:r>
            <a:endParaRPr lang="en-GB" sz="3200"/>
          </a:p>
        </p:txBody>
      </p:sp>
      <p:sp>
        <p:nvSpPr>
          <p:cNvPr id="5" name="Oval 4">
            <a:extLst>
              <a:ext uri="{FF2B5EF4-FFF2-40B4-BE49-F238E27FC236}">
                <a16:creationId xmlns:a16="http://schemas.microsoft.com/office/drawing/2014/main" id="{79A1ED75-2A46-14B7-8A4F-4EA10CCAAE94}"/>
              </a:ext>
            </a:extLst>
          </p:cNvPr>
          <p:cNvSpPr>
            <a:spLocks noChangeAspect="1"/>
          </p:cNvSpPr>
          <p:nvPr/>
        </p:nvSpPr>
        <p:spPr>
          <a:xfrm>
            <a:off x="61157" y="4839474"/>
            <a:ext cx="843747" cy="461843"/>
          </a:xfrm>
          <a:prstGeom prst="ellipse">
            <a:avLst/>
          </a:prstGeom>
          <a:solidFill>
            <a:srgbClr val="C997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4</a:t>
            </a:r>
          </a:p>
        </p:txBody>
      </p:sp>
      <p:sp>
        <p:nvSpPr>
          <p:cNvPr id="6" name="3) text">
            <a:extLst>
              <a:ext uri="{FF2B5EF4-FFF2-40B4-BE49-F238E27FC236}">
                <a16:creationId xmlns:a16="http://schemas.microsoft.com/office/drawing/2014/main" id="{6E1A4ACD-43C8-2348-49EB-CEFCA98AE44D}"/>
              </a:ext>
            </a:extLst>
          </p:cNvPr>
          <p:cNvSpPr/>
          <p:nvPr/>
        </p:nvSpPr>
        <p:spPr>
          <a:xfrm>
            <a:off x="10956938" y="4087339"/>
            <a:ext cx="592425"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T </a:t>
            </a:r>
            <a:endParaRPr lang="en-GB" sz="3200"/>
          </a:p>
        </p:txBody>
      </p:sp>
      <p:sp>
        <p:nvSpPr>
          <p:cNvPr id="7" name="Oval 3">
            <a:extLst>
              <a:ext uri="{FF2B5EF4-FFF2-40B4-BE49-F238E27FC236}">
                <a16:creationId xmlns:a16="http://schemas.microsoft.com/office/drawing/2014/main" id="{14B5FFEC-09AE-9956-365D-60A2738C5E87}"/>
              </a:ext>
            </a:extLst>
          </p:cNvPr>
          <p:cNvSpPr>
            <a:spLocks noChangeAspect="1"/>
          </p:cNvSpPr>
          <p:nvPr/>
        </p:nvSpPr>
        <p:spPr>
          <a:xfrm>
            <a:off x="61157" y="4210113"/>
            <a:ext cx="843747" cy="461843"/>
          </a:xfrm>
          <a:prstGeom prst="ellipse">
            <a:avLst/>
          </a:prstGeom>
          <a:solidFill>
            <a:srgbClr val="9E79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3</a:t>
            </a:r>
          </a:p>
        </p:txBody>
      </p:sp>
      <p:sp>
        <p:nvSpPr>
          <p:cNvPr id="8" name="2) text">
            <a:extLst>
              <a:ext uri="{FF2B5EF4-FFF2-40B4-BE49-F238E27FC236}">
                <a16:creationId xmlns:a16="http://schemas.microsoft.com/office/drawing/2014/main" id="{5FA2567D-FB85-D268-C209-5F32E9879C41}"/>
              </a:ext>
            </a:extLst>
          </p:cNvPr>
          <p:cNvSpPr/>
          <p:nvPr/>
        </p:nvSpPr>
        <p:spPr>
          <a:xfrm>
            <a:off x="10956938" y="3457062"/>
            <a:ext cx="734312"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F</a:t>
            </a:r>
            <a:endParaRPr lang="en-GB" sz="3200"/>
          </a:p>
        </p:txBody>
      </p:sp>
      <p:sp>
        <p:nvSpPr>
          <p:cNvPr id="9" name="Oval 2">
            <a:extLst>
              <a:ext uri="{FF2B5EF4-FFF2-40B4-BE49-F238E27FC236}">
                <a16:creationId xmlns:a16="http://schemas.microsoft.com/office/drawing/2014/main" id="{BE3B43BF-EA7F-D2A1-7799-6F81D0854100}"/>
              </a:ext>
            </a:extLst>
          </p:cNvPr>
          <p:cNvSpPr>
            <a:spLocks noChangeAspect="1"/>
          </p:cNvSpPr>
          <p:nvPr/>
        </p:nvSpPr>
        <p:spPr>
          <a:xfrm>
            <a:off x="61157" y="3580752"/>
            <a:ext cx="843747" cy="461843"/>
          </a:xfrm>
          <a:prstGeom prst="ellipse">
            <a:avLst/>
          </a:prstGeom>
          <a:solidFill>
            <a:srgbClr val="DA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2</a:t>
            </a:r>
          </a:p>
        </p:txBody>
      </p:sp>
      <p:sp>
        <p:nvSpPr>
          <p:cNvPr id="10" name="1) text">
            <a:extLst>
              <a:ext uri="{FF2B5EF4-FFF2-40B4-BE49-F238E27FC236}">
                <a16:creationId xmlns:a16="http://schemas.microsoft.com/office/drawing/2014/main" id="{F7638C35-DA1F-14AC-326E-152D1DE28877}"/>
              </a:ext>
            </a:extLst>
          </p:cNvPr>
          <p:cNvSpPr>
            <a:spLocks noChangeArrowheads="1"/>
          </p:cNvSpPr>
          <p:nvPr/>
        </p:nvSpPr>
        <p:spPr bwMode="auto">
          <a:xfrm>
            <a:off x="10956941" y="2859991"/>
            <a:ext cx="7343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a:solidFill>
                  <a:srgbClr val="0070C0"/>
                </a:solidFill>
                <a:latin typeface="Segoe Print" panose="02000600000000000000" pitchFamily="2" charset="0"/>
                <a:cs typeface="Calibri" panose="020F0502020204030204" pitchFamily="34" charset="0"/>
              </a:rPr>
              <a:t>F</a:t>
            </a:r>
            <a:endParaRPr kumimoji="0" lang="en-US" altLang="en-US" sz="3200" b="0" i="0" u="none" strike="noStrike" cap="none" normalizeH="0" baseline="0">
              <a:ln>
                <a:noFill/>
              </a:ln>
              <a:solidFill>
                <a:srgbClr val="0070C0"/>
              </a:solidFill>
              <a:effectLst/>
              <a:latin typeface="Segoe Print" panose="02000600000000000000" pitchFamily="2" charset="0"/>
            </a:endParaRPr>
          </a:p>
        </p:txBody>
      </p:sp>
      <p:sp>
        <p:nvSpPr>
          <p:cNvPr id="11" name="Oval 1">
            <a:extLst>
              <a:ext uri="{FF2B5EF4-FFF2-40B4-BE49-F238E27FC236}">
                <a16:creationId xmlns:a16="http://schemas.microsoft.com/office/drawing/2014/main" id="{5BB807A3-4D7F-82D4-6B14-55F2A8EDE066}"/>
              </a:ext>
            </a:extLst>
          </p:cNvPr>
          <p:cNvSpPr>
            <a:spLocks noChangeAspect="1"/>
          </p:cNvSpPr>
          <p:nvPr/>
        </p:nvSpPr>
        <p:spPr>
          <a:xfrm>
            <a:off x="59693" y="2956534"/>
            <a:ext cx="863153" cy="472466"/>
          </a:xfrm>
          <a:prstGeom prst="ellipse">
            <a:avLst/>
          </a:prstGeom>
          <a:solidFill>
            <a:srgbClr val="43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1</a:t>
            </a:r>
          </a:p>
        </p:txBody>
      </p:sp>
    </p:spTree>
    <p:extLst>
      <p:ext uri="{BB962C8B-B14F-4D97-AF65-F5344CB8AC3E}">
        <p14:creationId xmlns:p14="http://schemas.microsoft.com/office/powerpoint/2010/main" val="127017275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grpId="1" nodeType="clickEffect">
                                  <p:stCondLst>
                                    <p:cond delay="0"/>
                                  </p:stCondLst>
                                  <p:childTnLst>
                                    <p:animEffect transition="out" filter="wipe(right)">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3" restart="whenNotActive" fill="hold" evtFilter="cancelBubble" nodeType="interactiveSeq">
                <p:stCondLst>
                  <p:cond evt="onClick" delay="0">
                    <p:tgtEl>
                      <p:spTgt spid="9"/>
                    </p:tgtEl>
                  </p:cond>
                </p:stCondLst>
                <p:endSync evt="end" delay="0">
                  <p:rtn val="all"/>
                </p:endSync>
                <p:childTnLst>
                  <p:par>
                    <p:cTn id="14" fill="hold">
                      <p:stCondLst>
                        <p:cond delay="0"/>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2" fill="hold" grpId="1" nodeType="clickEffect">
                                  <p:stCondLst>
                                    <p:cond delay="0"/>
                                  </p:stCondLst>
                                  <p:childTnLst>
                                    <p:animEffect transition="out" filter="wipe(right)">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4" restart="whenNotActive" fill="hold" evtFilter="cancelBubble" nodeType="interactiveSeq">
                <p:stCondLst>
                  <p:cond evt="onClick" delay="0">
                    <p:tgtEl>
                      <p:spTgt spid="7"/>
                    </p:tgtEl>
                  </p:cond>
                </p:stCondLst>
                <p:endSync evt="end" delay="0">
                  <p:rtn val="all"/>
                </p:endSync>
                <p:childTnLst>
                  <p:par>
                    <p:cTn id="25" fill="hold">
                      <p:stCondLst>
                        <p:cond delay="0"/>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xit" presetSubtype="2" fill="hold" grpId="1" nodeType="clickEffect">
                                  <p:stCondLst>
                                    <p:cond delay="0"/>
                                  </p:stCondLst>
                                  <p:childTnLst>
                                    <p:animEffect transition="out" filter="wipe(right)">
                                      <p:cBhvr>
                                        <p:cTn id="33" dur="500"/>
                                        <p:tgtEl>
                                          <p:spTgt spid="6"/>
                                        </p:tgtEl>
                                      </p:cBhvr>
                                    </p:animEffect>
                                    <p:set>
                                      <p:cBhvr>
                                        <p:cTn id="34"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35" restart="whenNotActive" fill="hold" evtFilter="cancelBubble" nodeType="interactiveSeq">
                <p:stCondLst>
                  <p:cond evt="onClick" delay="0">
                    <p:tgtEl>
                      <p:spTgt spid="5"/>
                    </p:tgtEl>
                  </p:cond>
                </p:stCondLst>
                <p:endSync evt="end" delay="0">
                  <p:rtn val="all"/>
                </p:endSync>
                <p:childTnLst>
                  <p:par>
                    <p:cTn id="36" fill="hold">
                      <p:stCondLst>
                        <p:cond delay="0"/>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2" fill="hold" grpId="1" nodeType="clickEffect">
                                  <p:stCondLst>
                                    <p:cond delay="0"/>
                                  </p:stCondLst>
                                  <p:childTnLst>
                                    <p:animEffect transition="out" filter="wipe(right)">
                                      <p:cBhvr>
                                        <p:cTn id="44" dur="500"/>
                                        <p:tgtEl>
                                          <p:spTgt spid="4"/>
                                        </p:tgtEl>
                                      </p:cBhvr>
                                    </p:animEffect>
                                    <p:set>
                                      <p:cBhvr>
                                        <p:cTn id="45" dur="1" fill="hold">
                                          <p:stCondLst>
                                            <p:cond delay="499"/>
                                          </p:stCondLst>
                                        </p:cTn>
                                        <p:tgtEl>
                                          <p:spTgt spid="4"/>
                                        </p:tgtEl>
                                        <p:attrNameLst>
                                          <p:attrName>style.visibility</p:attrName>
                                        </p:attrNameLst>
                                      </p:cBhvr>
                                      <p:to>
                                        <p:strVal val="hidden"/>
                                      </p:to>
                                    </p:set>
                                  </p:childTnLst>
                                </p:cTn>
                              </p:par>
                            </p:childTnLst>
                          </p:cTn>
                        </p:par>
                      </p:childTnLst>
                    </p:cTn>
                  </p:par>
                </p:childTnLst>
              </p:cTn>
              <p:nextCondLst>
                <p:cond evt="onClick" delay="0">
                  <p:tgtEl>
                    <p:spTgt spid="5"/>
                  </p:tgtEl>
                </p:cond>
              </p:nextCondLst>
            </p:seq>
          </p:childTnLst>
        </p:cTn>
      </p:par>
    </p:tnLst>
    <p:bldLst>
      <p:bldP spid="4" grpId="0"/>
      <p:bldP spid="4" grpId="1"/>
      <p:bldP spid="6" grpId="0"/>
      <p:bldP spid="6" grpId="1"/>
      <p:bldP spid="8" grpId="0"/>
      <p:bldP spid="8" grpId="1"/>
      <p:bldP spid="10" grpId="0"/>
      <p:bldP spid="10" grpId="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F0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884A82-8979-8CFF-BB25-050B4C415821}"/>
              </a:ext>
            </a:extLst>
          </p:cNvPr>
          <p:cNvPicPr>
            <a:picLocks noChangeAspect="1"/>
          </p:cNvPicPr>
          <p:nvPr/>
        </p:nvPicPr>
        <p:blipFill>
          <a:blip r:embed="rId3"/>
          <a:stretch>
            <a:fillRect/>
          </a:stretch>
        </p:blipFill>
        <p:spPr>
          <a:xfrm rot="60000">
            <a:off x="536009" y="816859"/>
            <a:ext cx="11127105" cy="4816194"/>
          </a:xfrm>
          <a:prstGeom prst="rect">
            <a:avLst/>
          </a:prstGeom>
        </p:spPr>
      </p:pic>
      <p:sp>
        <p:nvSpPr>
          <p:cNvPr id="4" name="4) text">
            <a:extLst>
              <a:ext uri="{FF2B5EF4-FFF2-40B4-BE49-F238E27FC236}">
                <a16:creationId xmlns:a16="http://schemas.microsoft.com/office/drawing/2014/main" id="{2130F448-C403-D9E3-8E65-28D663EED693}"/>
              </a:ext>
            </a:extLst>
          </p:cNvPr>
          <p:cNvSpPr/>
          <p:nvPr/>
        </p:nvSpPr>
        <p:spPr>
          <a:xfrm>
            <a:off x="11055094" y="4703346"/>
            <a:ext cx="592425"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F</a:t>
            </a:r>
            <a:endParaRPr lang="en-GB" sz="3200"/>
          </a:p>
        </p:txBody>
      </p:sp>
      <p:sp>
        <p:nvSpPr>
          <p:cNvPr id="5" name="Oval 4">
            <a:extLst>
              <a:ext uri="{FF2B5EF4-FFF2-40B4-BE49-F238E27FC236}">
                <a16:creationId xmlns:a16="http://schemas.microsoft.com/office/drawing/2014/main" id="{99D063BC-0C7B-81A9-EFBD-24E9CF054B7E}"/>
              </a:ext>
            </a:extLst>
          </p:cNvPr>
          <p:cNvSpPr>
            <a:spLocks noChangeAspect="1"/>
          </p:cNvSpPr>
          <p:nvPr/>
        </p:nvSpPr>
        <p:spPr>
          <a:xfrm>
            <a:off x="64716" y="4829038"/>
            <a:ext cx="843747" cy="461843"/>
          </a:xfrm>
          <a:prstGeom prst="ellipse">
            <a:avLst/>
          </a:prstGeom>
          <a:solidFill>
            <a:srgbClr val="C997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4</a:t>
            </a:r>
          </a:p>
        </p:txBody>
      </p:sp>
      <p:sp>
        <p:nvSpPr>
          <p:cNvPr id="6" name="3) text">
            <a:extLst>
              <a:ext uri="{FF2B5EF4-FFF2-40B4-BE49-F238E27FC236}">
                <a16:creationId xmlns:a16="http://schemas.microsoft.com/office/drawing/2014/main" id="{05CA213F-90B5-A00F-C46E-8F5CAE33C2A1}"/>
              </a:ext>
            </a:extLst>
          </p:cNvPr>
          <p:cNvSpPr/>
          <p:nvPr/>
        </p:nvSpPr>
        <p:spPr>
          <a:xfrm>
            <a:off x="11055094" y="4029605"/>
            <a:ext cx="592425"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T </a:t>
            </a:r>
            <a:endParaRPr lang="en-GB" sz="3200"/>
          </a:p>
        </p:txBody>
      </p:sp>
      <p:sp>
        <p:nvSpPr>
          <p:cNvPr id="7" name="Oval 3">
            <a:extLst>
              <a:ext uri="{FF2B5EF4-FFF2-40B4-BE49-F238E27FC236}">
                <a16:creationId xmlns:a16="http://schemas.microsoft.com/office/drawing/2014/main" id="{527F1C28-68B6-757F-A58C-B041B64D72FF}"/>
              </a:ext>
            </a:extLst>
          </p:cNvPr>
          <p:cNvSpPr>
            <a:spLocks noChangeAspect="1"/>
          </p:cNvSpPr>
          <p:nvPr/>
        </p:nvSpPr>
        <p:spPr>
          <a:xfrm>
            <a:off x="64716" y="4147123"/>
            <a:ext cx="843747" cy="461843"/>
          </a:xfrm>
          <a:prstGeom prst="ellipse">
            <a:avLst/>
          </a:prstGeom>
          <a:solidFill>
            <a:srgbClr val="9E79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3</a:t>
            </a:r>
          </a:p>
        </p:txBody>
      </p:sp>
      <p:sp>
        <p:nvSpPr>
          <p:cNvPr id="8" name="2) text">
            <a:extLst>
              <a:ext uri="{FF2B5EF4-FFF2-40B4-BE49-F238E27FC236}">
                <a16:creationId xmlns:a16="http://schemas.microsoft.com/office/drawing/2014/main" id="{A281C78F-8798-8FAE-055B-9A9B34B5DE98}"/>
              </a:ext>
            </a:extLst>
          </p:cNvPr>
          <p:cNvSpPr/>
          <p:nvPr/>
        </p:nvSpPr>
        <p:spPr>
          <a:xfrm>
            <a:off x="11055094" y="3304732"/>
            <a:ext cx="734312"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T</a:t>
            </a:r>
            <a:endParaRPr lang="en-GB" sz="3200"/>
          </a:p>
        </p:txBody>
      </p:sp>
      <p:sp>
        <p:nvSpPr>
          <p:cNvPr id="9" name="Oval 2">
            <a:extLst>
              <a:ext uri="{FF2B5EF4-FFF2-40B4-BE49-F238E27FC236}">
                <a16:creationId xmlns:a16="http://schemas.microsoft.com/office/drawing/2014/main" id="{9AB46F54-35E5-7586-404B-6F807E742BED}"/>
              </a:ext>
            </a:extLst>
          </p:cNvPr>
          <p:cNvSpPr>
            <a:spLocks noChangeAspect="1"/>
          </p:cNvSpPr>
          <p:nvPr/>
        </p:nvSpPr>
        <p:spPr>
          <a:xfrm>
            <a:off x="64716" y="3465209"/>
            <a:ext cx="843747" cy="461843"/>
          </a:xfrm>
          <a:prstGeom prst="ellipse">
            <a:avLst/>
          </a:prstGeom>
          <a:solidFill>
            <a:srgbClr val="DA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2</a:t>
            </a:r>
          </a:p>
        </p:txBody>
      </p:sp>
      <p:sp>
        <p:nvSpPr>
          <p:cNvPr id="10" name="1) text">
            <a:extLst>
              <a:ext uri="{FF2B5EF4-FFF2-40B4-BE49-F238E27FC236}">
                <a16:creationId xmlns:a16="http://schemas.microsoft.com/office/drawing/2014/main" id="{6B0E6D0F-85E2-F355-FA7D-3C3BAE125B7D}"/>
              </a:ext>
            </a:extLst>
          </p:cNvPr>
          <p:cNvSpPr>
            <a:spLocks noChangeArrowheads="1"/>
          </p:cNvSpPr>
          <p:nvPr/>
        </p:nvSpPr>
        <p:spPr bwMode="auto">
          <a:xfrm>
            <a:off x="11055097" y="2644597"/>
            <a:ext cx="7343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a:solidFill>
                  <a:srgbClr val="0070C0"/>
                </a:solidFill>
                <a:latin typeface="Segoe Print" panose="02000600000000000000" pitchFamily="2" charset="0"/>
                <a:cs typeface="Calibri" panose="020F0502020204030204" pitchFamily="34" charset="0"/>
              </a:rPr>
              <a:t>F</a:t>
            </a:r>
            <a:endParaRPr kumimoji="0" lang="en-US" altLang="en-US" sz="3200" b="0" i="0" u="none" strike="noStrike" cap="none" normalizeH="0" baseline="0">
              <a:ln>
                <a:noFill/>
              </a:ln>
              <a:solidFill>
                <a:srgbClr val="0070C0"/>
              </a:solidFill>
              <a:effectLst/>
              <a:latin typeface="Segoe Print" panose="02000600000000000000" pitchFamily="2" charset="0"/>
            </a:endParaRPr>
          </a:p>
        </p:txBody>
      </p:sp>
      <p:sp>
        <p:nvSpPr>
          <p:cNvPr id="11" name="Oval 1">
            <a:extLst>
              <a:ext uri="{FF2B5EF4-FFF2-40B4-BE49-F238E27FC236}">
                <a16:creationId xmlns:a16="http://schemas.microsoft.com/office/drawing/2014/main" id="{339B915B-A2C8-51A4-7AA7-F880D5CA7CF4}"/>
              </a:ext>
            </a:extLst>
          </p:cNvPr>
          <p:cNvSpPr>
            <a:spLocks noChangeAspect="1"/>
          </p:cNvSpPr>
          <p:nvPr/>
        </p:nvSpPr>
        <p:spPr>
          <a:xfrm>
            <a:off x="63252" y="2772672"/>
            <a:ext cx="863153" cy="472466"/>
          </a:xfrm>
          <a:prstGeom prst="ellipse">
            <a:avLst/>
          </a:prstGeom>
          <a:solidFill>
            <a:srgbClr val="43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1</a:t>
            </a:r>
          </a:p>
        </p:txBody>
      </p:sp>
    </p:spTree>
    <p:extLst>
      <p:ext uri="{BB962C8B-B14F-4D97-AF65-F5344CB8AC3E}">
        <p14:creationId xmlns:p14="http://schemas.microsoft.com/office/powerpoint/2010/main" val="71404719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grpId="1" nodeType="clickEffect">
                                  <p:stCondLst>
                                    <p:cond delay="0"/>
                                  </p:stCondLst>
                                  <p:childTnLst>
                                    <p:animEffect transition="out" filter="wipe(right)">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3" restart="whenNotActive" fill="hold" evtFilter="cancelBubble" nodeType="interactiveSeq">
                <p:stCondLst>
                  <p:cond evt="onClick" delay="0">
                    <p:tgtEl>
                      <p:spTgt spid="9"/>
                    </p:tgtEl>
                  </p:cond>
                </p:stCondLst>
                <p:endSync evt="end" delay="0">
                  <p:rtn val="all"/>
                </p:endSync>
                <p:childTnLst>
                  <p:par>
                    <p:cTn id="14" fill="hold">
                      <p:stCondLst>
                        <p:cond delay="0"/>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2" fill="hold" grpId="1" nodeType="clickEffect">
                                  <p:stCondLst>
                                    <p:cond delay="0"/>
                                  </p:stCondLst>
                                  <p:childTnLst>
                                    <p:animEffect transition="out" filter="wipe(right)">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4" restart="whenNotActive" fill="hold" evtFilter="cancelBubble" nodeType="interactiveSeq">
                <p:stCondLst>
                  <p:cond evt="onClick" delay="0">
                    <p:tgtEl>
                      <p:spTgt spid="7"/>
                    </p:tgtEl>
                  </p:cond>
                </p:stCondLst>
                <p:endSync evt="end" delay="0">
                  <p:rtn val="all"/>
                </p:endSync>
                <p:childTnLst>
                  <p:par>
                    <p:cTn id="25" fill="hold">
                      <p:stCondLst>
                        <p:cond delay="0"/>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xit" presetSubtype="2" fill="hold" grpId="1" nodeType="clickEffect">
                                  <p:stCondLst>
                                    <p:cond delay="0"/>
                                  </p:stCondLst>
                                  <p:childTnLst>
                                    <p:animEffect transition="out" filter="wipe(right)">
                                      <p:cBhvr>
                                        <p:cTn id="33" dur="500"/>
                                        <p:tgtEl>
                                          <p:spTgt spid="6"/>
                                        </p:tgtEl>
                                      </p:cBhvr>
                                    </p:animEffect>
                                    <p:set>
                                      <p:cBhvr>
                                        <p:cTn id="34"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35" restart="whenNotActive" fill="hold" evtFilter="cancelBubble" nodeType="interactiveSeq">
                <p:stCondLst>
                  <p:cond evt="onClick" delay="0">
                    <p:tgtEl>
                      <p:spTgt spid="5"/>
                    </p:tgtEl>
                  </p:cond>
                </p:stCondLst>
                <p:endSync evt="end" delay="0">
                  <p:rtn val="all"/>
                </p:endSync>
                <p:childTnLst>
                  <p:par>
                    <p:cTn id="36" fill="hold">
                      <p:stCondLst>
                        <p:cond delay="0"/>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2" fill="hold" grpId="1" nodeType="clickEffect">
                                  <p:stCondLst>
                                    <p:cond delay="0"/>
                                  </p:stCondLst>
                                  <p:childTnLst>
                                    <p:animEffect transition="out" filter="wipe(right)">
                                      <p:cBhvr>
                                        <p:cTn id="44" dur="500"/>
                                        <p:tgtEl>
                                          <p:spTgt spid="4"/>
                                        </p:tgtEl>
                                      </p:cBhvr>
                                    </p:animEffect>
                                    <p:set>
                                      <p:cBhvr>
                                        <p:cTn id="45" dur="1" fill="hold">
                                          <p:stCondLst>
                                            <p:cond delay="499"/>
                                          </p:stCondLst>
                                        </p:cTn>
                                        <p:tgtEl>
                                          <p:spTgt spid="4"/>
                                        </p:tgtEl>
                                        <p:attrNameLst>
                                          <p:attrName>style.visibility</p:attrName>
                                        </p:attrNameLst>
                                      </p:cBhvr>
                                      <p:to>
                                        <p:strVal val="hidden"/>
                                      </p:to>
                                    </p:set>
                                  </p:childTnLst>
                                </p:cTn>
                              </p:par>
                            </p:childTnLst>
                          </p:cTn>
                        </p:par>
                      </p:childTnLst>
                    </p:cTn>
                  </p:par>
                </p:childTnLst>
              </p:cTn>
              <p:nextCondLst>
                <p:cond evt="onClick" delay="0">
                  <p:tgtEl>
                    <p:spTgt spid="5"/>
                  </p:tgtEl>
                </p:cond>
              </p:nextCondLst>
            </p:seq>
          </p:childTnLst>
        </p:cTn>
      </p:par>
    </p:tnLst>
    <p:bldLst>
      <p:bldP spid="4" grpId="0"/>
      <p:bldP spid="4" grpId="1"/>
      <p:bldP spid="6" grpId="0"/>
      <p:bldP spid="6" grpId="1"/>
      <p:bldP spid="8" grpId="0"/>
      <p:bldP spid="8" grpId="1"/>
      <p:bldP spid="10" grpId="0"/>
      <p:bldP spid="10" grpId="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B2B59B-3323-56A4-AEEA-4E3550CDB244}"/>
              </a:ext>
            </a:extLst>
          </p:cNvPr>
          <p:cNvPicPr>
            <a:picLocks noChangeAspect="1"/>
          </p:cNvPicPr>
          <p:nvPr/>
        </p:nvPicPr>
        <p:blipFill>
          <a:blip r:embed="rId2"/>
          <a:stretch>
            <a:fillRect/>
          </a:stretch>
        </p:blipFill>
        <p:spPr>
          <a:xfrm rot="60000">
            <a:off x="87153" y="396815"/>
            <a:ext cx="11593013" cy="6142008"/>
          </a:xfrm>
          <a:prstGeom prst="rect">
            <a:avLst/>
          </a:prstGeom>
        </p:spPr>
      </p:pic>
      <p:pic>
        <p:nvPicPr>
          <p:cNvPr id="4" name="Show/hide">
            <a:extLst>
              <a:ext uri="{FF2B5EF4-FFF2-40B4-BE49-F238E27FC236}">
                <a16:creationId xmlns:a16="http://schemas.microsoft.com/office/drawing/2014/main" id="{AAFA0B90-E4FB-89AB-6D68-4FFF762C9BB5}"/>
              </a:ext>
            </a:extLst>
          </p:cNvPr>
          <p:cNvPicPr>
            <a:picLocks noChangeAspect="1"/>
          </p:cNvPicPr>
          <p:nvPr/>
        </p:nvPicPr>
        <p:blipFill rotWithShape="1">
          <a:blip r:embed="rId3"/>
          <a:srcRect l="15221" t="13946" r="8794" b="8810"/>
          <a:stretch/>
        </p:blipFill>
        <p:spPr>
          <a:xfrm>
            <a:off x="9670989" y="419263"/>
            <a:ext cx="1802136" cy="1832006"/>
          </a:xfrm>
          <a:prstGeom prst="ellipse">
            <a:avLst/>
          </a:prstGeom>
          <a:scene3d>
            <a:camera prst="orthographicFront"/>
            <a:lightRig rig="threePt" dir="t"/>
          </a:scene3d>
          <a:sp3d extrusionH="76200">
            <a:bevelT w="82550"/>
          </a:sp3d>
        </p:spPr>
      </p:pic>
      <p:sp>
        <p:nvSpPr>
          <p:cNvPr id="5" name="TextBox 4">
            <a:extLst>
              <a:ext uri="{FF2B5EF4-FFF2-40B4-BE49-F238E27FC236}">
                <a16:creationId xmlns:a16="http://schemas.microsoft.com/office/drawing/2014/main" id="{60CB65E5-0963-A13B-940C-93A5A6534FA0}"/>
              </a:ext>
            </a:extLst>
          </p:cNvPr>
          <p:cNvSpPr txBox="1"/>
          <p:nvPr/>
        </p:nvSpPr>
        <p:spPr>
          <a:xfrm>
            <a:off x="11059059" y="4778073"/>
            <a:ext cx="534837" cy="707886"/>
          </a:xfrm>
          <a:prstGeom prst="rect">
            <a:avLst/>
          </a:prstGeom>
          <a:noFill/>
        </p:spPr>
        <p:txBody>
          <a:bodyPr wrap="square" rtlCol="0">
            <a:spAutoFit/>
          </a:bodyPr>
          <a:lstStyle/>
          <a:p>
            <a:r>
              <a:rPr lang="en-GB" sz="4000">
                <a:latin typeface="Tw Cen MT Condensed Extra Bold" panose="020B0803020202020204" pitchFamily="34" charset="0"/>
              </a:rPr>
              <a:t>A</a:t>
            </a:r>
          </a:p>
        </p:txBody>
      </p:sp>
      <p:sp>
        <p:nvSpPr>
          <p:cNvPr id="6" name="TextBox 5">
            <a:extLst>
              <a:ext uri="{FF2B5EF4-FFF2-40B4-BE49-F238E27FC236}">
                <a16:creationId xmlns:a16="http://schemas.microsoft.com/office/drawing/2014/main" id="{BAC55547-9EC5-1556-0491-B5EE08FA9071}"/>
              </a:ext>
            </a:extLst>
          </p:cNvPr>
          <p:cNvSpPr txBox="1"/>
          <p:nvPr/>
        </p:nvSpPr>
        <p:spPr>
          <a:xfrm>
            <a:off x="11059059" y="5471308"/>
            <a:ext cx="534837" cy="707886"/>
          </a:xfrm>
          <a:prstGeom prst="rect">
            <a:avLst/>
          </a:prstGeom>
          <a:noFill/>
        </p:spPr>
        <p:txBody>
          <a:bodyPr wrap="square" rtlCol="0">
            <a:spAutoFit/>
          </a:bodyPr>
          <a:lstStyle/>
          <a:p>
            <a:r>
              <a:rPr lang="en-GB" sz="4000">
                <a:latin typeface="Tw Cen MT Condensed Extra Bold" panose="020B0803020202020204" pitchFamily="34" charset="0"/>
              </a:rPr>
              <a:t>B</a:t>
            </a:r>
          </a:p>
        </p:txBody>
      </p:sp>
      <p:sp>
        <p:nvSpPr>
          <p:cNvPr id="7" name="TextBox 6">
            <a:extLst>
              <a:ext uri="{FF2B5EF4-FFF2-40B4-BE49-F238E27FC236}">
                <a16:creationId xmlns:a16="http://schemas.microsoft.com/office/drawing/2014/main" id="{65FE3E37-B1AF-DDD8-FE31-83D77A9B54FA}"/>
              </a:ext>
            </a:extLst>
          </p:cNvPr>
          <p:cNvSpPr txBox="1"/>
          <p:nvPr/>
        </p:nvSpPr>
        <p:spPr>
          <a:xfrm>
            <a:off x="11059059" y="3516414"/>
            <a:ext cx="534837" cy="707886"/>
          </a:xfrm>
          <a:prstGeom prst="rect">
            <a:avLst/>
          </a:prstGeom>
          <a:noFill/>
        </p:spPr>
        <p:txBody>
          <a:bodyPr wrap="square" rtlCol="0">
            <a:spAutoFit/>
          </a:bodyPr>
          <a:lstStyle/>
          <a:p>
            <a:r>
              <a:rPr lang="en-GB" sz="4000">
                <a:latin typeface="Tw Cen MT Condensed Extra Bold" panose="020B0803020202020204" pitchFamily="34" charset="0"/>
              </a:rPr>
              <a:t>C</a:t>
            </a:r>
          </a:p>
        </p:txBody>
      </p:sp>
      <p:sp>
        <p:nvSpPr>
          <p:cNvPr id="8" name="TextBox 7">
            <a:extLst>
              <a:ext uri="{FF2B5EF4-FFF2-40B4-BE49-F238E27FC236}">
                <a16:creationId xmlns:a16="http://schemas.microsoft.com/office/drawing/2014/main" id="{770D3889-BB1E-43EF-2481-7A64C0A1957F}"/>
              </a:ext>
            </a:extLst>
          </p:cNvPr>
          <p:cNvSpPr txBox="1"/>
          <p:nvPr/>
        </p:nvSpPr>
        <p:spPr>
          <a:xfrm>
            <a:off x="11059059" y="4189695"/>
            <a:ext cx="534837" cy="707886"/>
          </a:xfrm>
          <a:prstGeom prst="rect">
            <a:avLst/>
          </a:prstGeom>
          <a:noFill/>
        </p:spPr>
        <p:txBody>
          <a:bodyPr wrap="square" rtlCol="0">
            <a:spAutoFit/>
          </a:bodyPr>
          <a:lstStyle/>
          <a:p>
            <a:r>
              <a:rPr lang="en-GB" sz="4000">
                <a:latin typeface="Tw Cen MT Condensed Extra Bold" panose="020B0803020202020204" pitchFamily="34" charset="0"/>
              </a:rPr>
              <a:t>D</a:t>
            </a:r>
          </a:p>
        </p:txBody>
      </p:sp>
      <p:sp>
        <p:nvSpPr>
          <p:cNvPr id="9" name="TextBox 8">
            <a:extLst>
              <a:ext uri="{FF2B5EF4-FFF2-40B4-BE49-F238E27FC236}">
                <a16:creationId xmlns:a16="http://schemas.microsoft.com/office/drawing/2014/main" id="{2FBD0F16-BEC6-0268-9700-4097C75C1135}"/>
              </a:ext>
            </a:extLst>
          </p:cNvPr>
          <p:cNvSpPr txBox="1"/>
          <p:nvPr/>
        </p:nvSpPr>
        <p:spPr>
          <a:xfrm>
            <a:off x="11059059" y="2182001"/>
            <a:ext cx="534837" cy="707886"/>
          </a:xfrm>
          <a:prstGeom prst="rect">
            <a:avLst/>
          </a:prstGeom>
          <a:noFill/>
        </p:spPr>
        <p:txBody>
          <a:bodyPr wrap="square" rtlCol="0">
            <a:spAutoFit/>
          </a:bodyPr>
          <a:lstStyle/>
          <a:p>
            <a:r>
              <a:rPr lang="en-GB" sz="4000">
                <a:latin typeface="Tw Cen MT Condensed Extra Bold" panose="020B0803020202020204" pitchFamily="34" charset="0"/>
              </a:rPr>
              <a:t>E</a:t>
            </a:r>
          </a:p>
        </p:txBody>
      </p:sp>
      <p:sp>
        <p:nvSpPr>
          <p:cNvPr id="10" name="TextBox 9">
            <a:extLst>
              <a:ext uri="{FF2B5EF4-FFF2-40B4-BE49-F238E27FC236}">
                <a16:creationId xmlns:a16="http://schemas.microsoft.com/office/drawing/2014/main" id="{DE303C5C-0D86-4092-F80B-F426B8ADBF26}"/>
              </a:ext>
            </a:extLst>
          </p:cNvPr>
          <p:cNvSpPr txBox="1"/>
          <p:nvPr/>
        </p:nvSpPr>
        <p:spPr>
          <a:xfrm>
            <a:off x="11059059" y="2860325"/>
            <a:ext cx="534837" cy="707886"/>
          </a:xfrm>
          <a:prstGeom prst="rect">
            <a:avLst/>
          </a:prstGeom>
          <a:noFill/>
        </p:spPr>
        <p:txBody>
          <a:bodyPr wrap="square" rtlCol="0">
            <a:spAutoFit/>
          </a:bodyPr>
          <a:lstStyle/>
          <a:p>
            <a:r>
              <a:rPr lang="en-GB" sz="4000">
                <a:latin typeface="Tw Cen MT Condensed Extra Bold" panose="020B0803020202020204" pitchFamily="34" charset="0"/>
              </a:rPr>
              <a:t>F</a:t>
            </a:r>
          </a:p>
        </p:txBody>
      </p:sp>
    </p:spTree>
    <p:extLst>
      <p:ext uri="{BB962C8B-B14F-4D97-AF65-F5344CB8AC3E}">
        <p14:creationId xmlns:p14="http://schemas.microsoft.com/office/powerpoint/2010/main" val="367657913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6"/>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8"/>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9"/>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4"/>
                  </p:tgtEl>
                </p:cond>
              </p:nextCondLst>
            </p:seq>
          </p:childTnLst>
        </p:cTn>
      </p:par>
    </p:tnLst>
    <p:bldLst>
      <p:bldP spid="5" grpId="0"/>
      <p:bldP spid="5" grpId="1"/>
      <p:bldP spid="6" grpId="0"/>
      <p:bldP spid="6" grpId="1"/>
      <p:bldP spid="7" grpId="0"/>
      <p:bldP spid="7" grpId="1"/>
      <p:bldP spid="8" grpId="0"/>
      <p:bldP spid="8" grpId="1"/>
      <p:bldP spid="9" grpId="0"/>
      <p:bldP spid="9" grpId="1"/>
      <p:bldP spid="10" grpId="0"/>
      <p:bldP spid="10"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EF9270-91F6-6C19-FC5C-E7FEB3A71470}"/>
              </a:ext>
            </a:extLst>
          </p:cNvPr>
          <p:cNvPicPr>
            <a:picLocks noChangeAspect="1"/>
          </p:cNvPicPr>
          <p:nvPr/>
        </p:nvPicPr>
        <p:blipFill>
          <a:blip r:embed="rId2"/>
          <a:stretch>
            <a:fillRect/>
          </a:stretch>
        </p:blipFill>
        <p:spPr>
          <a:xfrm>
            <a:off x="1355147" y="381000"/>
            <a:ext cx="9481705" cy="6096000"/>
          </a:xfrm>
          <a:prstGeom prst="rect">
            <a:avLst/>
          </a:prstGeom>
        </p:spPr>
      </p:pic>
    </p:spTree>
    <p:extLst>
      <p:ext uri="{BB962C8B-B14F-4D97-AF65-F5344CB8AC3E}">
        <p14:creationId xmlns:p14="http://schemas.microsoft.com/office/powerpoint/2010/main" val="1087517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3914C3-6205-C0EE-73AE-1F1E39EB614A}"/>
              </a:ext>
            </a:extLst>
          </p:cNvPr>
          <p:cNvPicPr>
            <a:picLocks noChangeAspect="1"/>
          </p:cNvPicPr>
          <p:nvPr/>
        </p:nvPicPr>
        <p:blipFill>
          <a:blip r:embed="rId2"/>
          <a:stretch>
            <a:fillRect/>
          </a:stretch>
        </p:blipFill>
        <p:spPr>
          <a:xfrm>
            <a:off x="275749" y="1759789"/>
            <a:ext cx="11640503" cy="3174520"/>
          </a:xfrm>
          <a:prstGeom prst="rect">
            <a:avLst/>
          </a:prstGeom>
        </p:spPr>
      </p:pic>
    </p:spTree>
    <p:extLst>
      <p:ext uri="{BB962C8B-B14F-4D97-AF65-F5344CB8AC3E}">
        <p14:creationId xmlns:p14="http://schemas.microsoft.com/office/powerpoint/2010/main" val="2856497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00463C-ECE8-37DD-03E6-F6C122EBD970}"/>
              </a:ext>
            </a:extLst>
          </p:cNvPr>
          <p:cNvPicPr>
            <a:picLocks noChangeAspect="1"/>
          </p:cNvPicPr>
          <p:nvPr/>
        </p:nvPicPr>
        <p:blipFill>
          <a:blip r:embed="rId2"/>
          <a:stretch>
            <a:fillRect/>
          </a:stretch>
        </p:blipFill>
        <p:spPr>
          <a:xfrm>
            <a:off x="340290" y="1190446"/>
            <a:ext cx="11511420" cy="4589252"/>
          </a:xfrm>
          <a:prstGeom prst="rect">
            <a:avLst/>
          </a:prstGeom>
        </p:spPr>
      </p:pic>
    </p:spTree>
    <p:extLst>
      <p:ext uri="{BB962C8B-B14F-4D97-AF65-F5344CB8AC3E}">
        <p14:creationId xmlns:p14="http://schemas.microsoft.com/office/powerpoint/2010/main" val="562517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8898E8-D454-85D9-9233-104062B57AFF}"/>
              </a:ext>
            </a:extLst>
          </p:cNvPr>
          <p:cNvSpPr txBox="1"/>
          <p:nvPr/>
        </p:nvSpPr>
        <p:spPr>
          <a:xfrm>
            <a:off x="117764" y="612844"/>
            <a:ext cx="11956472" cy="5632311"/>
          </a:xfrm>
          <a:prstGeom prst="rect">
            <a:avLst/>
          </a:prstGeom>
          <a:noFill/>
        </p:spPr>
        <p:txBody>
          <a:bodyPr wrap="square" rtlCol="0">
            <a:spAutoFit/>
          </a:bodyPr>
          <a:lstStyle/>
          <a:p>
            <a:r>
              <a:rPr lang="en-GB" sz="6000" dirty="0">
                <a:latin typeface="Abadi Extra Light" panose="020B0204020104020204" pitchFamily="34" charset="0"/>
              </a:rPr>
              <a:t>I just want to tell you that mum and dad have finally let me go to the recording of your appearance on ‘Who Wants to be a Teenage Millionaire’. I can’t wait to see it! What time should I be at the studio?</a:t>
            </a:r>
          </a:p>
        </p:txBody>
      </p:sp>
    </p:spTree>
    <p:extLst>
      <p:ext uri="{BB962C8B-B14F-4D97-AF65-F5344CB8AC3E}">
        <p14:creationId xmlns:p14="http://schemas.microsoft.com/office/powerpoint/2010/main" val="3098091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F5C779-6143-2113-16D1-F6E0AA2AE7E7}"/>
              </a:ext>
            </a:extLst>
          </p:cNvPr>
          <p:cNvPicPr>
            <a:picLocks noChangeAspect="1"/>
          </p:cNvPicPr>
          <p:nvPr/>
        </p:nvPicPr>
        <p:blipFill>
          <a:blip r:embed="rId2"/>
          <a:stretch>
            <a:fillRect/>
          </a:stretch>
        </p:blipFill>
        <p:spPr>
          <a:xfrm>
            <a:off x="257884" y="1052424"/>
            <a:ext cx="11676232" cy="4692768"/>
          </a:xfrm>
          <a:prstGeom prst="rect">
            <a:avLst/>
          </a:prstGeom>
        </p:spPr>
      </p:pic>
    </p:spTree>
    <p:extLst>
      <p:ext uri="{BB962C8B-B14F-4D97-AF65-F5344CB8AC3E}">
        <p14:creationId xmlns:p14="http://schemas.microsoft.com/office/powerpoint/2010/main" val="3046908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C358DB-C798-84CE-8BAA-0BA8B4E0283E}"/>
              </a:ext>
            </a:extLst>
          </p:cNvPr>
          <p:cNvSpPr txBox="1"/>
          <p:nvPr/>
        </p:nvSpPr>
        <p:spPr>
          <a:xfrm>
            <a:off x="277091" y="612716"/>
            <a:ext cx="11637817" cy="5632568"/>
          </a:xfrm>
          <a:prstGeom prst="rect">
            <a:avLst/>
          </a:prstGeom>
          <a:noFill/>
        </p:spPr>
        <p:txBody>
          <a:bodyPr wrap="square" rtlCol="0">
            <a:spAutoFit/>
          </a:bodyPr>
          <a:lstStyle/>
          <a:p>
            <a:pPr>
              <a:lnSpc>
                <a:spcPts val="5400"/>
              </a:lnSpc>
            </a:pPr>
            <a:r>
              <a:rPr lang="en-GB" sz="5400" spc="-100">
                <a:latin typeface="Abadi Extra Light" panose="020B0204020104020204" pitchFamily="34" charset="0"/>
              </a:rPr>
              <a:t>Several magazines aimed at teenagers were examined. Many of them were found to be of particularly poor quality. They are mainly about pop music and how to project a confident and stylish image. It would appear that they do not consider that teenagers are in the market for anything else. My findings are detailed below.</a:t>
            </a:r>
          </a:p>
        </p:txBody>
      </p:sp>
    </p:spTree>
    <p:extLst>
      <p:ext uri="{BB962C8B-B14F-4D97-AF65-F5344CB8AC3E}">
        <p14:creationId xmlns:p14="http://schemas.microsoft.com/office/powerpoint/2010/main" val="3837752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8ED3BC-CEA4-410C-04AE-B188B4D15EC6}"/>
              </a:ext>
            </a:extLst>
          </p:cNvPr>
          <p:cNvPicPr>
            <a:picLocks noChangeAspect="1"/>
          </p:cNvPicPr>
          <p:nvPr/>
        </p:nvPicPr>
        <p:blipFill>
          <a:blip r:embed="rId2"/>
          <a:stretch>
            <a:fillRect/>
          </a:stretch>
        </p:blipFill>
        <p:spPr>
          <a:xfrm>
            <a:off x="213513" y="1414732"/>
            <a:ext cx="11764975" cy="3778369"/>
          </a:xfrm>
          <a:prstGeom prst="rect">
            <a:avLst/>
          </a:prstGeom>
        </p:spPr>
      </p:pic>
    </p:spTree>
    <p:extLst>
      <p:ext uri="{BB962C8B-B14F-4D97-AF65-F5344CB8AC3E}">
        <p14:creationId xmlns:p14="http://schemas.microsoft.com/office/powerpoint/2010/main" val="526186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5C10D-1F9F-D599-1855-63EEBC8C69E6}"/>
              </a:ext>
            </a:extLst>
          </p:cNvPr>
          <p:cNvSpPr txBox="1"/>
          <p:nvPr/>
        </p:nvSpPr>
        <p:spPr>
          <a:xfrm>
            <a:off x="734290" y="1074348"/>
            <a:ext cx="10723419" cy="4709303"/>
          </a:xfrm>
          <a:prstGeom prst="rect">
            <a:avLst/>
          </a:prstGeom>
          <a:noFill/>
        </p:spPr>
        <p:txBody>
          <a:bodyPr wrap="square" rtlCol="0">
            <a:spAutoFit/>
          </a:bodyPr>
          <a:lstStyle/>
          <a:p>
            <a:pPr>
              <a:lnSpc>
                <a:spcPts val="6000"/>
              </a:lnSpc>
            </a:pPr>
            <a:r>
              <a:rPr lang="en-GB" sz="6000">
                <a:latin typeface="Abadi Extra Light" panose="020B0204020104020204" pitchFamily="34" charset="0"/>
              </a:rPr>
              <a:t>These days, everyone uses the internet all the time, but how many think about making their own website? Think it’s too hard? Actually, it’s dead easy and it’s really fun and cool!</a:t>
            </a:r>
          </a:p>
        </p:txBody>
      </p:sp>
    </p:spTree>
    <p:extLst>
      <p:ext uri="{BB962C8B-B14F-4D97-AF65-F5344CB8AC3E}">
        <p14:creationId xmlns:p14="http://schemas.microsoft.com/office/powerpoint/2010/main" val="262702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79FF28-41EE-3538-375C-577E89037094}"/>
              </a:ext>
            </a:extLst>
          </p:cNvPr>
          <p:cNvSpPr txBox="1"/>
          <p:nvPr/>
        </p:nvSpPr>
        <p:spPr>
          <a:xfrm>
            <a:off x="481264" y="545432"/>
            <a:ext cx="10443410" cy="5509200"/>
          </a:xfrm>
          <a:prstGeom prst="rect">
            <a:avLst/>
          </a:prstGeom>
          <a:noFill/>
        </p:spPr>
        <p:txBody>
          <a:bodyPr wrap="square">
            <a:spAutoFit/>
          </a:bodyPr>
          <a:lstStyle/>
          <a:p>
            <a:r>
              <a:rPr lang="en-GB" sz="3200" dirty="0"/>
              <a:t>Over‑formal expression (OP)	Informal rewrite</a:t>
            </a:r>
          </a:p>
          <a:p>
            <a:r>
              <a:rPr lang="en-GB" sz="3200" dirty="0"/>
              <a:t>"I would like to inform you my parents have finally given me permission to attend your performance…"	"I just want to tell you that mum and dad have finally let me go…"</a:t>
            </a:r>
          </a:p>
          <a:p>
            <a:r>
              <a:rPr lang="en-GB" sz="3200" dirty="0"/>
              <a:t>"your performance on 'Who wants to be a Teenage Millionaire'"	"the recording of your appearance on 'Who Wants to be a Teenage Millionaire'"</a:t>
            </a:r>
          </a:p>
          <a:p>
            <a:r>
              <a:rPr lang="en-GB" sz="3200" dirty="0"/>
              <a:t>"I look forward to it very much."	"I can’t wait to see it!"</a:t>
            </a:r>
          </a:p>
          <a:p>
            <a:r>
              <a:rPr lang="en-GB" sz="3200" dirty="0"/>
              <a:t>"I would be grateful if you could let me know what time I should arrive at the studio."	"What time should I be at the studio?"</a:t>
            </a:r>
          </a:p>
        </p:txBody>
      </p:sp>
    </p:spTree>
    <p:extLst>
      <p:ext uri="{BB962C8B-B14F-4D97-AF65-F5344CB8AC3E}">
        <p14:creationId xmlns:p14="http://schemas.microsoft.com/office/powerpoint/2010/main" val="406001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2C3ACB-7E6B-BB0B-D85F-5FC78DDA82E1}"/>
              </a:ext>
            </a:extLst>
          </p:cNvPr>
          <p:cNvSpPr txBox="1"/>
          <p:nvPr/>
        </p:nvSpPr>
        <p:spPr>
          <a:xfrm>
            <a:off x="753979" y="755354"/>
            <a:ext cx="8390021" cy="4247317"/>
          </a:xfrm>
          <a:prstGeom prst="rect">
            <a:avLst/>
          </a:prstGeom>
          <a:noFill/>
        </p:spPr>
        <p:txBody>
          <a:bodyPr wrap="square">
            <a:spAutoFit/>
          </a:bodyPr>
          <a:lstStyle/>
          <a:p>
            <a:r>
              <a:rPr lang="en-GB" dirty="0"/>
              <a:t>Match the over‑formal expressions in Column A with their informal equivalents in Column B.</a:t>
            </a:r>
          </a:p>
          <a:p>
            <a:r>
              <a:rPr lang="en-GB" dirty="0"/>
              <a:t>Column A – Over‑formal expressions</a:t>
            </a:r>
          </a:p>
          <a:p>
            <a:r>
              <a:rPr lang="en-GB" dirty="0"/>
              <a:t>A. I would like to inform you that my parents have finally given me permission…</a:t>
            </a:r>
          </a:p>
          <a:p>
            <a:r>
              <a:rPr lang="en-GB" dirty="0"/>
              <a:t>B. …your performance on “Who Wants to be a Teenage Millionaire.”</a:t>
            </a:r>
          </a:p>
          <a:p>
            <a:r>
              <a:rPr lang="en-GB" dirty="0"/>
              <a:t>C. I look forward to it very much.</a:t>
            </a:r>
          </a:p>
          <a:p>
            <a:r>
              <a:rPr lang="en-GB" dirty="0"/>
              <a:t>D. I would be grateful if you could let me know what time I should arrive at the studio.</a:t>
            </a:r>
          </a:p>
          <a:p>
            <a:endParaRPr lang="en-GB" dirty="0"/>
          </a:p>
          <a:p>
            <a:r>
              <a:rPr lang="en-GB" dirty="0"/>
              <a:t>Column B – Informal expressions</a:t>
            </a:r>
          </a:p>
          <a:p>
            <a:endParaRPr lang="en-GB" dirty="0"/>
          </a:p>
          <a:p>
            <a:r>
              <a:rPr lang="en-GB" dirty="0"/>
              <a:t>1) I can’t wait to see it!</a:t>
            </a:r>
          </a:p>
          <a:p>
            <a:r>
              <a:rPr lang="en-GB" dirty="0"/>
              <a:t>2) What time should I be at the studio?</a:t>
            </a:r>
          </a:p>
          <a:p>
            <a:r>
              <a:rPr lang="en-GB" dirty="0"/>
              <a:t>3) I just want to tell you that mum and dad have finally let me go…</a:t>
            </a:r>
          </a:p>
          <a:p>
            <a:r>
              <a:rPr lang="en-GB" dirty="0"/>
              <a:t>4) …the recording of your appearance on “Who Wants to be a Teenage Millionaire.”</a:t>
            </a:r>
          </a:p>
        </p:txBody>
      </p:sp>
    </p:spTree>
    <p:extLst>
      <p:ext uri="{BB962C8B-B14F-4D97-AF65-F5344CB8AC3E}">
        <p14:creationId xmlns:p14="http://schemas.microsoft.com/office/powerpoint/2010/main" val="3970304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C1170E-4AE5-21DA-AA4E-F72A64FE6BFD}"/>
              </a:ext>
            </a:extLst>
          </p:cNvPr>
          <p:cNvPicPr>
            <a:picLocks noChangeAspect="1"/>
          </p:cNvPicPr>
          <p:nvPr/>
        </p:nvPicPr>
        <p:blipFill>
          <a:blip r:embed="rId2"/>
          <a:stretch>
            <a:fillRect/>
          </a:stretch>
        </p:blipFill>
        <p:spPr>
          <a:xfrm>
            <a:off x="167048" y="879894"/>
            <a:ext cx="11857904" cy="4779034"/>
          </a:xfrm>
          <a:prstGeom prst="rect">
            <a:avLst/>
          </a:prstGeom>
        </p:spPr>
      </p:pic>
    </p:spTree>
    <p:extLst>
      <p:ext uri="{BB962C8B-B14F-4D97-AF65-F5344CB8AC3E}">
        <p14:creationId xmlns:p14="http://schemas.microsoft.com/office/powerpoint/2010/main" val="1093426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1D75E4-FB37-8108-0AAB-EC0EB6FD8EB6}"/>
              </a:ext>
            </a:extLst>
          </p:cNvPr>
          <p:cNvPicPr>
            <a:picLocks noChangeAspect="1"/>
          </p:cNvPicPr>
          <p:nvPr/>
        </p:nvPicPr>
        <p:blipFill>
          <a:blip r:embed="rId2"/>
          <a:stretch>
            <a:fillRect/>
          </a:stretch>
        </p:blipFill>
        <p:spPr>
          <a:xfrm>
            <a:off x="92393" y="424543"/>
            <a:ext cx="12007215" cy="5992586"/>
          </a:xfrm>
          <a:prstGeom prst="rect">
            <a:avLst/>
          </a:prstGeom>
        </p:spPr>
      </p:pic>
    </p:spTree>
    <p:extLst>
      <p:ext uri="{BB962C8B-B14F-4D97-AF65-F5344CB8AC3E}">
        <p14:creationId xmlns:p14="http://schemas.microsoft.com/office/powerpoint/2010/main" val="2261591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67F1D2-466A-048E-9629-FD785F5675BE}"/>
              </a:ext>
            </a:extLst>
          </p:cNvPr>
          <p:cNvPicPr>
            <a:picLocks noGrp="1" noRot="1" noChangeAspect="1" noMove="1" noResize="1" noEditPoints="1" noAdjustHandles="1" noChangeArrowheads="1" noChangeShapeType="1" noCrop="1"/>
          </p:cNvPicPr>
          <p:nvPr/>
        </p:nvPicPr>
        <p:blipFill>
          <a:blip r:embed="rId2"/>
          <a:stretch>
            <a:fillRect/>
          </a:stretch>
        </p:blipFill>
        <p:spPr>
          <a:xfrm>
            <a:off x="732423" y="115281"/>
            <a:ext cx="10646229" cy="6561850"/>
          </a:xfrm>
          <a:prstGeom prst="rect">
            <a:avLst/>
          </a:prstGeom>
        </p:spPr>
      </p:pic>
      <p:sp>
        <p:nvSpPr>
          <p:cNvPr id="4" name="Oval 10">
            <a:extLst>
              <a:ext uri="{FF2B5EF4-FFF2-40B4-BE49-F238E27FC236}">
                <a16:creationId xmlns:a16="http://schemas.microsoft.com/office/drawing/2014/main" id="{82C8C296-DAAD-6F24-B86C-E474949CCADE}"/>
              </a:ext>
            </a:extLst>
          </p:cNvPr>
          <p:cNvSpPr>
            <a:spLocks noChangeAspect="1"/>
          </p:cNvSpPr>
          <p:nvPr/>
        </p:nvSpPr>
        <p:spPr>
          <a:xfrm>
            <a:off x="733887" y="6280876"/>
            <a:ext cx="843747" cy="461843"/>
          </a:xfrm>
          <a:prstGeom prst="ellipse">
            <a:avLst/>
          </a:prstGeom>
          <a:solidFill>
            <a:srgbClr val="7030A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10</a:t>
            </a:r>
          </a:p>
        </p:txBody>
      </p:sp>
      <p:sp>
        <p:nvSpPr>
          <p:cNvPr id="5" name="10) text">
            <a:extLst>
              <a:ext uri="{FF2B5EF4-FFF2-40B4-BE49-F238E27FC236}">
                <a16:creationId xmlns:a16="http://schemas.microsoft.com/office/drawing/2014/main" id="{C9C3A44B-F761-083D-A3D8-5C4D1C55CB3B}"/>
              </a:ext>
            </a:extLst>
          </p:cNvPr>
          <p:cNvSpPr/>
          <p:nvPr/>
        </p:nvSpPr>
        <p:spPr>
          <a:xfrm>
            <a:off x="10578946" y="5987267"/>
            <a:ext cx="573558"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T</a:t>
            </a:r>
            <a:endParaRPr lang="en-GB" sz="3200"/>
          </a:p>
        </p:txBody>
      </p:sp>
      <p:sp>
        <p:nvSpPr>
          <p:cNvPr id="6" name="9) text">
            <a:extLst>
              <a:ext uri="{FF2B5EF4-FFF2-40B4-BE49-F238E27FC236}">
                <a16:creationId xmlns:a16="http://schemas.microsoft.com/office/drawing/2014/main" id="{2ADFBF48-FA13-D186-1CC9-E5A16798C3D3}"/>
              </a:ext>
            </a:extLst>
          </p:cNvPr>
          <p:cNvSpPr/>
          <p:nvPr/>
        </p:nvSpPr>
        <p:spPr>
          <a:xfrm>
            <a:off x="10578945" y="5584236"/>
            <a:ext cx="573558"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T </a:t>
            </a:r>
            <a:endParaRPr lang="en-GB" sz="3200"/>
          </a:p>
        </p:txBody>
      </p:sp>
      <p:sp>
        <p:nvSpPr>
          <p:cNvPr id="7" name="Oval 9">
            <a:extLst>
              <a:ext uri="{FF2B5EF4-FFF2-40B4-BE49-F238E27FC236}">
                <a16:creationId xmlns:a16="http://schemas.microsoft.com/office/drawing/2014/main" id="{9127BD7B-8DA2-DED1-2E0E-7749E29C75E3}"/>
              </a:ext>
            </a:extLst>
          </p:cNvPr>
          <p:cNvSpPr>
            <a:spLocks noChangeAspect="1"/>
          </p:cNvSpPr>
          <p:nvPr/>
        </p:nvSpPr>
        <p:spPr>
          <a:xfrm>
            <a:off x="733887" y="5730345"/>
            <a:ext cx="843747" cy="461843"/>
          </a:xfrm>
          <a:prstGeom prst="ellipse">
            <a:avLst/>
          </a:prstGeom>
          <a:solidFill>
            <a:srgbClr val="04226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9</a:t>
            </a:r>
          </a:p>
        </p:txBody>
      </p:sp>
      <p:sp>
        <p:nvSpPr>
          <p:cNvPr id="8" name="8) text">
            <a:extLst>
              <a:ext uri="{FF2B5EF4-FFF2-40B4-BE49-F238E27FC236}">
                <a16:creationId xmlns:a16="http://schemas.microsoft.com/office/drawing/2014/main" id="{8F6D4698-6063-06CC-6E43-061B8BD6F14D}"/>
              </a:ext>
            </a:extLst>
          </p:cNvPr>
          <p:cNvSpPr/>
          <p:nvPr/>
        </p:nvSpPr>
        <p:spPr>
          <a:xfrm>
            <a:off x="10578945" y="4754795"/>
            <a:ext cx="573558"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T </a:t>
            </a:r>
            <a:endParaRPr lang="en-GB" sz="3200"/>
          </a:p>
        </p:txBody>
      </p:sp>
      <p:sp>
        <p:nvSpPr>
          <p:cNvPr id="9" name="Oval 8">
            <a:extLst>
              <a:ext uri="{FF2B5EF4-FFF2-40B4-BE49-F238E27FC236}">
                <a16:creationId xmlns:a16="http://schemas.microsoft.com/office/drawing/2014/main" id="{73F46882-CB07-3A55-C10E-4D86539F4D1C}"/>
              </a:ext>
            </a:extLst>
          </p:cNvPr>
          <p:cNvSpPr>
            <a:spLocks noChangeAspect="1"/>
          </p:cNvSpPr>
          <p:nvPr/>
        </p:nvSpPr>
        <p:spPr>
          <a:xfrm>
            <a:off x="733887" y="5179814"/>
            <a:ext cx="843747" cy="461843"/>
          </a:xfrm>
          <a:prstGeom prst="ellipse">
            <a:avLst/>
          </a:prstGeom>
          <a:solidFill>
            <a:srgbClr val="0BB9F8"/>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8</a:t>
            </a:r>
          </a:p>
        </p:txBody>
      </p:sp>
      <p:sp>
        <p:nvSpPr>
          <p:cNvPr id="10" name="7) text">
            <a:extLst>
              <a:ext uri="{FF2B5EF4-FFF2-40B4-BE49-F238E27FC236}">
                <a16:creationId xmlns:a16="http://schemas.microsoft.com/office/drawing/2014/main" id="{DE090D0B-0D49-EEDB-1ECD-403D68D1BD82}"/>
              </a:ext>
            </a:extLst>
          </p:cNvPr>
          <p:cNvSpPr/>
          <p:nvPr/>
        </p:nvSpPr>
        <p:spPr>
          <a:xfrm>
            <a:off x="10578944" y="4341280"/>
            <a:ext cx="573558"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T </a:t>
            </a:r>
            <a:endParaRPr lang="en-GB" sz="3200"/>
          </a:p>
        </p:txBody>
      </p:sp>
      <p:sp>
        <p:nvSpPr>
          <p:cNvPr id="11" name="Oval 7">
            <a:extLst>
              <a:ext uri="{FF2B5EF4-FFF2-40B4-BE49-F238E27FC236}">
                <a16:creationId xmlns:a16="http://schemas.microsoft.com/office/drawing/2014/main" id="{1DD7163B-01F4-972B-62CC-6D85DA29A460}"/>
              </a:ext>
            </a:extLst>
          </p:cNvPr>
          <p:cNvSpPr>
            <a:spLocks noChangeAspect="1"/>
          </p:cNvSpPr>
          <p:nvPr/>
        </p:nvSpPr>
        <p:spPr>
          <a:xfrm>
            <a:off x="733887" y="4629283"/>
            <a:ext cx="843747" cy="461843"/>
          </a:xfrm>
          <a:prstGeom prst="ellipse">
            <a:avLst/>
          </a:prstGeom>
          <a:solidFill>
            <a:srgbClr val="0071C3"/>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7</a:t>
            </a:r>
          </a:p>
        </p:txBody>
      </p:sp>
      <p:sp>
        <p:nvSpPr>
          <p:cNvPr id="12" name="6) text">
            <a:extLst>
              <a:ext uri="{FF2B5EF4-FFF2-40B4-BE49-F238E27FC236}">
                <a16:creationId xmlns:a16="http://schemas.microsoft.com/office/drawing/2014/main" id="{B9C67DF6-7E8F-04E4-D561-A45DA4C2842A}"/>
              </a:ext>
            </a:extLst>
          </p:cNvPr>
          <p:cNvSpPr/>
          <p:nvPr/>
        </p:nvSpPr>
        <p:spPr>
          <a:xfrm>
            <a:off x="10578943" y="3896421"/>
            <a:ext cx="573558"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T </a:t>
            </a:r>
            <a:endParaRPr lang="en-GB" sz="3200"/>
          </a:p>
        </p:txBody>
      </p:sp>
      <p:sp>
        <p:nvSpPr>
          <p:cNvPr id="13" name="Oval 6">
            <a:extLst>
              <a:ext uri="{FF2B5EF4-FFF2-40B4-BE49-F238E27FC236}">
                <a16:creationId xmlns:a16="http://schemas.microsoft.com/office/drawing/2014/main" id="{E5F02AF2-5990-01F3-9947-FBC748056A75}"/>
              </a:ext>
            </a:extLst>
          </p:cNvPr>
          <p:cNvSpPr>
            <a:spLocks noChangeAspect="1"/>
          </p:cNvSpPr>
          <p:nvPr/>
        </p:nvSpPr>
        <p:spPr>
          <a:xfrm>
            <a:off x="733887" y="4078752"/>
            <a:ext cx="843747" cy="461843"/>
          </a:xfrm>
          <a:prstGeom prst="ellipse">
            <a:avLst/>
          </a:prstGeom>
          <a:solidFill>
            <a:srgbClr val="7E9C6A"/>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6</a:t>
            </a:r>
          </a:p>
        </p:txBody>
      </p:sp>
      <p:sp>
        <p:nvSpPr>
          <p:cNvPr id="14" name="5) text">
            <a:extLst>
              <a:ext uri="{FF2B5EF4-FFF2-40B4-BE49-F238E27FC236}">
                <a16:creationId xmlns:a16="http://schemas.microsoft.com/office/drawing/2014/main" id="{22B3A56D-6867-0C95-BE2F-C2ED1848F9DA}"/>
              </a:ext>
            </a:extLst>
          </p:cNvPr>
          <p:cNvSpPr/>
          <p:nvPr/>
        </p:nvSpPr>
        <p:spPr>
          <a:xfrm>
            <a:off x="10578943" y="3471364"/>
            <a:ext cx="573558"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T</a:t>
            </a:r>
            <a:endParaRPr lang="en-GB" sz="3200"/>
          </a:p>
        </p:txBody>
      </p:sp>
      <p:sp>
        <p:nvSpPr>
          <p:cNvPr id="15" name="Oval 5">
            <a:extLst>
              <a:ext uri="{FF2B5EF4-FFF2-40B4-BE49-F238E27FC236}">
                <a16:creationId xmlns:a16="http://schemas.microsoft.com/office/drawing/2014/main" id="{AE34F8D2-6836-DC64-2C88-152EB5CDF01C}"/>
              </a:ext>
            </a:extLst>
          </p:cNvPr>
          <p:cNvSpPr>
            <a:spLocks noChangeAspect="1"/>
          </p:cNvSpPr>
          <p:nvPr/>
        </p:nvSpPr>
        <p:spPr>
          <a:xfrm>
            <a:off x="733887" y="3528221"/>
            <a:ext cx="843747" cy="461843"/>
          </a:xfrm>
          <a:prstGeom prst="ellipse">
            <a:avLst/>
          </a:prstGeom>
          <a:solidFill>
            <a:srgbClr val="375722"/>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5</a:t>
            </a:r>
          </a:p>
        </p:txBody>
      </p:sp>
      <p:sp>
        <p:nvSpPr>
          <p:cNvPr id="16" name="4) text">
            <a:extLst>
              <a:ext uri="{FF2B5EF4-FFF2-40B4-BE49-F238E27FC236}">
                <a16:creationId xmlns:a16="http://schemas.microsoft.com/office/drawing/2014/main" id="{1FED7BEF-193A-4F0B-7637-6B9BEAA06F7E}"/>
              </a:ext>
            </a:extLst>
          </p:cNvPr>
          <p:cNvSpPr/>
          <p:nvPr/>
        </p:nvSpPr>
        <p:spPr>
          <a:xfrm>
            <a:off x="10578943" y="3081833"/>
            <a:ext cx="573558"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F </a:t>
            </a:r>
            <a:endParaRPr lang="en-GB" sz="3200"/>
          </a:p>
        </p:txBody>
      </p:sp>
      <p:sp>
        <p:nvSpPr>
          <p:cNvPr id="17" name="Oval 4">
            <a:extLst>
              <a:ext uri="{FF2B5EF4-FFF2-40B4-BE49-F238E27FC236}">
                <a16:creationId xmlns:a16="http://schemas.microsoft.com/office/drawing/2014/main" id="{0DA9FD29-592B-2ADF-1212-13AF04B91BA2}"/>
              </a:ext>
            </a:extLst>
          </p:cNvPr>
          <p:cNvSpPr>
            <a:spLocks noChangeAspect="1"/>
          </p:cNvSpPr>
          <p:nvPr/>
        </p:nvSpPr>
        <p:spPr>
          <a:xfrm>
            <a:off x="733887" y="2977690"/>
            <a:ext cx="843747" cy="461843"/>
          </a:xfrm>
          <a:prstGeom prst="ellipse">
            <a:avLst/>
          </a:prstGeom>
          <a:solidFill>
            <a:srgbClr val="C997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4</a:t>
            </a:r>
          </a:p>
        </p:txBody>
      </p:sp>
      <p:sp>
        <p:nvSpPr>
          <p:cNvPr id="18" name="3) text">
            <a:extLst>
              <a:ext uri="{FF2B5EF4-FFF2-40B4-BE49-F238E27FC236}">
                <a16:creationId xmlns:a16="http://schemas.microsoft.com/office/drawing/2014/main" id="{FBBF46ED-BE35-AB35-A90A-DBEF3DC67B91}"/>
              </a:ext>
            </a:extLst>
          </p:cNvPr>
          <p:cNvSpPr/>
          <p:nvPr/>
        </p:nvSpPr>
        <p:spPr>
          <a:xfrm>
            <a:off x="10578943" y="2218903"/>
            <a:ext cx="573558"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F </a:t>
            </a:r>
            <a:endParaRPr lang="en-GB" sz="3200"/>
          </a:p>
        </p:txBody>
      </p:sp>
      <p:sp>
        <p:nvSpPr>
          <p:cNvPr id="19" name="Oval 3">
            <a:extLst>
              <a:ext uri="{FF2B5EF4-FFF2-40B4-BE49-F238E27FC236}">
                <a16:creationId xmlns:a16="http://schemas.microsoft.com/office/drawing/2014/main" id="{A1AFBF13-18A7-E50E-2EB8-76C01D3DD658}"/>
              </a:ext>
            </a:extLst>
          </p:cNvPr>
          <p:cNvSpPr>
            <a:spLocks noChangeAspect="1"/>
          </p:cNvSpPr>
          <p:nvPr/>
        </p:nvSpPr>
        <p:spPr>
          <a:xfrm>
            <a:off x="733887" y="2427159"/>
            <a:ext cx="843747" cy="461843"/>
          </a:xfrm>
          <a:prstGeom prst="ellipse">
            <a:avLst/>
          </a:prstGeom>
          <a:solidFill>
            <a:srgbClr val="9E79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3</a:t>
            </a:r>
          </a:p>
        </p:txBody>
      </p:sp>
      <p:sp>
        <p:nvSpPr>
          <p:cNvPr id="20" name="2) text">
            <a:extLst>
              <a:ext uri="{FF2B5EF4-FFF2-40B4-BE49-F238E27FC236}">
                <a16:creationId xmlns:a16="http://schemas.microsoft.com/office/drawing/2014/main" id="{DBD81753-974D-C3C5-5199-76BC67BD0108}"/>
              </a:ext>
            </a:extLst>
          </p:cNvPr>
          <p:cNvSpPr/>
          <p:nvPr/>
        </p:nvSpPr>
        <p:spPr>
          <a:xfrm>
            <a:off x="10578943" y="1793584"/>
            <a:ext cx="573558"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F</a:t>
            </a:r>
            <a:endParaRPr lang="en-GB" sz="3200"/>
          </a:p>
        </p:txBody>
      </p:sp>
      <p:sp>
        <p:nvSpPr>
          <p:cNvPr id="21" name="Oval 2">
            <a:extLst>
              <a:ext uri="{FF2B5EF4-FFF2-40B4-BE49-F238E27FC236}">
                <a16:creationId xmlns:a16="http://schemas.microsoft.com/office/drawing/2014/main" id="{7BB60A5D-3891-5B50-66DE-4EC3AEE3F9D8}"/>
              </a:ext>
            </a:extLst>
          </p:cNvPr>
          <p:cNvSpPr>
            <a:spLocks noChangeAspect="1"/>
          </p:cNvSpPr>
          <p:nvPr/>
        </p:nvSpPr>
        <p:spPr>
          <a:xfrm>
            <a:off x="733887" y="1876628"/>
            <a:ext cx="843747" cy="461843"/>
          </a:xfrm>
          <a:prstGeom prst="ellipse">
            <a:avLst/>
          </a:prstGeom>
          <a:solidFill>
            <a:srgbClr val="DA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2</a:t>
            </a:r>
          </a:p>
        </p:txBody>
      </p:sp>
      <p:sp>
        <p:nvSpPr>
          <p:cNvPr id="22" name="1) text">
            <a:extLst>
              <a:ext uri="{FF2B5EF4-FFF2-40B4-BE49-F238E27FC236}">
                <a16:creationId xmlns:a16="http://schemas.microsoft.com/office/drawing/2014/main" id="{F100936C-7579-BF72-C483-62B38AB0ED3C}"/>
              </a:ext>
            </a:extLst>
          </p:cNvPr>
          <p:cNvSpPr>
            <a:spLocks noChangeArrowheads="1"/>
          </p:cNvSpPr>
          <p:nvPr/>
        </p:nvSpPr>
        <p:spPr bwMode="auto">
          <a:xfrm>
            <a:off x="10578946" y="1385705"/>
            <a:ext cx="57066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a:solidFill>
                  <a:srgbClr val="0070C0"/>
                </a:solidFill>
                <a:latin typeface="Segoe Print" panose="02000600000000000000" pitchFamily="2" charset="0"/>
                <a:cs typeface="Calibri" panose="020F0502020204030204" pitchFamily="34" charset="0"/>
              </a:rPr>
              <a:t>F</a:t>
            </a:r>
            <a:endParaRPr kumimoji="0" lang="en-US" altLang="en-US" sz="3200" b="0" i="0" u="none" strike="noStrike" cap="none" normalizeH="0" baseline="0">
              <a:ln>
                <a:noFill/>
              </a:ln>
              <a:solidFill>
                <a:srgbClr val="0070C0"/>
              </a:solidFill>
              <a:effectLst/>
              <a:latin typeface="Segoe Print" panose="02000600000000000000" pitchFamily="2" charset="0"/>
            </a:endParaRPr>
          </a:p>
        </p:txBody>
      </p:sp>
      <p:sp>
        <p:nvSpPr>
          <p:cNvPr id="23" name="Oval 1">
            <a:extLst>
              <a:ext uri="{FF2B5EF4-FFF2-40B4-BE49-F238E27FC236}">
                <a16:creationId xmlns:a16="http://schemas.microsoft.com/office/drawing/2014/main" id="{47075634-8E0D-179C-5598-142A293A5229}"/>
              </a:ext>
            </a:extLst>
          </p:cNvPr>
          <p:cNvSpPr>
            <a:spLocks noChangeAspect="1"/>
          </p:cNvSpPr>
          <p:nvPr/>
        </p:nvSpPr>
        <p:spPr>
          <a:xfrm>
            <a:off x="732423" y="1315474"/>
            <a:ext cx="863153" cy="472466"/>
          </a:xfrm>
          <a:prstGeom prst="ellipse">
            <a:avLst/>
          </a:prstGeom>
          <a:solidFill>
            <a:srgbClr val="43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1</a:t>
            </a:r>
          </a:p>
        </p:txBody>
      </p:sp>
    </p:spTree>
    <p:extLst>
      <p:ext uri="{BB962C8B-B14F-4D97-AF65-F5344CB8AC3E}">
        <p14:creationId xmlns:p14="http://schemas.microsoft.com/office/powerpoint/2010/main" val="391224985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grpId="1" nodeType="clickEffect">
                                  <p:stCondLst>
                                    <p:cond delay="0"/>
                                  </p:stCondLst>
                                  <p:childTnLst>
                                    <p:animEffect transition="out" filter="wipe(right)">
                                      <p:cBhvr>
                                        <p:cTn id="11" dur="500"/>
                                        <p:tgtEl>
                                          <p:spTgt spid="22"/>
                                        </p:tgtEl>
                                      </p:cBhvr>
                                    </p:animEffect>
                                    <p:set>
                                      <p:cBhvr>
                                        <p:cTn id="12"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13" restart="whenNotActive" fill="hold" evtFilter="cancelBubble" nodeType="interactiveSeq">
                <p:stCondLst>
                  <p:cond evt="onClick" delay="0">
                    <p:tgtEl>
                      <p:spTgt spid="21"/>
                    </p:tgtEl>
                  </p:cond>
                </p:stCondLst>
                <p:endSync evt="end" delay="0">
                  <p:rtn val="all"/>
                </p:endSync>
                <p:childTnLst>
                  <p:par>
                    <p:cTn id="14" fill="hold">
                      <p:stCondLst>
                        <p:cond delay="0"/>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left)">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2" fill="hold" grpId="1" nodeType="clickEffect">
                                  <p:stCondLst>
                                    <p:cond delay="0"/>
                                  </p:stCondLst>
                                  <p:childTnLst>
                                    <p:animEffect transition="out" filter="wipe(right)">
                                      <p:cBhvr>
                                        <p:cTn id="22" dur="500"/>
                                        <p:tgtEl>
                                          <p:spTgt spid="20"/>
                                        </p:tgtEl>
                                      </p:cBhvr>
                                    </p:animEffect>
                                    <p:set>
                                      <p:cBhvr>
                                        <p:cTn id="2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24" restart="whenNotActive" fill="hold" evtFilter="cancelBubble" nodeType="interactiveSeq">
                <p:stCondLst>
                  <p:cond evt="onClick" delay="0">
                    <p:tgtEl>
                      <p:spTgt spid="19"/>
                    </p:tgtEl>
                  </p:cond>
                </p:stCondLst>
                <p:endSync evt="end" delay="0">
                  <p:rtn val="all"/>
                </p:endSync>
                <p:childTnLst>
                  <p:par>
                    <p:cTn id="25" fill="hold">
                      <p:stCondLst>
                        <p:cond delay="0"/>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left)">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xit" presetSubtype="2" fill="hold" grpId="1" nodeType="clickEffect">
                                  <p:stCondLst>
                                    <p:cond delay="0"/>
                                  </p:stCondLst>
                                  <p:childTnLst>
                                    <p:animEffect transition="out" filter="wipe(right)">
                                      <p:cBhvr>
                                        <p:cTn id="33" dur="500"/>
                                        <p:tgtEl>
                                          <p:spTgt spid="18"/>
                                        </p:tgtEl>
                                      </p:cBhvr>
                                    </p:animEffect>
                                    <p:set>
                                      <p:cBhvr>
                                        <p:cTn id="34"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35" restart="whenNotActive" fill="hold" evtFilter="cancelBubble" nodeType="interactiveSeq">
                <p:stCondLst>
                  <p:cond evt="onClick" delay="0">
                    <p:tgtEl>
                      <p:spTgt spid="17"/>
                    </p:tgtEl>
                  </p:cond>
                </p:stCondLst>
                <p:endSync evt="end" delay="0">
                  <p:rtn val="all"/>
                </p:endSync>
                <p:childTnLst>
                  <p:par>
                    <p:cTn id="36" fill="hold">
                      <p:stCondLst>
                        <p:cond delay="0"/>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left)">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2" fill="hold" grpId="1" nodeType="clickEffect">
                                  <p:stCondLst>
                                    <p:cond delay="0"/>
                                  </p:stCondLst>
                                  <p:childTnLst>
                                    <p:animEffect transition="out" filter="wipe(right)">
                                      <p:cBhvr>
                                        <p:cTn id="44" dur="500"/>
                                        <p:tgtEl>
                                          <p:spTgt spid="16"/>
                                        </p:tgtEl>
                                      </p:cBhvr>
                                    </p:animEffect>
                                    <p:set>
                                      <p:cBhvr>
                                        <p:cTn id="45"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46" restart="whenNotActive" fill="hold" evtFilter="cancelBubble" nodeType="interactiveSeq">
                <p:stCondLst>
                  <p:cond evt="onClick" delay="0">
                    <p:tgtEl>
                      <p:spTgt spid="15"/>
                    </p:tgtEl>
                  </p:cond>
                </p:stCondLst>
                <p:endSync evt="end" delay="0">
                  <p:rtn val="all"/>
                </p:endSync>
                <p:childTnLst>
                  <p:par>
                    <p:cTn id="47" fill="hold">
                      <p:stCondLst>
                        <p:cond delay="0"/>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left)">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xit" presetSubtype="2" fill="hold" grpId="1" nodeType="clickEffect">
                                  <p:stCondLst>
                                    <p:cond delay="0"/>
                                  </p:stCondLst>
                                  <p:childTnLst>
                                    <p:animEffect transition="out" filter="wipe(right)">
                                      <p:cBhvr>
                                        <p:cTn id="55" dur="500"/>
                                        <p:tgtEl>
                                          <p:spTgt spid="14"/>
                                        </p:tgtEl>
                                      </p:cBhvr>
                                    </p:animEffect>
                                    <p:set>
                                      <p:cBhvr>
                                        <p:cTn id="56"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57" restart="whenNotActive" fill="hold" evtFilter="cancelBubble" nodeType="interactiveSeq">
                <p:stCondLst>
                  <p:cond evt="onClick" delay="0">
                    <p:tgtEl>
                      <p:spTgt spid="13"/>
                    </p:tgtEl>
                  </p:cond>
                </p:stCondLst>
                <p:endSync evt="end" delay="0">
                  <p:rtn val="all"/>
                </p:endSync>
                <p:childTnLst>
                  <p:par>
                    <p:cTn id="58" fill="hold">
                      <p:stCondLst>
                        <p:cond delay="0"/>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left)">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xit" presetSubtype="2" fill="hold" grpId="1" nodeType="clickEffect">
                                  <p:stCondLst>
                                    <p:cond delay="0"/>
                                  </p:stCondLst>
                                  <p:childTnLst>
                                    <p:animEffect transition="out" filter="wipe(right)">
                                      <p:cBhvr>
                                        <p:cTn id="66" dur="500"/>
                                        <p:tgtEl>
                                          <p:spTgt spid="12"/>
                                        </p:tgtEl>
                                      </p:cBhvr>
                                    </p:animEffect>
                                    <p:set>
                                      <p:cBhvr>
                                        <p:cTn id="6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68" restart="whenNotActive" fill="hold" evtFilter="cancelBubble" nodeType="interactiveSeq">
                <p:stCondLst>
                  <p:cond evt="onClick" delay="0">
                    <p:tgtEl>
                      <p:spTgt spid="11"/>
                    </p:tgtEl>
                  </p:cond>
                </p:stCondLst>
                <p:endSync evt="end" delay="0">
                  <p:rtn val="all"/>
                </p:endSync>
                <p:childTnLst>
                  <p:par>
                    <p:cTn id="69" fill="hold">
                      <p:stCondLst>
                        <p:cond delay="0"/>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wipe(left)">
                                      <p:cBhvr>
                                        <p:cTn id="73" dur="500"/>
                                        <p:tgtEl>
                                          <p:spTgt spid="1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xit" presetSubtype="2" fill="hold" grpId="1" nodeType="clickEffect">
                                  <p:stCondLst>
                                    <p:cond delay="0"/>
                                  </p:stCondLst>
                                  <p:childTnLst>
                                    <p:animEffect transition="out" filter="wipe(right)">
                                      <p:cBhvr>
                                        <p:cTn id="77" dur="500"/>
                                        <p:tgtEl>
                                          <p:spTgt spid="10"/>
                                        </p:tgtEl>
                                      </p:cBhvr>
                                    </p:animEffect>
                                    <p:set>
                                      <p:cBhvr>
                                        <p:cTn id="78"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79" restart="whenNotActive" fill="hold" evtFilter="cancelBubble" nodeType="interactiveSeq">
                <p:stCondLst>
                  <p:cond evt="onClick" delay="0">
                    <p:tgtEl>
                      <p:spTgt spid="9"/>
                    </p:tgtEl>
                  </p:cond>
                </p:stCondLst>
                <p:endSync evt="end" delay="0">
                  <p:rtn val="all"/>
                </p:endSync>
                <p:childTnLst>
                  <p:par>
                    <p:cTn id="80" fill="hold">
                      <p:stCondLst>
                        <p:cond delay="0"/>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8"/>
                                        </p:tgtEl>
                                        <p:attrNameLst>
                                          <p:attrName>style.visibility</p:attrName>
                                        </p:attrNameLst>
                                      </p:cBhvr>
                                      <p:to>
                                        <p:strVal val="visible"/>
                                      </p:to>
                                    </p:set>
                                    <p:animEffect transition="in" filter="wipe(left)">
                                      <p:cBhvr>
                                        <p:cTn id="84" dur="500"/>
                                        <p:tgtEl>
                                          <p:spTgt spid="8"/>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xit" presetSubtype="2" fill="hold" grpId="1" nodeType="clickEffect">
                                  <p:stCondLst>
                                    <p:cond delay="0"/>
                                  </p:stCondLst>
                                  <p:childTnLst>
                                    <p:animEffect transition="out" filter="wipe(right)">
                                      <p:cBhvr>
                                        <p:cTn id="88" dur="500"/>
                                        <p:tgtEl>
                                          <p:spTgt spid="8"/>
                                        </p:tgtEl>
                                      </p:cBhvr>
                                    </p:animEffect>
                                    <p:set>
                                      <p:cBhvr>
                                        <p:cTn id="89"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90" restart="whenNotActive" fill="hold" evtFilter="cancelBubble" nodeType="interactiveSeq">
                <p:stCondLst>
                  <p:cond evt="onClick" delay="0">
                    <p:tgtEl>
                      <p:spTgt spid="7"/>
                    </p:tgtEl>
                  </p:cond>
                </p:stCondLst>
                <p:endSync evt="end" delay="0">
                  <p:rtn val="all"/>
                </p:endSync>
                <p:childTnLst>
                  <p:par>
                    <p:cTn id="91" fill="hold">
                      <p:stCondLst>
                        <p:cond delay="0"/>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6"/>
                                        </p:tgtEl>
                                        <p:attrNameLst>
                                          <p:attrName>style.visibility</p:attrName>
                                        </p:attrNameLst>
                                      </p:cBhvr>
                                      <p:to>
                                        <p:strVal val="visible"/>
                                      </p:to>
                                    </p:set>
                                    <p:animEffect transition="in" filter="wipe(left)">
                                      <p:cBhvr>
                                        <p:cTn id="95" dur="500"/>
                                        <p:tgtEl>
                                          <p:spTgt spid="6"/>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xit" presetSubtype="2" fill="hold" grpId="1" nodeType="clickEffect">
                                  <p:stCondLst>
                                    <p:cond delay="0"/>
                                  </p:stCondLst>
                                  <p:childTnLst>
                                    <p:animEffect transition="out" filter="wipe(right)">
                                      <p:cBhvr>
                                        <p:cTn id="99" dur="500"/>
                                        <p:tgtEl>
                                          <p:spTgt spid="6"/>
                                        </p:tgtEl>
                                      </p:cBhvr>
                                    </p:animEffect>
                                    <p:set>
                                      <p:cBhvr>
                                        <p:cTn id="100"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101" restart="whenNotActive" fill="hold" evtFilter="cancelBubble" nodeType="interactiveSeq">
                <p:stCondLst>
                  <p:cond evt="onClick" delay="0">
                    <p:tgtEl>
                      <p:spTgt spid="4"/>
                    </p:tgtEl>
                  </p:cond>
                </p:stCondLst>
                <p:endSync evt="end" delay="0">
                  <p:rtn val="all"/>
                </p:endSync>
                <p:childTnLst>
                  <p:par>
                    <p:cTn id="102" fill="hold">
                      <p:stCondLst>
                        <p:cond delay="0"/>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wipe(left)">
                                      <p:cBhvr>
                                        <p:cTn id="106" dur="500"/>
                                        <p:tgtEl>
                                          <p:spTgt spid="5"/>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xit" presetSubtype="2" fill="hold" grpId="1" nodeType="clickEffect">
                                  <p:stCondLst>
                                    <p:cond delay="0"/>
                                  </p:stCondLst>
                                  <p:childTnLst>
                                    <p:animEffect transition="out" filter="wipe(right)">
                                      <p:cBhvr>
                                        <p:cTn id="110" dur="500"/>
                                        <p:tgtEl>
                                          <p:spTgt spid="5"/>
                                        </p:tgtEl>
                                      </p:cBhvr>
                                    </p:animEffect>
                                    <p:set>
                                      <p:cBhvr>
                                        <p:cTn id="111" dur="1" fill="hold">
                                          <p:stCondLst>
                                            <p:cond delay="499"/>
                                          </p:stCondLst>
                                        </p:cTn>
                                        <p:tgtEl>
                                          <p:spTgt spid="5"/>
                                        </p:tgtEl>
                                        <p:attrNameLst>
                                          <p:attrName>style.visibility</p:attrName>
                                        </p:attrNameLst>
                                      </p:cBhvr>
                                      <p:to>
                                        <p:strVal val="hidden"/>
                                      </p:to>
                                    </p:set>
                                  </p:childTnLst>
                                </p:cTn>
                              </p:par>
                            </p:childTnLst>
                          </p:cTn>
                        </p:par>
                      </p:childTnLst>
                    </p:cTn>
                  </p:par>
                </p:childTnLst>
              </p:cTn>
              <p:nextCondLst>
                <p:cond evt="onClick" delay="0">
                  <p:tgtEl>
                    <p:spTgt spid="4"/>
                  </p:tgtEl>
                </p:cond>
              </p:nextCondLst>
            </p:seq>
          </p:childTnLst>
        </p:cTn>
      </p:par>
    </p:tnLst>
    <p:bldLst>
      <p:bldP spid="5" grpId="0"/>
      <p:bldP spid="5" grpId="1"/>
      <p:bldP spid="6" grpId="0"/>
      <p:bldP spid="6" grpId="1"/>
      <p:bldP spid="8" grpId="0"/>
      <p:bldP spid="8" grpId="1"/>
      <p:bldP spid="10" grpId="0"/>
      <p:bldP spid="10" grpId="1"/>
      <p:bldP spid="12" grpId="0"/>
      <p:bldP spid="12" grpId="1"/>
      <p:bldP spid="14" grpId="0"/>
      <p:bldP spid="14" grpId="1"/>
      <p:bldP spid="16" grpId="0"/>
      <p:bldP spid="16" grpId="1"/>
      <p:bldP spid="18" grpId="0"/>
      <p:bldP spid="18" grpId="1"/>
      <p:bldP spid="20" grpId="0"/>
      <p:bldP spid="20" grpId="1"/>
      <p:bldP spid="22" grpId="0"/>
      <p:bldP spid="22"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90F134-8412-CB9C-363C-7F58C4CBFE3A}"/>
              </a:ext>
            </a:extLst>
          </p:cNvPr>
          <p:cNvPicPr>
            <a:picLocks noChangeAspect="1"/>
          </p:cNvPicPr>
          <p:nvPr/>
        </p:nvPicPr>
        <p:blipFill>
          <a:blip r:embed="rId2"/>
          <a:stretch>
            <a:fillRect/>
          </a:stretch>
        </p:blipFill>
        <p:spPr>
          <a:xfrm>
            <a:off x="414069" y="191453"/>
            <a:ext cx="10869282" cy="6475095"/>
          </a:xfrm>
          <a:prstGeom prst="rect">
            <a:avLst/>
          </a:prstGeom>
        </p:spPr>
      </p:pic>
    </p:spTree>
    <p:extLst>
      <p:ext uri="{BB962C8B-B14F-4D97-AF65-F5344CB8AC3E}">
        <p14:creationId xmlns:p14="http://schemas.microsoft.com/office/powerpoint/2010/main" val="562452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140C12-498B-78A3-5582-D6E6CE233936}"/>
              </a:ext>
            </a:extLst>
          </p:cNvPr>
          <p:cNvPicPr>
            <a:picLocks noChangeAspect="1"/>
          </p:cNvPicPr>
          <p:nvPr/>
        </p:nvPicPr>
        <p:blipFill>
          <a:blip r:embed="rId2"/>
          <a:stretch>
            <a:fillRect/>
          </a:stretch>
        </p:blipFill>
        <p:spPr>
          <a:xfrm rot="60000">
            <a:off x="1047880" y="150468"/>
            <a:ext cx="10220249" cy="6554411"/>
          </a:xfrm>
          <a:prstGeom prst="rect">
            <a:avLst/>
          </a:prstGeom>
        </p:spPr>
      </p:pic>
      <p:sp>
        <p:nvSpPr>
          <p:cNvPr id="4" name="Rectangle: Rounded Corners 3">
            <a:extLst>
              <a:ext uri="{FF2B5EF4-FFF2-40B4-BE49-F238E27FC236}">
                <a16:creationId xmlns:a16="http://schemas.microsoft.com/office/drawing/2014/main" id="{0B837826-F7C5-7589-36E6-E6C18A8DCEC5}"/>
              </a:ext>
            </a:extLst>
          </p:cNvPr>
          <p:cNvSpPr/>
          <p:nvPr/>
        </p:nvSpPr>
        <p:spPr>
          <a:xfrm>
            <a:off x="2242348" y="2177482"/>
            <a:ext cx="405710" cy="405710"/>
          </a:xfrm>
          <a:prstGeom prst="roundRect">
            <a:avLst>
              <a:gd name="adj" fmla="val 50000"/>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F36CC945-39B2-3D36-AEA1-8068B4385B1B}"/>
              </a:ext>
            </a:extLst>
          </p:cNvPr>
          <p:cNvSpPr/>
          <p:nvPr/>
        </p:nvSpPr>
        <p:spPr>
          <a:xfrm>
            <a:off x="2244465" y="2682976"/>
            <a:ext cx="405710" cy="405710"/>
          </a:xfrm>
          <a:prstGeom prst="roundRect">
            <a:avLst>
              <a:gd name="adj" fmla="val 50000"/>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F3CCC444-757D-ED92-826D-4C6A6929CA6B}"/>
              </a:ext>
            </a:extLst>
          </p:cNvPr>
          <p:cNvSpPr/>
          <p:nvPr/>
        </p:nvSpPr>
        <p:spPr>
          <a:xfrm>
            <a:off x="2259601" y="5645048"/>
            <a:ext cx="405710" cy="405710"/>
          </a:xfrm>
          <a:prstGeom prst="roundRect">
            <a:avLst>
              <a:gd name="adj" fmla="val 50000"/>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Show/hide">
            <a:extLst>
              <a:ext uri="{FF2B5EF4-FFF2-40B4-BE49-F238E27FC236}">
                <a16:creationId xmlns:a16="http://schemas.microsoft.com/office/drawing/2014/main" id="{CD451454-0370-6823-3F49-0E0B53CAA9F1}"/>
              </a:ext>
            </a:extLst>
          </p:cNvPr>
          <p:cNvPicPr>
            <a:picLocks noChangeAspect="1"/>
          </p:cNvPicPr>
          <p:nvPr/>
        </p:nvPicPr>
        <p:blipFill rotWithShape="1">
          <a:blip r:embed="rId3"/>
          <a:srcRect l="15221" t="13946" r="8794" b="8810"/>
          <a:stretch/>
        </p:blipFill>
        <p:spPr>
          <a:xfrm>
            <a:off x="302188" y="3109119"/>
            <a:ext cx="1802136" cy="1832006"/>
          </a:xfrm>
          <a:prstGeom prst="ellipse">
            <a:avLst/>
          </a:prstGeom>
          <a:scene3d>
            <a:camera prst="orthographicFront"/>
            <a:lightRig rig="threePt" dir="t"/>
          </a:scene3d>
          <a:sp3d extrusionH="76200">
            <a:bevelT w="82550"/>
          </a:sp3d>
        </p:spPr>
      </p:pic>
    </p:spTree>
    <p:extLst>
      <p:ext uri="{BB962C8B-B14F-4D97-AF65-F5344CB8AC3E}">
        <p14:creationId xmlns:p14="http://schemas.microsoft.com/office/powerpoint/2010/main" val="185140960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2000"/>
                                        <p:tgtEl>
                                          <p:spTgt spid="5"/>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heel(1)">
                                      <p:cBhvr>
                                        <p:cTn id="13" dur="20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xit" presetSubtype="1" fill="hold" grpId="1" nodeType="clickEffect">
                                  <p:stCondLst>
                                    <p:cond delay="0"/>
                                  </p:stCondLst>
                                  <p:childTnLst>
                                    <p:animEffect transition="out" filter="wheel(1)">
                                      <p:cBhvr>
                                        <p:cTn id="17" dur="2000"/>
                                        <p:tgtEl>
                                          <p:spTgt spid="4"/>
                                        </p:tgtEl>
                                      </p:cBhvr>
                                    </p:animEffect>
                                    <p:set>
                                      <p:cBhvr>
                                        <p:cTn id="18" dur="1" fill="hold">
                                          <p:stCondLst>
                                            <p:cond delay="1999"/>
                                          </p:stCondLst>
                                        </p:cTn>
                                        <p:tgtEl>
                                          <p:spTgt spid="4"/>
                                        </p:tgtEl>
                                        <p:attrNameLst>
                                          <p:attrName>style.visibility</p:attrName>
                                        </p:attrNameLst>
                                      </p:cBhvr>
                                      <p:to>
                                        <p:strVal val="hidden"/>
                                      </p:to>
                                    </p:set>
                                  </p:childTnLst>
                                </p:cTn>
                              </p:par>
                              <p:par>
                                <p:cTn id="19" presetID="21" presetClass="exit" presetSubtype="1" fill="hold" grpId="1" nodeType="withEffect">
                                  <p:stCondLst>
                                    <p:cond delay="0"/>
                                  </p:stCondLst>
                                  <p:childTnLst>
                                    <p:animEffect transition="out" filter="wheel(1)">
                                      <p:cBhvr>
                                        <p:cTn id="20" dur="2000"/>
                                        <p:tgtEl>
                                          <p:spTgt spid="5"/>
                                        </p:tgtEl>
                                      </p:cBhvr>
                                    </p:animEffect>
                                    <p:set>
                                      <p:cBhvr>
                                        <p:cTn id="21" dur="1" fill="hold">
                                          <p:stCondLst>
                                            <p:cond delay="1999"/>
                                          </p:stCondLst>
                                        </p:cTn>
                                        <p:tgtEl>
                                          <p:spTgt spid="5"/>
                                        </p:tgtEl>
                                        <p:attrNameLst>
                                          <p:attrName>style.visibility</p:attrName>
                                        </p:attrNameLst>
                                      </p:cBhvr>
                                      <p:to>
                                        <p:strVal val="hidden"/>
                                      </p:to>
                                    </p:set>
                                  </p:childTnLst>
                                </p:cTn>
                              </p:par>
                              <p:par>
                                <p:cTn id="22" presetID="21" presetClass="exit" presetSubtype="1" fill="hold" grpId="1" nodeType="withEffect">
                                  <p:stCondLst>
                                    <p:cond delay="0"/>
                                  </p:stCondLst>
                                  <p:childTnLst>
                                    <p:animEffect transition="out" filter="wheel(1)">
                                      <p:cBhvr>
                                        <p:cTn id="23" dur="2000"/>
                                        <p:tgtEl>
                                          <p:spTgt spid="6"/>
                                        </p:tgtEl>
                                      </p:cBhvr>
                                    </p:animEffect>
                                    <p:set>
                                      <p:cBhvr>
                                        <p:cTn id="24" dur="1" fill="hold">
                                          <p:stCondLst>
                                            <p:cond delay="19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4" grpId="0" animBg="1"/>
      <p:bldP spid="4" grpId="1" animBg="1"/>
      <p:bldP spid="5" grpId="0" animBg="1"/>
      <p:bldP spid="5" grpId="1" animBg="1"/>
      <p:bldP spid="6" grpId="0" animBg="1"/>
      <p:bldP spid="6"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3A4457-265C-3422-E6E1-B13C55C340E2}"/>
              </a:ext>
            </a:extLst>
          </p:cNvPr>
          <p:cNvPicPr>
            <a:picLocks noChangeAspect="1"/>
          </p:cNvPicPr>
          <p:nvPr/>
        </p:nvPicPr>
        <p:blipFill>
          <a:blip r:embed="rId2"/>
          <a:stretch>
            <a:fillRect/>
          </a:stretch>
        </p:blipFill>
        <p:spPr>
          <a:xfrm>
            <a:off x="1793098" y="146217"/>
            <a:ext cx="8605802" cy="6565567"/>
          </a:xfrm>
          <a:prstGeom prst="rect">
            <a:avLst/>
          </a:prstGeom>
        </p:spPr>
      </p:pic>
      <p:pic>
        <p:nvPicPr>
          <p:cNvPr id="4" name="Show/hide">
            <a:extLst>
              <a:ext uri="{FF2B5EF4-FFF2-40B4-BE49-F238E27FC236}">
                <a16:creationId xmlns:a16="http://schemas.microsoft.com/office/drawing/2014/main" id="{EC115F9E-72CA-E0B0-4072-B23AA1F3881C}"/>
              </a:ext>
            </a:extLst>
          </p:cNvPr>
          <p:cNvPicPr>
            <a:picLocks noChangeAspect="1"/>
          </p:cNvPicPr>
          <p:nvPr/>
        </p:nvPicPr>
        <p:blipFill rotWithShape="1">
          <a:blip r:embed="rId3"/>
          <a:srcRect l="15221" t="13946" r="8794" b="8810"/>
          <a:stretch/>
        </p:blipFill>
        <p:spPr>
          <a:xfrm>
            <a:off x="302188" y="3109119"/>
            <a:ext cx="1802136" cy="1832006"/>
          </a:xfrm>
          <a:prstGeom prst="ellipse">
            <a:avLst/>
          </a:prstGeom>
          <a:scene3d>
            <a:camera prst="orthographicFront"/>
            <a:lightRig rig="threePt" dir="t"/>
          </a:scene3d>
          <a:sp3d extrusionH="76200">
            <a:bevelT w="82550"/>
          </a:sp3d>
        </p:spPr>
      </p:pic>
      <p:sp>
        <p:nvSpPr>
          <p:cNvPr id="5" name="TextBox 4">
            <a:extLst>
              <a:ext uri="{FF2B5EF4-FFF2-40B4-BE49-F238E27FC236}">
                <a16:creationId xmlns:a16="http://schemas.microsoft.com/office/drawing/2014/main" id="{6AD0F02F-B495-7839-CFC5-4793965FE3F2}"/>
              </a:ext>
            </a:extLst>
          </p:cNvPr>
          <p:cNvSpPr txBox="1"/>
          <p:nvPr/>
        </p:nvSpPr>
        <p:spPr>
          <a:xfrm>
            <a:off x="3198427" y="2567011"/>
            <a:ext cx="534837" cy="707886"/>
          </a:xfrm>
          <a:prstGeom prst="rect">
            <a:avLst/>
          </a:prstGeom>
          <a:noFill/>
        </p:spPr>
        <p:txBody>
          <a:bodyPr wrap="square" rtlCol="0">
            <a:spAutoFit/>
          </a:bodyPr>
          <a:lstStyle/>
          <a:p>
            <a:r>
              <a:rPr lang="en-GB" sz="4000">
                <a:latin typeface="Tw Cen MT Condensed Extra Bold" panose="020B0803020202020204" pitchFamily="34" charset="0"/>
              </a:rPr>
              <a:t>b</a:t>
            </a:r>
          </a:p>
        </p:txBody>
      </p:sp>
      <p:sp>
        <p:nvSpPr>
          <p:cNvPr id="6" name="TextBox 5">
            <a:extLst>
              <a:ext uri="{FF2B5EF4-FFF2-40B4-BE49-F238E27FC236}">
                <a16:creationId xmlns:a16="http://schemas.microsoft.com/office/drawing/2014/main" id="{449D4506-9723-EA18-F107-7DF542327862}"/>
              </a:ext>
            </a:extLst>
          </p:cNvPr>
          <p:cNvSpPr txBox="1"/>
          <p:nvPr/>
        </p:nvSpPr>
        <p:spPr>
          <a:xfrm>
            <a:off x="3198427" y="3583104"/>
            <a:ext cx="534837" cy="707886"/>
          </a:xfrm>
          <a:prstGeom prst="rect">
            <a:avLst/>
          </a:prstGeom>
          <a:noFill/>
        </p:spPr>
        <p:txBody>
          <a:bodyPr wrap="square" rtlCol="0">
            <a:spAutoFit/>
          </a:bodyPr>
          <a:lstStyle/>
          <a:p>
            <a:r>
              <a:rPr lang="en-GB" sz="4000">
                <a:latin typeface="Tw Cen MT Condensed Extra Bold" panose="020B0803020202020204" pitchFamily="34" charset="0"/>
              </a:rPr>
              <a:t>a</a:t>
            </a:r>
          </a:p>
        </p:txBody>
      </p:sp>
      <p:sp>
        <p:nvSpPr>
          <p:cNvPr id="7" name="TextBox 6">
            <a:extLst>
              <a:ext uri="{FF2B5EF4-FFF2-40B4-BE49-F238E27FC236}">
                <a16:creationId xmlns:a16="http://schemas.microsoft.com/office/drawing/2014/main" id="{877E62EE-383E-6BD1-62D9-3911A3D525D7}"/>
              </a:ext>
            </a:extLst>
          </p:cNvPr>
          <p:cNvSpPr txBox="1"/>
          <p:nvPr/>
        </p:nvSpPr>
        <p:spPr>
          <a:xfrm>
            <a:off x="3198427" y="4486903"/>
            <a:ext cx="534837" cy="707886"/>
          </a:xfrm>
          <a:prstGeom prst="rect">
            <a:avLst/>
          </a:prstGeom>
          <a:noFill/>
        </p:spPr>
        <p:txBody>
          <a:bodyPr wrap="square" rtlCol="0">
            <a:spAutoFit/>
          </a:bodyPr>
          <a:lstStyle/>
          <a:p>
            <a:r>
              <a:rPr lang="en-GB" sz="4000">
                <a:latin typeface="Tw Cen MT Condensed Extra Bold" panose="020B0803020202020204" pitchFamily="34" charset="0"/>
              </a:rPr>
              <a:t>d</a:t>
            </a:r>
          </a:p>
        </p:txBody>
      </p:sp>
      <p:sp>
        <p:nvSpPr>
          <p:cNvPr id="8" name="TextBox 7">
            <a:extLst>
              <a:ext uri="{FF2B5EF4-FFF2-40B4-BE49-F238E27FC236}">
                <a16:creationId xmlns:a16="http://schemas.microsoft.com/office/drawing/2014/main" id="{95F40C59-E656-2275-FB4C-5CDE8BBBA91E}"/>
              </a:ext>
            </a:extLst>
          </p:cNvPr>
          <p:cNvSpPr txBox="1"/>
          <p:nvPr/>
        </p:nvSpPr>
        <p:spPr>
          <a:xfrm>
            <a:off x="3198427" y="5438828"/>
            <a:ext cx="534837" cy="707886"/>
          </a:xfrm>
          <a:prstGeom prst="rect">
            <a:avLst/>
          </a:prstGeom>
          <a:noFill/>
        </p:spPr>
        <p:txBody>
          <a:bodyPr wrap="square" rtlCol="0">
            <a:spAutoFit/>
          </a:bodyPr>
          <a:lstStyle/>
          <a:p>
            <a:r>
              <a:rPr lang="en-GB" sz="4000">
                <a:latin typeface="Tw Cen MT Condensed Extra Bold" panose="020B0803020202020204" pitchFamily="34" charset="0"/>
              </a:rPr>
              <a:t>c</a:t>
            </a:r>
          </a:p>
        </p:txBody>
      </p:sp>
    </p:spTree>
    <p:extLst>
      <p:ext uri="{BB962C8B-B14F-4D97-AF65-F5344CB8AC3E}">
        <p14:creationId xmlns:p14="http://schemas.microsoft.com/office/powerpoint/2010/main" val="22965558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6"/>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7"/>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4"/>
                  </p:tgtEl>
                </p:cond>
              </p:nextCondLst>
            </p:seq>
          </p:childTnLst>
        </p:cTn>
      </p:par>
    </p:tnLst>
    <p:bldLst>
      <p:bldP spid="5" grpId="0"/>
      <p:bldP spid="5" grpId="1"/>
      <p:bldP spid="6" grpId="0"/>
      <p:bldP spid="6" grpId="1"/>
      <p:bldP spid="7" grpId="0"/>
      <p:bldP spid="7" grpId="1"/>
      <p:bldP spid="8" grpId="0"/>
      <p:bldP spid="8"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7F6CAB-219D-1CB9-2155-161BF9103446}"/>
              </a:ext>
            </a:extLst>
          </p:cNvPr>
          <p:cNvPicPr>
            <a:picLocks noChangeAspect="1"/>
          </p:cNvPicPr>
          <p:nvPr/>
        </p:nvPicPr>
        <p:blipFill>
          <a:blip r:embed="rId2"/>
          <a:stretch>
            <a:fillRect/>
          </a:stretch>
        </p:blipFill>
        <p:spPr>
          <a:xfrm>
            <a:off x="266751" y="1356604"/>
            <a:ext cx="11658497" cy="4144791"/>
          </a:xfrm>
          <a:prstGeom prst="rect">
            <a:avLst/>
          </a:prstGeom>
        </p:spPr>
      </p:pic>
    </p:spTree>
    <p:extLst>
      <p:ext uri="{BB962C8B-B14F-4D97-AF65-F5344CB8AC3E}">
        <p14:creationId xmlns:p14="http://schemas.microsoft.com/office/powerpoint/2010/main" val="3080409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B1BE1F-37AB-B6E2-3C66-00B84BC344D4}"/>
              </a:ext>
            </a:extLst>
          </p:cNvPr>
          <p:cNvPicPr>
            <a:picLocks noChangeAspect="1"/>
          </p:cNvPicPr>
          <p:nvPr/>
        </p:nvPicPr>
        <p:blipFill>
          <a:blip r:embed="rId2"/>
          <a:stretch>
            <a:fillRect/>
          </a:stretch>
        </p:blipFill>
        <p:spPr>
          <a:xfrm>
            <a:off x="3976687" y="290512"/>
            <a:ext cx="4238625" cy="6276975"/>
          </a:xfrm>
          <a:prstGeom prst="rect">
            <a:avLst/>
          </a:prstGeom>
        </p:spPr>
      </p:pic>
    </p:spTree>
    <p:extLst>
      <p:ext uri="{BB962C8B-B14F-4D97-AF65-F5344CB8AC3E}">
        <p14:creationId xmlns:p14="http://schemas.microsoft.com/office/powerpoint/2010/main" val="2783631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6D21A8-053A-42BC-E78B-B4255D20E1B6}"/>
              </a:ext>
            </a:extLst>
          </p:cNvPr>
          <p:cNvPicPr>
            <a:picLocks noChangeAspect="1"/>
          </p:cNvPicPr>
          <p:nvPr/>
        </p:nvPicPr>
        <p:blipFill>
          <a:blip r:embed="rId2"/>
          <a:stretch>
            <a:fillRect/>
          </a:stretch>
        </p:blipFill>
        <p:spPr>
          <a:xfrm>
            <a:off x="2525939" y="123904"/>
            <a:ext cx="7140123" cy="6610193"/>
          </a:xfrm>
          <a:prstGeom prst="rect">
            <a:avLst/>
          </a:prstGeom>
        </p:spPr>
      </p:pic>
    </p:spTree>
    <p:extLst>
      <p:ext uri="{BB962C8B-B14F-4D97-AF65-F5344CB8AC3E}">
        <p14:creationId xmlns:p14="http://schemas.microsoft.com/office/powerpoint/2010/main" val="30246786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504EA4-66E4-2473-7853-11B32241939B}"/>
              </a:ext>
            </a:extLst>
          </p:cNvPr>
          <p:cNvPicPr>
            <a:picLocks noChangeAspect="1"/>
          </p:cNvPicPr>
          <p:nvPr/>
        </p:nvPicPr>
        <p:blipFill>
          <a:blip r:embed="rId2"/>
          <a:stretch>
            <a:fillRect/>
          </a:stretch>
        </p:blipFill>
        <p:spPr>
          <a:xfrm>
            <a:off x="216116" y="1242571"/>
            <a:ext cx="11759769" cy="4372856"/>
          </a:xfrm>
          <a:prstGeom prst="rect">
            <a:avLst/>
          </a:prstGeom>
        </p:spPr>
      </p:pic>
    </p:spTree>
    <p:extLst>
      <p:ext uri="{BB962C8B-B14F-4D97-AF65-F5344CB8AC3E}">
        <p14:creationId xmlns:p14="http://schemas.microsoft.com/office/powerpoint/2010/main" val="17432506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AB476A1-545E-922C-2DAF-6DF52DCBFE10}"/>
              </a:ext>
            </a:extLst>
          </p:cNvPr>
          <p:cNvPicPr>
            <a:picLocks noChangeAspect="1"/>
          </p:cNvPicPr>
          <p:nvPr/>
        </p:nvPicPr>
        <p:blipFill>
          <a:blip r:embed="rId2"/>
          <a:stretch>
            <a:fillRect/>
          </a:stretch>
        </p:blipFill>
        <p:spPr>
          <a:xfrm rot="60000">
            <a:off x="5551656" y="321704"/>
            <a:ext cx="6288162" cy="6214590"/>
          </a:xfrm>
          <a:prstGeom prst="rect">
            <a:avLst/>
          </a:prstGeom>
        </p:spPr>
      </p:pic>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3CFF888F-6796-454C-2070-0B5C97F0ACB7}"/>
                  </a:ext>
                </a:extLst>
              </p:cNvPr>
              <p:cNvGraphicFramePr>
                <a:graphicFrameLocks noChangeAspect="1"/>
              </p:cNvGraphicFramePr>
              <p:nvPr>
                <p:extLst>
                  <p:ext uri="{D42A27DB-BD31-4B8C-83A1-F6EECF244321}">
                    <p14:modId xmlns:p14="http://schemas.microsoft.com/office/powerpoint/2010/main" val="3535509969"/>
                  </p:ext>
                </p:extLst>
              </p:nvPr>
            </p:nvGraphicFramePr>
            <p:xfrm>
              <a:off x="0" y="0"/>
              <a:ext cx="5399719" cy="3037342"/>
            </p:xfrm>
            <a:graphic>
              <a:graphicData uri="http://schemas.microsoft.com/office/powerpoint/2016/slidezoom">
                <pslz:sldZm>
                  <pslz:sldZmObj sldId="284" cId="2203441247">
                    <pslz:zmPr id="{5497EE6E-CECB-461E-A9BA-C654D24FADC1}" transitionDur="1000">
                      <p166:blipFill xmlns:p166="http://schemas.microsoft.com/office/powerpoint/2016/6/main">
                        <a:blip r:embed="rId3"/>
                        <a:stretch>
                          <a:fillRect/>
                        </a:stretch>
                      </p166:blipFill>
                      <p166:spPr xmlns:p166="http://schemas.microsoft.com/office/powerpoint/2016/6/main">
                        <a:xfrm>
                          <a:off x="0" y="0"/>
                          <a:ext cx="5399719" cy="3037342"/>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3CFF888F-6796-454C-2070-0B5C97F0ACB7}"/>
                  </a:ext>
                </a:extLst>
              </p:cNvPr>
              <p:cNvPicPr>
                <a:picLocks noGrp="1" noRot="1" noChangeAspect="1" noMove="1" noResize="1" noEditPoints="1" noAdjustHandles="1" noChangeArrowheads="1" noChangeShapeType="1"/>
              </p:cNvPicPr>
              <p:nvPr/>
            </p:nvPicPr>
            <p:blipFill>
              <a:blip r:embed="rId4"/>
              <a:stretch>
                <a:fillRect/>
              </a:stretch>
            </p:blipFill>
            <p:spPr>
              <a:xfrm>
                <a:off x="0" y="0"/>
                <a:ext cx="5399719" cy="303734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781F9257-E871-FF1F-0D9C-4F85700FD193}"/>
                  </a:ext>
                </a:extLst>
              </p:cNvPr>
              <p:cNvGraphicFramePr>
                <a:graphicFrameLocks noChangeAspect="1"/>
              </p:cNvGraphicFramePr>
              <p:nvPr>
                <p:extLst>
                  <p:ext uri="{D42A27DB-BD31-4B8C-83A1-F6EECF244321}">
                    <p14:modId xmlns:p14="http://schemas.microsoft.com/office/powerpoint/2010/main" val="1335446653"/>
                  </p:ext>
                </p:extLst>
              </p:nvPr>
            </p:nvGraphicFramePr>
            <p:xfrm>
              <a:off x="0" y="3820658"/>
              <a:ext cx="5399719" cy="3037342"/>
            </p:xfrm>
            <a:graphic>
              <a:graphicData uri="http://schemas.microsoft.com/office/powerpoint/2016/slidezoom">
                <pslz:sldZm>
                  <pslz:sldZmObj sldId="285" cId="3727378126">
                    <pslz:zmPr id="{8CF1673B-599F-4801-A017-5474CFD6D944}" transitionDur="1000">
                      <p166:blipFill xmlns:p166="http://schemas.microsoft.com/office/powerpoint/2016/6/main">
                        <a:blip r:embed="rId5"/>
                        <a:stretch>
                          <a:fillRect/>
                        </a:stretch>
                      </p166:blipFill>
                      <p166:spPr xmlns:p166="http://schemas.microsoft.com/office/powerpoint/2016/6/main">
                        <a:xfrm>
                          <a:off x="0" y="0"/>
                          <a:ext cx="5399719" cy="3037342"/>
                        </a:xfrm>
                        <a:prstGeom prst="rect">
                          <a:avLst/>
                        </a:prstGeom>
                        <a:ln w="3175">
                          <a:solidFill>
                            <a:prstClr val="ltGray"/>
                          </a:solidFill>
                        </a:ln>
                      </p166:spPr>
                    </pslz:zmPr>
                  </pslz:sldZmObj>
                </pslz:sldZm>
              </a:graphicData>
            </a:graphic>
          </p:graphicFrame>
        </mc:Choice>
        <mc:Fallback xmlns="">
          <p:pic>
            <p:nvPicPr>
              <p:cNvPr id="15" name="Slide Zoom 14">
                <a:extLst>
                  <a:ext uri="{FF2B5EF4-FFF2-40B4-BE49-F238E27FC236}">
                    <a16:creationId xmlns:a16="http://schemas.microsoft.com/office/drawing/2014/main" id="{781F9257-E871-FF1F-0D9C-4F85700FD193}"/>
                  </a:ext>
                </a:extLst>
              </p:cNvPr>
              <p:cNvPicPr>
                <a:picLocks noGrp="1" noRot="1" noChangeAspect="1" noMove="1" noResize="1" noEditPoints="1" noAdjustHandles="1" noChangeArrowheads="1" noChangeShapeType="1"/>
              </p:cNvPicPr>
              <p:nvPr/>
            </p:nvPicPr>
            <p:blipFill>
              <a:blip r:embed="rId6"/>
              <a:stretch>
                <a:fillRect/>
              </a:stretch>
            </p:blipFill>
            <p:spPr>
              <a:xfrm>
                <a:off x="0" y="3820658"/>
                <a:ext cx="5399719" cy="3037342"/>
              </a:xfrm>
              <a:prstGeom prst="rect">
                <a:avLst/>
              </a:prstGeom>
              <a:ln w="3175">
                <a:solidFill>
                  <a:prstClr val="ltGray"/>
                </a:solidFill>
              </a:ln>
            </p:spPr>
          </p:pic>
        </mc:Fallback>
      </mc:AlternateContent>
      <p:sp>
        <p:nvSpPr>
          <p:cNvPr id="16" name="5) text">
            <a:extLst>
              <a:ext uri="{FF2B5EF4-FFF2-40B4-BE49-F238E27FC236}">
                <a16:creationId xmlns:a16="http://schemas.microsoft.com/office/drawing/2014/main" id="{596D658B-9B92-42FD-630A-0F6D255F4B42}"/>
              </a:ext>
            </a:extLst>
          </p:cNvPr>
          <p:cNvSpPr/>
          <p:nvPr/>
        </p:nvSpPr>
        <p:spPr>
          <a:xfrm>
            <a:off x="8246261" y="5347533"/>
            <a:ext cx="2682294" cy="584775"/>
          </a:xfrm>
          <a:prstGeom prst="rect">
            <a:avLst/>
          </a:prstGeom>
        </p:spPr>
        <p:txBody>
          <a:bodyPr wrap="square">
            <a:spAutoFit/>
          </a:bodyPr>
          <a:lstStyle/>
          <a:p>
            <a:r>
              <a:rPr lang="en-US" sz="3200">
                <a:solidFill>
                  <a:srgbClr val="0070C0"/>
                </a:solidFill>
                <a:latin typeface="Segoe Print" panose="02000600000000000000" pitchFamily="2" charset="0"/>
                <a:cs typeface="Calibri" panose="020F0502020204030204" pitchFamily="34" charset="0"/>
              </a:rPr>
              <a:t>paperbacks</a:t>
            </a:r>
            <a:endParaRPr lang="en-GB" sz="3200"/>
          </a:p>
        </p:txBody>
      </p:sp>
      <p:sp>
        <p:nvSpPr>
          <p:cNvPr id="17" name="Oval 5">
            <a:extLst>
              <a:ext uri="{FF2B5EF4-FFF2-40B4-BE49-F238E27FC236}">
                <a16:creationId xmlns:a16="http://schemas.microsoft.com/office/drawing/2014/main" id="{DD0CC37B-872F-0AB1-38A9-71A53FB93B4F}"/>
              </a:ext>
            </a:extLst>
          </p:cNvPr>
          <p:cNvSpPr>
            <a:spLocks noChangeAspect="1"/>
          </p:cNvSpPr>
          <p:nvPr/>
        </p:nvSpPr>
        <p:spPr>
          <a:xfrm>
            <a:off x="4479669" y="3198078"/>
            <a:ext cx="843747" cy="461843"/>
          </a:xfrm>
          <a:prstGeom prst="ellipse">
            <a:avLst/>
          </a:prstGeom>
          <a:solidFill>
            <a:srgbClr val="375722"/>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5</a:t>
            </a:r>
          </a:p>
        </p:txBody>
      </p:sp>
      <p:sp>
        <p:nvSpPr>
          <p:cNvPr id="18" name="4) text">
            <a:extLst>
              <a:ext uri="{FF2B5EF4-FFF2-40B4-BE49-F238E27FC236}">
                <a16:creationId xmlns:a16="http://schemas.microsoft.com/office/drawing/2014/main" id="{0842C5C6-2C60-536D-C691-4C92A37CF562}"/>
              </a:ext>
            </a:extLst>
          </p:cNvPr>
          <p:cNvSpPr/>
          <p:nvPr/>
        </p:nvSpPr>
        <p:spPr>
          <a:xfrm>
            <a:off x="6747762" y="4788327"/>
            <a:ext cx="2160000"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episode </a:t>
            </a:r>
            <a:endParaRPr lang="en-GB" sz="3200"/>
          </a:p>
        </p:txBody>
      </p:sp>
      <p:sp>
        <p:nvSpPr>
          <p:cNvPr id="19" name="Oval 4">
            <a:extLst>
              <a:ext uri="{FF2B5EF4-FFF2-40B4-BE49-F238E27FC236}">
                <a16:creationId xmlns:a16="http://schemas.microsoft.com/office/drawing/2014/main" id="{878E6E89-20EA-B282-64F0-8ABA4510A97B}"/>
              </a:ext>
            </a:extLst>
          </p:cNvPr>
          <p:cNvSpPr>
            <a:spLocks noChangeAspect="1"/>
          </p:cNvSpPr>
          <p:nvPr/>
        </p:nvSpPr>
        <p:spPr>
          <a:xfrm>
            <a:off x="3461433" y="3198078"/>
            <a:ext cx="843747" cy="461843"/>
          </a:xfrm>
          <a:prstGeom prst="ellipse">
            <a:avLst/>
          </a:prstGeom>
          <a:solidFill>
            <a:srgbClr val="C997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4</a:t>
            </a:r>
          </a:p>
        </p:txBody>
      </p:sp>
      <p:sp>
        <p:nvSpPr>
          <p:cNvPr id="20" name="3) text">
            <a:extLst>
              <a:ext uri="{FF2B5EF4-FFF2-40B4-BE49-F238E27FC236}">
                <a16:creationId xmlns:a16="http://schemas.microsoft.com/office/drawing/2014/main" id="{6ECD18D5-DC40-6357-707D-3CEF5BF20A43}"/>
              </a:ext>
            </a:extLst>
          </p:cNvPr>
          <p:cNvSpPr/>
          <p:nvPr/>
        </p:nvSpPr>
        <p:spPr>
          <a:xfrm>
            <a:off x="6096000" y="3148976"/>
            <a:ext cx="2160000"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tabloid </a:t>
            </a:r>
            <a:endParaRPr lang="en-GB" sz="3200"/>
          </a:p>
        </p:txBody>
      </p:sp>
      <p:sp>
        <p:nvSpPr>
          <p:cNvPr id="21" name="Oval 3">
            <a:extLst>
              <a:ext uri="{FF2B5EF4-FFF2-40B4-BE49-F238E27FC236}">
                <a16:creationId xmlns:a16="http://schemas.microsoft.com/office/drawing/2014/main" id="{C1F7A3AB-E614-EEEE-C591-615AD03A2BE4}"/>
              </a:ext>
            </a:extLst>
          </p:cNvPr>
          <p:cNvSpPr>
            <a:spLocks noChangeAspect="1"/>
          </p:cNvSpPr>
          <p:nvPr/>
        </p:nvSpPr>
        <p:spPr>
          <a:xfrm>
            <a:off x="2443197" y="3210441"/>
            <a:ext cx="843747" cy="461843"/>
          </a:xfrm>
          <a:prstGeom prst="ellipse">
            <a:avLst/>
          </a:prstGeom>
          <a:solidFill>
            <a:srgbClr val="9E79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3</a:t>
            </a:r>
          </a:p>
        </p:txBody>
      </p:sp>
      <p:sp>
        <p:nvSpPr>
          <p:cNvPr id="22" name="2) text">
            <a:extLst>
              <a:ext uri="{FF2B5EF4-FFF2-40B4-BE49-F238E27FC236}">
                <a16:creationId xmlns:a16="http://schemas.microsoft.com/office/drawing/2014/main" id="{7659895F-3B2E-6E55-7EA5-3D0B1BAC10B0}"/>
              </a:ext>
            </a:extLst>
          </p:cNvPr>
          <p:cNvSpPr/>
          <p:nvPr/>
        </p:nvSpPr>
        <p:spPr>
          <a:xfrm>
            <a:off x="6899645" y="1971495"/>
            <a:ext cx="2160000"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address </a:t>
            </a:r>
            <a:endParaRPr lang="en-GB" sz="3200"/>
          </a:p>
        </p:txBody>
      </p:sp>
      <p:sp>
        <p:nvSpPr>
          <p:cNvPr id="23" name="Oval 2">
            <a:extLst>
              <a:ext uri="{FF2B5EF4-FFF2-40B4-BE49-F238E27FC236}">
                <a16:creationId xmlns:a16="http://schemas.microsoft.com/office/drawing/2014/main" id="{44780806-3CAA-3486-B4DA-69A3675EBAEC}"/>
              </a:ext>
            </a:extLst>
          </p:cNvPr>
          <p:cNvSpPr>
            <a:spLocks noChangeAspect="1"/>
          </p:cNvSpPr>
          <p:nvPr/>
        </p:nvSpPr>
        <p:spPr>
          <a:xfrm>
            <a:off x="1424961" y="3210441"/>
            <a:ext cx="843747" cy="461843"/>
          </a:xfrm>
          <a:prstGeom prst="ellipse">
            <a:avLst/>
          </a:prstGeom>
          <a:solidFill>
            <a:srgbClr val="DA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2</a:t>
            </a:r>
          </a:p>
        </p:txBody>
      </p:sp>
      <p:sp>
        <p:nvSpPr>
          <p:cNvPr id="24" name="1) text">
            <a:extLst>
              <a:ext uri="{FF2B5EF4-FFF2-40B4-BE49-F238E27FC236}">
                <a16:creationId xmlns:a16="http://schemas.microsoft.com/office/drawing/2014/main" id="{D47778EF-C8A6-891D-5034-F949F9600D15}"/>
              </a:ext>
            </a:extLst>
          </p:cNvPr>
          <p:cNvSpPr>
            <a:spLocks noChangeArrowheads="1"/>
          </p:cNvSpPr>
          <p:nvPr/>
        </p:nvSpPr>
        <p:spPr bwMode="auto">
          <a:xfrm>
            <a:off x="9059645" y="218951"/>
            <a:ext cx="214909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a:solidFill>
                  <a:srgbClr val="0070C0"/>
                </a:solidFill>
                <a:latin typeface="Segoe Print" panose="02000600000000000000" pitchFamily="2" charset="0"/>
                <a:cs typeface="Calibri" panose="020F0502020204030204" pitchFamily="34" charset="0"/>
              </a:rPr>
              <a:t>si</a:t>
            </a:r>
            <a:r>
              <a:rPr kumimoji="0" lang="en-US" altLang="en-US" sz="3200" b="0" i="0" u="none" strike="noStrike" cap="none" normalizeH="0" baseline="0">
                <a:ln>
                  <a:noFill/>
                </a:ln>
                <a:solidFill>
                  <a:srgbClr val="0070C0"/>
                </a:solidFill>
                <a:effectLst/>
                <a:latin typeface="Segoe Print" panose="02000600000000000000" pitchFamily="2" charset="0"/>
                <a:cs typeface="Calibri" panose="020F0502020204030204" pitchFamily="34" charset="0"/>
              </a:rPr>
              <a:t>tcom </a:t>
            </a:r>
            <a:endParaRPr kumimoji="0" lang="en-US" altLang="en-US" sz="3200" b="0" i="0" u="none" strike="noStrike" cap="none" normalizeH="0" baseline="0">
              <a:ln>
                <a:noFill/>
              </a:ln>
              <a:solidFill>
                <a:srgbClr val="0070C0"/>
              </a:solidFill>
              <a:effectLst/>
              <a:latin typeface="Segoe Print" panose="02000600000000000000" pitchFamily="2" charset="0"/>
            </a:endParaRPr>
          </a:p>
        </p:txBody>
      </p:sp>
      <p:sp>
        <p:nvSpPr>
          <p:cNvPr id="25" name="Oval 1">
            <a:extLst>
              <a:ext uri="{FF2B5EF4-FFF2-40B4-BE49-F238E27FC236}">
                <a16:creationId xmlns:a16="http://schemas.microsoft.com/office/drawing/2014/main" id="{4248CB54-9494-5193-967E-B64834BDFCEA}"/>
              </a:ext>
            </a:extLst>
          </p:cNvPr>
          <p:cNvSpPr>
            <a:spLocks noChangeAspect="1"/>
          </p:cNvSpPr>
          <p:nvPr/>
        </p:nvSpPr>
        <p:spPr>
          <a:xfrm>
            <a:off x="387319" y="3192767"/>
            <a:ext cx="863153" cy="472466"/>
          </a:xfrm>
          <a:prstGeom prst="ellipse">
            <a:avLst/>
          </a:prstGeom>
          <a:solidFill>
            <a:srgbClr val="43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1</a:t>
            </a:r>
          </a:p>
        </p:txBody>
      </p:sp>
    </p:spTree>
    <p:extLst>
      <p:ext uri="{BB962C8B-B14F-4D97-AF65-F5344CB8AC3E}">
        <p14:creationId xmlns:p14="http://schemas.microsoft.com/office/powerpoint/2010/main" val="241517528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5"/>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grpId="1" nodeType="clickEffect">
                                  <p:stCondLst>
                                    <p:cond delay="0"/>
                                  </p:stCondLst>
                                  <p:childTnLst>
                                    <p:animEffect transition="out" filter="wipe(right)">
                                      <p:cBhvr>
                                        <p:cTn id="11" dur="500"/>
                                        <p:tgtEl>
                                          <p:spTgt spid="24"/>
                                        </p:tgtEl>
                                      </p:cBhvr>
                                    </p:animEffect>
                                    <p:set>
                                      <p:cBhvr>
                                        <p:cTn id="12"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13" restart="whenNotActive" fill="hold" evtFilter="cancelBubble" nodeType="interactiveSeq">
                <p:stCondLst>
                  <p:cond evt="onClick" delay="0">
                    <p:tgtEl>
                      <p:spTgt spid="23"/>
                    </p:tgtEl>
                  </p:cond>
                </p:stCondLst>
                <p:endSync evt="end" delay="0">
                  <p:rtn val="all"/>
                </p:endSync>
                <p:childTnLst>
                  <p:par>
                    <p:cTn id="14" fill="hold">
                      <p:stCondLst>
                        <p:cond delay="0"/>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wipe(left)">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2" fill="hold" grpId="1" nodeType="clickEffect">
                                  <p:stCondLst>
                                    <p:cond delay="0"/>
                                  </p:stCondLst>
                                  <p:childTnLst>
                                    <p:animEffect transition="out" filter="wipe(right)">
                                      <p:cBhvr>
                                        <p:cTn id="22" dur="500"/>
                                        <p:tgtEl>
                                          <p:spTgt spid="22"/>
                                        </p:tgtEl>
                                      </p:cBhvr>
                                    </p:animEffect>
                                    <p:set>
                                      <p:cBhvr>
                                        <p:cTn id="23"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24" restart="whenNotActive" fill="hold" evtFilter="cancelBubble" nodeType="interactiveSeq">
                <p:stCondLst>
                  <p:cond evt="onClick" delay="0">
                    <p:tgtEl>
                      <p:spTgt spid="21"/>
                    </p:tgtEl>
                  </p:cond>
                </p:stCondLst>
                <p:endSync evt="end" delay="0">
                  <p:rtn val="all"/>
                </p:endSync>
                <p:childTnLst>
                  <p:par>
                    <p:cTn id="25" fill="hold">
                      <p:stCondLst>
                        <p:cond delay="0"/>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left)">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xit" presetSubtype="2" fill="hold" grpId="1" nodeType="clickEffect">
                                  <p:stCondLst>
                                    <p:cond delay="0"/>
                                  </p:stCondLst>
                                  <p:childTnLst>
                                    <p:animEffect transition="out" filter="wipe(right)">
                                      <p:cBhvr>
                                        <p:cTn id="33" dur="500"/>
                                        <p:tgtEl>
                                          <p:spTgt spid="20"/>
                                        </p:tgtEl>
                                      </p:cBhvr>
                                    </p:animEffect>
                                    <p:set>
                                      <p:cBhvr>
                                        <p:cTn id="34"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35" restart="whenNotActive" fill="hold" evtFilter="cancelBubble" nodeType="interactiveSeq">
                <p:stCondLst>
                  <p:cond evt="onClick" delay="0">
                    <p:tgtEl>
                      <p:spTgt spid="19"/>
                    </p:tgtEl>
                  </p:cond>
                </p:stCondLst>
                <p:endSync evt="end" delay="0">
                  <p:rtn val="all"/>
                </p:endSync>
                <p:childTnLst>
                  <p:par>
                    <p:cTn id="36" fill="hold">
                      <p:stCondLst>
                        <p:cond delay="0"/>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left)">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2" fill="hold" grpId="1" nodeType="clickEffect">
                                  <p:stCondLst>
                                    <p:cond delay="0"/>
                                  </p:stCondLst>
                                  <p:childTnLst>
                                    <p:animEffect transition="out" filter="wipe(right)">
                                      <p:cBhvr>
                                        <p:cTn id="44" dur="500"/>
                                        <p:tgtEl>
                                          <p:spTgt spid="18"/>
                                        </p:tgtEl>
                                      </p:cBhvr>
                                    </p:animEffect>
                                    <p:set>
                                      <p:cBhvr>
                                        <p:cTn id="45"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46" restart="whenNotActive" fill="hold" evtFilter="cancelBubble" nodeType="interactiveSeq">
                <p:stCondLst>
                  <p:cond evt="onClick" delay="0">
                    <p:tgtEl>
                      <p:spTgt spid="17"/>
                    </p:tgtEl>
                  </p:cond>
                </p:stCondLst>
                <p:endSync evt="end" delay="0">
                  <p:rtn val="all"/>
                </p:endSync>
                <p:childTnLst>
                  <p:par>
                    <p:cTn id="47" fill="hold">
                      <p:stCondLst>
                        <p:cond delay="0"/>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xit" presetSubtype="2" fill="hold" grpId="1" nodeType="clickEffect">
                                  <p:stCondLst>
                                    <p:cond delay="0"/>
                                  </p:stCondLst>
                                  <p:childTnLst>
                                    <p:animEffect transition="out" filter="wipe(right)">
                                      <p:cBhvr>
                                        <p:cTn id="55" dur="500"/>
                                        <p:tgtEl>
                                          <p:spTgt spid="16"/>
                                        </p:tgtEl>
                                      </p:cBhvr>
                                    </p:animEffect>
                                    <p:set>
                                      <p:cBhvr>
                                        <p:cTn id="56"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6" grpId="0"/>
      <p:bldP spid="16" grpId="1"/>
      <p:bldP spid="18" grpId="0"/>
      <p:bldP spid="18" grpId="1"/>
      <p:bldP spid="20" grpId="0"/>
      <p:bldP spid="20" grpId="1"/>
      <p:bldP spid="22" grpId="0"/>
      <p:bldP spid="22" grpId="1"/>
      <p:bldP spid="24" grpId="0"/>
      <p:bldP spid="24"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3CFF888F-6796-454C-2070-0B5C97F0ACB7}"/>
                  </a:ext>
                </a:extLst>
              </p:cNvPr>
              <p:cNvGraphicFramePr>
                <a:graphicFrameLocks noChangeAspect="1"/>
              </p:cNvGraphicFramePr>
              <p:nvPr/>
            </p:nvGraphicFramePr>
            <p:xfrm>
              <a:off x="0" y="0"/>
              <a:ext cx="5399719" cy="3037342"/>
            </p:xfrm>
            <a:graphic>
              <a:graphicData uri="http://schemas.microsoft.com/office/powerpoint/2016/slidezoom">
                <pslz:sldZm>
                  <pslz:sldZmObj sldId="284" cId="2203441247">
                    <pslz:zmPr id="{5497EE6E-CECB-461E-A9BA-C654D24FADC1}" transitionDur="1000">
                      <p166:blipFill xmlns:p166="http://schemas.microsoft.com/office/powerpoint/2016/6/main">
                        <a:blip r:embed="rId2"/>
                        <a:stretch>
                          <a:fillRect/>
                        </a:stretch>
                      </p166:blipFill>
                      <p166:spPr xmlns:p166="http://schemas.microsoft.com/office/powerpoint/2016/6/main">
                        <a:xfrm>
                          <a:off x="0" y="0"/>
                          <a:ext cx="5399719" cy="3037342"/>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3CFF888F-6796-454C-2070-0B5C97F0ACB7}"/>
                  </a:ext>
                </a:extLst>
              </p:cNvPr>
              <p:cNvPicPr>
                <a:picLocks noGrp="1" noRot="1" noChangeAspect="1" noMove="1" noResize="1" noEditPoints="1" noAdjustHandles="1" noChangeArrowheads="1" noChangeShapeType="1"/>
              </p:cNvPicPr>
              <p:nvPr/>
            </p:nvPicPr>
            <p:blipFill>
              <a:blip r:embed="rId3"/>
              <a:stretch>
                <a:fillRect/>
              </a:stretch>
            </p:blipFill>
            <p:spPr>
              <a:xfrm>
                <a:off x="0" y="0"/>
                <a:ext cx="5399719" cy="303734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781F9257-E871-FF1F-0D9C-4F85700FD193}"/>
                  </a:ext>
                </a:extLst>
              </p:cNvPr>
              <p:cNvGraphicFramePr>
                <a:graphicFrameLocks noChangeAspect="1"/>
              </p:cNvGraphicFramePr>
              <p:nvPr/>
            </p:nvGraphicFramePr>
            <p:xfrm>
              <a:off x="0" y="3820658"/>
              <a:ext cx="5399719" cy="3037342"/>
            </p:xfrm>
            <a:graphic>
              <a:graphicData uri="http://schemas.microsoft.com/office/powerpoint/2016/slidezoom">
                <pslz:sldZm>
                  <pslz:sldZmObj sldId="285" cId="3727378126">
                    <pslz:zmPr id="{8CF1673B-599F-4801-A017-5474CFD6D944}" transitionDur="1000">
                      <p166:blipFill xmlns:p166="http://schemas.microsoft.com/office/powerpoint/2016/6/main">
                        <a:blip r:embed="rId4"/>
                        <a:stretch>
                          <a:fillRect/>
                        </a:stretch>
                      </p166:blipFill>
                      <p166:spPr xmlns:p166="http://schemas.microsoft.com/office/powerpoint/2016/6/main">
                        <a:xfrm>
                          <a:off x="0" y="0"/>
                          <a:ext cx="5399719" cy="3037342"/>
                        </a:xfrm>
                        <a:prstGeom prst="rect">
                          <a:avLst/>
                        </a:prstGeom>
                        <a:ln w="3175">
                          <a:solidFill>
                            <a:prstClr val="ltGray"/>
                          </a:solidFill>
                        </a:ln>
                      </p166:spPr>
                    </pslz:zmPr>
                  </pslz:sldZmObj>
                </pslz:sldZm>
              </a:graphicData>
            </a:graphic>
          </p:graphicFrame>
        </mc:Choice>
        <mc:Fallback xmlns="">
          <p:pic>
            <p:nvPicPr>
              <p:cNvPr id="15" name="Slide Zoom 14">
                <a:extLst>
                  <a:ext uri="{FF2B5EF4-FFF2-40B4-BE49-F238E27FC236}">
                    <a16:creationId xmlns:a16="http://schemas.microsoft.com/office/drawing/2014/main" id="{781F9257-E871-FF1F-0D9C-4F85700FD193}"/>
                  </a:ext>
                </a:extLst>
              </p:cNvPr>
              <p:cNvPicPr>
                <a:picLocks noGrp="1" noRot="1" noChangeAspect="1" noMove="1" noResize="1" noEditPoints="1" noAdjustHandles="1" noChangeArrowheads="1" noChangeShapeType="1"/>
              </p:cNvPicPr>
              <p:nvPr/>
            </p:nvPicPr>
            <p:blipFill>
              <a:blip r:embed="rId5"/>
              <a:stretch>
                <a:fillRect/>
              </a:stretch>
            </p:blipFill>
            <p:spPr>
              <a:xfrm>
                <a:off x="0" y="3820658"/>
                <a:ext cx="5399719" cy="3037342"/>
              </a:xfrm>
              <a:prstGeom prst="rect">
                <a:avLst/>
              </a:prstGeom>
              <a:ln w="3175">
                <a:solidFill>
                  <a:prstClr val="ltGray"/>
                </a:solidFill>
              </a:ln>
            </p:spPr>
          </p:pic>
        </mc:Fallback>
      </mc:AlternateContent>
      <p:pic>
        <p:nvPicPr>
          <p:cNvPr id="3" name="Picture 2">
            <a:extLst>
              <a:ext uri="{FF2B5EF4-FFF2-40B4-BE49-F238E27FC236}">
                <a16:creationId xmlns:a16="http://schemas.microsoft.com/office/drawing/2014/main" id="{FD8CA924-3A8C-A92C-9E7C-00D8804F8F18}"/>
              </a:ext>
            </a:extLst>
          </p:cNvPr>
          <p:cNvPicPr>
            <a:picLocks noChangeAspect="1"/>
          </p:cNvPicPr>
          <p:nvPr/>
        </p:nvPicPr>
        <p:blipFill>
          <a:blip r:embed="rId6"/>
          <a:stretch>
            <a:fillRect/>
          </a:stretch>
        </p:blipFill>
        <p:spPr>
          <a:xfrm rot="60000">
            <a:off x="5536817" y="340539"/>
            <a:ext cx="6439147" cy="6173765"/>
          </a:xfrm>
          <a:prstGeom prst="rect">
            <a:avLst/>
          </a:prstGeom>
        </p:spPr>
      </p:pic>
      <p:sp>
        <p:nvSpPr>
          <p:cNvPr id="4" name="Oval 10">
            <a:extLst>
              <a:ext uri="{FF2B5EF4-FFF2-40B4-BE49-F238E27FC236}">
                <a16:creationId xmlns:a16="http://schemas.microsoft.com/office/drawing/2014/main" id="{6625EA33-1813-C5C4-933C-8B15D9996235}"/>
              </a:ext>
            </a:extLst>
          </p:cNvPr>
          <p:cNvSpPr>
            <a:spLocks noChangeAspect="1"/>
          </p:cNvSpPr>
          <p:nvPr/>
        </p:nvSpPr>
        <p:spPr>
          <a:xfrm>
            <a:off x="4555972" y="3207636"/>
            <a:ext cx="843747" cy="461843"/>
          </a:xfrm>
          <a:prstGeom prst="ellipse">
            <a:avLst/>
          </a:prstGeom>
          <a:solidFill>
            <a:srgbClr val="7030A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10</a:t>
            </a:r>
          </a:p>
        </p:txBody>
      </p:sp>
      <p:sp>
        <p:nvSpPr>
          <p:cNvPr id="5" name="10) text">
            <a:extLst>
              <a:ext uri="{FF2B5EF4-FFF2-40B4-BE49-F238E27FC236}">
                <a16:creationId xmlns:a16="http://schemas.microsoft.com/office/drawing/2014/main" id="{9E6E6A0A-F3A7-5351-EAD3-DF7EA50FF25F}"/>
              </a:ext>
            </a:extLst>
          </p:cNvPr>
          <p:cNvSpPr/>
          <p:nvPr/>
        </p:nvSpPr>
        <p:spPr>
          <a:xfrm>
            <a:off x="9869348" y="5270317"/>
            <a:ext cx="2160000"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column </a:t>
            </a:r>
            <a:endParaRPr lang="en-GB" sz="3200"/>
          </a:p>
        </p:txBody>
      </p:sp>
      <p:sp>
        <p:nvSpPr>
          <p:cNvPr id="6" name="9) text">
            <a:extLst>
              <a:ext uri="{FF2B5EF4-FFF2-40B4-BE49-F238E27FC236}">
                <a16:creationId xmlns:a16="http://schemas.microsoft.com/office/drawing/2014/main" id="{4917467A-2626-FB35-392A-D3E6155FEABB}"/>
              </a:ext>
            </a:extLst>
          </p:cNvPr>
          <p:cNvSpPr/>
          <p:nvPr/>
        </p:nvSpPr>
        <p:spPr>
          <a:xfrm>
            <a:off x="8093485" y="4178007"/>
            <a:ext cx="1554933"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repeat </a:t>
            </a:r>
            <a:endParaRPr lang="en-GB" sz="3200"/>
          </a:p>
        </p:txBody>
      </p:sp>
      <p:sp>
        <p:nvSpPr>
          <p:cNvPr id="7" name="Oval 9">
            <a:extLst>
              <a:ext uri="{FF2B5EF4-FFF2-40B4-BE49-F238E27FC236}">
                <a16:creationId xmlns:a16="http://schemas.microsoft.com/office/drawing/2014/main" id="{2B7AE6D6-987E-E56E-0CC1-35F2325B9730}"/>
              </a:ext>
            </a:extLst>
          </p:cNvPr>
          <p:cNvSpPr>
            <a:spLocks noChangeAspect="1"/>
          </p:cNvSpPr>
          <p:nvPr/>
        </p:nvSpPr>
        <p:spPr>
          <a:xfrm>
            <a:off x="3533507" y="3207636"/>
            <a:ext cx="843747" cy="461843"/>
          </a:xfrm>
          <a:prstGeom prst="ellipse">
            <a:avLst/>
          </a:prstGeom>
          <a:solidFill>
            <a:srgbClr val="04226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9</a:t>
            </a:r>
          </a:p>
        </p:txBody>
      </p:sp>
      <p:sp>
        <p:nvSpPr>
          <p:cNvPr id="8" name="8) text">
            <a:extLst>
              <a:ext uri="{FF2B5EF4-FFF2-40B4-BE49-F238E27FC236}">
                <a16:creationId xmlns:a16="http://schemas.microsoft.com/office/drawing/2014/main" id="{B010F755-7721-E012-BAF8-A738D1D5CDC5}"/>
              </a:ext>
            </a:extLst>
          </p:cNvPr>
          <p:cNvSpPr/>
          <p:nvPr/>
        </p:nvSpPr>
        <p:spPr>
          <a:xfrm>
            <a:off x="8519074" y="2561347"/>
            <a:ext cx="2298451" cy="553998"/>
          </a:xfrm>
          <a:prstGeom prst="rect">
            <a:avLst/>
          </a:prstGeom>
        </p:spPr>
        <p:txBody>
          <a:bodyPr wrap="square">
            <a:spAutoFit/>
          </a:bodyPr>
          <a:lstStyle/>
          <a:p>
            <a:r>
              <a:rPr lang="en-US" altLang="en-US" sz="3000" spc="-130">
                <a:solidFill>
                  <a:srgbClr val="0070C0"/>
                </a:solidFill>
                <a:latin typeface="Segoe Print" panose="02000600000000000000" pitchFamily="2" charset="0"/>
                <a:cs typeface="Calibri" panose="020F0502020204030204" pitchFamily="34" charset="0"/>
              </a:rPr>
              <a:t>subscription</a:t>
            </a:r>
            <a:r>
              <a:rPr lang="en-US" altLang="en-US" sz="2800" spc="-130">
                <a:solidFill>
                  <a:srgbClr val="0070C0"/>
                </a:solidFill>
                <a:latin typeface="Segoe Print" panose="02000600000000000000" pitchFamily="2" charset="0"/>
                <a:cs typeface="Calibri" panose="020F0502020204030204" pitchFamily="34" charset="0"/>
              </a:rPr>
              <a:t> </a:t>
            </a:r>
            <a:endParaRPr lang="en-GB" sz="2800" spc="-130">
              <a:solidFill>
                <a:srgbClr val="0070C0"/>
              </a:solidFill>
              <a:latin typeface="Segoe Print" panose="02000600000000000000" pitchFamily="2" charset="0"/>
              <a:cs typeface="Calibri" panose="020F0502020204030204" pitchFamily="34" charset="0"/>
            </a:endParaRPr>
          </a:p>
        </p:txBody>
      </p:sp>
      <p:sp>
        <p:nvSpPr>
          <p:cNvPr id="9" name="Oval 8">
            <a:extLst>
              <a:ext uri="{FF2B5EF4-FFF2-40B4-BE49-F238E27FC236}">
                <a16:creationId xmlns:a16="http://schemas.microsoft.com/office/drawing/2014/main" id="{03D558CC-B894-A5EC-A94C-940BF98882C2}"/>
              </a:ext>
            </a:extLst>
          </p:cNvPr>
          <p:cNvSpPr>
            <a:spLocks noChangeAspect="1"/>
          </p:cNvSpPr>
          <p:nvPr/>
        </p:nvSpPr>
        <p:spPr>
          <a:xfrm>
            <a:off x="2511041" y="3207636"/>
            <a:ext cx="843747" cy="461843"/>
          </a:xfrm>
          <a:prstGeom prst="ellipse">
            <a:avLst/>
          </a:prstGeom>
          <a:solidFill>
            <a:srgbClr val="0BB9F8"/>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8</a:t>
            </a:r>
          </a:p>
        </p:txBody>
      </p:sp>
      <p:sp>
        <p:nvSpPr>
          <p:cNvPr id="10" name="7) text">
            <a:extLst>
              <a:ext uri="{FF2B5EF4-FFF2-40B4-BE49-F238E27FC236}">
                <a16:creationId xmlns:a16="http://schemas.microsoft.com/office/drawing/2014/main" id="{4CF28900-1B50-7F2F-E519-97BA685AC435}"/>
              </a:ext>
            </a:extLst>
          </p:cNvPr>
          <p:cNvSpPr/>
          <p:nvPr/>
        </p:nvSpPr>
        <p:spPr>
          <a:xfrm>
            <a:off x="7127325" y="1484165"/>
            <a:ext cx="2521093" cy="523220"/>
          </a:xfrm>
          <a:prstGeom prst="rect">
            <a:avLst/>
          </a:prstGeom>
        </p:spPr>
        <p:txBody>
          <a:bodyPr wrap="square">
            <a:spAutoFit/>
          </a:bodyPr>
          <a:lstStyle/>
          <a:p>
            <a:r>
              <a:rPr lang="en-US" altLang="en-US" sz="2800" spc="-130">
                <a:solidFill>
                  <a:srgbClr val="0070C0"/>
                </a:solidFill>
                <a:latin typeface="Segoe Print" panose="02000600000000000000" pitchFamily="2" charset="0"/>
                <a:cs typeface="Calibri" panose="020F0502020204030204" pitchFamily="34" charset="0"/>
              </a:rPr>
              <a:t>documentary </a:t>
            </a:r>
            <a:endParaRPr lang="en-GB" sz="2800" spc="-130"/>
          </a:p>
        </p:txBody>
      </p:sp>
      <p:sp>
        <p:nvSpPr>
          <p:cNvPr id="12" name="Oval 7">
            <a:extLst>
              <a:ext uri="{FF2B5EF4-FFF2-40B4-BE49-F238E27FC236}">
                <a16:creationId xmlns:a16="http://schemas.microsoft.com/office/drawing/2014/main" id="{6D6B3D26-4BC4-C76F-9B04-2B1F752D48BB}"/>
              </a:ext>
            </a:extLst>
          </p:cNvPr>
          <p:cNvSpPr>
            <a:spLocks noChangeAspect="1"/>
          </p:cNvSpPr>
          <p:nvPr/>
        </p:nvSpPr>
        <p:spPr>
          <a:xfrm>
            <a:off x="1488575" y="3207636"/>
            <a:ext cx="843747" cy="461843"/>
          </a:xfrm>
          <a:prstGeom prst="ellipse">
            <a:avLst/>
          </a:prstGeom>
          <a:solidFill>
            <a:srgbClr val="0071C3"/>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7</a:t>
            </a:r>
          </a:p>
        </p:txBody>
      </p:sp>
      <p:sp>
        <p:nvSpPr>
          <p:cNvPr id="14" name="6) text">
            <a:extLst>
              <a:ext uri="{FF2B5EF4-FFF2-40B4-BE49-F238E27FC236}">
                <a16:creationId xmlns:a16="http://schemas.microsoft.com/office/drawing/2014/main" id="{A96C1B08-FFFE-50D3-9FCB-F8BCE3BBC1D7}"/>
              </a:ext>
            </a:extLst>
          </p:cNvPr>
          <p:cNvSpPr/>
          <p:nvPr/>
        </p:nvSpPr>
        <p:spPr>
          <a:xfrm>
            <a:off x="6868532" y="284819"/>
            <a:ext cx="2160000" cy="584775"/>
          </a:xfrm>
          <a:prstGeom prst="rect">
            <a:avLst/>
          </a:prstGeom>
        </p:spPr>
        <p:txBody>
          <a:bodyPr wrap="square">
            <a:spAutoFit/>
          </a:bodyPr>
          <a:lstStyle/>
          <a:p>
            <a:r>
              <a:rPr lang="en-US" altLang="en-US" sz="3200">
                <a:solidFill>
                  <a:srgbClr val="0070C0"/>
                </a:solidFill>
                <a:latin typeface="Segoe Print" panose="02000600000000000000" pitchFamily="2" charset="0"/>
                <a:cs typeface="Calibri" panose="020F0502020204030204" pitchFamily="34" charset="0"/>
              </a:rPr>
              <a:t>reception </a:t>
            </a:r>
            <a:endParaRPr lang="en-GB" sz="3200"/>
          </a:p>
        </p:txBody>
      </p:sp>
      <p:sp>
        <p:nvSpPr>
          <p:cNvPr id="26" name="Oval 6">
            <a:extLst>
              <a:ext uri="{FF2B5EF4-FFF2-40B4-BE49-F238E27FC236}">
                <a16:creationId xmlns:a16="http://schemas.microsoft.com/office/drawing/2014/main" id="{60053E74-5906-A435-E5FC-A9EE031B81DE}"/>
              </a:ext>
            </a:extLst>
          </p:cNvPr>
          <p:cNvSpPr>
            <a:spLocks noChangeAspect="1"/>
          </p:cNvSpPr>
          <p:nvPr/>
        </p:nvSpPr>
        <p:spPr>
          <a:xfrm>
            <a:off x="466109" y="3207636"/>
            <a:ext cx="843747" cy="461843"/>
          </a:xfrm>
          <a:prstGeom prst="ellipse">
            <a:avLst/>
          </a:prstGeom>
          <a:solidFill>
            <a:srgbClr val="7E9C6A"/>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6</a:t>
            </a:r>
          </a:p>
        </p:txBody>
      </p:sp>
    </p:spTree>
    <p:extLst>
      <p:ext uri="{BB962C8B-B14F-4D97-AF65-F5344CB8AC3E}">
        <p14:creationId xmlns:p14="http://schemas.microsoft.com/office/powerpoint/2010/main" val="205543434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grpId="1" nodeType="clickEffect">
                                  <p:stCondLst>
                                    <p:cond delay="0"/>
                                  </p:stCondLst>
                                  <p:childTnLst>
                                    <p:animEffect transition="out" filter="wipe(right)">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26"/>
                  </p:tgtEl>
                </p:cond>
              </p:nextCondLst>
            </p:seq>
            <p:seq concurrent="1" nextAc="seek">
              <p:cTn id="13" restart="whenNotActive" fill="hold" evtFilter="cancelBubble" nodeType="interactiveSeq">
                <p:stCondLst>
                  <p:cond evt="onClick" delay="0">
                    <p:tgtEl>
                      <p:spTgt spid="12"/>
                    </p:tgtEl>
                  </p:cond>
                </p:stCondLst>
                <p:endSync evt="end" delay="0">
                  <p:rtn val="all"/>
                </p:endSync>
                <p:childTnLst>
                  <p:par>
                    <p:cTn id="14" fill="hold">
                      <p:stCondLst>
                        <p:cond delay="0"/>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2" fill="hold" grpId="1" nodeType="clickEffect">
                                  <p:stCondLst>
                                    <p:cond delay="0"/>
                                  </p:stCondLst>
                                  <p:childTnLst>
                                    <p:animEffect transition="out" filter="wipe(right)">
                                      <p:cBhvr>
                                        <p:cTn id="22" dur="500"/>
                                        <p:tgtEl>
                                          <p:spTgt spid="10"/>
                                        </p:tgtEl>
                                      </p:cBhvr>
                                    </p:animEffect>
                                    <p:set>
                                      <p:cBhvr>
                                        <p:cTn id="2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24" restart="whenNotActive" fill="hold" evtFilter="cancelBubble" nodeType="interactiveSeq">
                <p:stCondLst>
                  <p:cond evt="onClick" delay="0">
                    <p:tgtEl>
                      <p:spTgt spid="9"/>
                    </p:tgtEl>
                  </p:cond>
                </p:stCondLst>
                <p:endSync evt="end" delay="0">
                  <p:rtn val="all"/>
                </p:endSync>
                <p:childTnLst>
                  <p:par>
                    <p:cTn id="25" fill="hold">
                      <p:stCondLst>
                        <p:cond delay="0"/>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xit" presetSubtype="2" fill="hold" grpId="1" nodeType="clickEffect">
                                  <p:stCondLst>
                                    <p:cond delay="0"/>
                                  </p:stCondLst>
                                  <p:childTnLst>
                                    <p:animEffect transition="out" filter="wipe(right)">
                                      <p:cBhvr>
                                        <p:cTn id="33" dur="500"/>
                                        <p:tgtEl>
                                          <p:spTgt spid="8"/>
                                        </p:tgtEl>
                                      </p:cBhvr>
                                    </p:animEffect>
                                    <p:set>
                                      <p:cBhvr>
                                        <p:cTn id="34"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35" restart="whenNotActive" fill="hold" evtFilter="cancelBubble" nodeType="interactiveSeq">
                <p:stCondLst>
                  <p:cond evt="onClick" delay="0">
                    <p:tgtEl>
                      <p:spTgt spid="7"/>
                    </p:tgtEl>
                  </p:cond>
                </p:stCondLst>
                <p:endSync evt="end" delay="0">
                  <p:rtn val="all"/>
                </p:endSync>
                <p:childTnLst>
                  <p:par>
                    <p:cTn id="36" fill="hold">
                      <p:stCondLst>
                        <p:cond delay="0"/>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2" fill="hold" grpId="1" nodeType="clickEffect">
                                  <p:stCondLst>
                                    <p:cond delay="0"/>
                                  </p:stCondLst>
                                  <p:childTnLst>
                                    <p:animEffect transition="out" filter="wipe(right)">
                                      <p:cBhvr>
                                        <p:cTn id="44" dur="500"/>
                                        <p:tgtEl>
                                          <p:spTgt spid="6"/>
                                        </p:tgtEl>
                                      </p:cBhvr>
                                    </p:animEffect>
                                    <p:set>
                                      <p:cBhvr>
                                        <p:cTn id="45"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46" restart="whenNotActive" fill="hold" evtFilter="cancelBubble" nodeType="interactiveSeq">
                <p:stCondLst>
                  <p:cond evt="onClick" delay="0">
                    <p:tgtEl>
                      <p:spTgt spid="4"/>
                    </p:tgtEl>
                  </p:cond>
                </p:stCondLst>
                <p:endSync evt="end" delay="0">
                  <p:rtn val="all"/>
                </p:endSync>
                <p:childTnLst>
                  <p:par>
                    <p:cTn id="47" fill="hold">
                      <p:stCondLst>
                        <p:cond delay="0"/>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left)">
                                      <p:cBhvr>
                                        <p:cTn id="51" dur="500"/>
                                        <p:tgtEl>
                                          <p:spTgt spid="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xit" presetSubtype="2" fill="hold" grpId="1" nodeType="clickEffect">
                                  <p:stCondLst>
                                    <p:cond delay="0"/>
                                  </p:stCondLst>
                                  <p:childTnLst>
                                    <p:animEffect transition="out" filter="wipe(right)">
                                      <p:cBhvr>
                                        <p:cTn id="55" dur="500"/>
                                        <p:tgtEl>
                                          <p:spTgt spid="5"/>
                                        </p:tgtEl>
                                      </p:cBhvr>
                                    </p:animEffect>
                                    <p:set>
                                      <p:cBhvr>
                                        <p:cTn id="56" dur="1" fill="hold">
                                          <p:stCondLst>
                                            <p:cond delay="499"/>
                                          </p:stCondLst>
                                        </p:cTn>
                                        <p:tgtEl>
                                          <p:spTgt spid="5"/>
                                        </p:tgtEl>
                                        <p:attrNameLst>
                                          <p:attrName>style.visibility</p:attrName>
                                        </p:attrNameLst>
                                      </p:cBhvr>
                                      <p:to>
                                        <p:strVal val="hidden"/>
                                      </p:to>
                                    </p:set>
                                  </p:childTnLst>
                                </p:cTn>
                              </p:par>
                            </p:childTnLst>
                          </p:cTn>
                        </p:par>
                      </p:childTnLst>
                    </p:cTn>
                  </p:par>
                </p:childTnLst>
              </p:cTn>
              <p:nextCondLst>
                <p:cond evt="onClick" delay="0">
                  <p:tgtEl>
                    <p:spTgt spid="4"/>
                  </p:tgtEl>
                </p:cond>
              </p:nextCondLst>
            </p:seq>
          </p:childTnLst>
        </p:cTn>
      </p:par>
    </p:tnLst>
    <p:bldLst>
      <p:bldP spid="5" grpId="0"/>
      <p:bldP spid="5" grpId="1"/>
      <p:bldP spid="6" grpId="0"/>
      <p:bldP spid="6" grpId="1"/>
      <p:bldP spid="8" grpId="0"/>
      <p:bldP spid="8" grpId="1"/>
      <p:bldP spid="10" grpId="0"/>
      <p:bldP spid="10" grpId="1"/>
      <p:bldP spid="14" grpId="0"/>
      <p:bldP spid="14" grpId="1"/>
    </p:bldLst>
  </p:timing>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AFA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2AAC65-842C-D00F-1A59-522068BB49D7}"/>
              </a:ext>
            </a:extLst>
          </p:cNvPr>
          <p:cNvPicPr>
            <a:picLocks noChangeAspect="1"/>
          </p:cNvPicPr>
          <p:nvPr/>
        </p:nvPicPr>
        <p:blipFill>
          <a:blip r:embed="rId2"/>
          <a:stretch>
            <a:fillRect/>
          </a:stretch>
        </p:blipFill>
        <p:spPr>
          <a:xfrm>
            <a:off x="540950" y="141752"/>
            <a:ext cx="9473806" cy="6574495"/>
          </a:xfrm>
          <a:prstGeom prst="rect">
            <a:avLst/>
          </a:prstGeom>
        </p:spPr>
      </p:pic>
    </p:spTree>
    <p:extLst>
      <p:ext uri="{BB962C8B-B14F-4D97-AF65-F5344CB8AC3E}">
        <p14:creationId xmlns:p14="http://schemas.microsoft.com/office/powerpoint/2010/main" val="22034412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5FB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932221-AEE8-5CFB-9B16-87052B6A2C76}"/>
              </a:ext>
            </a:extLst>
          </p:cNvPr>
          <p:cNvPicPr>
            <a:picLocks noChangeAspect="1"/>
          </p:cNvPicPr>
          <p:nvPr/>
        </p:nvPicPr>
        <p:blipFill>
          <a:blip r:embed="rId2"/>
          <a:stretch>
            <a:fillRect/>
          </a:stretch>
        </p:blipFill>
        <p:spPr>
          <a:xfrm>
            <a:off x="874176" y="172379"/>
            <a:ext cx="10443646" cy="6513243"/>
          </a:xfrm>
          <a:prstGeom prst="rect">
            <a:avLst/>
          </a:prstGeom>
        </p:spPr>
      </p:pic>
    </p:spTree>
    <p:extLst>
      <p:ext uri="{BB962C8B-B14F-4D97-AF65-F5344CB8AC3E}">
        <p14:creationId xmlns:p14="http://schemas.microsoft.com/office/powerpoint/2010/main" val="3727378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7551BD-CB2D-1BD5-DEE1-6A98AC5372ED}"/>
              </a:ext>
            </a:extLst>
          </p:cNvPr>
          <p:cNvPicPr>
            <a:picLocks noChangeAspect="1"/>
          </p:cNvPicPr>
          <p:nvPr/>
        </p:nvPicPr>
        <p:blipFill>
          <a:blip r:embed="rId2"/>
          <a:stretch>
            <a:fillRect/>
          </a:stretch>
        </p:blipFill>
        <p:spPr>
          <a:xfrm>
            <a:off x="497953" y="715692"/>
            <a:ext cx="7568633" cy="735312"/>
          </a:xfrm>
          <a:prstGeom prst="rect">
            <a:avLst/>
          </a:prstGeom>
        </p:spPr>
      </p:pic>
      <p:pic>
        <p:nvPicPr>
          <p:cNvPr id="5" name="Picture 4">
            <a:extLst>
              <a:ext uri="{FF2B5EF4-FFF2-40B4-BE49-F238E27FC236}">
                <a16:creationId xmlns:a16="http://schemas.microsoft.com/office/drawing/2014/main" id="{E8F0B75A-05F3-8425-8A84-2D61B5B570B3}"/>
              </a:ext>
            </a:extLst>
          </p:cNvPr>
          <p:cNvPicPr>
            <a:picLocks noChangeAspect="1"/>
          </p:cNvPicPr>
          <p:nvPr/>
        </p:nvPicPr>
        <p:blipFill>
          <a:blip r:embed="rId3"/>
          <a:stretch>
            <a:fillRect/>
          </a:stretch>
        </p:blipFill>
        <p:spPr>
          <a:xfrm>
            <a:off x="497953" y="1806616"/>
            <a:ext cx="4839107" cy="711224"/>
          </a:xfrm>
          <a:prstGeom prst="rect">
            <a:avLst/>
          </a:prstGeom>
        </p:spPr>
      </p:pic>
      <p:pic>
        <p:nvPicPr>
          <p:cNvPr id="7" name="Picture 6">
            <a:extLst>
              <a:ext uri="{FF2B5EF4-FFF2-40B4-BE49-F238E27FC236}">
                <a16:creationId xmlns:a16="http://schemas.microsoft.com/office/drawing/2014/main" id="{62E5E16F-FCC5-1C5B-6748-C387CE9B2F0B}"/>
              </a:ext>
            </a:extLst>
          </p:cNvPr>
          <p:cNvPicPr>
            <a:picLocks noChangeAspect="1"/>
          </p:cNvPicPr>
          <p:nvPr/>
        </p:nvPicPr>
        <p:blipFill>
          <a:blip r:embed="rId4"/>
          <a:stretch>
            <a:fillRect/>
          </a:stretch>
        </p:blipFill>
        <p:spPr>
          <a:xfrm rot="60000">
            <a:off x="563879" y="2614143"/>
            <a:ext cx="11064240" cy="3230771"/>
          </a:xfrm>
          <a:prstGeom prst="rect">
            <a:avLst/>
          </a:prstGeom>
        </p:spPr>
      </p:pic>
    </p:spTree>
    <p:extLst>
      <p:ext uri="{BB962C8B-B14F-4D97-AF65-F5344CB8AC3E}">
        <p14:creationId xmlns:p14="http://schemas.microsoft.com/office/powerpoint/2010/main" val="22655911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15245C5-D9AB-F6A4-685A-6CE348020AFC}"/>
              </a:ext>
            </a:extLst>
          </p:cNvPr>
          <p:cNvSpPr>
            <a:spLocks noChangeArrowheads="1"/>
          </p:cNvSpPr>
          <p:nvPr/>
        </p:nvSpPr>
        <p:spPr bwMode="auto">
          <a:xfrm>
            <a:off x="283028" y="200776"/>
            <a:ext cx="11625943" cy="6456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31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t>Each of these articles should be written in </a:t>
            </a:r>
            <a:r>
              <a:rPr kumimoji="0" lang="en-US" altLang="en-US" sz="3200" b="0" i="0" u="none" strike="noStrike" cap="none" normalizeH="0" baseline="0">
                <a:ln>
                  <a:noFill/>
                </a:ln>
                <a:solidFill>
                  <a:schemeClr val="tx1"/>
                </a:solidFill>
                <a:effectLst/>
                <a:latin typeface="Tw Cen MT Condensed Extra Bold" panose="020B0803020202020204" pitchFamily="34" charset="0"/>
                <a:cs typeface="Calibri" panose="020F0502020204030204" pitchFamily="34" charset="0"/>
              </a:rPr>
              <a:t>120-180</a:t>
            </a:r>
            <a: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t> words in an appropriate style.</a:t>
            </a:r>
          </a:p>
          <a:p>
            <a:pPr marL="0" marR="0" lvl="0" indent="0" algn="l" defTabSz="914400" rtl="0" eaLnBrk="0" fontAlgn="base" latinLnBrk="0" hangingPunct="0">
              <a:lnSpc>
                <a:spcPts val="3100"/>
              </a:lnSpc>
              <a:spcBef>
                <a:spcPct val="0"/>
              </a:spcBef>
              <a:spcAft>
                <a:spcPct val="0"/>
              </a:spcAft>
              <a:buClrTx/>
              <a:buSzTx/>
              <a:buFontTx/>
              <a:buNone/>
              <a:tabLst/>
            </a:pPr>
            <a:b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br>
            <a: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t>1 Your </a:t>
            </a:r>
            <a:r>
              <a:rPr kumimoji="0" lang="en-US" altLang="en-US" sz="3200" b="0" i="0" u="none" strike="noStrike" cap="none" normalizeH="0" baseline="0" err="1">
                <a:ln>
                  <a:noFill/>
                </a:ln>
                <a:solidFill>
                  <a:schemeClr val="tx1"/>
                </a:solidFill>
                <a:effectLst/>
                <a:latin typeface="Abadi Extra Light" panose="020B0204020104020204" pitchFamily="34" charset="0"/>
                <a:cs typeface="Calibri" panose="020F0502020204030204" pitchFamily="34" charset="0"/>
              </a:rPr>
              <a:t>favourite</a:t>
            </a:r>
            <a: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t> magazine is running a writing competition this month. The prize is a tour round a television studio. To enter the competition, you have to write an article describing your </a:t>
            </a:r>
            <a:r>
              <a:rPr kumimoji="0" lang="en-US" altLang="en-US" sz="3200" b="0" i="0" u="none" strike="noStrike" cap="none" normalizeH="0" baseline="0" err="1">
                <a:ln>
                  <a:noFill/>
                </a:ln>
                <a:solidFill>
                  <a:schemeClr val="tx1"/>
                </a:solidFill>
                <a:effectLst/>
                <a:latin typeface="Abadi Extra Light" panose="020B0204020104020204" pitchFamily="34" charset="0"/>
                <a:cs typeface="Calibri" panose="020F0502020204030204" pitchFamily="34" charset="0"/>
              </a:rPr>
              <a:t>favourite</a:t>
            </a:r>
            <a: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t> television </a:t>
            </a:r>
            <a:r>
              <a:rPr kumimoji="0" lang="en-US" altLang="en-US" sz="3200" b="0" i="0" u="none" strike="noStrike" cap="none" normalizeH="0" baseline="0" err="1">
                <a:ln>
                  <a:noFill/>
                </a:ln>
                <a:solidFill>
                  <a:schemeClr val="tx1"/>
                </a:solidFill>
                <a:effectLst/>
                <a:latin typeface="Abadi Extra Light" panose="020B0204020104020204" pitchFamily="34" charset="0"/>
                <a:cs typeface="Calibri" panose="020F0502020204030204" pitchFamily="34" charset="0"/>
              </a:rPr>
              <a:t>programme</a:t>
            </a:r>
            <a: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t> and explaining why you would recommend it to others.</a:t>
            </a:r>
          </a:p>
          <a:p>
            <a:pPr marL="0" marR="0" lvl="0" indent="0" algn="l" defTabSz="914400" rtl="0" eaLnBrk="0" fontAlgn="base" latinLnBrk="0" hangingPunct="0">
              <a:lnSpc>
                <a:spcPts val="3100"/>
              </a:lnSpc>
              <a:spcBef>
                <a:spcPct val="0"/>
              </a:spcBef>
              <a:spcAft>
                <a:spcPct val="0"/>
              </a:spcAft>
              <a:buClrTx/>
              <a:buSzTx/>
              <a:buFontTx/>
              <a:buNone/>
              <a:tabLst/>
            </a:pPr>
            <a:b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br>
            <a: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t>Write your </a:t>
            </a:r>
            <a:r>
              <a:rPr kumimoji="0" lang="en-US" altLang="en-US" sz="3200" b="0" i="0" u="none" strike="noStrike" cap="none" normalizeH="0" baseline="0">
                <a:ln>
                  <a:noFill/>
                </a:ln>
                <a:solidFill>
                  <a:schemeClr val="tx1"/>
                </a:solidFill>
                <a:effectLst/>
                <a:latin typeface="Tw Cen MT Condensed Extra Bold" panose="020B0803020202020204" pitchFamily="34" charset="0"/>
                <a:cs typeface="Calibri" panose="020F0502020204030204" pitchFamily="34" charset="0"/>
              </a:rPr>
              <a:t>article</a:t>
            </a:r>
            <a: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t>. </a:t>
            </a:r>
          </a:p>
          <a:p>
            <a:pPr marL="0" marR="0" lvl="0" indent="0" algn="l" defTabSz="914400" rtl="0" eaLnBrk="0" fontAlgn="base" latinLnBrk="0" hangingPunct="0">
              <a:lnSpc>
                <a:spcPts val="3100"/>
              </a:lnSpc>
              <a:spcBef>
                <a:spcPct val="0"/>
              </a:spcBef>
              <a:spcAft>
                <a:spcPct val="0"/>
              </a:spcAft>
              <a:buClrTx/>
              <a:buSzTx/>
              <a:buFontTx/>
              <a:buNone/>
              <a:tabLst/>
            </a:pPr>
            <a:b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br>
            <a: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t>2 Your school magazine is running a series of articles under the title 'Radio and Young People.' You have been asked to write an article to appear in the series giving your views on how popular radio is with young people today.</a:t>
            </a:r>
          </a:p>
          <a:p>
            <a:pPr marL="0" marR="0" lvl="0" indent="0" algn="l" defTabSz="914400" rtl="0" eaLnBrk="0" fontAlgn="base" latinLnBrk="0" hangingPunct="0">
              <a:lnSpc>
                <a:spcPts val="3100"/>
              </a:lnSpc>
              <a:spcBef>
                <a:spcPct val="0"/>
              </a:spcBef>
              <a:spcAft>
                <a:spcPct val="0"/>
              </a:spcAft>
              <a:buClrTx/>
              <a:buSzTx/>
              <a:buFontTx/>
              <a:buNone/>
              <a:tabLst/>
            </a:pPr>
            <a:b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br>
            <a: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t>Write your </a:t>
            </a:r>
            <a:r>
              <a:rPr kumimoji="0" lang="en-US" altLang="en-US" sz="3200" b="0" i="0" u="none" strike="noStrike" cap="none" normalizeH="0" baseline="0">
                <a:ln>
                  <a:noFill/>
                </a:ln>
                <a:solidFill>
                  <a:schemeClr val="tx1"/>
                </a:solidFill>
                <a:effectLst/>
                <a:latin typeface="Tw Cen MT Condensed Extra Bold" panose="020B0803020202020204" pitchFamily="34" charset="0"/>
                <a:cs typeface="Calibri" panose="020F0502020204030204" pitchFamily="34" charset="0"/>
              </a:rPr>
              <a:t>article</a:t>
            </a:r>
            <a:r>
              <a:rPr kumimoji="0" lang="en-US" altLang="en-US" sz="3200" b="0" i="0" u="none" strike="noStrike" cap="none" normalizeH="0" baseline="0">
                <a:ln>
                  <a:noFill/>
                </a:ln>
                <a:solidFill>
                  <a:schemeClr val="tx1"/>
                </a:solidFill>
                <a:effectLst/>
                <a:latin typeface="Abadi Extra Light" panose="020B0204020104020204" pitchFamily="34" charset="0"/>
                <a:cs typeface="Calibri" panose="020F0502020204030204" pitchFamily="34" charset="0"/>
              </a:rPr>
              <a:t>. </a:t>
            </a:r>
            <a:endParaRPr kumimoji="0" lang="en-US" altLang="en-US" sz="3200" b="0" i="0" u="none" strike="noStrike" cap="none" normalizeH="0" baseline="0">
              <a:ln>
                <a:noFill/>
              </a:ln>
              <a:solidFill>
                <a:schemeClr val="tx1"/>
              </a:solidFill>
              <a:effectLst/>
              <a:latin typeface="Abadi Extra Light" panose="020B0204020104020204" pitchFamily="34" charset="0"/>
            </a:endParaRPr>
          </a:p>
        </p:txBody>
      </p:sp>
    </p:spTree>
    <p:extLst>
      <p:ext uri="{BB962C8B-B14F-4D97-AF65-F5344CB8AC3E}">
        <p14:creationId xmlns:p14="http://schemas.microsoft.com/office/powerpoint/2010/main" val="19888307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23B8F5-DDD1-0C5B-9653-A2B76500A928}"/>
              </a:ext>
            </a:extLst>
          </p:cNvPr>
          <p:cNvPicPr>
            <a:picLocks noChangeAspect="1"/>
          </p:cNvPicPr>
          <p:nvPr/>
        </p:nvPicPr>
        <p:blipFill>
          <a:blip r:embed="rId2"/>
          <a:stretch>
            <a:fillRect/>
          </a:stretch>
        </p:blipFill>
        <p:spPr>
          <a:xfrm>
            <a:off x="308201" y="176893"/>
            <a:ext cx="4162425" cy="723900"/>
          </a:xfrm>
          <a:prstGeom prst="rect">
            <a:avLst/>
          </a:prstGeom>
        </p:spPr>
      </p:pic>
      <p:pic>
        <p:nvPicPr>
          <p:cNvPr id="5" name="Picture 4">
            <a:extLst>
              <a:ext uri="{FF2B5EF4-FFF2-40B4-BE49-F238E27FC236}">
                <a16:creationId xmlns:a16="http://schemas.microsoft.com/office/drawing/2014/main" id="{2F759703-5FD1-AA45-0702-E82E25335AC1}"/>
              </a:ext>
            </a:extLst>
          </p:cNvPr>
          <p:cNvPicPr>
            <a:picLocks noChangeAspect="1"/>
          </p:cNvPicPr>
          <p:nvPr/>
        </p:nvPicPr>
        <p:blipFill>
          <a:blip r:embed="rId3"/>
          <a:stretch>
            <a:fillRect/>
          </a:stretch>
        </p:blipFill>
        <p:spPr>
          <a:xfrm>
            <a:off x="308201" y="900793"/>
            <a:ext cx="10972038" cy="4226378"/>
          </a:xfrm>
          <a:prstGeom prst="rect">
            <a:avLst/>
          </a:prstGeom>
        </p:spPr>
      </p:pic>
    </p:spTree>
    <p:extLst>
      <p:ext uri="{BB962C8B-B14F-4D97-AF65-F5344CB8AC3E}">
        <p14:creationId xmlns:p14="http://schemas.microsoft.com/office/powerpoint/2010/main" val="33820140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3F0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AACC4C-A5A5-210F-9B5D-1F9475BA4B88}"/>
              </a:ext>
            </a:extLst>
          </p:cNvPr>
          <p:cNvPicPr>
            <a:picLocks noGrp="1" noRot="1" noChangeAspect="1" noMove="1" noResize="1" noEditPoints="1" noAdjustHandles="1" noChangeArrowheads="1" noChangeShapeType="1" noCrop="1"/>
          </p:cNvPicPr>
          <p:nvPr/>
        </p:nvPicPr>
        <p:blipFill>
          <a:blip r:embed="rId2"/>
          <a:stretch>
            <a:fillRect/>
          </a:stretch>
        </p:blipFill>
        <p:spPr>
          <a:xfrm rot="60000">
            <a:off x="584452" y="219973"/>
            <a:ext cx="11006614" cy="6418053"/>
          </a:xfrm>
          <a:prstGeom prst="rect">
            <a:avLst/>
          </a:prstGeom>
        </p:spPr>
      </p:pic>
      <p:sp>
        <p:nvSpPr>
          <p:cNvPr id="2" name="5) text">
            <a:extLst>
              <a:ext uri="{FF2B5EF4-FFF2-40B4-BE49-F238E27FC236}">
                <a16:creationId xmlns:a16="http://schemas.microsoft.com/office/drawing/2014/main" id="{F94FDA57-170D-8E7A-0DBF-B3E6BEABBCE3}"/>
              </a:ext>
            </a:extLst>
          </p:cNvPr>
          <p:cNvSpPr/>
          <p:nvPr/>
        </p:nvSpPr>
        <p:spPr>
          <a:xfrm>
            <a:off x="1150883" y="5955975"/>
            <a:ext cx="9175530" cy="933589"/>
          </a:xfrm>
          <a:prstGeom prst="rect">
            <a:avLst/>
          </a:prstGeom>
        </p:spPr>
        <p:txBody>
          <a:bodyPr wrap="square">
            <a:spAutoFit/>
          </a:bodyPr>
          <a:lstStyle/>
          <a:p>
            <a:pPr eaLnBrk="0" fontAlgn="base" hangingPunct="0">
              <a:lnSpc>
                <a:spcPts val="3200"/>
              </a:lnSpc>
              <a:spcBef>
                <a:spcPct val="0"/>
              </a:spcBef>
              <a:spcAft>
                <a:spcPct val="0"/>
              </a:spcAft>
            </a:pPr>
            <a:r>
              <a:rPr lang="en-US" sz="3200" spc="-130">
                <a:solidFill>
                  <a:srgbClr val="0070C0"/>
                </a:solidFill>
                <a:latin typeface="Segoe Print" panose="02000600000000000000" pitchFamily="2" charset="0"/>
                <a:cs typeface="Calibri" panose="020F0502020204030204" pitchFamily="34" charset="0"/>
              </a:rPr>
              <a:t>She’s a journalist well-known for her rudeness</a:t>
            </a:r>
          </a:p>
          <a:p>
            <a:pPr eaLnBrk="0" fontAlgn="base" hangingPunct="0">
              <a:lnSpc>
                <a:spcPts val="3200"/>
              </a:lnSpc>
              <a:spcBef>
                <a:spcPct val="0"/>
              </a:spcBef>
              <a:spcAft>
                <a:spcPct val="0"/>
              </a:spcAft>
            </a:pPr>
            <a:r>
              <a:rPr lang="en-US" sz="3200" spc="-130">
                <a:solidFill>
                  <a:srgbClr val="0070C0"/>
                </a:solidFill>
                <a:latin typeface="Segoe Print" panose="02000600000000000000" pitchFamily="2" charset="0"/>
                <a:cs typeface="Calibri" panose="020F0502020204030204" pitchFamily="34" charset="0"/>
              </a:rPr>
              <a:t> to politicians.</a:t>
            </a:r>
            <a:endParaRPr lang="en-GB" sz="3200" spc="-130">
              <a:solidFill>
                <a:srgbClr val="0070C0"/>
              </a:solidFill>
              <a:latin typeface="Segoe Print" panose="02000600000000000000" pitchFamily="2" charset="0"/>
              <a:cs typeface="Calibri" panose="020F0502020204030204" pitchFamily="34" charset="0"/>
            </a:endParaRPr>
          </a:p>
        </p:txBody>
      </p:sp>
      <p:sp>
        <p:nvSpPr>
          <p:cNvPr id="4" name="Oval 5">
            <a:extLst>
              <a:ext uri="{FF2B5EF4-FFF2-40B4-BE49-F238E27FC236}">
                <a16:creationId xmlns:a16="http://schemas.microsoft.com/office/drawing/2014/main" id="{1B1C4029-5D73-1CDF-BBA7-33D0EE172C7D}"/>
              </a:ext>
            </a:extLst>
          </p:cNvPr>
          <p:cNvSpPr>
            <a:spLocks noChangeAspect="1"/>
          </p:cNvSpPr>
          <p:nvPr/>
        </p:nvSpPr>
        <p:spPr>
          <a:xfrm>
            <a:off x="107411" y="5877721"/>
            <a:ext cx="843747" cy="461843"/>
          </a:xfrm>
          <a:prstGeom prst="ellipse">
            <a:avLst/>
          </a:prstGeom>
          <a:solidFill>
            <a:srgbClr val="375722"/>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5</a:t>
            </a:r>
          </a:p>
        </p:txBody>
      </p:sp>
      <p:sp>
        <p:nvSpPr>
          <p:cNvPr id="5" name="4) text">
            <a:extLst>
              <a:ext uri="{FF2B5EF4-FFF2-40B4-BE49-F238E27FC236}">
                <a16:creationId xmlns:a16="http://schemas.microsoft.com/office/drawing/2014/main" id="{21235B45-EF24-42B1-5AB6-EE90C810197C}"/>
              </a:ext>
            </a:extLst>
          </p:cNvPr>
          <p:cNvSpPr/>
          <p:nvPr/>
        </p:nvSpPr>
        <p:spPr>
          <a:xfrm>
            <a:off x="1227154" y="4747922"/>
            <a:ext cx="10419079" cy="523220"/>
          </a:xfrm>
          <a:prstGeom prst="rect">
            <a:avLst/>
          </a:prstGeom>
        </p:spPr>
        <p:txBody>
          <a:bodyPr wrap="square">
            <a:spAutoFit/>
          </a:bodyPr>
          <a:lstStyle/>
          <a:p>
            <a:pPr eaLnBrk="0" fontAlgn="base" hangingPunct="0">
              <a:lnSpc>
                <a:spcPts val="3200"/>
              </a:lnSpc>
              <a:spcBef>
                <a:spcPct val="0"/>
              </a:spcBef>
              <a:spcAft>
                <a:spcPct val="0"/>
              </a:spcAft>
            </a:pPr>
            <a:r>
              <a:rPr lang="en-US" altLang="en-US" sz="3200" spc="-110">
                <a:solidFill>
                  <a:srgbClr val="0070C0"/>
                </a:solidFill>
                <a:latin typeface="Segoe Print" panose="02000600000000000000" pitchFamily="2" charset="0"/>
                <a:cs typeface="Calibri" panose="020F0502020204030204" pitchFamily="34" charset="0"/>
              </a:rPr>
              <a:t>Books printed with soft covers are called paperbacks.</a:t>
            </a:r>
            <a:endParaRPr lang="en-GB" sz="3200" spc="-110">
              <a:solidFill>
                <a:srgbClr val="0070C0"/>
              </a:solidFill>
              <a:latin typeface="Segoe Print" panose="02000600000000000000" pitchFamily="2" charset="0"/>
              <a:cs typeface="Calibri" panose="020F0502020204030204" pitchFamily="34" charset="0"/>
            </a:endParaRPr>
          </a:p>
        </p:txBody>
      </p:sp>
      <p:sp>
        <p:nvSpPr>
          <p:cNvPr id="6" name="Oval 4">
            <a:extLst>
              <a:ext uri="{FF2B5EF4-FFF2-40B4-BE49-F238E27FC236}">
                <a16:creationId xmlns:a16="http://schemas.microsoft.com/office/drawing/2014/main" id="{19CC2444-1F16-2647-3206-6ACE9BFC2B88}"/>
              </a:ext>
            </a:extLst>
          </p:cNvPr>
          <p:cNvSpPr>
            <a:spLocks noChangeAspect="1"/>
          </p:cNvSpPr>
          <p:nvPr/>
        </p:nvSpPr>
        <p:spPr>
          <a:xfrm>
            <a:off x="107411" y="4628690"/>
            <a:ext cx="843747" cy="461843"/>
          </a:xfrm>
          <a:prstGeom prst="ellipse">
            <a:avLst/>
          </a:prstGeom>
          <a:solidFill>
            <a:srgbClr val="C997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4</a:t>
            </a:r>
          </a:p>
        </p:txBody>
      </p:sp>
      <p:sp>
        <p:nvSpPr>
          <p:cNvPr id="7" name="3) text">
            <a:extLst>
              <a:ext uri="{FF2B5EF4-FFF2-40B4-BE49-F238E27FC236}">
                <a16:creationId xmlns:a16="http://schemas.microsoft.com/office/drawing/2014/main" id="{F1C9FD8B-3196-D014-F0B1-2CF17A441F81}"/>
              </a:ext>
            </a:extLst>
          </p:cNvPr>
          <p:cNvSpPr/>
          <p:nvPr/>
        </p:nvSpPr>
        <p:spPr>
          <a:xfrm>
            <a:off x="1227154" y="3493087"/>
            <a:ext cx="9777177" cy="523220"/>
          </a:xfrm>
          <a:prstGeom prst="rect">
            <a:avLst/>
          </a:prstGeom>
        </p:spPr>
        <p:txBody>
          <a:bodyPr wrap="square">
            <a:spAutoFit/>
          </a:bodyPr>
          <a:lstStyle/>
          <a:p>
            <a:pPr eaLnBrk="0" fontAlgn="base" hangingPunct="0">
              <a:lnSpc>
                <a:spcPts val="3200"/>
              </a:lnSpc>
              <a:spcBef>
                <a:spcPct val="0"/>
              </a:spcBef>
              <a:spcAft>
                <a:spcPct val="0"/>
              </a:spcAft>
            </a:pPr>
            <a:r>
              <a:rPr lang="en-US" altLang="en-US" sz="3200" spc="-110">
                <a:solidFill>
                  <a:srgbClr val="0070C0"/>
                </a:solidFill>
                <a:latin typeface="Segoe Print" panose="02000600000000000000" pitchFamily="2" charset="0"/>
                <a:cs typeface="Calibri" panose="020F0502020204030204" pitchFamily="34" charset="0"/>
              </a:rPr>
              <a:t>I was interviewed by a reporter called Ivor Penn. </a:t>
            </a:r>
            <a:endParaRPr lang="en-GB" sz="3200" spc="-110">
              <a:solidFill>
                <a:srgbClr val="0070C0"/>
              </a:solidFill>
              <a:latin typeface="Segoe Print" panose="02000600000000000000" pitchFamily="2" charset="0"/>
              <a:cs typeface="Calibri" panose="020F0502020204030204" pitchFamily="34" charset="0"/>
            </a:endParaRPr>
          </a:p>
        </p:txBody>
      </p:sp>
      <p:sp>
        <p:nvSpPr>
          <p:cNvPr id="8" name="Oval 3">
            <a:extLst>
              <a:ext uri="{FF2B5EF4-FFF2-40B4-BE49-F238E27FC236}">
                <a16:creationId xmlns:a16="http://schemas.microsoft.com/office/drawing/2014/main" id="{42CA6E34-B7C3-4AF5-42C6-03B1FB4A8637}"/>
              </a:ext>
            </a:extLst>
          </p:cNvPr>
          <p:cNvSpPr>
            <a:spLocks noChangeAspect="1"/>
          </p:cNvSpPr>
          <p:nvPr/>
        </p:nvSpPr>
        <p:spPr>
          <a:xfrm>
            <a:off x="107411" y="3366959"/>
            <a:ext cx="843747" cy="461843"/>
          </a:xfrm>
          <a:prstGeom prst="ellipse">
            <a:avLst/>
          </a:prstGeom>
          <a:solidFill>
            <a:srgbClr val="9E79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3</a:t>
            </a:r>
          </a:p>
        </p:txBody>
      </p:sp>
      <p:sp>
        <p:nvSpPr>
          <p:cNvPr id="9" name="2) text">
            <a:extLst>
              <a:ext uri="{FF2B5EF4-FFF2-40B4-BE49-F238E27FC236}">
                <a16:creationId xmlns:a16="http://schemas.microsoft.com/office/drawing/2014/main" id="{D14771E6-3B75-AE2C-D791-0E006FAA241C}"/>
              </a:ext>
            </a:extLst>
          </p:cNvPr>
          <p:cNvSpPr/>
          <p:nvPr/>
        </p:nvSpPr>
        <p:spPr>
          <a:xfrm>
            <a:off x="1227155" y="2112124"/>
            <a:ext cx="8657824" cy="933589"/>
          </a:xfrm>
          <a:prstGeom prst="rect">
            <a:avLst/>
          </a:prstGeom>
        </p:spPr>
        <p:txBody>
          <a:bodyPr wrap="square">
            <a:spAutoFit/>
          </a:bodyPr>
          <a:lstStyle/>
          <a:p>
            <a:pPr eaLnBrk="0" fontAlgn="base" hangingPunct="0">
              <a:lnSpc>
                <a:spcPts val="3200"/>
              </a:lnSpc>
              <a:spcBef>
                <a:spcPct val="0"/>
              </a:spcBef>
              <a:spcAft>
                <a:spcPct val="0"/>
              </a:spcAft>
            </a:pPr>
            <a:r>
              <a:rPr lang="en-US" sz="3200" spc="-110">
                <a:solidFill>
                  <a:srgbClr val="0070C0"/>
                </a:solidFill>
                <a:latin typeface="Segoe Print" panose="02000600000000000000" pitchFamily="2" charset="0"/>
                <a:cs typeface="Calibri" panose="020F0502020204030204" pitchFamily="34" charset="0"/>
              </a:rPr>
              <a:t>The internet doesn’t have many websites created by young people.</a:t>
            </a:r>
            <a:endParaRPr lang="en-GB" sz="3200" spc="-110">
              <a:solidFill>
                <a:srgbClr val="0070C0"/>
              </a:solidFill>
              <a:latin typeface="Segoe Print" panose="02000600000000000000" pitchFamily="2" charset="0"/>
              <a:cs typeface="Calibri" panose="020F0502020204030204" pitchFamily="34" charset="0"/>
            </a:endParaRPr>
          </a:p>
        </p:txBody>
      </p:sp>
      <p:sp>
        <p:nvSpPr>
          <p:cNvPr id="10" name="Oval 2">
            <a:extLst>
              <a:ext uri="{FF2B5EF4-FFF2-40B4-BE49-F238E27FC236}">
                <a16:creationId xmlns:a16="http://schemas.microsoft.com/office/drawing/2014/main" id="{D377E05F-DDE5-008C-DC40-54071412B3C3}"/>
              </a:ext>
            </a:extLst>
          </p:cNvPr>
          <p:cNvSpPr>
            <a:spLocks noChangeAspect="1"/>
          </p:cNvSpPr>
          <p:nvPr/>
        </p:nvSpPr>
        <p:spPr>
          <a:xfrm>
            <a:off x="107411" y="2041728"/>
            <a:ext cx="843747" cy="461843"/>
          </a:xfrm>
          <a:prstGeom prst="ellipse">
            <a:avLst/>
          </a:prstGeom>
          <a:solidFill>
            <a:srgbClr val="DA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2</a:t>
            </a:r>
          </a:p>
        </p:txBody>
      </p:sp>
      <p:sp>
        <p:nvSpPr>
          <p:cNvPr id="11" name="1) text">
            <a:extLst>
              <a:ext uri="{FF2B5EF4-FFF2-40B4-BE49-F238E27FC236}">
                <a16:creationId xmlns:a16="http://schemas.microsoft.com/office/drawing/2014/main" id="{C3BD1CE6-4537-9FCE-0668-CFE32EE049B8}"/>
              </a:ext>
            </a:extLst>
          </p:cNvPr>
          <p:cNvSpPr>
            <a:spLocks noChangeArrowheads="1"/>
          </p:cNvSpPr>
          <p:nvPr/>
        </p:nvSpPr>
        <p:spPr bwMode="auto">
          <a:xfrm>
            <a:off x="1227154" y="866575"/>
            <a:ext cx="8515936" cy="933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3200"/>
              </a:lnSpc>
              <a:spcBef>
                <a:spcPct val="0"/>
              </a:spcBef>
              <a:spcAft>
                <a:spcPct val="0"/>
              </a:spcAft>
              <a:buClrTx/>
              <a:buSzTx/>
              <a:buFontTx/>
              <a:buNone/>
              <a:tabLst/>
            </a:pPr>
            <a:r>
              <a:rPr lang="en-US" altLang="en-US" sz="3200" spc="-110">
                <a:solidFill>
                  <a:srgbClr val="0070C0"/>
                </a:solidFill>
                <a:latin typeface="Segoe Print" panose="02000600000000000000" pitchFamily="2" charset="0"/>
                <a:cs typeface="Calibri" panose="020F0502020204030204" pitchFamily="34" charset="0"/>
              </a:rPr>
              <a:t>It’s a problem page specifically designed for teenagers and young adults.</a:t>
            </a:r>
            <a:endParaRPr kumimoji="0" lang="en-US" altLang="en-US" sz="3200" b="0" i="0" u="none" strike="noStrike" cap="none" spc="-110" normalizeH="0">
              <a:ln>
                <a:noFill/>
              </a:ln>
              <a:solidFill>
                <a:srgbClr val="0070C0"/>
              </a:solidFill>
              <a:effectLst/>
              <a:latin typeface="Segoe Print" panose="02000600000000000000" pitchFamily="2" charset="0"/>
            </a:endParaRPr>
          </a:p>
        </p:txBody>
      </p:sp>
      <p:sp>
        <p:nvSpPr>
          <p:cNvPr id="12" name="Oval 1">
            <a:extLst>
              <a:ext uri="{FF2B5EF4-FFF2-40B4-BE49-F238E27FC236}">
                <a16:creationId xmlns:a16="http://schemas.microsoft.com/office/drawing/2014/main" id="{7E20D938-42EE-C7E1-E55D-35FF7EA397B7}"/>
              </a:ext>
            </a:extLst>
          </p:cNvPr>
          <p:cNvSpPr>
            <a:spLocks noChangeAspect="1"/>
          </p:cNvSpPr>
          <p:nvPr/>
        </p:nvSpPr>
        <p:spPr>
          <a:xfrm>
            <a:off x="105947" y="782074"/>
            <a:ext cx="863153" cy="472466"/>
          </a:xfrm>
          <a:prstGeom prst="ellipse">
            <a:avLst/>
          </a:prstGeom>
          <a:solidFill>
            <a:srgbClr val="430000"/>
          </a:solidFill>
          <a:ln w="28575">
            <a:solidFill>
              <a:schemeClr val="bg1"/>
            </a:solidFill>
          </a:ln>
        </p:spPr>
        <p:style>
          <a:lnRef idx="0">
            <a:schemeClr val="dk1"/>
          </a:lnRef>
          <a:fillRef idx="3">
            <a:schemeClr val="dk1"/>
          </a:fillRef>
          <a:effectRef idx="3">
            <a:schemeClr val="dk1"/>
          </a:effectRef>
          <a:fontRef idx="minor">
            <a:schemeClr val="lt1"/>
          </a:fontRef>
        </p:style>
        <p:txBody>
          <a:bodyPr rtlCol="0" anchor="ctr"/>
          <a:lstStyle/>
          <a:p>
            <a:pPr algn="ctr"/>
            <a:r>
              <a:rPr lang="en-GB" sz="3200" b="1">
                <a:latin typeface="Gill Sans Nova Cond" panose="020B0606020104020203" pitchFamily="34" charset="0"/>
              </a:rPr>
              <a:t>1</a:t>
            </a:r>
          </a:p>
        </p:txBody>
      </p:sp>
    </p:spTree>
    <p:extLst>
      <p:ext uri="{BB962C8B-B14F-4D97-AF65-F5344CB8AC3E}">
        <p14:creationId xmlns:p14="http://schemas.microsoft.com/office/powerpoint/2010/main" val="39342106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2" fill="hold" grpId="1" nodeType="clickEffect">
                                  <p:stCondLst>
                                    <p:cond delay="0"/>
                                  </p:stCondLst>
                                  <p:childTnLst>
                                    <p:animEffect transition="out" filter="wipe(right)">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13" restart="whenNotActive" fill="hold" evtFilter="cancelBubble" nodeType="interactiveSeq">
                <p:stCondLst>
                  <p:cond evt="onClick" delay="0">
                    <p:tgtEl>
                      <p:spTgt spid="10"/>
                    </p:tgtEl>
                  </p:cond>
                </p:stCondLst>
                <p:endSync evt="end" delay="0">
                  <p:rtn val="all"/>
                </p:endSync>
                <p:childTnLst>
                  <p:par>
                    <p:cTn id="14" fill="hold">
                      <p:stCondLst>
                        <p:cond delay="0"/>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2" fill="hold" grpId="1" nodeType="clickEffect">
                                  <p:stCondLst>
                                    <p:cond delay="0"/>
                                  </p:stCondLst>
                                  <p:childTnLst>
                                    <p:animEffect transition="out" filter="wipe(right)">
                                      <p:cBhvr>
                                        <p:cTn id="22" dur="500"/>
                                        <p:tgtEl>
                                          <p:spTgt spid="9"/>
                                        </p:tgtEl>
                                      </p:cBhvr>
                                    </p:animEffect>
                                    <p:set>
                                      <p:cBhvr>
                                        <p:cTn id="23"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24" restart="whenNotActive" fill="hold" evtFilter="cancelBubble" nodeType="interactiveSeq">
                <p:stCondLst>
                  <p:cond evt="onClick" delay="0">
                    <p:tgtEl>
                      <p:spTgt spid="8"/>
                    </p:tgtEl>
                  </p:cond>
                </p:stCondLst>
                <p:endSync evt="end" delay="0">
                  <p:rtn val="all"/>
                </p:endSync>
                <p:childTnLst>
                  <p:par>
                    <p:cTn id="25" fill="hold">
                      <p:stCondLst>
                        <p:cond delay="0"/>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xit" presetSubtype="2" fill="hold" grpId="1" nodeType="clickEffect">
                                  <p:stCondLst>
                                    <p:cond delay="0"/>
                                  </p:stCondLst>
                                  <p:childTnLst>
                                    <p:animEffect transition="out" filter="wipe(right)">
                                      <p:cBhvr>
                                        <p:cTn id="33" dur="500"/>
                                        <p:tgtEl>
                                          <p:spTgt spid="7"/>
                                        </p:tgtEl>
                                      </p:cBhvr>
                                    </p:animEffect>
                                    <p:set>
                                      <p:cBhvr>
                                        <p:cTn id="34"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35" restart="whenNotActive" fill="hold" evtFilter="cancelBubble" nodeType="interactiveSeq">
                <p:stCondLst>
                  <p:cond evt="onClick" delay="0">
                    <p:tgtEl>
                      <p:spTgt spid="6"/>
                    </p:tgtEl>
                  </p:cond>
                </p:stCondLst>
                <p:endSync evt="end" delay="0">
                  <p:rtn val="all"/>
                </p:endSync>
                <p:childTnLst>
                  <p:par>
                    <p:cTn id="36" fill="hold">
                      <p:stCondLst>
                        <p:cond delay="0"/>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left)">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2" fill="hold" grpId="1" nodeType="clickEffect">
                                  <p:stCondLst>
                                    <p:cond delay="0"/>
                                  </p:stCondLst>
                                  <p:childTnLst>
                                    <p:animEffect transition="out" filter="wipe(right)">
                                      <p:cBhvr>
                                        <p:cTn id="44" dur="500"/>
                                        <p:tgtEl>
                                          <p:spTgt spid="5"/>
                                        </p:tgtEl>
                                      </p:cBhvr>
                                    </p:animEffect>
                                    <p:set>
                                      <p:cBhvr>
                                        <p:cTn id="45" dur="1" fill="hold">
                                          <p:stCondLst>
                                            <p:cond delay="499"/>
                                          </p:stCondLst>
                                        </p:cTn>
                                        <p:tgtEl>
                                          <p:spTgt spid="5"/>
                                        </p:tgtEl>
                                        <p:attrNameLst>
                                          <p:attrName>style.visibility</p:attrName>
                                        </p:attrNameLst>
                                      </p:cBhvr>
                                      <p:to>
                                        <p:strVal val="hidden"/>
                                      </p:to>
                                    </p:set>
                                  </p:childTnLst>
                                </p:cTn>
                              </p:par>
                            </p:childTnLst>
                          </p:cTn>
                        </p:par>
                      </p:childTnLst>
                    </p:cTn>
                  </p:par>
                </p:childTnLst>
              </p:cTn>
              <p:nextCondLst>
                <p:cond evt="onClick" delay="0">
                  <p:tgtEl>
                    <p:spTgt spid="6"/>
                  </p:tgtEl>
                </p:cond>
              </p:nextCondLst>
            </p:seq>
            <p:seq concurrent="1" nextAc="seek">
              <p:cTn id="46" restart="whenNotActive" fill="hold" evtFilter="cancelBubble" nodeType="interactiveSeq">
                <p:stCondLst>
                  <p:cond evt="onClick" delay="0">
                    <p:tgtEl>
                      <p:spTgt spid="4"/>
                    </p:tgtEl>
                  </p:cond>
                </p:stCondLst>
                <p:endSync evt="end" delay="0">
                  <p:rtn val="all"/>
                </p:endSync>
                <p:childTnLst>
                  <p:par>
                    <p:cTn id="47" fill="hold">
                      <p:stCondLst>
                        <p:cond delay="0"/>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wipe(left)">
                                      <p:cBhvr>
                                        <p:cTn id="51" dur="500"/>
                                        <p:tgtEl>
                                          <p:spTgt spid="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xit" presetSubtype="2" fill="hold" grpId="1" nodeType="clickEffect">
                                  <p:stCondLst>
                                    <p:cond delay="0"/>
                                  </p:stCondLst>
                                  <p:childTnLst>
                                    <p:animEffect transition="out" filter="wipe(right)">
                                      <p:cBhvr>
                                        <p:cTn id="55" dur="500"/>
                                        <p:tgtEl>
                                          <p:spTgt spid="2"/>
                                        </p:tgtEl>
                                      </p:cBhvr>
                                    </p:animEffect>
                                    <p:set>
                                      <p:cBhvr>
                                        <p:cTn id="56" dur="1" fill="hold">
                                          <p:stCondLst>
                                            <p:cond delay="499"/>
                                          </p:stCondLst>
                                        </p:cTn>
                                        <p:tgtEl>
                                          <p:spTgt spid="2"/>
                                        </p:tgtEl>
                                        <p:attrNameLst>
                                          <p:attrName>style.visibility</p:attrName>
                                        </p:attrNameLst>
                                      </p:cBhvr>
                                      <p:to>
                                        <p:strVal val="hidden"/>
                                      </p:to>
                                    </p:set>
                                  </p:childTnLst>
                                </p:cTn>
                              </p:par>
                            </p:childTnLst>
                          </p:cTn>
                        </p:par>
                      </p:childTnLst>
                    </p:cTn>
                  </p:par>
                </p:childTnLst>
              </p:cTn>
              <p:nextCondLst>
                <p:cond evt="onClick" delay="0">
                  <p:tgtEl>
                    <p:spTgt spid="4"/>
                  </p:tgtEl>
                </p:cond>
              </p:nextCondLst>
            </p:seq>
          </p:childTnLst>
        </p:cTn>
      </p:par>
    </p:tnLst>
    <p:bldLst>
      <p:bldP spid="2" grpId="0"/>
      <p:bldP spid="2" grpId="1"/>
      <p:bldP spid="5" grpId="0"/>
      <p:bldP spid="5" grpId="1"/>
      <p:bldP spid="7" grpId="0"/>
      <p:bldP spid="7" grpId="1"/>
      <p:bldP spid="9" grpId="0"/>
      <p:bldP spid="9" grpId="1"/>
      <p:bldP spid="11" grpId="0"/>
      <p:bldP spid="11" grpId="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F045B96-7B4B-4AD2-AADE-71903889C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635c7e-3a11-4128-b6ca-f17fd774e4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2D84ED6-7C33-46B3-9F66-965812DF99CE}">
  <ds:schemaRefs>
    <ds:schemaRef ds:uri="http://schemas.microsoft.com/sharepoint/v3/contenttype/forms"/>
  </ds:schemaRefs>
</ds:datastoreItem>
</file>

<file path=customXml/itemProps3.xml><?xml version="1.0" encoding="utf-8"?>
<ds:datastoreItem xmlns:ds="http://schemas.openxmlformats.org/officeDocument/2006/customXml" ds:itemID="{0C0D8E54-56EC-4FEE-BDE4-ECED388DA664}">
  <ds:schemaRefs>
    <ds:schemaRef ds:uri="http://purl.org/dc/elements/1.1/"/>
    <ds:schemaRef ds:uri="http://schemas.microsoft.com/office/2006/metadata/properties"/>
    <ds:schemaRef ds:uri="http://www.w3.org/XML/1998/namespace"/>
    <ds:schemaRef ds:uri="31635c7e-3a11-4128-b6ca-f17fd774e46d"/>
    <ds:schemaRef ds:uri="http://schemas.openxmlformats.org/package/2006/metadata/core-properties"/>
    <ds:schemaRef ds:uri="http://purl.org/dc/dcmitype/"/>
    <ds:schemaRef ds:uri="http://schemas.microsoft.com/office/2006/documentManagement/types"/>
    <ds:schemaRef ds:uri="http://purl.org/dc/term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701</Words>
  <Application>Microsoft Office PowerPoint</Application>
  <PresentationFormat>Widescreen</PresentationFormat>
  <Paragraphs>138</Paragraphs>
  <Slides>39</Slides>
  <Notes>1</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Abadi Extra Light</vt:lpstr>
      <vt:lpstr>Aptos</vt:lpstr>
      <vt:lpstr>Aptos Display</vt:lpstr>
      <vt:lpstr>Arial</vt:lpstr>
      <vt:lpstr>Gill Sans Nova Cond</vt:lpstr>
      <vt:lpstr>Segoe Print</vt:lpstr>
      <vt:lpstr>Tw Cen MT Condensed Extra Bold</vt:lpstr>
      <vt:lpstr>office theme</vt:lpstr>
      <vt:lpstr>Unit 8 The Media - Writing styles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8 The Media - Writing styles</dc:title>
  <dc:creator/>
  <cp:lastModifiedBy>Andrew Patterson</cp:lastModifiedBy>
  <cp:revision>1</cp:revision>
  <dcterms:created xsi:type="dcterms:W3CDTF">2024-09-10T08:41:33Z</dcterms:created>
  <dcterms:modified xsi:type="dcterms:W3CDTF">2026-03-10T12:55:19Z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ies>
</file>