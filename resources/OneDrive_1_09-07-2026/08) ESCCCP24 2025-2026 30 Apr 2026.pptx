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61" r:id="rId7"/>
    <p:sldId id="351" r:id="rId8"/>
    <p:sldId id="260" r:id="rId9"/>
    <p:sldId id="262" r:id="rId10"/>
    <p:sldId id="257" r:id="rId11"/>
    <p:sldId id="304" r:id="rId12"/>
    <p:sldId id="352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FF227A-5859-41E5-B432-CB22D4E773CF}" v="9" dt="2026-05-01T10:46:41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E1A320E-AFAE-43A1-A9DD-B4B1AAB95D72}"/>
    <pc:docChg chg="modSld">
      <pc:chgData name="" userId="" providerId="" clId="Web-{1E1A320E-AFAE-43A1-A9DD-B4B1AAB95D72}" dt="2026-04-28T16:35:58.977" v="1"/>
      <pc:docMkLst>
        <pc:docMk/>
      </pc:docMkLst>
      <pc:sldChg chg="modSp">
        <pc:chgData name="" userId="" providerId="" clId="Web-{1E1A320E-AFAE-43A1-A9DD-B4B1AAB95D72}" dt="2026-04-28T16:35:58.977" v="1"/>
        <pc:sldMkLst>
          <pc:docMk/>
          <pc:sldMk cId="109857222" sldId="256"/>
        </pc:sldMkLst>
        <pc:spChg chg="mod">
          <ac:chgData name="" userId="" providerId="" clId="Web-{1E1A320E-AFAE-43A1-A9DD-B4B1AAB95D72}" dt="2026-04-28T16:35:58.977" v="1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S::apatterson@cavc.ac.uk::6c8ffccf-7c1b-4173-8b93-861005bd5f70" providerId="AD" clId="Web-{1E1A320E-AFAE-43A1-A9DD-B4B1AAB95D72}"/>
    <pc:docChg chg="modSld">
      <pc:chgData name="Andrew Patterson" userId="S::apatterson@cavc.ac.uk::6c8ffccf-7c1b-4173-8b93-861005bd5f70" providerId="AD" clId="Web-{1E1A320E-AFAE-43A1-A9DD-B4B1AAB95D72}" dt="2026-04-28T16:36:06.524" v="2" actId="20577"/>
      <pc:docMkLst>
        <pc:docMk/>
      </pc:docMkLst>
      <pc:sldChg chg="modSp">
        <pc:chgData name="Andrew Patterson" userId="S::apatterson@cavc.ac.uk::6c8ffccf-7c1b-4173-8b93-861005bd5f70" providerId="AD" clId="Web-{1E1A320E-AFAE-43A1-A9DD-B4B1AAB95D72}" dt="2026-04-28T16:36:06.524" v="2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1E1A320E-AFAE-43A1-A9DD-B4B1AAB95D72}" dt="2026-04-28T16:36:06.524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undo custSel addSld delSld modSld sldOrd">
      <pc:chgData name="Andrew Patterson" userId="6c8ffccf-7c1b-4173-8b93-861005bd5f70" providerId="ADAL" clId="{340A04FB-801D-4D33-9372-268FA29A2369}" dt="2026-05-01T10:47:18.066" v="767" actId="47"/>
      <pc:docMkLst>
        <pc:docMk/>
      </pc:docMkLst>
      <pc:sldChg chg="addSp delSp modSp new mod ord">
        <pc:chgData name="Andrew Patterson" userId="6c8ffccf-7c1b-4173-8b93-861005bd5f70" providerId="ADAL" clId="{340A04FB-801D-4D33-9372-268FA29A2369}" dt="2026-05-01T10:45:59.456" v="751" actId="1076"/>
        <pc:sldMkLst>
          <pc:docMk/>
          <pc:sldMk cId="2761358476" sldId="257"/>
        </pc:sldMkLst>
        <pc:spChg chg="add mod">
          <ac:chgData name="Andrew Patterson" userId="6c8ffccf-7c1b-4173-8b93-861005bd5f70" providerId="ADAL" clId="{340A04FB-801D-4D33-9372-268FA29A2369}" dt="2026-04-30T18:38:39.132" v="423" actId="1076"/>
          <ac:spMkLst>
            <pc:docMk/>
            <pc:sldMk cId="2761358476" sldId="257"/>
            <ac:spMk id="2" creationId="{A800F23C-225F-8E13-6A32-9FB2612576F4}"/>
          </ac:spMkLst>
        </pc:spChg>
        <pc:spChg chg="add mod">
          <ac:chgData name="Andrew Patterson" userId="6c8ffccf-7c1b-4173-8b93-861005bd5f70" providerId="ADAL" clId="{340A04FB-801D-4D33-9372-268FA29A2369}" dt="2026-05-01T10:43:59.374" v="745" actId="1076"/>
          <ac:spMkLst>
            <pc:docMk/>
            <pc:sldMk cId="2761358476" sldId="257"/>
            <ac:spMk id="4" creationId="{7A17973B-1170-49AA-17A3-F7F9966F8801}"/>
          </ac:spMkLst>
        </pc:spChg>
        <pc:spChg chg="add mod">
          <ac:chgData name="Andrew Patterson" userId="6c8ffccf-7c1b-4173-8b93-861005bd5f70" providerId="ADAL" clId="{340A04FB-801D-4D33-9372-268FA29A2369}" dt="2026-04-30T18:38:39.132" v="423" actId="1076"/>
          <ac:spMkLst>
            <pc:docMk/>
            <pc:sldMk cId="2761358476" sldId="257"/>
            <ac:spMk id="5" creationId="{3202C78B-BAA0-962B-A04D-199474810708}"/>
          </ac:spMkLst>
        </pc:spChg>
        <pc:spChg chg="add mod">
          <ac:chgData name="Andrew Patterson" userId="6c8ffccf-7c1b-4173-8b93-861005bd5f70" providerId="ADAL" clId="{340A04FB-801D-4D33-9372-268FA29A2369}" dt="2026-05-01T10:35:35.969" v="513" actId="1076"/>
          <ac:spMkLst>
            <pc:docMk/>
            <pc:sldMk cId="2761358476" sldId="257"/>
            <ac:spMk id="6" creationId="{C0EF468C-92B0-076B-9959-42A800498CCE}"/>
          </ac:spMkLst>
        </pc:spChg>
        <pc:spChg chg="add mod">
          <ac:chgData name="Andrew Patterson" userId="6c8ffccf-7c1b-4173-8b93-861005bd5f70" providerId="ADAL" clId="{340A04FB-801D-4D33-9372-268FA29A2369}" dt="2026-05-01T10:45:59.456" v="751" actId="1076"/>
          <ac:spMkLst>
            <pc:docMk/>
            <pc:sldMk cId="2761358476" sldId="257"/>
            <ac:spMk id="7" creationId="{984B9834-5792-98CF-9E01-77B91853D25E}"/>
          </ac:spMkLst>
        </pc:spChg>
      </pc:sldChg>
      <pc:sldChg chg="addSp delSp modSp new del mod">
        <pc:chgData name="Andrew Patterson" userId="6c8ffccf-7c1b-4173-8b93-861005bd5f70" providerId="ADAL" clId="{340A04FB-801D-4D33-9372-268FA29A2369}" dt="2026-05-01T10:47:18.066" v="767" actId="47"/>
        <pc:sldMkLst>
          <pc:docMk/>
          <pc:sldMk cId="1431284831" sldId="259"/>
        </pc:sldMkLst>
        <pc:spChg chg="add mod">
          <ac:chgData name="Andrew Patterson" userId="6c8ffccf-7c1b-4173-8b93-861005bd5f70" providerId="ADAL" clId="{340A04FB-801D-4D33-9372-268FA29A2369}" dt="2026-05-01T10:47:03.017" v="765" actId="14100"/>
          <ac:spMkLst>
            <pc:docMk/>
            <pc:sldMk cId="1431284831" sldId="259"/>
            <ac:spMk id="2" creationId="{EEA710F4-B9D7-BF68-9E24-5C139204093A}"/>
          </ac:spMkLst>
        </pc:spChg>
        <pc:spChg chg="add del mod">
          <ac:chgData name="Andrew Patterson" userId="6c8ffccf-7c1b-4173-8b93-861005bd5f70" providerId="ADAL" clId="{340A04FB-801D-4D33-9372-268FA29A2369}" dt="2026-05-01T10:46:38.719" v="758" actId="478"/>
          <ac:spMkLst>
            <pc:docMk/>
            <pc:sldMk cId="1431284831" sldId="259"/>
            <ac:spMk id="5" creationId="{5B924D29-FBC1-C37D-4977-C9D487A8E6DA}"/>
          </ac:spMkLst>
        </pc:spChg>
        <pc:picChg chg="add del">
          <ac:chgData name="Andrew Patterson" userId="6c8ffccf-7c1b-4173-8b93-861005bd5f70" providerId="ADAL" clId="{340A04FB-801D-4D33-9372-268FA29A2369}" dt="2026-05-01T10:36:07.333" v="517" actId="22"/>
          <ac:picMkLst>
            <pc:docMk/>
            <pc:sldMk cId="1431284831" sldId="259"/>
            <ac:picMk id="4" creationId="{F48E1BBF-EE28-99E9-3580-993A6BF4997B}"/>
          </ac:picMkLst>
        </pc:picChg>
      </pc:sldChg>
      <pc:sldChg chg="addSp delSp modSp new mod">
        <pc:chgData name="Andrew Patterson" userId="6c8ffccf-7c1b-4173-8b93-861005bd5f70" providerId="ADAL" clId="{340A04FB-801D-4D33-9372-268FA29A2369}" dt="2026-04-29T08:41:27.277" v="401" actId="20577"/>
        <pc:sldMkLst>
          <pc:docMk/>
          <pc:sldMk cId="57490768" sldId="260"/>
        </pc:sldMkLst>
        <pc:spChg chg="add mod">
          <ac:chgData name="Andrew Patterson" userId="6c8ffccf-7c1b-4173-8b93-861005bd5f70" providerId="ADAL" clId="{340A04FB-801D-4D33-9372-268FA29A2369}" dt="2026-04-29T08:41:27.277" v="401" actId="20577"/>
          <ac:spMkLst>
            <pc:docMk/>
            <pc:sldMk cId="57490768" sldId="260"/>
            <ac:spMk id="5" creationId="{7D5134D1-392B-EF88-EE5F-F20A0FAB01B3}"/>
          </ac:spMkLst>
        </pc:spChg>
      </pc:sldChg>
      <pc:sldChg chg="modSp add mod">
        <pc:chgData name="Andrew Patterson" userId="6c8ffccf-7c1b-4173-8b93-861005bd5f70" providerId="ADAL" clId="{340A04FB-801D-4D33-9372-268FA29A2369}" dt="2026-04-29T09:10:54.838" v="406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4-29T09:10:54.838" v="406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add">
        <pc:chgData name="Andrew Patterson" userId="6c8ffccf-7c1b-4173-8b93-861005bd5f70" providerId="ADAL" clId="{340A04FB-801D-4D33-9372-268FA29A2369}" dt="2026-04-29T09:12:16.398" v="410"/>
        <pc:sldMkLst>
          <pc:docMk/>
          <pc:sldMk cId="748540512" sldId="262"/>
        </pc:sldMkLst>
      </pc:sldChg>
      <pc:sldChg chg="add ord">
        <pc:chgData name="Andrew Patterson" userId="6c8ffccf-7c1b-4173-8b93-861005bd5f70" providerId="ADAL" clId="{340A04FB-801D-4D33-9372-268FA29A2369}" dt="2026-04-29T09:11:43.865" v="409"/>
        <pc:sldMkLst>
          <pc:docMk/>
          <pc:sldMk cId="287456303" sldId="304"/>
        </pc:sldMkLst>
      </pc:sldChg>
      <pc:sldChg chg="add">
        <pc:chgData name="Andrew Patterson" userId="6c8ffccf-7c1b-4173-8b93-861005bd5f70" providerId="ADAL" clId="{340A04FB-801D-4D33-9372-268FA29A2369}" dt="2026-04-29T09:11:25.476" v="407"/>
        <pc:sldMkLst>
          <pc:docMk/>
          <pc:sldMk cId="2280939754" sldId="351"/>
        </pc:sldMkLst>
      </pc:sldChg>
      <pc:sldChg chg="add">
        <pc:chgData name="Andrew Patterson" userId="6c8ffccf-7c1b-4173-8b93-861005bd5f70" providerId="ADAL" clId="{340A04FB-801D-4D33-9372-268FA29A2369}" dt="2026-05-01T10:47:15.775" v="766" actId="2890"/>
        <pc:sldMkLst>
          <pc:docMk/>
          <pc:sldMk cId="1225377187" sldId="35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503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305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271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115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406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219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745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288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95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200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204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35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8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4bw5KYvoATKkF511gU8uSAT_kqLLjgxQp_sekFPKfiT4?e=uWd6Be" TargetMode="External"/><Relationship Id="rId2" Type="http://schemas.openxmlformats.org/officeDocument/2006/relationships/hyperlink" Target="https://thecardiffandvalecollege.sharepoint.com/:p:/s/Section_ESCCCP24_2025_2026/IQDg9KioGSROT6-pkk3hmluCAfu6cCYA_5_KZzSQMNgHq-g?e=A70Q7R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thecardiffandvalecollege.sharepoint.com/:b:/s/Section_ESCCCP24_2025_2026/IQB6pxZZ0s6ZSqzDPQY2HGF2ASxsi0c80xF1y2eSeOLFnhY?e=efzRvv" TargetMode="External"/><Relationship Id="rId4" Type="http://schemas.openxmlformats.org/officeDocument/2006/relationships/hyperlink" Target="https://thecardiffandvalecollege.sharepoint.com/:p:/s/Section_ESCCCP24_2025_2026/IQCrIbLKu0eDQp4_l43wpc0iAROMV_oPsswOGUil50QGrQk?e=nVIJa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DwD-3WEXKRQay2ULqexuRaAZSeHyntevELGz6bBzZpk1I?e=NsvSNo" TargetMode="External"/><Relationship Id="rId2" Type="http://schemas.openxmlformats.org/officeDocument/2006/relationships/hyperlink" Target="https://learnenglish.britishcouncil.org/free-resources/reading/b2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hecardiffandvalecollege.sharepoint.com/:b:/s/Section_ESCCCP24_2025_2026/IQA8hC5GOw6lRKaNcoCp5wxoAVLxXrmOlhJCcPoRofM0mSU?e=NI13fl" TargetMode="External"/><Relationship Id="rId4" Type="http://schemas.openxmlformats.org/officeDocument/2006/relationships/hyperlink" Target="https://thecardiffandvalecollege.sharepoint.com/:p:/s/Section_ESCCCP24_2025_2026/IQDTCpGUNBnRRpNPsBkHY7AMAZj5h7VsrbbLiPsjnm2c8b0?e=DlwgnZ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8hC5GOw6lRKaNcoCp5wxoAVLxXrmOlhJCcPoRofM0mSU?e=NI13fl" TargetMode="External"/><Relationship Id="rId2" Type="http://schemas.openxmlformats.org/officeDocument/2006/relationships/hyperlink" Target="https://thecardiffandvalecollege.sharepoint.com/:p:/s/Section_ESCCCP24_2025_2026/IQDTCpGUNBnRRpNPsBkHY7AMAZj5h7VsrbbLiPsjnm2c8b0?e=DlwgnZ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7) ESCCCP24 2025-2026 23 30 Apr 2026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30 Apr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9C7EB2-D76D-A7B2-5218-EB218E44B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778" y="1905506"/>
            <a:ext cx="967339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  <a:hlinkClick r:id="rId2"/>
              </a:rPr>
              <a:t>CE Adv WB Mod 1 p.24-25 W a music review.pptx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Extra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  <a:hlinkClick r:id="rId3"/>
              </a:rPr>
              <a:t>CE Adv WB Mod 1 p.24-25 W a music review.pdf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Extra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  <a:hlinkClick r:id="rId4"/>
              </a:rPr>
              <a:t>Cutting Edge Adv Vocab Builder Mod 2.pptx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Extra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  <a:hlinkClick r:id="rId5"/>
              </a:rPr>
              <a:t>Cutting Edge Adv Vocab Builder Mod 2.pdf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p.8-9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Homework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  <a:hlinkClick r:id="rId5"/>
              </a:rPr>
              <a:t>Cutting Edge Adv Vocab Builder Mod 2.pdf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ExtraBold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p.10-11</a:t>
            </a:r>
          </a:p>
        </p:txBody>
      </p:sp>
    </p:spTree>
    <p:extLst>
      <p:ext uri="{BB962C8B-B14F-4D97-AF65-F5344CB8AC3E}">
        <p14:creationId xmlns:p14="http://schemas.microsoft.com/office/powerpoint/2010/main" val="228093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5134D1-392B-EF88-EE5F-F20A0FAB01B3}"/>
              </a:ext>
            </a:extLst>
          </p:cNvPr>
          <p:cNvSpPr txBox="1"/>
          <p:nvPr/>
        </p:nvSpPr>
        <p:spPr>
          <a:xfrm>
            <a:off x="663315" y="104931"/>
            <a:ext cx="11118954" cy="6267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Good readers,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0.0 </a:t>
            </a: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 their time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1.1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redict the text, use prior knowledge, check understanding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1.2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work out why the text was written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1.3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find the main ideas and supporting details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2.1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guess word meaning from context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2.2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use linking words to follow meaning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2.3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track references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3.1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compare ideas and opinions across texts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3.2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fact, opinion and bias</a:t>
            </a:r>
          </a:p>
        </p:txBody>
      </p:sp>
    </p:spTree>
    <p:extLst>
      <p:ext uri="{BB962C8B-B14F-4D97-AF65-F5344CB8AC3E}">
        <p14:creationId xmlns:p14="http://schemas.microsoft.com/office/powerpoint/2010/main" val="5749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02C78B-BAA0-962B-A04D-199474810708}"/>
              </a:ext>
            </a:extLst>
          </p:cNvPr>
          <p:cNvSpPr txBox="1"/>
          <p:nvPr/>
        </p:nvSpPr>
        <p:spPr>
          <a:xfrm>
            <a:off x="588364" y="4939471"/>
            <a:ext cx="6093500" cy="601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B2 reading | </a:t>
            </a:r>
            <a:r>
              <a:rPr lang="en-GB" sz="3200" u="sng" kern="100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LearnEnglish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F468C-92B0-076B-9959-42A800498CCE}"/>
              </a:ext>
            </a:extLst>
          </p:cNvPr>
          <p:cNvSpPr txBox="1"/>
          <p:nvPr/>
        </p:nvSpPr>
        <p:spPr>
          <a:xfrm>
            <a:off x="588364" y="2311180"/>
            <a:ext cx="108941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The rest of the lesson was to have focused on strategies for reading, outside of skimming scanning and careful reading. This will now be done next week.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00F23C-225F-8E13-6A32-9FB2612576F4}"/>
              </a:ext>
            </a:extLst>
          </p:cNvPr>
          <p:cNvSpPr txBox="1"/>
          <p:nvPr/>
        </p:nvSpPr>
        <p:spPr>
          <a:xfrm>
            <a:off x="588364" y="4117768"/>
            <a:ext cx="3473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3"/>
              </a:rPr>
              <a:t>FCE Reading.pdf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7973B-1170-49AA-17A3-F7F9966F8801}"/>
              </a:ext>
            </a:extLst>
          </p:cNvPr>
          <p:cNvSpPr txBox="1"/>
          <p:nvPr/>
        </p:nvSpPr>
        <p:spPr>
          <a:xfrm>
            <a:off x="693295" y="411903"/>
            <a:ext cx="63708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4"/>
              </a:rPr>
              <a:t>L2 Writing an Article II Plus Int H2O - A Source of Life 22 Apr 2026.pptx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B9834-5792-98CF-9E01-77B91853D25E}"/>
              </a:ext>
            </a:extLst>
          </p:cNvPr>
          <p:cNvSpPr txBox="1"/>
          <p:nvPr/>
        </p:nvSpPr>
        <p:spPr>
          <a:xfrm>
            <a:off x="693295" y="1607763"/>
            <a:ext cx="87692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hlinkClick r:id="rId5"/>
              </a:rPr>
              <a:t>11) PlusIntU11 Article (II) Opinion Piece (2).pdf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76135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23 Apr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D9B3-17B4-6F99-CD48-D2381765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301A2-CDFF-3D4D-D890-884F385B23B5}"/>
              </a:ext>
            </a:extLst>
          </p:cNvPr>
          <p:cNvSpPr txBox="1"/>
          <p:nvPr/>
        </p:nvSpPr>
        <p:spPr>
          <a:xfrm>
            <a:off x="498422" y="276992"/>
            <a:ext cx="1102901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Using </a:t>
            </a:r>
            <a:r>
              <a:rPr lang="en-GB" sz="3200" dirty="0">
                <a:hlinkClick r:id="rId2"/>
              </a:rPr>
              <a:t>L2 Writing an Article II Plus Int H2O - A Source of Life 22 Apr 2026.pptx</a:t>
            </a:r>
            <a:r>
              <a:rPr lang="en-GB" sz="3200" dirty="0"/>
              <a:t> incorporating  </a:t>
            </a:r>
          </a:p>
          <a:p>
            <a:r>
              <a:rPr lang="fr-FR" sz="3200" dirty="0">
                <a:hlinkClick r:id="rId3"/>
              </a:rPr>
              <a:t>11) PlusIntU11 Article (II) Opinion Piece (2).pdf</a:t>
            </a:r>
            <a:r>
              <a:rPr lang="fr-FR" sz="3200" dirty="0"/>
              <a:t>, </a:t>
            </a:r>
            <a:r>
              <a:rPr lang="en-GB" sz="3200" dirty="0"/>
              <a:t>we learnt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to write an article to express our opinions,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how to use topic sentences, supporting sentences, and concluding sentences.</a:t>
            </a:r>
          </a:p>
          <a:p>
            <a:r>
              <a:rPr lang="en-GB" sz="3200" u="sng" dirty="0"/>
              <a:t>Homework</a:t>
            </a:r>
          </a:p>
          <a:p>
            <a:r>
              <a:rPr lang="en-GB" sz="3200" b="1" kern="100" dirty="0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Task for homework.</a:t>
            </a:r>
            <a:br>
              <a:rPr lang="en-GB" sz="3200" kern="100" dirty="0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sz="3200" dirty="0">
                <a:hlinkClick r:id="rId3"/>
              </a:rPr>
              <a:t>11) PlusIntU11 Article (II) Opinion Piece (2).pdf</a:t>
            </a:r>
            <a:endParaRPr lang="en-GB" sz="3200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sz="3200" kern="100" dirty="0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college newspaper has invited you to write an article suggesting ways in which different types of pollution can be reduced in your town/city. Write your article. </a:t>
            </a:r>
            <a:r>
              <a:rPr lang="en-GB" sz="3200" i="1" kern="100" dirty="0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(120–180 words)</a:t>
            </a:r>
            <a:endParaRPr lang="en-GB" sz="3200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77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460ED5-C788-4BEC-9AB2-E5B48A88C3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0338B0-F598-4887-B219-5DD3A982B8F7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31635c7e-3a11-4128-b6ca-f17fd774e46d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AF1243C-FFDE-4D96-919E-66BD50DAF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</TotalTime>
  <Words>333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Abadi ExtraLight</vt:lpstr>
      <vt:lpstr>Aptos</vt:lpstr>
      <vt:lpstr>Aptos Display</vt:lpstr>
      <vt:lpstr>Aptos ExtraBold</vt:lpstr>
      <vt:lpstr>Arial</vt:lpstr>
      <vt:lpstr>Tw Cen MT Condensed Extra Bold</vt:lpstr>
      <vt:lpstr>office theme</vt:lpstr>
      <vt:lpstr>1_office theme</vt:lpstr>
      <vt:lpstr>7) ESCCCP24 2025-2026 23 30 Apr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4</cp:revision>
  <dcterms:created xsi:type="dcterms:W3CDTF">2026-04-28T16:35:50Z</dcterms:created>
  <dcterms:modified xsi:type="dcterms:W3CDTF">2026-05-01T10:47:19Z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