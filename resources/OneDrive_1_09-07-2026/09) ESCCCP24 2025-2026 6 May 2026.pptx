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61" r:id="rId7"/>
    <p:sldId id="352" r:id="rId8"/>
    <p:sldId id="260" r:id="rId9"/>
    <p:sldId id="262" r:id="rId10"/>
    <p:sldId id="257" r:id="rId11"/>
    <p:sldId id="304" r:id="rId12"/>
    <p:sldId id="354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393E6-7822-4F44-AF92-D67BC529BB2D}" v="1" dt="2026-05-14T15:55:38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BB1E040A-978B-4E39-9A8E-918EA6FC9BB0}"/>
    <pc:docChg chg="modSld">
      <pc:chgData name="Andrew Patterson" userId="S::apatterson@cavc.ac.uk::6c8ffccf-7c1b-4173-8b93-861005bd5f70" providerId="AD" clId="Web-{BB1E040A-978B-4E39-9A8E-918EA6FC9BB0}" dt="2026-05-07T11:38:15.987" v="0" actId="20577"/>
      <pc:docMkLst>
        <pc:docMk/>
      </pc:docMkLst>
      <pc:sldChg chg="modSp">
        <pc:chgData name="Andrew Patterson" userId="S::apatterson@cavc.ac.uk::6c8ffccf-7c1b-4173-8b93-861005bd5f70" providerId="AD" clId="Web-{BB1E040A-978B-4E39-9A8E-918EA6FC9BB0}" dt="2026-05-07T11:38:15.987" v="0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BB1E040A-978B-4E39-9A8E-918EA6FC9BB0}" dt="2026-05-07T11:38:15.987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clId="Web-{BB1E040A-978B-4E39-9A8E-918EA6FC9BB0}"/>
    <pc:docChg chg="modSld">
      <pc:chgData name="" userId="" providerId="" clId="Web-{BB1E040A-978B-4E39-9A8E-918EA6FC9BB0}" dt="2026-05-07T11:38:08.799" v="1"/>
      <pc:docMkLst>
        <pc:docMk/>
      </pc:docMkLst>
      <pc:sldChg chg="modSp">
        <pc:chgData name="" userId="" providerId="" clId="Web-{BB1E040A-978B-4E39-9A8E-918EA6FC9BB0}" dt="2026-05-07T11:38:08.799" v="1"/>
        <pc:sldMkLst>
          <pc:docMk/>
          <pc:sldMk cId="109857222" sldId="256"/>
        </pc:sldMkLst>
        <pc:spChg chg="mod">
          <ac:chgData name="" userId="" providerId="" clId="Web-{BB1E040A-978B-4E39-9A8E-918EA6FC9BB0}" dt="2026-05-07T11:38:08.799" v="1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delSld modSld sldOrd">
      <pc:chgData name="Andrew Patterson" userId="6c8ffccf-7c1b-4173-8b93-861005bd5f70" providerId="ADAL" clId="{340A04FB-801D-4D33-9372-268FA29A2369}" dt="2026-05-14T15:55:56.583" v="1527" actId="47"/>
      <pc:docMkLst>
        <pc:docMk/>
      </pc:docMkLst>
      <pc:sldChg chg="addSp delSp modSp add mod">
        <pc:chgData name="Andrew Patterson" userId="6c8ffccf-7c1b-4173-8b93-861005bd5f70" providerId="ADAL" clId="{340A04FB-801D-4D33-9372-268FA29A2369}" dt="2026-05-07T18:46:57.934" v="154" actId="14100"/>
        <pc:sldMkLst>
          <pc:docMk/>
          <pc:sldMk cId="2761358476" sldId="257"/>
        </pc:sldMkLst>
        <pc:spChg chg="mod">
          <ac:chgData name="Andrew Patterson" userId="6c8ffccf-7c1b-4173-8b93-861005bd5f70" providerId="ADAL" clId="{340A04FB-801D-4D33-9372-268FA29A2369}" dt="2026-05-07T18:46:20.596" v="148" actId="1076"/>
          <ac:spMkLst>
            <pc:docMk/>
            <pc:sldMk cId="2761358476" sldId="257"/>
            <ac:spMk id="2" creationId="{A800F23C-225F-8E13-6A32-9FB2612576F4}"/>
          </ac:spMkLst>
        </pc:spChg>
        <pc:spChg chg="add mod">
          <ac:chgData name="Andrew Patterson" userId="6c8ffccf-7c1b-4173-8b93-861005bd5f70" providerId="ADAL" clId="{340A04FB-801D-4D33-9372-268FA29A2369}" dt="2026-05-07T18:46:57.934" v="154" actId="14100"/>
          <ac:spMkLst>
            <pc:docMk/>
            <pc:sldMk cId="2761358476" sldId="257"/>
            <ac:spMk id="4" creationId="{DD4CE1CC-76D6-AD28-0DE2-FD95FCEBB917}"/>
          </ac:spMkLst>
        </pc:spChg>
        <pc:spChg chg="mod">
          <ac:chgData name="Andrew Patterson" userId="6c8ffccf-7c1b-4173-8b93-861005bd5f70" providerId="ADAL" clId="{340A04FB-801D-4D33-9372-268FA29A2369}" dt="2026-05-07T18:46:27.063" v="149" actId="1076"/>
          <ac:spMkLst>
            <pc:docMk/>
            <pc:sldMk cId="2761358476" sldId="257"/>
            <ac:spMk id="5" creationId="{3202C78B-BAA0-962B-A04D-199474810708}"/>
          </ac:spMkLst>
        </pc:spChg>
        <pc:spChg chg="mod">
          <ac:chgData name="Andrew Patterson" userId="6c8ffccf-7c1b-4173-8b93-861005bd5f70" providerId="ADAL" clId="{340A04FB-801D-4D33-9372-268FA29A2369}" dt="2026-05-07T18:46:12.381" v="146" actId="1076"/>
          <ac:spMkLst>
            <pc:docMk/>
            <pc:sldMk cId="2761358476" sldId="257"/>
            <ac:spMk id="6" creationId="{C0EF468C-92B0-076B-9959-42A800498CCE}"/>
          </ac:spMkLst>
        </pc:spChg>
        <pc:spChg chg="add mod">
          <ac:chgData name="Andrew Patterson" userId="6c8ffccf-7c1b-4173-8b93-861005bd5f70" providerId="ADAL" clId="{340A04FB-801D-4D33-9372-268FA29A2369}" dt="2026-05-07T18:46:16.419" v="147" actId="1076"/>
          <ac:spMkLst>
            <pc:docMk/>
            <pc:sldMk cId="2761358476" sldId="257"/>
            <ac:spMk id="8" creationId="{0EDA4668-4E14-FA60-8753-04EC35B83434}"/>
          </ac:spMkLst>
        </pc:spChg>
      </pc:sldChg>
      <pc:sldChg chg="addSp modSp add mod modAnim">
        <pc:chgData name="Andrew Patterson" userId="6c8ffccf-7c1b-4173-8b93-861005bd5f70" providerId="ADAL" clId="{340A04FB-801D-4D33-9372-268FA29A2369}" dt="2026-05-07T15:30:34.928" v="145" actId="553"/>
        <pc:sldMkLst>
          <pc:docMk/>
          <pc:sldMk cId="57490768" sldId="260"/>
        </pc:sldMkLst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3" creationId="{569B5761-6CCD-C138-CCF2-124204D3AFAA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4" creationId="{4085E8B4-7E06-7E3C-4CEB-6105D2D696A8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7" creationId="{AFEA5E7D-E412-34B3-8E29-60F8584B3911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8" creationId="{B7E0338A-BC37-A20C-08D9-00AE16191484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0" creationId="{EC2EE3C9-A99E-D692-B486-5CED2D8D1D13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1" creationId="{7840A07B-A026-F50E-8364-6A11BD530FDB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3" creationId="{922F235A-7FB2-D46A-9A95-C42E8AB51FE9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4" creationId="{AA9F61F2-B646-57AC-D763-18318F9EBC71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7" creationId="{FE966C4F-56E3-27DA-452E-8953796D86B0}"/>
          </ac:spMkLst>
        </pc:spChg>
        <pc:spChg chg="mod">
          <ac:chgData name="Andrew Patterson" userId="6c8ffccf-7c1b-4173-8b93-861005bd5f70" providerId="ADAL" clId="{340A04FB-801D-4D33-9372-268FA29A2369}" dt="2026-05-07T15:28:28.082" v="99"/>
          <ac:spMkLst>
            <pc:docMk/>
            <pc:sldMk cId="57490768" sldId="260"/>
            <ac:spMk id="19" creationId="{36C66AB7-E862-752C-D310-6ECEC73370AE}"/>
          </ac:spMkLst>
        </pc:spChg>
        <pc:spChg chg="mod">
          <ac:chgData name="Andrew Patterson" userId="6c8ffccf-7c1b-4173-8b93-861005bd5f70" providerId="ADAL" clId="{340A04FB-801D-4D33-9372-268FA29A2369}" dt="2026-05-07T15:29:56.805" v="134"/>
          <ac:spMkLst>
            <pc:docMk/>
            <pc:sldMk cId="57490768" sldId="260"/>
            <ac:spMk id="22" creationId="{0B2AB13A-62DC-87CA-E3E1-1269BBA7E53D}"/>
          </ac:spMkLst>
        </pc:spChg>
        <pc:spChg chg="mod">
          <ac:chgData name="Andrew Patterson" userId="6c8ffccf-7c1b-4173-8b93-861005bd5f70" providerId="ADAL" clId="{340A04FB-801D-4D33-9372-268FA29A2369}" dt="2026-05-07T15:29:56.805" v="134"/>
          <ac:spMkLst>
            <pc:docMk/>
            <pc:sldMk cId="57490768" sldId="260"/>
            <ac:spMk id="23" creationId="{D357F88A-A035-4C7C-D01C-0CB28C7D72F8}"/>
          </ac:spMkLst>
        </pc:spChg>
        <pc:spChg chg="mod">
          <ac:chgData name="Andrew Patterson" userId="6c8ffccf-7c1b-4173-8b93-861005bd5f70" providerId="ADAL" clId="{340A04FB-801D-4D33-9372-268FA29A2369}" dt="2026-05-07T15:30:10.975" v="136"/>
          <ac:spMkLst>
            <pc:docMk/>
            <pc:sldMk cId="57490768" sldId="260"/>
            <ac:spMk id="25" creationId="{FC283A4B-690C-8C05-4356-D56BE09E881B}"/>
          </ac:spMkLst>
        </pc:spChg>
        <pc:spChg chg="mod">
          <ac:chgData name="Andrew Patterson" userId="6c8ffccf-7c1b-4173-8b93-861005bd5f70" providerId="ADAL" clId="{340A04FB-801D-4D33-9372-268FA29A2369}" dt="2026-05-07T15:30:10.975" v="136"/>
          <ac:spMkLst>
            <pc:docMk/>
            <pc:sldMk cId="57490768" sldId="260"/>
            <ac:spMk id="26" creationId="{FFEC3CD0-33B5-5605-3786-CF3B0C196F1B}"/>
          </ac:spMkLst>
        </pc:spChg>
        <pc:spChg chg="mod">
          <ac:chgData name="Andrew Patterson" userId="6c8ffccf-7c1b-4173-8b93-861005bd5f70" providerId="ADAL" clId="{340A04FB-801D-4D33-9372-268FA29A2369}" dt="2026-05-07T15:30:16.026" v="139"/>
          <ac:spMkLst>
            <pc:docMk/>
            <pc:sldMk cId="57490768" sldId="260"/>
            <ac:spMk id="28" creationId="{2B05037E-7776-D63E-9A3B-608E9ADBBC65}"/>
          </ac:spMkLst>
        </pc:spChg>
        <pc:spChg chg="mod">
          <ac:chgData name="Andrew Patterson" userId="6c8ffccf-7c1b-4173-8b93-861005bd5f70" providerId="ADAL" clId="{340A04FB-801D-4D33-9372-268FA29A2369}" dt="2026-05-07T15:30:16.026" v="139"/>
          <ac:spMkLst>
            <pc:docMk/>
            <pc:sldMk cId="57490768" sldId="260"/>
            <ac:spMk id="29" creationId="{D5F42C1B-91F4-DE79-179E-E56F1F3C9331}"/>
          </ac:spMkLst>
        </pc:spChg>
        <pc:spChg chg="mod">
          <ac:chgData name="Andrew Patterson" userId="6c8ffccf-7c1b-4173-8b93-861005bd5f70" providerId="ADAL" clId="{340A04FB-801D-4D33-9372-268FA29A2369}" dt="2026-05-07T15:30:17.281" v="140"/>
          <ac:spMkLst>
            <pc:docMk/>
            <pc:sldMk cId="57490768" sldId="260"/>
            <ac:spMk id="31" creationId="{D9A1EAF6-BC5D-87E3-C2C3-448138546242}"/>
          </ac:spMkLst>
        </pc:spChg>
        <pc:spChg chg="mod">
          <ac:chgData name="Andrew Patterson" userId="6c8ffccf-7c1b-4173-8b93-861005bd5f70" providerId="ADAL" clId="{340A04FB-801D-4D33-9372-268FA29A2369}" dt="2026-05-07T15:30:17.281" v="140"/>
          <ac:spMkLst>
            <pc:docMk/>
            <pc:sldMk cId="57490768" sldId="260"/>
            <ac:spMk id="32" creationId="{FD5531A1-A5F5-3F2C-4CEE-D39CACCBF2A2}"/>
          </ac:spMkLst>
        </pc:s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2" creationId="{DE5CF38E-2AAE-E185-6CC4-1A77F4116A83}"/>
          </ac:grpSpMkLst>
        </pc:gr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6" creationId="{5B2E5F55-D38D-50C4-B82B-DD6853258D5B}"/>
          </ac:grpSpMkLst>
        </pc:gr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9" creationId="{37081791-9E63-4090-76F1-1CC068791F67}"/>
          </ac:grpSpMkLst>
        </pc:gr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12" creationId="{F9AC476D-547D-E33E-E2B1-EAEE04975C95}"/>
          </ac:grpSpMkLst>
        </pc:gr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15" creationId="{A4CF8162-62A5-6494-D4E8-9E7E5A04BCB1}"/>
          </ac:grpSpMkLst>
        </pc:grpChg>
        <pc:grpChg chg="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18" creationId="{18CE513F-4B3F-DC5A-1620-929749A3AF53}"/>
          </ac:grpSpMkLst>
        </pc:grpChg>
        <pc:grpChg chg="add 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21" creationId="{CEC970BD-2850-1C2A-951C-806D23BA6F7B}"/>
          </ac:grpSpMkLst>
        </pc:grpChg>
        <pc:grpChg chg="add 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24" creationId="{87C5C5C1-5B05-79EF-D753-DE884FF5618F}"/>
          </ac:grpSpMkLst>
        </pc:grpChg>
        <pc:grpChg chg="add 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27" creationId="{CDE89023-0F9F-B4F0-CC0E-9FEAE1736C85}"/>
          </ac:grpSpMkLst>
        </pc:grpChg>
        <pc:grpChg chg="add mod">
          <ac:chgData name="Andrew Patterson" userId="6c8ffccf-7c1b-4173-8b93-861005bd5f70" providerId="ADAL" clId="{340A04FB-801D-4D33-9372-268FA29A2369}" dt="2026-05-07T15:30:34.928" v="145" actId="553"/>
          <ac:grpSpMkLst>
            <pc:docMk/>
            <pc:sldMk cId="57490768" sldId="260"/>
            <ac:grpSpMk id="30" creationId="{604F79E7-B9A1-59A3-52BC-0D852968743F}"/>
          </ac:grpSpMkLst>
        </pc:grpChg>
      </pc:sldChg>
      <pc:sldChg chg="modSp add mod">
        <pc:chgData name="Andrew Patterson" userId="6c8ffccf-7c1b-4173-8b93-861005bd5f70" providerId="ADAL" clId="{340A04FB-801D-4D33-9372-268FA29A2369}" dt="2026-05-07T11:40:24.045" v="11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5-07T11:40:24.045" v="11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5-07T11:41:06.163" v="12"/>
        <pc:sldMkLst>
          <pc:docMk/>
          <pc:sldMk cId="748540512" sldId="262"/>
        </pc:sldMkLst>
      </pc:sldChg>
      <pc:sldChg chg="modSp add mod">
        <pc:chgData name="Andrew Patterson" userId="6c8ffccf-7c1b-4173-8b93-861005bd5f70" providerId="ADAL" clId="{340A04FB-801D-4D33-9372-268FA29A2369}" dt="2026-05-07T11:41:17.555" v="23" actId="20577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5-07T11:41:17.555" v="23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Sp modSp add mod ord modAnim">
        <pc:chgData name="Andrew Patterson" userId="6c8ffccf-7c1b-4173-8b93-861005bd5f70" providerId="ADAL" clId="{340A04FB-801D-4D33-9372-268FA29A2369}" dt="2026-05-07T11:43:45.138" v="59"/>
        <pc:sldMkLst>
          <pc:docMk/>
          <pc:sldMk cId="1225377187" sldId="352"/>
        </pc:sldMkLst>
        <pc:spChg chg="mod">
          <ac:chgData name="Andrew Patterson" userId="6c8ffccf-7c1b-4173-8b93-861005bd5f70" providerId="ADAL" clId="{340A04FB-801D-4D33-9372-268FA29A2369}" dt="2026-05-07T11:42:02.420" v="50" actId="1076"/>
          <ac:spMkLst>
            <pc:docMk/>
            <pc:sldMk cId="1225377187" sldId="352"/>
            <ac:spMk id="2" creationId="{B9E301A2-CDFF-3D4D-D890-884F385B23B5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4" creationId="{10AFC794-87A9-F6D7-F570-EFE56DE34797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5" creationId="{449CFE55-E51F-EF46-0921-1432ADF0C08B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7" creationId="{2F2518AB-94CE-CF03-4A74-B5642C3F50FA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11" creationId="{0DBDD1FD-4122-DB7F-6D89-9871B886241A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14" creationId="{C00F15A9-3F6B-0A51-ED34-3F969506466A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16" creationId="{2E267376-CDE2-314F-9FBE-BDDAE5A8E7EB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19" creationId="{29ED5CF2-8FC8-61DC-BF9B-1E01C5A8574F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20" creationId="{5E13E193-4E98-5193-DC83-E6C18336A9D8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22" creationId="{83B1E4AC-D973-630F-1386-DDB1C4500BCC}"/>
          </ac:spMkLst>
        </pc:spChg>
        <pc:spChg chg="mod">
          <ac:chgData name="Andrew Patterson" userId="6c8ffccf-7c1b-4173-8b93-861005bd5f70" providerId="ADAL" clId="{340A04FB-801D-4D33-9372-268FA29A2369}" dt="2026-05-07T11:42:50.559" v="51"/>
          <ac:spMkLst>
            <pc:docMk/>
            <pc:sldMk cId="1225377187" sldId="352"/>
            <ac:spMk id="23" creationId="{1FB11039-54A8-6BC6-38AB-1169DCD4DE63}"/>
          </ac:spMkLst>
        </pc:spChg>
        <pc:spChg chg="mod">
          <ac:chgData name="Andrew Patterson" userId="6c8ffccf-7c1b-4173-8b93-861005bd5f70" providerId="ADAL" clId="{340A04FB-801D-4D33-9372-268FA29A2369}" dt="2026-05-07T11:43:16.977" v="54"/>
          <ac:spMkLst>
            <pc:docMk/>
            <pc:sldMk cId="1225377187" sldId="352"/>
            <ac:spMk id="25" creationId="{84549648-88C6-23D4-3EF4-DBF0D2E2B00A}"/>
          </ac:spMkLst>
        </pc:spChg>
        <pc:spChg chg="mod">
          <ac:chgData name="Andrew Patterson" userId="6c8ffccf-7c1b-4173-8b93-861005bd5f70" providerId="ADAL" clId="{340A04FB-801D-4D33-9372-268FA29A2369}" dt="2026-05-07T11:43:16.977" v="54"/>
          <ac:spMkLst>
            <pc:docMk/>
            <pc:sldMk cId="1225377187" sldId="352"/>
            <ac:spMk id="26" creationId="{D0F7EB18-4BD2-A3D3-866C-B0100DD2C7EA}"/>
          </ac:spMkLst>
        </pc:spChg>
        <pc:spChg chg="mod">
          <ac:chgData name="Andrew Patterson" userId="6c8ffccf-7c1b-4173-8b93-861005bd5f70" providerId="ADAL" clId="{340A04FB-801D-4D33-9372-268FA29A2369}" dt="2026-05-07T11:43:26.329" v="56"/>
          <ac:spMkLst>
            <pc:docMk/>
            <pc:sldMk cId="1225377187" sldId="352"/>
            <ac:spMk id="28" creationId="{689062A1-CD84-8DDF-FF00-7845083BFE78}"/>
          </ac:spMkLst>
        </pc:spChg>
        <pc:spChg chg="mod">
          <ac:chgData name="Andrew Patterson" userId="6c8ffccf-7c1b-4173-8b93-861005bd5f70" providerId="ADAL" clId="{340A04FB-801D-4D33-9372-268FA29A2369}" dt="2026-05-07T11:43:26.329" v="56"/>
          <ac:spMkLst>
            <pc:docMk/>
            <pc:sldMk cId="1225377187" sldId="352"/>
            <ac:spMk id="29" creationId="{E45F77D0-8EB9-3188-C0E1-BD274B82CF1C}"/>
          </ac:spMkLst>
        </pc:spChg>
        <pc:spChg chg="mod">
          <ac:chgData name="Andrew Patterson" userId="6c8ffccf-7c1b-4173-8b93-861005bd5f70" providerId="ADAL" clId="{340A04FB-801D-4D33-9372-268FA29A2369}" dt="2026-05-07T11:43:28.744" v="57"/>
          <ac:spMkLst>
            <pc:docMk/>
            <pc:sldMk cId="1225377187" sldId="352"/>
            <ac:spMk id="31" creationId="{F60EF201-2631-470B-2A75-975315802BBA}"/>
          </ac:spMkLst>
        </pc:spChg>
        <pc:spChg chg="mod">
          <ac:chgData name="Andrew Patterson" userId="6c8ffccf-7c1b-4173-8b93-861005bd5f70" providerId="ADAL" clId="{340A04FB-801D-4D33-9372-268FA29A2369}" dt="2026-05-07T11:43:28.744" v="57"/>
          <ac:spMkLst>
            <pc:docMk/>
            <pc:sldMk cId="1225377187" sldId="352"/>
            <ac:spMk id="32" creationId="{345E4C57-2DB3-C529-587F-B1FEC82781F3}"/>
          </ac:spMkLst>
        </pc:s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3" creationId="{1832402C-3D78-34B8-D3F0-BE70AE01BC95}"/>
          </ac:grpSpMkLst>
        </pc:gr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6" creationId="{9C7F0242-4F98-7C49-8974-B514E9B6D37F}"/>
          </ac:grpSpMkLst>
        </pc:gr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9" creationId="{FD4473BA-CD25-1671-3DF8-EDEA670E42D0}"/>
          </ac:grpSpMkLst>
        </pc:gr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12" creationId="{9F672ADD-B9A4-1DCC-FB19-66E880E4091B}"/>
          </ac:grpSpMkLst>
        </pc:gr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15" creationId="{3AB6A689-4E5B-4439-C71F-F841723FA70F}"/>
          </ac:grpSpMkLst>
        </pc:grpChg>
        <pc:grpChg chg="mod">
          <ac:chgData name="Andrew Patterson" userId="6c8ffccf-7c1b-4173-8b93-861005bd5f70" providerId="ADAL" clId="{340A04FB-801D-4D33-9372-268FA29A2369}" dt="2026-05-07T11:42:56.986" v="52" actId="1076"/>
          <ac:grpSpMkLst>
            <pc:docMk/>
            <pc:sldMk cId="1225377187" sldId="352"/>
            <ac:grpSpMk id="18" creationId="{71F1C21B-F472-B7BA-F9B2-BC4D8861FBB0}"/>
          </ac:grpSpMkLst>
        </pc:grpChg>
        <pc:grpChg chg="mod">
          <ac:chgData name="Andrew Patterson" userId="6c8ffccf-7c1b-4173-8b93-861005bd5f70" providerId="ADAL" clId="{340A04FB-801D-4D33-9372-268FA29A2369}" dt="2026-05-07T11:43:08.231" v="53" actId="1076"/>
          <ac:grpSpMkLst>
            <pc:docMk/>
            <pc:sldMk cId="1225377187" sldId="352"/>
            <ac:grpSpMk id="21" creationId="{1FCC7204-7863-EB23-D6D5-E877F18DF1CB}"/>
          </ac:grpSpMkLst>
        </pc:grpChg>
        <pc:grpChg chg="add mod">
          <ac:chgData name="Andrew Patterson" userId="6c8ffccf-7c1b-4173-8b93-861005bd5f70" providerId="ADAL" clId="{340A04FB-801D-4D33-9372-268FA29A2369}" dt="2026-05-07T11:43:22.702" v="55" actId="1076"/>
          <ac:grpSpMkLst>
            <pc:docMk/>
            <pc:sldMk cId="1225377187" sldId="352"/>
            <ac:grpSpMk id="24" creationId="{8BA85536-0EC5-9A06-97A6-4DC8B32C9124}"/>
          </ac:grpSpMkLst>
        </pc:grpChg>
        <pc:grpChg chg="add mod">
          <ac:chgData name="Andrew Patterson" userId="6c8ffccf-7c1b-4173-8b93-861005bd5f70" providerId="ADAL" clId="{340A04FB-801D-4D33-9372-268FA29A2369}" dt="2026-05-07T11:43:26.329" v="56"/>
          <ac:grpSpMkLst>
            <pc:docMk/>
            <pc:sldMk cId="1225377187" sldId="352"/>
            <ac:grpSpMk id="27" creationId="{15670DF6-050A-2BFF-BB7A-014FEB51EE64}"/>
          </ac:grpSpMkLst>
        </pc:grpChg>
        <pc:grpChg chg="add mod">
          <ac:chgData name="Andrew Patterson" userId="6c8ffccf-7c1b-4173-8b93-861005bd5f70" providerId="ADAL" clId="{340A04FB-801D-4D33-9372-268FA29A2369}" dt="2026-05-07T11:43:28.744" v="57"/>
          <ac:grpSpMkLst>
            <pc:docMk/>
            <pc:sldMk cId="1225377187" sldId="352"/>
            <ac:grpSpMk id="30" creationId="{F4E78648-23D8-C6C6-B350-828275CBF850}"/>
          </ac:grpSpMkLst>
        </pc:grpChg>
      </pc:sldChg>
      <pc:sldChg chg="addSp delSp modSp add del mod ord">
        <pc:chgData name="Andrew Patterson" userId="6c8ffccf-7c1b-4173-8b93-861005bd5f70" providerId="ADAL" clId="{340A04FB-801D-4D33-9372-268FA29A2369}" dt="2026-05-14T15:55:56.583" v="1527" actId="47"/>
        <pc:sldMkLst>
          <pc:docMk/>
          <pc:sldMk cId="1586480310" sldId="353"/>
        </pc:sldMkLst>
        <pc:spChg chg="mod">
          <ac:chgData name="Andrew Patterson" userId="6c8ffccf-7c1b-4173-8b93-861005bd5f70" providerId="ADAL" clId="{340A04FB-801D-4D33-9372-268FA29A2369}" dt="2026-05-08T11:08:49.062" v="1525" actId="20577"/>
          <ac:spMkLst>
            <pc:docMk/>
            <pc:sldMk cId="1586480310" sldId="353"/>
            <ac:spMk id="6" creationId="{88BFC88C-3110-3E84-9770-14F061077750}"/>
          </ac:spMkLst>
        </pc:spChg>
      </pc:sldChg>
      <pc:sldChg chg="add">
        <pc:chgData name="Andrew Patterson" userId="6c8ffccf-7c1b-4173-8b93-861005bd5f70" providerId="ADAL" clId="{340A04FB-801D-4D33-9372-268FA29A2369}" dt="2026-05-14T15:55:38.419" v="1526"/>
        <pc:sldMkLst>
          <pc:docMk/>
          <pc:sldMk cId="2144356614" sldId="35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45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048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866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197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58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425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641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1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594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055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210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43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58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8hC5GOw6lRKaNcoCp5wxoAVLxXrmOlhJCcPoRofM0mSU?e=NI13fl" TargetMode="External"/><Relationship Id="rId2" Type="http://schemas.openxmlformats.org/officeDocument/2006/relationships/hyperlink" Target="https://thecardiffandvalecollege.sharepoint.com/:p:/s/Section_ESCCCP24_2025_2026/IQDTCpGUNBnRRpNPsBkHY7AMAZj5h7VsrbbLiPsjnm2c8b0?e=DlwgnZ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DwD-3WEXKRQay2ULqexuRaAZSeHyntevELGz6bBzZpk1I?e=NsvSNo" TargetMode="External"/><Relationship Id="rId2" Type="http://schemas.openxmlformats.org/officeDocument/2006/relationships/hyperlink" Target="https://learnenglish.britishcouncil.org/free-resources/reading/b2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A4aRMBoif3c" TargetMode="External"/><Relationship Id="rId4" Type="http://schemas.openxmlformats.org/officeDocument/2006/relationships/hyperlink" Target="https://thecardiffandvalecollege.sharepoint.com/:p:/s/Section_ESCCCP24_2025_2026/IQBCjeMS5XlWQ51xppDEWfImAdcQwkHU4_vTeAvDlhi1yXU?e=yLVYJ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DwD-3WEXKRQay2ULqexuRaAZSeHyntevELGz6bBzZpk1I?e=NsvSNo" TargetMode="External"/><Relationship Id="rId2" Type="http://schemas.openxmlformats.org/officeDocument/2006/relationships/hyperlink" Target="https://thecardiffandvalecollege.sharepoint.com/:p:/s/Section_ESCCCP24_2025_2026/IQBCjeMS5XlWQ51xppDEWfImAdcQwkHU4_vTeAvDlhi1yXU?e=yLVYJD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english.britishcouncil.org/free-resources/reading/b2" TargetMode="External"/><Relationship Id="rId4" Type="http://schemas.openxmlformats.org/officeDocument/2006/relationships/hyperlink" Target="https://www.youtube.com/watch?v=A4aRMBoif3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9) ESCCCP24 2025-2026 </a:t>
            </a:r>
            <a:br>
              <a:rPr lang="en-GB" dirty="0"/>
            </a:br>
            <a:r>
              <a:rPr lang="en-GB"/>
              <a:t>6 May 2026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7 May</a:t>
            </a: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D9B3-17B4-6F99-CD48-D2381765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301A2-CDFF-3D4D-D890-884F385B23B5}"/>
              </a:ext>
            </a:extLst>
          </p:cNvPr>
          <p:cNvSpPr txBox="1"/>
          <p:nvPr/>
        </p:nvSpPr>
        <p:spPr>
          <a:xfrm>
            <a:off x="581493" y="181957"/>
            <a:ext cx="1102901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Thu 23 Apr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L2 Writing an Article II Plus Int H2O - A Source of Life 22 Apr 2026.pptx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incorporating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11) PlusIntU11 Article (II) Opinion Piece (2).pdf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learnt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to write an article to express our opinions,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how to use topic sentences, supporting sentences, and concluding sentences.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Task for homework.</a:t>
            </a:r>
            <a:b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11) PlusIntU11 Article (II) Opinion Piece (2).pdf</a:t>
            </a:r>
            <a:endParaRPr kumimoji="0" lang="en-GB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college newspaper has invited you to write an article suggesting ways in which different types of pollution can be reduced in your town/city. Write your article. </a:t>
            </a:r>
            <a:r>
              <a:rPr kumimoji="0" lang="en-GB" sz="3200" b="0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(120–180 words)</a:t>
            </a:r>
            <a:endParaRPr kumimoji="0" lang="en-GB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2402C-3D78-34B8-D3F0-BE70AE01BC95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9" y="356171"/>
            <a:ext cx="297374" cy="297521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10AFC794-87A9-F6D7-F570-EFE56DE3479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449CFE55-E51F-EF46-0921-1432ADF0C08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F0242-4F98-7C49-8974-B514E9B6D37F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6" y="825263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2F2518AB-94CE-CF03-4A74-B5642C3F50F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6C8625B0-3769-BB3D-2F74-5E8E651CB19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4473BA-CD25-1671-3DF8-EDEA670E42D0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3" y="1303629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A67CDB74-CA0A-C5E8-A33F-42D161FE924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DBDD1FD-4122-DB7F-6D89-9871B886241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672ADD-B9A4-1DCC-FB19-66E880E4091B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0" y="1768287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28A156EC-3B92-E606-1230-8FDDCDDDF9A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00F15A9-3F6B-0A51-ED34-3F969506466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B6A689-4E5B-4439-C71F-F841723FA70F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0" y="2248635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2E267376-CDE2-314F-9FBE-BDDAE5A8E7E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64313989-D5BC-26C8-4F83-7E1771D00D5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F1C21B-F472-B7BA-F9B2-BC4D8861FBB0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0" y="2795926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29ED5CF2-8FC8-61DC-BF9B-1E01C5A8574F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5E13E193-4E98-5193-DC83-E6C18336A9D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CC7204-7863-EB23-D6D5-E877F18DF1CB}"/>
              </a:ext>
            </a:extLst>
          </p:cNvPr>
          <p:cNvGrpSpPr>
            <a:grpSpLocks noChangeAspect="1"/>
          </p:cNvGrpSpPr>
          <p:nvPr/>
        </p:nvGrpSpPr>
        <p:grpSpPr>
          <a:xfrm>
            <a:off x="284113" y="3742412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83B1E4AC-D973-630F-1386-DDB1C4500BC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1FB11039-54A8-6BC6-38AB-1169DCD4DE6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A85536-0EC5-9A06-97A6-4DC8B32C9124}"/>
              </a:ext>
            </a:extLst>
          </p:cNvPr>
          <p:cNvGrpSpPr>
            <a:grpSpLocks noChangeAspect="1"/>
          </p:cNvGrpSpPr>
          <p:nvPr/>
        </p:nvGrpSpPr>
        <p:grpSpPr>
          <a:xfrm>
            <a:off x="280972" y="4222761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84549648-88C6-23D4-3EF4-DBF0D2E2B00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D0F7EB18-4BD2-A3D3-866C-B0100DD2C7E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670DF6-050A-2BFF-BB7A-014FEB51EE64}"/>
              </a:ext>
            </a:extLst>
          </p:cNvPr>
          <p:cNvGrpSpPr>
            <a:grpSpLocks noChangeAspect="1"/>
          </p:cNvGrpSpPr>
          <p:nvPr/>
        </p:nvGrpSpPr>
        <p:grpSpPr>
          <a:xfrm>
            <a:off x="277831" y="4703110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689062A1-CD84-8DDF-FF00-7845083BFE7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E45F77D0-8EB9-3188-C0E1-BD274B82CF1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4E78648-23D8-C6C6-B350-828275CBF850}"/>
              </a:ext>
            </a:extLst>
          </p:cNvPr>
          <p:cNvGrpSpPr>
            <a:grpSpLocks noChangeAspect="1"/>
          </p:cNvGrpSpPr>
          <p:nvPr/>
        </p:nvGrpSpPr>
        <p:grpSpPr>
          <a:xfrm>
            <a:off x="274690" y="5183459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F60EF201-2631-470B-2A75-975315802BB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345E4C57-2DB3-C529-587F-B1FEC82781F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537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5134D1-392B-EF88-EE5F-F20A0FAB01B3}"/>
              </a:ext>
            </a:extLst>
          </p:cNvPr>
          <p:cNvSpPr txBox="1"/>
          <p:nvPr/>
        </p:nvSpPr>
        <p:spPr>
          <a:xfrm>
            <a:off x="663315" y="104931"/>
            <a:ext cx="11118954" cy="6267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Good readers,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0.0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 their time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1.1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predict the text, use prior knowledge, check understanding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1.2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 out why the text was written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1.3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find the main ideas and supporting details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2.1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guess word meaning from context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2.2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 linking words to follow meaning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2.3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track references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3.1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compare ideas and opinions across texts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GB" sz="3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3.2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fact, opinion and bias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5CF38E-2AAE-E185-6CC4-1A77F4116A83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251240"/>
            <a:ext cx="297374" cy="297521"/>
            <a:chOff x="1752597" y="2171695"/>
            <a:chExt cx="4317849" cy="4320005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569B5761-6CCD-C138-CCF2-124204D3AFA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4085E8B4-7E06-7E3C-4CEB-6105D2D696A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B2E5F55-D38D-50C4-B82B-DD6853258D5B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902900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AFEA5E7D-E412-34B3-8E29-60F8584B391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B7E0338A-BC37-A20C-08D9-00AE1619148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081791-9E63-4090-76F1-1CC068791F67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1479610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EC2EE3C9-A99E-D692-B486-5CED2D8D1D1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7840A07B-A026-F50E-8364-6A11BD530FD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AC476D-547D-E33E-E2B1-EAEE04975C95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2154128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922F235A-7FB2-D46A-9A95-C42E8AB51FE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A9F61F2-B646-57AC-D763-18318F9EBC71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CF8162-62A5-6494-D4E8-9E7E5A04BCB1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2784376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54FE4D1F-F0ED-C75F-F0BA-F75E78579C9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FE966C4F-56E3-27DA-452E-8953796D86B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CE513F-4B3F-DC5A-1620-929749A3AF53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3391627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36C66AB7-E862-752C-D310-6ECEC73370A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95BA86DC-97D3-1E60-A8F0-46B66707CEA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C970BD-2850-1C2A-951C-806D23BA6F7B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4000446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0B2AB13A-62DC-87CA-E3E1-1269BBA7E53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D357F88A-A035-4C7C-D01C-0CB28C7D72F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C5C5C1-5B05-79EF-D753-DE884FF5618F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4639245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FC283A4B-690C-8C05-4356-D56BE09E881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FFEC3CD0-33B5-5605-3786-CF3B0C196F1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E89023-0F9F-B4F0-CC0E-9FEAE1736C85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5278044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2B05037E-7776-D63E-9A3B-608E9ADBBC6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D5F42C1B-91F4-DE79-179E-E56F1F3C9331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4F79E7-B9A1-59A3-52BC-0D852968743F}"/>
              </a:ext>
            </a:extLst>
          </p:cNvPr>
          <p:cNvGrpSpPr>
            <a:grpSpLocks noChangeAspect="1"/>
          </p:cNvGrpSpPr>
          <p:nvPr/>
        </p:nvGrpSpPr>
        <p:grpSpPr>
          <a:xfrm>
            <a:off x="365941" y="5856883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D9A1EAF6-BC5D-87E3-C2C3-44813854624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FD5531A1-A5F5-3F2C-4CEE-D39CACCBF2A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9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02C78B-BAA0-962B-A04D-199474810708}"/>
              </a:ext>
            </a:extLst>
          </p:cNvPr>
          <p:cNvSpPr txBox="1"/>
          <p:nvPr/>
        </p:nvSpPr>
        <p:spPr>
          <a:xfrm>
            <a:off x="543394" y="3766189"/>
            <a:ext cx="6093500" cy="60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B2 reading | </a:t>
            </a:r>
            <a:r>
              <a:rPr kumimoji="0" lang="en-GB" sz="3200" b="0" i="0" u="sng" strike="noStrike" kern="100" cap="none" spc="0" normalizeH="0" baseline="0" noProof="0" dirty="0" err="1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LearnEnglish</a:t>
            </a:r>
            <a:endParaRPr kumimoji="0" lang="en-GB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F468C-92B0-076B-9959-42A800498CCE}"/>
              </a:ext>
            </a:extLst>
          </p:cNvPr>
          <p:cNvSpPr txBox="1"/>
          <p:nvPr/>
        </p:nvSpPr>
        <p:spPr>
          <a:xfrm>
            <a:off x="543394" y="632281"/>
            <a:ext cx="108941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The lesson will focused on strategies for reading, outside of skimming scanning and careful reading.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0F23C-225F-8E13-6A32-9FB2612576F4}"/>
              </a:ext>
            </a:extLst>
          </p:cNvPr>
          <p:cNvSpPr txBox="1"/>
          <p:nvPr/>
        </p:nvSpPr>
        <p:spPr>
          <a:xfrm>
            <a:off x="543394" y="2902374"/>
            <a:ext cx="3473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FCE Reading.pdf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A4668-4E14-FA60-8753-04EC35B83434}"/>
              </a:ext>
            </a:extLst>
          </p:cNvPr>
          <p:cNvSpPr txBox="1"/>
          <p:nvPr/>
        </p:nvSpPr>
        <p:spPr>
          <a:xfrm>
            <a:off x="543394" y="2038559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FEC Booklet FCE Reading.pptx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CE1CC-76D6-AD28-0DE2-FD95FCEBB917}"/>
              </a:ext>
            </a:extLst>
          </p:cNvPr>
          <p:cNvSpPr txBox="1"/>
          <p:nvPr/>
        </p:nvSpPr>
        <p:spPr>
          <a:xfrm>
            <a:off x="543394" y="4829543"/>
            <a:ext cx="6996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5"/>
              </a:rPr>
              <a:t>Les Dawson 'The Night Sky' - YouTube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76135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7 May</a:t>
            </a: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BA5E-3A29-575C-680A-DBC52DB9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BFC88C-3110-3E84-9770-14F061077750}"/>
              </a:ext>
            </a:extLst>
          </p:cNvPr>
          <p:cNvSpPr txBox="1"/>
          <p:nvPr/>
        </p:nvSpPr>
        <p:spPr>
          <a:xfrm>
            <a:off x="629586" y="796564"/>
            <a:ext cx="10932827" cy="564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Thu 7 May 2026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  <a:hlinkClick r:id="rId2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FEC Booklet FCE Reading.pptx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with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FCE Reading.pdf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did an First Certificate Reading paper to explore different ways of approaching reading.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1: identified the main points in a text. This aligns exactly with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Ascentis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criterion 1.1 which is identically worded.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2: detailed understanding of a text including opinions and attitudes expressed in it.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3 developed our ability to analyse text structure. Although this aligns most closely with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Ascentis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criterion 1.2, the criterion does not fully capture this reading skill, as criterion 1.2  focuses only on identifying main events.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Les Dawson 'The Night Sky' – YouTube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helped us understand the expression “down to earth” in a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humourous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way. After expressing wonder at the night sky and the size of the universe, he realises that he needs to get a roof put on his outside toilet.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FCE Reading.pdf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Part 4: A Place to Play</a:t>
            </a:r>
            <a:endParaRPr kumimoji="0" lang="en-GB" sz="2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Extra Practice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B2 reading | </a:t>
            </a:r>
            <a:r>
              <a:rPr kumimoji="0" lang="en-GB" sz="2400" b="0" i="0" u="sng" strike="noStrike" kern="100" cap="none" spc="0" normalizeH="0" baseline="0" noProof="0" dirty="0" err="1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LearnEnglish</a:t>
            </a:r>
            <a:endParaRPr kumimoji="0" lang="en-GB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5AF7D0-8F6F-BD5D-7E9B-C9234C9AB4E0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6" y="853413"/>
            <a:ext cx="223422" cy="223532"/>
            <a:chOff x="1752597" y="2171695"/>
            <a:chExt cx="4317849" cy="4320005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4FDEDE54-E5BB-8097-46F6-730437E1FA8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C8453EC2-D03A-FB75-863F-8445ED01BB3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4DA6474-3FE8-6280-BF9D-3B5987E049E9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4" y="1163750"/>
            <a:ext cx="223422" cy="223532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64FD501A-BB92-0BDA-40FC-3630D1E5CBB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00909F99-C461-5FA0-32E6-82E12130F58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244A37-282D-1C9D-85EB-12087A5E8561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2" y="1472691"/>
            <a:ext cx="223422" cy="223532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6C104EB-BC95-92C9-C7E9-873971E752E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B623D237-55AA-BC0C-BD45-7308DCFDA9B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C1B5EE-20DB-ED00-2E07-04A20E69AD15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0" y="2055277"/>
            <a:ext cx="223422" cy="223532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776F39D-530D-FE39-BCE7-1A3028954D8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FE0EE2E4-27EB-824D-4E1B-D33077395BC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5C67E4-81D5-DA62-117A-0F6A61D35263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2702707"/>
            <a:ext cx="223422" cy="223532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62FC8CA7-AE70-8A38-2397-B05FBA6339D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4E2F6522-1B25-A27D-7591-BF520653038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CA57D7-2EEE-60CE-0030-E52843B5BAF5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8" y="3309703"/>
            <a:ext cx="223422" cy="223532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C4A20E31-636A-124E-45EA-E6401D85428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F530685E-F7FA-20A4-917C-4E2E69C8AC6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D01342-7691-C9CD-15AA-8C9272168C00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6" y="4216703"/>
            <a:ext cx="223422" cy="223532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5534157F-7CC5-9659-D910-D3E205F36E1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F58D39DF-4B65-993D-670D-6C388595FBEE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5D3EA5-6094-D552-E26D-49102E4515AD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4" y="5142474"/>
            <a:ext cx="223422" cy="223532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A8662EE6-045D-CDAE-CCBA-ACC74A87A1E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54D13342-B5E6-1003-AF20-47AE6E58C0F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4204EE-1EFE-B3EE-937F-D550173526BC}"/>
              </a:ext>
            </a:extLst>
          </p:cNvPr>
          <p:cNvGrpSpPr>
            <a:grpSpLocks noChangeAspect="1"/>
          </p:cNvGrpSpPr>
          <p:nvPr/>
        </p:nvGrpSpPr>
        <p:grpSpPr>
          <a:xfrm>
            <a:off x="446068" y="5477772"/>
            <a:ext cx="223422" cy="223532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A4AD39C0-B444-BE45-1BE9-5E93389AE2A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601B02B8-A2D3-2631-BBCF-FD72549075E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B12B16-BFCA-AC87-9AB6-2E0CC3AF04F0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5775559"/>
            <a:ext cx="223422" cy="223532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DE4D0210-1460-3E48-FDC8-C2DB54EF619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550140FC-1A96-F38F-D92C-22674F3BE93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B2CA8F-F5FC-9C16-6B27-FB5FAFFE3B0E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6107013"/>
            <a:ext cx="223422" cy="223532"/>
            <a:chOff x="1752597" y="2171695"/>
            <a:chExt cx="4317849" cy="4320005"/>
          </a:xfrm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BE1A8A01-6885-C23D-E8A1-03E5D74AFAB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B8EEB1DC-0F21-A3AB-ACAC-F5DEEFFFFB4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435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04331F-23DD-4A1D-9129-92AF2D110E8F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31635c7e-3a11-4128-b6ca-f17fd774e46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85982B1-15B1-45DA-93D6-80E56F7DDA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A6CF95-157A-4782-8E9E-0E72A1605E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429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9) ESCCCP24 2025-2026  6 May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4</cp:revision>
  <dcterms:created xsi:type="dcterms:W3CDTF">2026-05-07T11:37:58Z</dcterms:created>
  <dcterms:modified xsi:type="dcterms:W3CDTF">2026-05-14T15:55:58Z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